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Montserrat Black"/>
      <p:bold r:id="rId14"/>
      <p:boldItalic r:id="rId15"/>
    </p:embeddedFont>
    <p:embeddedFont>
      <p:font typeface="Merriweather Medium"/>
      <p:regular r:id="rId16"/>
      <p:bold r:id="rId17"/>
      <p:italic r:id="rId18"/>
      <p:boldItalic r:id="rId19"/>
    </p:embeddedFont>
    <p:embeddedFont>
      <p:font typeface="Mallanna"/>
      <p:regular r:id="rId20"/>
    </p:embeddedFont>
    <p:embeddedFont>
      <p:font typeface="Antic Slab"/>
      <p:regular r:id="rId21"/>
    </p:embeddedFont>
    <p:embeddedFont>
      <p:font typeface="Merriweather SemiBold"/>
      <p:regular r:id="rId22"/>
      <p:bold r:id="rId23"/>
      <p:italic r:id="rId24"/>
      <p:boldItalic r:id="rId25"/>
    </p:embeddedFont>
    <p:embeddedFont>
      <p:font typeface="PT Sans"/>
      <p:regular r:id="rId26"/>
      <p:bold r:id="rId27"/>
      <p:italic r:id="rId28"/>
      <p:boldItalic r:id="rId29"/>
    </p:embeddedFont>
    <p:embeddedFont>
      <p:font typeface="Merriweather ExtraBold"/>
      <p:bold r:id="rId30"/>
      <p:boldItalic r:id="rId31"/>
    </p:embeddedFont>
    <p:embeddedFont>
      <p:font typeface="Merriweath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allanna-regular.fntdata"/><Relationship Id="rId22" Type="http://schemas.openxmlformats.org/officeDocument/2006/relationships/font" Target="fonts/MerriweatherSemiBold-regular.fntdata"/><Relationship Id="rId21" Type="http://schemas.openxmlformats.org/officeDocument/2006/relationships/font" Target="fonts/AnticSlab-regular.fntdata"/><Relationship Id="rId24" Type="http://schemas.openxmlformats.org/officeDocument/2006/relationships/font" Target="fonts/MerriweatherSemiBold-italic.fntdata"/><Relationship Id="rId23" Type="http://schemas.openxmlformats.org/officeDocument/2006/relationships/font" Target="fonts/MerriweatherSemiBo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TSans-regular.fntdata"/><Relationship Id="rId25" Type="http://schemas.openxmlformats.org/officeDocument/2006/relationships/font" Target="fonts/MerriweatherSemiBold-boldItalic.fntdata"/><Relationship Id="rId28" Type="http://schemas.openxmlformats.org/officeDocument/2006/relationships/font" Target="fonts/PTSans-italic.fntdata"/><Relationship Id="rId27" Type="http://schemas.openxmlformats.org/officeDocument/2006/relationships/font" Target="fonts/PTSa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TSans-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erriweatherExtraBold-boldItalic.fntdata"/><Relationship Id="rId30" Type="http://schemas.openxmlformats.org/officeDocument/2006/relationships/font" Target="fonts/MerriweatherExtraBold-bold.fntdata"/><Relationship Id="rId11" Type="http://schemas.openxmlformats.org/officeDocument/2006/relationships/slide" Target="slides/slide7.xml"/><Relationship Id="rId33" Type="http://schemas.openxmlformats.org/officeDocument/2006/relationships/font" Target="fonts/Merriweather-bold.fntdata"/><Relationship Id="rId10" Type="http://schemas.openxmlformats.org/officeDocument/2006/relationships/slide" Target="slides/slide6.xml"/><Relationship Id="rId32" Type="http://schemas.openxmlformats.org/officeDocument/2006/relationships/font" Target="fonts/Merriweather-regular.fntdata"/><Relationship Id="rId13" Type="http://schemas.openxmlformats.org/officeDocument/2006/relationships/slide" Target="slides/slide9.xml"/><Relationship Id="rId35" Type="http://schemas.openxmlformats.org/officeDocument/2006/relationships/font" Target="fonts/Merriweather-boldItalic.fntdata"/><Relationship Id="rId12" Type="http://schemas.openxmlformats.org/officeDocument/2006/relationships/slide" Target="slides/slide8.xml"/><Relationship Id="rId34" Type="http://schemas.openxmlformats.org/officeDocument/2006/relationships/font" Target="fonts/Merriweather-italic.fntdata"/><Relationship Id="rId15" Type="http://schemas.openxmlformats.org/officeDocument/2006/relationships/font" Target="fonts/MontserratBlack-boldItalic.fntdata"/><Relationship Id="rId14" Type="http://schemas.openxmlformats.org/officeDocument/2006/relationships/font" Target="fonts/MontserratBlack-bold.fntdata"/><Relationship Id="rId17" Type="http://schemas.openxmlformats.org/officeDocument/2006/relationships/font" Target="fonts/MerriweatherMedium-bold.fntdata"/><Relationship Id="rId16" Type="http://schemas.openxmlformats.org/officeDocument/2006/relationships/font" Target="fonts/MerriweatherMedium-regular.fntdata"/><Relationship Id="rId19" Type="http://schemas.openxmlformats.org/officeDocument/2006/relationships/font" Target="fonts/MerriweatherMedium-boldItalic.fntdata"/><Relationship Id="rId18" Type="http://schemas.openxmlformats.org/officeDocument/2006/relationships/font" Target="fonts/Merriweather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143b275b0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143b275b0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142ce28b34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142ce28b34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142ce28b34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142ce28b34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142ce28b3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6" name="Google Shape;1536;g142ce28b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g142ce28b34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5" name="Google Shape;1635;g142ce28b34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1" name="Shape 1811"/>
        <p:cNvGrpSpPr/>
        <p:nvPr/>
      </p:nvGrpSpPr>
      <p:grpSpPr>
        <a:xfrm>
          <a:off x="0" y="0"/>
          <a:ext cx="0" cy="0"/>
          <a:chOff x="0" y="0"/>
          <a:chExt cx="0" cy="0"/>
        </a:xfrm>
      </p:grpSpPr>
      <p:sp>
        <p:nvSpPr>
          <p:cNvPr id="1812" name="Google Shape;1812;g142ce28b34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3" name="Google Shape;1813;g142ce28b34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g142ce28b34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9" name="Google Shape;1999;g142ce28b34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4" name="Shape 2004"/>
        <p:cNvGrpSpPr/>
        <p:nvPr/>
      </p:nvGrpSpPr>
      <p:grpSpPr>
        <a:xfrm>
          <a:off x="0" y="0"/>
          <a:ext cx="0" cy="0"/>
          <a:chOff x="0" y="0"/>
          <a:chExt cx="0" cy="0"/>
        </a:xfrm>
      </p:grpSpPr>
      <p:sp>
        <p:nvSpPr>
          <p:cNvPr id="2005" name="Google Shape;2005;g142ce28b346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6" name="Google Shape;2006;g142ce28b34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g3a8cb159b5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5" name="Google Shape;2085;g3a8cb159b5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25" y="0"/>
            <a:ext cx="9155167"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 name="Google Shape;10;p2"/>
          <p:cNvGrpSpPr/>
          <p:nvPr/>
        </p:nvGrpSpPr>
        <p:grpSpPr>
          <a:xfrm>
            <a:off x="-115" y="2778900"/>
            <a:ext cx="9155224" cy="2375559"/>
            <a:chOff x="1676950" y="5483525"/>
            <a:chExt cx="3160025" cy="819950"/>
          </a:xfrm>
        </p:grpSpPr>
        <p:sp>
          <p:nvSpPr>
            <p:cNvPr id="11" name="Google Shape;11;p2"/>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flipH="1">
            <a:off x="7695509" y="3622432"/>
            <a:ext cx="1600765" cy="1673555"/>
            <a:chOff x="4512825" y="3356225"/>
            <a:chExt cx="1669725" cy="1745650"/>
          </a:xfrm>
        </p:grpSpPr>
        <p:sp>
          <p:nvSpPr>
            <p:cNvPr id="18" name="Google Shape;18;p2"/>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a:off x="-2000" y="0"/>
            <a:ext cx="4126322" cy="1389295"/>
            <a:chOff x="-2000" y="0"/>
            <a:chExt cx="4126322" cy="1389295"/>
          </a:xfrm>
        </p:grpSpPr>
        <p:sp>
          <p:nvSpPr>
            <p:cNvPr id="25" name="Google Shape;25;p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 name="Google Shape;33;p2"/>
          <p:cNvGrpSpPr/>
          <p:nvPr/>
        </p:nvGrpSpPr>
        <p:grpSpPr>
          <a:xfrm>
            <a:off x="-11525" y="-9525"/>
            <a:ext cx="4126322" cy="1389295"/>
            <a:chOff x="-2000" y="0"/>
            <a:chExt cx="4126322" cy="1389295"/>
          </a:xfrm>
        </p:grpSpPr>
        <p:sp>
          <p:nvSpPr>
            <p:cNvPr id="34" name="Google Shape;34;p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2"/>
          <p:cNvSpPr txBox="1"/>
          <p:nvPr>
            <p:ph type="ctrTitle"/>
          </p:nvPr>
        </p:nvSpPr>
        <p:spPr>
          <a:xfrm>
            <a:off x="3321300" y="859536"/>
            <a:ext cx="5116800" cy="1819800"/>
          </a:xfrm>
          <a:prstGeom prst="rect">
            <a:avLst/>
          </a:prstGeom>
          <a:noFill/>
        </p:spPr>
        <p:txBody>
          <a:bodyPr anchorCtr="0" anchor="t" bIns="91425" lIns="91425" spcFirstLastPara="1" rIns="91425" wrap="square" tIns="91425">
            <a:noAutofit/>
          </a:bodyPr>
          <a:lstStyle>
            <a:lvl1pPr lvl="0" algn="r">
              <a:spcBef>
                <a:spcPts val="0"/>
              </a:spcBef>
              <a:spcAft>
                <a:spcPts val="0"/>
              </a:spcAft>
              <a:buSzPts val="4500"/>
              <a:buFont typeface="Loved by the King"/>
              <a:buNone/>
              <a:defRPr sz="7500"/>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p:txBody>
      </p:sp>
      <p:sp>
        <p:nvSpPr>
          <p:cNvPr id="43" name="Google Shape;43;p2"/>
          <p:cNvSpPr txBox="1"/>
          <p:nvPr>
            <p:ph idx="1" type="subTitle"/>
          </p:nvPr>
        </p:nvSpPr>
        <p:spPr>
          <a:xfrm>
            <a:off x="3321639" y="2990525"/>
            <a:ext cx="5115900" cy="365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grpSp>
        <p:nvGrpSpPr>
          <p:cNvPr id="45" name="Google Shape;45;p3"/>
          <p:cNvGrpSpPr/>
          <p:nvPr/>
        </p:nvGrpSpPr>
        <p:grpSpPr>
          <a:xfrm flipH="1">
            <a:off x="-115" y="4012528"/>
            <a:ext cx="9155224" cy="1141931"/>
            <a:chOff x="1676950" y="5909325"/>
            <a:chExt cx="3160025" cy="394150"/>
          </a:xfrm>
        </p:grpSpPr>
        <p:sp>
          <p:nvSpPr>
            <p:cNvPr id="46" name="Google Shape;46;p3"/>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 name="Google Shape;48;p3"/>
          <p:cNvSpPr txBox="1"/>
          <p:nvPr>
            <p:ph hasCustomPrompt="1" type="title"/>
          </p:nvPr>
        </p:nvSpPr>
        <p:spPr>
          <a:xfrm>
            <a:off x="4114800" y="1479202"/>
            <a:ext cx="914400" cy="690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5500" u="sng"/>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49" name="Google Shape;49;p3"/>
          <p:cNvGrpSpPr/>
          <p:nvPr/>
        </p:nvGrpSpPr>
        <p:grpSpPr>
          <a:xfrm>
            <a:off x="6272813" y="3014900"/>
            <a:ext cx="2871175" cy="2129050"/>
            <a:chOff x="4622738" y="5576675"/>
            <a:chExt cx="2871175" cy="2129050"/>
          </a:xfrm>
        </p:grpSpPr>
        <p:sp>
          <p:nvSpPr>
            <p:cNvPr id="50" name="Google Shape;50;p3"/>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3"/>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 name="Google Shape;69;p3"/>
          <p:cNvGrpSpPr/>
          <p:nvPr/>
        </p:nvGrpSpPr>
        <p:grpSpPr>
          <a:xfrm flipH="1">
            <a:off x="5029200" y="-9525"/>
            <a:ext cx="4126322" cy="1389295"/>
            <a:chOff x="-2000" y="0"/>
            <a:chExt cx="4126322" cy="1389295"/>
          </a:xfrm>
        </p:grpSpPr>
        <p:sp>
          <p:nvSpPr>
            <p:cNvPr id="70" name="Google Shape;70;p3"/>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3"/>
          <p:cNvGrpSpPr/>
          <p:nvPr/>
        </p:nvGrpSpPr>
        <p:grpSpPr>
          <a:xfrm>
            <a:off x="-9625" y="2610012"/>
            <a:ext cx="5125569" cy="2543452"/>
            <a:chOff x="-94" y="2303325"/>
            <a:chExt cx="5723695" cy="2840259"/>
          </a:xfrm>
        </p:grpSpPr>
        <p:sp>
          <p:nvSpPr>
            <p:cNvPr id="79" name="Google Shape;79;p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3"/>
          <p:cNvSpPr txBox="1"/>
          <p:nvPr>
            <p:ph idx="2" type="title"/>
          </p:nvPr>
        </p:nvSpPr>
        <p:spPr>
          <a:xfrm>
            <a:off x="1641900" y="2523907"/>
            <a:ext cx="5860200" cy="7314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5500"/>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84" name="Google Shape;84;p3"/>
          <p:cNvSpPr txBox="1"/>
          <p:nvPr>
            <p:ph idx="1" type="subTitle"/>
          </p:nvPr>
        </p:nvSpPr>
        <p:spPr>
          <a:xfrm>
            <a:off x="1644150" y="3524054"/>
            <a:ext cx="5855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grpSp>
        <p:nvGrpSpPr>
          <p:cNvPr id="86" name="Google Shape;86;p4"/>
          <p:cNvGrpSpPr/>
          <p:nvPr/>
        </p:nvGrpSpPr>
        <p:grpSpPr>
          <a:xfrm>
            <a:off x="-1554440" y="3314689"/>
            <a:ext cx="12252880" cy="1981098"/>
            <a:chOff x="-90" y="3390889"/>
            <a:chExt cx="12252880" cy="1981098"/>
          </a:xfrm>
        </p:grpSpPr>
        <p:grpSp>
          <p:nvGrpSpPr>
            <p:cNvPr id="87" name="Google Shape;87;p4"/>
            <p:cNvGrpSpPr/>
            <p:nvPr/>
          </p:nvGrpSpPr>
          <p:grpSpPr>
            <a:xfrm>
              <a:off x="-90" y="3390889"/>
              <a:ext cx="6118780" cy="1981098"/>
              <a:chOff x="1308250" y="238125"/>
              <a:chExt cx="5003500" cy="1620000"/>
            </a:xfrm>
          </p:grpSpPr>
          <p:sp>
            <p:nvSpPr>
              <p:cNvPr id="88" name="Google Shape;88;p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 name="Google Shape;92;p4"/>
            <p:cNvGrpSpPr/>
            <p:nvPr/>
          </p:nvGrpSpPr>
          <p:grpSpPr>
            <a:xfrm flipH="1">
              <a:off x="6134010" y="3390889"/>
              <a:ext cx="6118780" cy="1981098"/>
              <a:chOff x="1308250" y="238125"/>
              <a:chExt cx="5003500" cy="1620000"/>
            </a:xfrm>
          </p:grpSpPr>
          <p:sp>
            <p:nvSpPr>
              <p:cNvPr id="93" name="Google Shape;93;p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 name="Google Shape;97;p4"/>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99" name="Google Shape;99;p4"/>
          <p:cNvSpPr txBox="1"/>
          <p:nvPr>
            <p:ph idx="1" type="body"/>
          </p:nvPr>
        </p:nvSpPr>
        <p:spPr>
          <a:xfrm>
            <a:off x="716900" y="1128049"/>
            <a:ext cx="7704000" cy="5487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SzPts val="1600"/>
              <a:buFont typeface="Mulish SemiBold"/>
              <a:buAutoNum type="arabicPeriod"/>
              <a:defRPr/>
            </a:lvl1pPr>
            <a:lvl2pPr indent="-330200" lvl="1" marL="914400" rtl="0">
              <a:lnSpc>
                <a:spcPct val="100000"/>
              </a:lnSpc>
              <a:spcBef>
                <a:spcPts val="0"/>
              </a:spcBef>
              <a:spcAft>
                <a:spcPts val="0"/>
              </a:spcAft>
              <a:buSzPts val="1600"/>
              <a:buFont typeface="Roboto Condensed Light"/>
              <a:buAutoNum type="alphaLcPeriod"/>
              <a:defRPr sz="1600"/>
            </a:lvl2pPr>
            <a:lvl3pPr indent="-330200" lvl="2" marL="1371600" rtl="0">
              <a:lnSpc>
                <a:spcPct val="100000"/>
              </a:lnSpc>
              <a:spcBef>
                <a:spcPts val="0"/>
              </a:spcBef>
              <a:spcAft>
                <a:spcPts val="0"/>
              </a:spcAft>
              <a:buSzPts val="1600"/>
              <a:buFont typeface="Roboto Condensed Light"/>
              <a:buAutoNum type="romanLcPeriod"/>
              <a:defRPr sz="1600"/>
            </a:lvl3pPr>
            <a:lvl4pPr indent="-330200" lvl="3" marL="1828800" rtl="0">
              <a:lnSpc>
                <a:spcPct val="100000"/>
              </a:lnSpc>
              <a:spcBef>
                <a:spcPts val="0"/>
              </a:spcBef>
              <a:spcAft>
                <a:spcPts val="0"/>
              </a:spcAft>
              <a:buSzPts val="1600"/>
              <a:buFont typeface="Roboto Condensed Light"/>
              <a:buAutoNum type="arabicPeriod"/>
              <a:defRPr sz="1600"/>
            </a:lvl4pPr>
            <a:lvl5pPr indent="-330200" lvl="4" marL="2286000" rtl="0">
              <a:lnSpc>
                <a:spcPct val="100000"/>
              </a:lnSpc>
              <a:spcBef>
                <a:spcPts val="0"/>
              </a:spcBef>
              <a:spcAft>
                <a:spcPts val="0"/>
              </a:spcAft>
              <a:buSzPts val="1600"/>
              <a:buFont typeface="Roboto Condensed Light"/>
              <a:buAutoNum type="alphaLcPeriod"/>
              <a:defRPr sz="1600"/>
            </a:lvl5pPr>
            <a:lvl6pPr indent="-330200" lvl="5" marL="2743200" rtl="0">
              <a:lnSpc>
                <a:spcPct val="100000"/>
              </a:lnSpc>
              <a:spcBef>
                <a:spcPts val="0"/>
              </a:spcBef>
              <a:spcAft>
                <a:spcPts val="0"/>
              </a:spcAft>
              <a:buSzPts val="1600"/>
              <a:buFont typeface="Roboto Condensed Light"/>
              <a:buAutoNum type="romanLcPeriod"/>
              <a:defRPr sz="1600"/>
            </a:lvl6pPr>
            <a:lvl7pPr indent="-330200" lvl="6" marL="3200400" rtl="0">
              <a:lnSpc>
                <a:spcPct val="100000"/>
              </a:lnSpc>
              <a:spcBef>
                <a:spcPts val="0"/>
              </a:spcBef>
              <a:spcAft>
                <a:spcPts val="0"/>
              </a:spcAft>
              <a:buSzPts val="1600"/>
              <a:buFont typeface="Roboto Condensed Light"/>
              <a:buAutoNum type="arabicPeriod"/>
              <a:defRPr sz="1600"/>
            </a:lvl7pPr>
            <a:lvl8pPr indent="-330200" lvl="7" marL="3657600" rtl="0">
              <a:lnSpc>
                <a:spcPct val="100000"/>
              </a:lnSpc>
              <a:spcBef>
                <a:spcPts val="0"/>
              </a:spcBef>
              <a:spcAft>
                <a:spcPts val="0"/>
              </a:spcAft>
              <a:buSzPts val="1600"/>
              <a:buFont typeface="Roboto Condensed Light"/>
              <a:buAutoNum type="alphaLcPeriod"/>
              <a:defRPr sz="1600"/>
            </a:lvl8pPr>
            <a:lvl9pPr indent="-330200" lvl="8" marL="4114800" rtl="0">
              <a:lnSpc>
                <a:spcPct val="100000"/>
              </a:lnSpc>
              <a:spcBef>
                <a:spcPts val="0"/>
              </a:spcBef>
              <a:spcAft>
                <a:spcPts val="0"/>
              </a:spcAft>
              <a:buSzPts val="1600"/>
              <a:buFont typeface="Roboto Condensed Light"/>
              <a:buAutoNum type="romanLcPeriod"/>
              <a:defRPr sz="1600"/>
            </a:lvl9pPr>
          </a:lstStyle>
          <a:p/>
        </p:txBody>
      </p:sp>
      <p:grpSp>
        <p:nvGrpSpPr>
          <p:cNvPr id="100" name="Google Shape;100;p4"/>
          <p:cNvGrpSpPr/>
          <p:nvPr/>
        </p:nvGrpSpPr>
        <p:grpSpPr>
          <a:xfrm flipH="1">
            <a:off x="-156480" y="3919148"/>
            <a:ext cx="1184629" cy="1297154"/>
            <a:chOff x="1366700" y="2258875"/>
            <a:chExt cx="846950" cy="927400"/>
          </a:xfrm>
        </p:grpSpPr>
        <p:sp>
          <p:nvSpPr>
            <p:cNvPr id="101" name="Google Shape;101;p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 name="Google Shape;108;p4"/>
          <p:cNvGrpSpPr/>
          <p:nvPr/>
        </p:nvGrpSpPr>
        <p:grpSpPr>
          <a:xfrm flipH="1">
            <a:off x="4027200" y="4517693"/>
            <a:ext cx="5116810" cy="644858"/>
            <a:chOff x="0" y="4498643"/>
            <a:chExt cx="5116810" cy="644858"/>
          </a:xfrm>
        </p:grpSpPr>
        <p:sp>
          <p:nvSpPr>
            <p:cNvPr id="109" name="Google Shape;109;p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4"/>
          <p:cNvGrpSpPr/>
          <p:nvPr/>
        </p:nvGrpSpPr>
        <p:grpSpPr>
          <a:xfrm>
            <a:off x="8092170" y="3919148"/>
            <a:ext cx="1184629" cy="1297154"/>
            <a:chOff x="1366700" y="2258875"/>
            <a:chExt cx="846950" cy="927400"/>
          </a:xfrm>
        </p:grpSpPr>
        <p:sp>
          <p:nvSpPr>
            <p:cNvPr id="112" name="Google Shape;112;p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 name="Google Shape;119;p4"/>
          <p:cNvGrpSpPr/>
          <p:nvPr/>
        </p:nvGrpSpPr>
        <p:grpSpPr>
          <a:xfrm flipH="1" rot="10800000">
            <a:off x="-9525" y="-9532"/>
            <a:ext cx="5116810" cy="644858"/>
            <a:chOff x="0" y="4498643"/>
            <a:chExt cx="5116810" cy="644858"/>
          </a:xfrm>
        </p:grpSpPr>
        <p:sp>
          <p:nvSpPr>
            <p:cNvPr id="120" name="Google Shape;120;p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2" name="Shape 122"/>
        <p:cNvGrpSpPr/>
        <p:nvPr/>
      </p:nvGrpSpPr>
      <p:grpSpPr>
        <a:xfrm>
          <a:off x="0" y="0"/>
          <a:ext cx="0" cy="0"/>
          <a:chOff x="0" y="0"/>
          <a:chExt cx="0" cy="0"/>
        </a:xfrm>
      </p:grpSpPr>
      <p:grpSp>
        <p:nvGrpSpPr>
          <p:cNvPr id="123" name="Google Shape;123;p5"/>
          <p:cNvGrpSpPr/>
          <p:nvPr/>
        </p:nvGrpSpPr>
        <p:grpSpPr>
          <a:xfrm>
            <a:off x="-1554440" y="3314689"/>
            <a:ext cx="12252880" cy="1981098"/>
            <a:chOff x="-90" y="3390889"/>
            <a:chExt cx="12252880" cy="1981098"/>
          </a:xfrm>
        </p:grpSpPr>
        <p:grpSp>
          <p:nvGrpSpPr>
            <p:cNvPr id="124" name="Google Shape;124;p5"/>
            <p:cNvGrpSpPr/>
            <p:nvPr/>
          </p:nvGrpSpPr>
          <p:grpSpPr>
            <a:xfrm>
              <a:off x="-90" y="3390889"/>
              <a:ext cx="6118780" cy="1981098"/>
              <a:chOff x="1308250" y="238125"/>
              <a:chExt cx="5003500" cy="1620000"/>
            </a:xfrm>
          </p:grpSpPr>
          <p:sp>
            <p:nvSpPr>
              <p:cNvPr id="125" name="Google Shape;125;p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5"/>
            <p:cNvGrpSpPr/>
            <p:nvPr/>
          </p:nvGrpSpPr>
          <p:grpSpPr>
            <a:xfrm flipH="1">
              <a:off x="6134010" y="3390889"/>
              <a:ext cx="6118780" cy="1981098"/>
              <a:chOff x="1308250" y="238125"/>
              <a:chExt cx="5003500" cy="1620000"/>
            </a:xfrm>
          </p:grpSpPr>
          <p:sp>
            <p:nvSpPr>
              <p:cNvPr id="130" name="Google Shape;130;p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4" name="Google Shape;134;p5"/>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txBox="1"/>
          <p:nvPr>
            <p:ph type="title"/>
          </p:nvPr>
        </p:nvSpPr>
        <p:spPr>
          <a:xfrm>
            <a:off x="1041187" y="2797807"/>
            <a:ext cx="3350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6" name="Google Shape;136;p5"/>
          <p:cNvSpPr txBox="1"/>
          <p:nvPr>
            <p:ph idx="2" type="title"/>
          </p:nvPr>
        </p:nvSpPr>
        <p:spPr>
          <a:xfrm>
            <a:off x="4752413" y="2797807"/>
            <a:ext cx="3350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7" name="Google Shape;137;p5"/>
          <p:cNvSpPr txBox="1"/>
          <p:nvPr>
            <p:ph idx="1" type="subTitle"/>
          </p:nvPr>
        </p:nvSpPr>
        <p:spPr>
          <a:xfrm>
            <a:off x="4752413" y="3136784"/>
            <a:ext cx="33507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5"/>
          <p:cNvSpPr txBox="1"/>
          <p:nvPr>
            <p:ph idx="3" type="subTitle"/>
          </p:nvPr>
        </p:nvSpPr>
        <p:spPr>
          <a:xfrm>
            <a:off x="1040887" y="3136784"/>
            <a:ext cx="33513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9" name="Google Shape;139;p5"/>
          <p:cNvSpPr txBox="1"/>
          <p:nvPr>
            <p:ph idx="4"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grpSp>
        <p:nvGrpSpPr>
          <p:cNvPr id="140" name="Google Shape;140;p5"/>
          <p:cNvGrpSpPr/>
          <p:nvPr/>
        </p:nvGrpSpPr>
        <p:grpSpPr>
          <a:xfrm flipH="1">
            <a:off x="6200680" y="-9525"/>
            <a:ext cx="2952842" cy="2245669"/>
            <a:chOff x="0" y="0"/>
            <a:chExt cx="2952842" cy="2245669"/>
          </a:xfrm>
        </p:grpSpPr>
        <p:sp>
          <p:nvSpPr>
            <p:cNvPr id="141" name="Google Shape;141;p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 name="Google Shape;145;p5"/>
          <p:cNvGrpSpPr/>
          <p:nvPr/>
        </p:nvGrpSpPr>
        <p:grpSpPr>
          <a:xfrm flipH="1" rot="10800000">
            <a:off x="-9525" y="3763600"/>
            <a:ext cx="4126322" cy="1389295"/>
            <a:chOff x="-2000" y="0"/>
            <a:chExt cx="4126322" cy="1389295"/>
          </a:xfrm>
        </p:grpSpPr>
        <p:sp>
          <p:nvSpPr>
            <p:cNvPr id="146" name="Google Shape;146;p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5"/>
          <p:cNvGrpSpPr/>
          <p:nvPr/>
        </p:nvGrpSpPr>
        <p:grpSpPr>
          <a:xfrm>
            <a:off x="-114991" y="3622432"/>
            <a:ext cx="1600765" cy="1673555"/>
            <a:chOff x="4512825" y="3356225"/>
            <a:chExt cx="1669725" cy="1745650"/>
          </a:xfrm>
        </p:grpSpPr>
        <p:sp>
          <p:nvSpPr>
            <p:cNvPr id="155" name="Google Shape;155;p5"/>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5"/>
          <p:cNvGrpSpPr/>
          <p:nvPr/>
        </p:nvGrpSpPr>
        <p:grpSpPr>
          <a:xfrm>
            <a:off x="8092170" y="3919148"/>
            <a:ext cx="1184629" cy="1297154"/>
            <a:chOff x="1366700" y="2258875"/>
            <a:chExt cx="846950" cy="927400"/>
          </a:xfrm>
        </p:grpSpPr>
        <p:sp>
          <p:nvSpPr>
            <p:cNvPr id="162" name="Google Shape;162;p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9" name="Shape 169"/>
        <p:cNvGrpSpPr/>
        <p:nvPr/>
      </p:nvGrpSpPr>
      <p:grpSpPr>
        <a:xfrm>
          <a:off x="0" y="0"/>
          <a:ext cx="0" cy="0"/>
          <a:chOff x="0" y="0"/>
          <a:chExt cx="0" cy="0"/>
        </a:xfrm>
      </p:grpSpPr>
      <p:grpSp>
        <p:nvGrpSpPr>
          <p:cNvPr id="170" name="Google Shape;170;p6"/>
          <p:cNvGrpSpPr/>
          <p:nvPr/>
        </p:nvGrpSpPr>
        <p:grpSpPr>
          <a:xfrm>
            <a:off x="-1554440" y="3314689"/>
            <a:ext cx="12252880" cy="1981098"/>
            <a:chOff x="-90" y="3390889"/>
            <a:chExt cx="12252880" cy="1981098"/>
          </a:xfrm>
        </p:grpSpPr>
        <p:grpSp>
          <p:nvGrpSpPr>
            <p:cNvPr id="171" name="Google Shape;171;p6"/>
            <p:cNvGrpSpPr/>
            <p:nvPr/>
          </p:nvGrpSpPr>
          <p:grpSpPr>
            <a:xfrm>
              <a:off x="-90" y="3390889"/>
              <a:ext cx="6118780" cy="1981098"/>
              <a:chOff x="1308250" y="238125"/>
              <a:chExt cx="5003500" cy="1620000"/>
            </a:xfrm>
          </p:grpSpPr>
          <p:sp>
            <p:nvSpPr>
              <p:cNvPr id="172" name="Google Shape;172;p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 name="Google Shape;176;p6"/>
            <p:cNvGrpSpPr/>
            <p:nvPr/>
          </p:nvGrpSpPr>
          <p:grpSpPr>
            <a:xfrm flipH="1">
              <a:off x="6134010" y="3390889"/>
              <a:ext cx="6118780" cy="1981098"/>
              <a:chOff x="1308250" y="238125"/>
              <a:chExt cx="5003500" cy="1620000"/>
            </a:xfrm>
          </p:grpSpPr>
          <p:sp>
            <p:nvSpPr>
              <p:cNvPr id="177" name="Google Shape;177;p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1" name="Google Shape;181;p6"/>
          <p:cNvGrpSpPr/>
          <p:nvPr/>
        </p:nvGrpSpPr>
        <p:grpSpPr>
          <a:xfrm flipH="1">
            <a:off x="-124" y="4446960"/>
            <a:ext cx="9155224" cy="707420"/>
            <a:chOff x="1676950" y="5909325"/>
            <a:chExt cx="3160025" cy="394150"/>
          </a:xfrm>
        </p:grpSpPr>
        <p:sp>
          <p:nvSpPr>
            <p:cNvPr id="182" name="Google Shape;182;p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6"/>
          <p:cNvGrpSpPr/>
          <p:nvPr/>
        </p:nvGrpSpPr>
        <p:grpSpPr>
          <a:xfrm flipH="1">
            <a:off x="-124" y="4446960"/>
            <a:ext cx="9155224" cy="707420"/>
            <a:chOff x="1676950" y="5909325"/>
            <a:chExt cx="3160025" cy="394150"/>
          </a:xfrm>
        </p:grpSpPr>
        <p:sp>
          <p:nvSpPr>
            <p:cNvPr id="185" name="Google Shape;185;p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6"/>
          <p:cNvGrpSpPr/>
          <p:nvPr/>
        </p:nvGrpSpPr>
        <p:grpSpPr>
          <a:xfrm flipH="1">
            <a:off x="8019973" y="3963907"/>
            <a:ext cx="1278508" cy="1336644"/>
            <a:chOff x="4512825" y="3356225"/>
            <a:chExt cx="1669725" cy="1745650"/>
          </a:xfrm>
        </p:grpSpPr>
        <p:sp>
          <p:nvSpPr>
            <p:cNvPr id="188" name="Google Shape;188;p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 name="Google Shape;194;p6"/>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 name="Google Shape;195;p6"/>
          <p:cNvGrpSpPr/>
          <p:nvPr/>
        </p:nvGrpSpPr>
        <p:grpSpPr>
          <a:xfrm flipH="1">
            <a:off x="-156480" y="3919148"/>
            <a:ext cx="1184629" cy="1297154"/>
            <a:chOff x="1366700" y="2258875"/>
            <a:chExt cx="846950" cy="927400"/>
          </a:xfrm>
        </p:grpSpPr>
        <p:sp>
          <p:nvSpPr>
            <p:cNvPr id="196" name="Google Shape;196;p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6"/>
          <p:cNvGrpSpPr/>
          <p:nvPr/>
        </p:nvGrpSpPr>
        <p:grpSpPr>
          <a:xfrm>
            <a:off x="-2000" y="0"/>
            <a:ext cx="4126322" cy="1389295"/>
            <a:chOff x="-2000" y="0"/>
            <a:chExt cx="4126322" cy="1389295"/>
          </a:xfrm>
        </p:grpSpPr>
        <p:sp>
          <p:nvSpPr>
            <p:cNvPr id="204" name="Google Shape;204;p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6"/>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3" name="Shape 213"/>
        <p:cNvGrpSpPr/>
        <p:nvPr/>
      </p:nvGrpSpPr>
      <p:grpSpPr>
        <a:xfrm>
          <a:off x="0" y="0"/>
          <a:ext cx="0" cy="0"/>
          <a:chOff x="0" y="0"/>
          <a:chExt cx="0" cy="0"/>
        </a:xfrm>
      </p:grpSpPr>
      <p:sp>
        <p:nvSpPr>
          <p:cNvPr id="214" name="Google Shape;214;p7"/>
          <p:cNvSpPr/>
          <p:nvPr/>
        </p:nvSpPr>
        <p:spPr>
          <a:xfrm>
            <a:off x="1162072" y="0"/>
            <a:ext cx="7993160"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5" name="Google Shape;215;p7"/>
          <p:cNvGrpSpPr/>
          <p:nvPr/>
        </p:nvGrpSpPr>
        <p:grpSpPr>
          <a:xfrm>
            <a:off x="-2000" y="0"/>
            <a:ext cx="4126322" cy="1389295"/>
            <a:chOff x="-2000" y="0"/>
            <a:chExt cx="4126322" cy="1389295"/>
          </a:xfrm>
        </p:grpSpPr>
        <p:sp>
          <p:nvSpPr>
            <p:cNvPr id="216" name="Google Shape;216;p7"/>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 name="Google Shape;224;p7"/>
          <p:cNvSpPr/>
          <p:nvPr/>
        </p:nvSpPr>
        <p:spPr>
          <a:xfrm flipH="1">
            <a:off x="-115" y="3236100"/>
            <a:ext cx="9155224" cy="2375559"/>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 name="Google Shape;225;p7"/>
          <p:cNvGrpSpPr/>
          <p:nvPr/>
        </p:nvGrpSpPr>
        <p:grpSpPr>
          <a:xfrm flipH="1">
            <a:off x="-115" y="4012528"/>
            <a:ext cx="9155224" cy="1141931"/>
            <a:chOff x="1676950" y="5909325"/>
            <a:chExt cx="3160025" cy="394150"/>
          </a:xfrm>
        </p:grpSpPr>
        <p:sp>
          <p:nvSpPr>
            <p:cNvPr id="226" name="Google Shape;226;p7"/>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7"/>
          <p:cNvGrpSpPr/>
          <p:nvPr/>
        </p:nvGrpSpPr>
        <p:grpSpPr>
          <a:xfrm flipH="1">
            <a:off x="4038300" y="4498643"/>
            <a:ext cx="5116810" cy="644858"/>
            <a:chOff x="0" y="4498643"/>
            <a:chExt cx="5116810" cy="644858"/>
          </a:xfrm>
        </p:grpSpPr>
        <p:sp>
          <p:nvSpPr>
            <p:cNvPr id="229" name="Google Shape;229;p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7"/>
          <p:cNvGrpSpPr/>
          <p:nvPr/>
        </p:nvGrpSpPr>
        <p:grpSpPr>
          <a:xfrm flipH="1">
            <a:off x="7695509" y="3622432"/>
            <a:ext cx="1600765" cy="1673555"/>
            <a:chOff x="4512825" y="3356225"/>
            <a:chExt cx="1669725" cy="1745650"/>
          </a:xfrm>
        </p:grpSpPr>
        <p:sp>
          <p:nvSpPr>
            <p:cNvPr id="232" name="Google Shape;232;p7"/>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7"/>
          <p:cNvSpPr txBox="1"/>
          <p:nvPr>
            <p:ph idx="1" type="body"/>
          </p:nvPr>
        </p:nvSpPr>
        <p:spPr>
          <a:xfrm>
            <a:off x="846897" y="1721975"/>
            <a:ext cx="3426900" cy="2194500"/>
          </a:xfrm>
          <a:prstGeom prst="rect">
            <a:avLst/>
          </a:prstGeom>
        </p:spPr>
        <p:txBody>
          <a:bodyPr anchorCtr="0" anchor="ctr" bIns="91425" lIns="91425" spcFirstLastPara="1" rIns="91425" wrap="square" tIns="91425">
            <a:noAutofit/>
          </a:bodyPr>
          <a:lstStyle>
            <a:lvl1pPr indent="-330200" lvl="0" marL="457200" rtl="0">
              <a:lnSpc>
                <a:spcPct val="100000"/>
              </a:lnSpc>
              <a:spcBef>
                <a:spcPts val="0"/>
              </a:spcBef>
              <a:spcAft>
                <a:spcPts val="0"/>
              </a:spcAft>
              <a:buClr>
                <a:schemeClr val="dk1"/>
              </a:buClr>
              <a:buSzPts val="1600"/>
              <a:buFont typeface="Nunito Light"/>
              <a:buChar char="●"/>
              <a:defRPr/>
            </a:lvl1pPr>
            <a:lvl2pPr indent="-330200" lvl="1" marL="914400" rtl="0">
              <a:lnSpc>
                <a:spcPct val="100000"/>
              </a:lnSpc>
              <a:spcBef>
                <a:spcPts val="0"/>
              </a:spcBef>
              <a:spcAft>
                <a:spcPts val="0"/>
              </a:spcAft>
              <a:buSzPts val="1600"/>
              <a:buFont typeface="Nunito Light"/>
              <a:buChar char="○"/>
              <a:defRPr/>
            </a:lvl2pPr>
            <a:lvl3pPr indent="-323850" lvl="2" marL="1371600" rtl="0">
              <a:lnSpc>
                <a:spcPct val="100000"/>
              </a:lnSpc>
              <a:spcBef>
                <a:spcPts val="1600"/>
              </a:spcBef>
              <a:spcAft>
                <a:spcPts val="0"/>
              </a:spcAft>
              <a:buSzPts val="1500"/>
              <a:buFont typeface="Nunito Light"/>
              <a:buChar char="■"/>
              <a:defRPr/>
            </a:lvl3pPr>
            <a:lvl4pPr indent="-323850" lvl="3" marL="1828800" rtl="0">
              <a:lnSpc>
                <a:spcPct val="100000"/>
              </a:lnSpc>
              <a:spcBef>
                <a:spcPts val="1600"/>
              </a:spcBef>
              <a:spcAft>
                <a:spcPts val="0"/>
              </a:spcAft>
              <a:buSzPts val="1500"/>
              <a:buFont typeface="Nunito Light"/>
              <a:buChar char="●"/>
              <a:defRPr/>
            </a:lvl4pPr>
            <a:lvl5pPr indent="-317500" lvl="4" marL="2286000" rtl="0">
              <a:lnSpc>
                <a:spcPct val="100000"/>
              </a:lnSpc>
              <a:spcBef>
                <a:spcPts val="1600"/>
              </a:spcBef>
              <a:spcAft>
                <a:spcPts val="0"/>
              </a:spcAft>
              <a:buSzPts val="1400"/>
              <a:buFont typeface="Nunito Light"/>
              <a:buChar char="○"/>
              <a:defRPr/>
            </a:lvl5pPr>
            <a:lvl6pPr indent="-317500" lvl="5" marL="2743200" rtl="0">
              <a:lnSpc>
                <a:spcPct val="100000"/>
              </a:lnSpc>
              <a:spcBef>
                <a:spcPts val="1600"/>
              </a:spcBef>
              <a:spcAft>
                <a:spcPts val="0"/>
              </a:spcAft>
              <a:buSzPts val="1400"/>
              <a:buFont typeface="Nunito Light"/>
              <a:buChar char="■"/>
              <a:defRPr/>
            </a:lvl6pPr>
            <a:lvl7pPr indent="-311150" lvl="6" marL="3200400" rtl="0">
              <a:lnSpc>
                <a:spcPct val="100000"/>
              </a:lnSpc>
              <a:spcBef>
                <a:spcPts val="1600"/>
              </a:spcBef>
              <a:spcAft>
                <a:spcPts val="0"/>
              </a:spcAft>
              <a:buSzPts val="1300"/>
              <a:buFont typeface="Nunito Light"/>
              <a:buChar char="●"/>
              <a:defRPr/>
            </a:lvl7pPr>
            <a:lvl8pPr indent="-311150" lvl="7" marL="3657600" rtl="0">
              <a:lnSpc>
                <a:spcPct val="100000"/>
              </a:lnSpc>
              <a:spcBef>
                <a:spcPts val="1600"/>
              </a:spcBef>
              <a:spcAft>
                <a:spcPts val="0"/>
              </a:spcAft>
              <a:buSzPts val="1300"/>
              <a:buFont typeface="Nunito Light"/>
              <a:buChar char="○"/>
              <a:defRPr/>
            </a:lvl8pPr>
            <a:lvl9pPr indent="-317500" lvl="8" marL="4114800" rtl="0">
              <a:lnSpc>
                <a:spcPct val="100000"/>
              </a:lnSpc>
              <a:spcBef>
                <a:spcPts val="1600"/>
              </a:spcBef>
              <a:spcAft>
                <a:spcPts val="1600"/>
              </a:spcAft>
              <a:buSzPts val="1400"/>
              <a:buFont typeface="Nunito Light"/>
              <a:buChar char="■"/>
              <a:defRPr/>
            </a:lvl9pPr>
          </a:lstStyle>
          <a:p/>
        </p:txBody>
      </p:sp>
      <p:sp>
        <p:nvSpPr>
          <p:cNvPr id="239" name="Google Shape;239;p7"/>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240" name="Google Shape;240;p7"/>
          <p:cNvGrpSpPr/>
          <p:nvPr/>
        </p:nvGrpSpPr>
        <p:grpSpPr>
          <a:xfrm flipH="1">
            <a:off x="-156480" y="3919148"/>
            <a:ext cx="1184629" cy="1297154"/>
            <a:chOff x="1366700" y="2258875"/>
            <a:chExt cx="846950" cy="927400"/>
          </a:xfrm>
        </p:grpSpPr>
        <p:sp>
          <p:nvSpPr>
            <p:cNvPr id="241" name="Google Shape;241;p7"/>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8" name="Shape 248"/>
        <p:cNvGrpSpPr/>
        <p:nvPr/>
      </p:nvGrpSpPr>
      <p:grpSpPr>
        <a:xfrm>
          <a:off x="0" y="0"/>
          <a:ext cx="0" cy="0"/>
          <a:chOff x="0" y="0"/>
          <a:chExt cx="0" cy="0"/>
        </a:xfrm>
      </p:grpSpPr>
      <p:sp>
        <p:nvSpPr>
          <p:cNvPr id="249" name="Google Shape;249;p8"/>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 name="Google Shape;250;p8"/>
          <p:cNvGrpSpPr/>
          <p:nvPr/>
        </p:nvGrpSpPr>
        <p:grpSpPr>
          <a:xfrm>
            <a:off x="-115" y="2778900"/>
            <a:ext cx="9155224" cy="2375559"/>
            <a:chOff x="1676950" y="5483525"/>
            <a:chExt cx="3160025" cy="819950"/>
          </a:xfrm>
        </p:grpSpPr>
        <p:sp>
          <p:nvSpPr>
            <p:cNvPr id="251" name="Google Shape;251;p8"/>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 name="Google Shape;257;p8"/>
          <p:cNvGrpSpPr/>
          <p:nvPr/>
        </p:nvGrpSpPr>
        <p:grpSpPr>
          <a:xfrm flipH="1">
            <a:off x="-12" y="3020650"/>
            <a:ext cx="2871175" cy="2129050"/>
            <a:chOff x="4622738" y="5576675"/>
            <a:chExt cx="2871175" cy="2129050"/>
          </a:xfrm>
        </p:grpSpPr>
        <p:sp>
          <p:nvSpPr>
            <p:cNvPr id="258" name="Google Shape;258;p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8"/>
          <p:cNvGrpSpPr/>
          <p:nvPr/>
        </p:nvGrpSpPr>
        <p:grpSpPr>
          <a:xfrm>
            <a:off x="-11525" y="-9525"/>
            <a:ext cx="4126322" cy="1389295"/>
            <a:chOff x="-2000" y="0"/>
            <a:chExt cx="4126322" cy="1389295"/>
          </a:xfrm>
        </p:grpSpPr>
        <p:sp>
          <p:nvSpPr>
            <p:cNvPr id="277" name="Google Shape;277;p8"/>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8"/>
          <p:cNvGrpSpPr/>
          <p:nvPr/>
        </p:nvGrpSpPr>
        <p:grpSpPr>
          <a:xfrm flipH="1">
            <a:off x="4027950" y="2600050"/>
            <a:ext cx="5125569" cy="2543452"/>
            <a:chOff x="-94" y="2303325"/>
            <a:chExt cx="5723695" cy="2840259"/>
          </a:xfrm>
        </p:grpSpPr>
        <p:sp>
          <p:nvSpPr>
            <p:cNvPr id="286" name="Google Shape;286;p8"/>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8"/>
          <p:cNvSpPr txBox="1"/>
          <p:nvPr>
            <p:ph type="title"/>
          </p:nvPr>
        </p:nvSpPr>
        <p:spPr>
          <a:xfrm>
            <a:off x="1280250" y="1297988"/>
            <a:ext cx="6583500" cy="2616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91" name="Google Shape;291;p8"/>
          <p:cNvGrpSpPr/>
          <p:nvPr/>
        </p:nvGrpSpPr>
        <p:grpSpPr>
          <a:xfrm flipH="1">
            <a:off x="7695509" y="3622432"/>
            <a:ext cx="1600765" cy="1673555"/>
            <a:chOff x="4512825" y="3356225"/>
            <a:chExt cx="1669725" cy="1745650"/>
          </a:xfrm>
        </p:grpSpPr>
        <p:sp>
          <p:nvSpPr>
            <p:cNvPr id="292" name="Google Shape;292;p8"/>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8" name="Shape 298"/>
        <p:cNvGrpSpPr/>
        <p:nvPr/>
      </p:nvGrpSpPr>
      <p:grpSpPr>
        <a:xfrm>
          <a:off x="0" y="0"/>
          <a:ext cx="0" cy="0"/>
          <a:chOff x="0" y="0"/>
          <a:chExt cx="0" cy="0"/>
        </a:xfrm>
      </p:grpSpPr>
      <p:grpSp>
        <p:nvGrpSpPr>
          <p:cNvPr id="299" name="Google Shape;299;p9"/>
          <p:cNvGrpSpPr/>
          <p:nvPr/>
        </p:nvGrpSpPr>
        <p:grpSpPr>
          <a:xfrm>
            <a:off x="-1554440" y="3314689"/>
            <a:ext cx="12252880" cy="1981098"/>
            <a:chOff x="-90" y="3390889"/>
            <a:chExt cx="12252880" cy="1981098"/>
          </a:xfrm>
        </p:grpSpPr>
        <p:grpSp>
          <p:nvGrpSpPr>
            <p:cNvPr id="300" name="Google Shape;300;p9"/>
            <p:cNvGrpSpPr/>
            <p:nvPr/>
          </p:nvGrpSpPr>
          <p:grpSpPr>
            <a:xfrm>
              <a:off x="-90" y="3390889"/>
              <a:ext cx="6118780" cy="1981098"/>
              <a:chOff x="1308250" y="238125"/>
              <a:chExt cx="5003500" cy="1620000"/>
            </a:xfrm>
          </p:grpSpPr>
          <p:sp>
            <p:nvSpPr>
              <p:cNvPr id="301" name="Google Shape;301;p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 name="Google Shape;305;p9"/>
            <p:cNvGrpSpPr/>
            <p:nvPr/>
          </p:nvGrpSpPr>
          <p:grpSpPr>
            <a:xfrm flipH="1">
              <a:off x="6134010" y="3390889"/>
              <a:ext cx="6118780" cy="1981098"/>
              <a:chOff x="1308250" y="238125"/>
              <a:chExt cx="5003500" cy="1620000"/>
            </a:xfrm>
          </p:grpSpPr>
          <p:sp>
            <p:nvSpPr>
              <p:cNvPr id="306" name="Google Shape;306;p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0" name="Google Shape;310;p9"/>
          <p:cNvGrpSpPr/>
          <p:nvPr/>
        </p:nvGrpSpPr>
        <p:grpSpPr>
          <a:xfrm flipH="1">
            <a:off x="-12" y="3020650"/>
            <a:ext cx="2871175" cy="2129050"/>
            <a:chOff x="4622738" y="5576675"/>
            <a:chExt cx="2871175" cy="2129050"/>
          </a:xfrm>
        </p:grpSpPr>
        <p:sp>
          <p:nvSpPr>
            <p:cNvPr id="311" name="Google Shape;311;p9"/>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 name="Google Shape;329;p9"/>
          <p:cNvSpPr txBox="1"/>
          <p:nvPr>
            <p:ph type="title"/>
          </p:nvPr>
        </p:nvSpPr>
        <p:spPr>
          <a:xfrm>
            <a:off x="1477388" y="1550104"/>
            <a:ext cx="6063600" cy="8229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sz="6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0" name="Google Shape;330;p9"/>
          <p:cNvSpPr txBox="1"/>
          <p:nvPr>
            <p:ph idx="1" type="subTitle"/>
          </p:nvPr>
        </p:nvSpPr>
        <p:spPr>
          <a:xfrm>
            <a:off x="1477388" y="2678996"/>
            <a:ext cx="60636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1" name="Google Shape;331;p9"/>
          <p:cNvSpPr/>
          <p:nvPr/>
        </p:nvSpPr>
        <p:spPr>
          <a:xfrm>
            <a:off x="11224" y="0"/>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9"/>
          <p:cNvGrpSpPr/>
          <p:nvPr/>
        </p:nvGrpSpPr>
        <p:grpSpPr>
          <a:xfrm flipH="1">
            <a:off x="4027950" y="2609562"/>
            <a:ext cx="5125569" cy="2543452"/>
            <a:chOff x="-94" y="2303325"/>
            <a:chExt cx="5723695" cy="2840259"/>
          </a:xfrm>
        </p:grpSpPr>
        <p:sp>
          <p:nvSpPr>
            <p:cNvPr id="333" name="Google Shape;333;p9"/>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9"/>
          <p:cNvGrpSpPr/>
          <p:nvPr/>
        </p:nvGrpSpPr>
        <p:grpSpPr>
          <a:xfrm>
            <a:off x="8092170" y="3919148"/>
            <a:ext cx="1184629" cy="1297154"/>
            <a:chOff x="1366700" y="2258875"/>
            <a:chExt cx="846950" cy="927400"/>
          </a:xfrm>
        </p:grpSpPr>
        <p:sp>
          <p:nvSpPr>
            <p:cNvPr id="338" name="Google Shape;338;p9"/>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9"/>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 name="Google Shape;345;p9"/>
          <p:cNvGrpSpPr/>
          <p:nvPr/>
        </p:nvGrpSpPr>
        <p:grpSpPr>
          <a:xfrm>
            <a:off x="-2000" y="0"/>
            <a:ext cx="4126322" cy="1389295"/>
            <a:chOff x="-2000" y="0"/>
            <a:chExt cx="4126322" cy="1389295"/>
          </a:xfrm>
        </p:grpSpPr>
        <p:sp>
          <p:nvSpPr>
            <p:cNvPr id="346" name="Google Shape;346;p9"/>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4" name="Shape 354"/>
        <p:cNvGrpSpPr/>
        <p:nvPr/>
      </p:nvGrpSpPr>
      <p:grpSpPr>
        <a:xfrm>
          <a:off x="0" y="0"/>
          <a:ext cx="0" cy="0"/>
          <a:chOff x="0" y="0"/>
          <a:chExt cx="0" cy="0"/>
        </a:xfrm>
      </p:grpSpPr>
      <p:sp>
        <p:nvSpPr>
          <p:cNvPr id="355" name="Google Shape;355;p10"/>
          <p:cNvSpPr txBox="1"/>
          <p:nvPr>
            <p:ph type="title"/>
          </p:nvPr>
        </p:nvSpPr>
        <p:spPr>
          <a:xfrm>
            <a:off x="713225" y="3733075"/>
            <a:ext cx="3222600" cy="8664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sz="24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356" name="Google Shape;356;p10"/>
          <p:cNvGrpSpPr/>
          <p:nvPr/>
        </p:nvGrpSpPr>
        <p:grpSpPr>
          <a:xfrm flipH="1">
            <a:off x="7695509" y="3622432"/>
            <a:ext cx="1600765" cy="1673555"/>
            <a:chOff x="4512825" y="3356225"/>
            <a:chExt cx="1669725" cy="1745650"/>
          </a:xfrm>
        </p:grpSpPr>
        <p:sp>
          <p:nvSpPr>
            <p:cNvPr id="357" name="Google Shape;357;p10"/>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0"/>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 name="Google Shape;363;p10"/>
          <p:cNvSpPr/>
          <p:nvPr/>
        </p:nvSpPr>
        <p:spPr>
          <a:xfrm>
            <a:off x="0" y="2484904"/>
            <a:ext cx="5116810" cy="266957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2"/>
              </a:gs>
              <a:gs pos="100000">
                <a:srgbClr val="E8D79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4" name="Shape 364"/>
        <p:cNvGrpSpPr/>
        <p:nvPr/>
      </p:nvGrpSpPr>
      <p:grpSpPr>
        <a:xfrm>
          <a:off x="0" y="0"/>
          <a:ext cx="0" cy="0"/>
          <a:chOff x="0" y="0"/>
          <a:chExt cx="0" cy="0"/>
        </a:xfrm>
      </p:grpSpPr>
      <p:sp>
        <p:nvSpPr>
          <p:cNvPr id="365" name="Google Shape;365;p11"/>
          <p:cNvSpPr txBox="1"/>
          <p:nvPr>
            <p:ph hasCustomPrompt="1" type="title"/>
          </p:nvPr>
        </p:nvSpPr>
        <p:spPr>
          <a:xfrm>
            <a:off x="1581007" y="1409951"/>
            <a:ext cx="5985000" cy="1805400"/>
          </a:xfrm>
          <a:prstGeom prst="rect">
            <a:avLst/>
          </a:prstGeom>
        </p:spPr>
        <p:txBody>
          <a:bodyPr anchorCtr="0" anchor="t" bIns="91425" lIns="91425" spcFirstLastPara="1" rIns="91425" wrap="square" tIns="91425">
            <a:noAutofit/>
          </a:bodyPr>
          <a:lstStyle>
            <a:lvl1pPr lvl="0">
              <a:spcBef>
                <a:spcPts val="0"/>
              </a:spcBef>
              <a:spcAft>
                <a:spcPts val="0"/>
              </a:spcAft>
              <a:buSzPts val="9600"/>
              <a:buNone/>
              <a:defRPr sz="1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66" name="Google Shape;366;p11"/>
          <p:cNvSpPr txBox="1"/>
          <p:nvPr>
            <p:ph idx="1" type="subTitle"/>
          </p:nvPr>
        </p:nvSpPr>
        <p:spPr>
          <a:xfrm>
            <a:off x="1577993" y="3367849"/>
            <a:ext cx="59880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367" name="Google Shape;367;p11"/>
          <p:cNvGrpSpPr/>
          <p:nvPr/>
        </p:nvGrpSpPr>
        <p:grpSpPr>
          <a:xfrm>
            <a:off x="-115" y="4012528"/>
            <a:ext cx="9155224" cy="1141931"/>
            <a:chOff x="1676950" y="5909325"/>
            <a:chExt cx="3160025" cy="394150"/>
          </a:xfrm>
        </p:grpSpPr>
        <p:sp>
          <p:nvSpPr>
            <p:cNvPr id="368" name="Google Shape;368;p11"/>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 name="Google Shape;370;p11"/>
          <p:cNvGrpSpPr/>
          <p:nvPr/>
        </p:nvGrpSpPr>
        <p:grpSpPr>
          <a:xfrm>
            <a:off x="0" y="3733550"/>
            <a:ext cx="1933300" cy="1418925"/>
            <a:chOff x="4210525" y="4057950"/>
            <a:chExt cx="1933300" cy="1418925"/>
          </a:xfrm>
        </p:grpSpPr>
        <p:sp>
          <p:nvSpPr>
            <p:cNvPr id="371" name="Google Shape;371;p11"/>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 name="Google Shape;373;p11"/>
          <p:cNvGrpSpPr/>
          <p:nvPr/>
        </p:nvGrpSpPr>
        <p:grpSpPr>
          <a:xfrm>
            <a:off x="-9525" y="4517693"/>
            <a:ext cx="5116810" cy="644858"/>
            <a:chOff x="0" y="4498643"/>
            <a:chExt cx="5116810" cy="644858"/>
          </a:xfrm>
        </p:grpSpPr>
        <p:sp>
          <p:nvSpPr>
            <p:cNvPr id="374" name="Google Shape;374;p11"/>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11"/>
          <p:cNvGrpSpPr/>
          <p:nvPr/>
        </p:nvGrpSpPr>
        <p:grpSpPr>
          <a:xfrm flipH="1">
            <a:off x="7374200" y="4038350"/>
            <a:ext cx="1933300" cy="1418925"/>
            <a:chOff x="4210525" y="4057950"/>
            <a:chExt cx="1933300" cy="1418925"/>
          </a:xfrm>
        </p:grpSpPr>
        <p:sp>
          <p:nvSpPr>
            <p:cNvPr id="377" name="Google Shape;377;p11"/>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 name="Google Shape;379;p11"/>
          <p:cNvSpPr/>
          <p:nvPr/>
        </p:nvSpPr>
        <p:spPr>
          <a:xfrm>
            <a:off x="-1" y="0"/>
            <a:ext cx="9155167"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0" name="Google Shape;380;p11"/>
          <p:cNvGrpSpPr/>
          <p:nvPr/>
        </p:nvGrpSpPr>
        <p:grpSpPr>
          <a:xfrm flipH="1">
            <a:off x="6200850" y="-9525"/>
            <a:ext cx="2952842" cy="2245669"/>
            <a:chOff x="0" y="0"/>
            <a:chExt cx="2952842" cy="2245669"/>
          </a:xfrm>
        </p:grpSpPr>
        <p:sp>
          <p:nvSpPr>
            <p:cNvPr id="381" name="Google Shape;381;p11"/>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1"/>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1"/>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385" name="Shape 38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86" name="Shape 386"/>
        <p:cNvGrpSpPr/>
        <p:nvPr/>
      </p:nvGrpSpPr>
      <p:grpSpPr>
        <a:xfrm>
          <a:off x="0" y="0"/>
          <a:ext cx="0" cy="0"/>
          <a:chOff x="0" y="0"/>
          <a:chExt cx="0" cy="0"/>
        </a:xfrm>
      </p:grpSpPr>
      <p:grpSp>
        <p:nvGrpSpPr>
          <p:cNvPr id="387" name="Google Shape;387;p13"/>
          <p:cNvGrpSpPr/>
          <p:nvPr/>
        </p:nvGrpSpPr>
        <p:grpSpPr>
          <a:xfrm>
            <a:off x="-1554440" y="3314689"/>
            <a:ext cx="12252880" cy="1981098"/>
            <a:chOff x="-90" y="3390889"/>
            <a:chExt cx="12252880" cy="1981098"/>
          </a:xfrm>
        </p:grpSpPr>
        <p:grpSp>
          <p:nvGrpSpPr>
            <p:cNvPr id="388" name="Google Shape;388;p13"/>
            <p:cNvGrpSpPr/>
            <p:nvPr/>
          </p:nvGrpSpPr>
          <p:grpSpPr>
            <a:xfrm>
              <a:off x="-90" y="3390889"/>
              <a:ext cx="6118780" cy="1981098"/>
              <a:chOff x="1308250" y="238125"/>
              <a:chExt cx="5003500" cy="1620000"/>
            </a:xfrm>
          </p:grpSpPr>
          <p:sp>
            <p:nvSpPr>
              <p:cNvPr id="389" name="Google Shape;389;p1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3"/>
            <p:cNvGrpSpPr/>
            <p:nvPr/>
          </p:nvGrpSpPr>
          <p:grpSpPr>
            <a:xfrm flipH="1">
              <a:off x="6134010" y="3390889"/>
              <a:ext cx="6118780" cy="1981098"/>
              <a:chOff x="1308250" y="238125"/>
              <a:chExt cx="5003500" cy="1620000"/>
            </a:xfrm>
          </p:grpSpPr>
          <p:sp>
            <p:nvSpPr>
              <p:cNvPr id="394" name="Google Shape;394;p1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8" name="Google Shape;398;p13"/>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3"/>
          <p:cNvSpPr txBox="1"/>
          <p:nvPr>
            <p:ph type="title"/>
          </p:nvPr>
        </p:nvSpPr>
        <p:spPr>
          <a:xfrm>
            <a:off x="1822714" y="1684394"/>
            <a:ext cx="23325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0" name="Google Shape;400;p13"/>
          <p:cNvSpPr txBox="1"/>
          <p:nvPr>
            <p:ph idx="1" type="subTitle"/>
          </p:nvPr>
        </p:nvSpPr>
        <p:spPr>
          <a:xfrm>
            <a:off x="1822714" y="2024761"/>
            <a:ext cx="23325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13"/>
          <p:cNvSpPr txBox="1"/>
          <p:nvPr>
            <p:ph idx="2" type="title"/>
          </p:nvPr>
        </p:nvSpPr>
        <p:spPr>
          <a:xfrm flipH="1">
            <a:off x="5894928" y="1684394"/>
            <a:ext cx="23316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2" name="Google Shape;402;p13"/>
          <p:cNvSpPr txBox="1"/>
          <p:nvPr>
            <p:ph idx="3" type="subTitle"/>
          </p:nvPr>
        </p:nvSpPr>
        <p:spPr>
          <a:xfrm flipH="1">
            <a:off x="5894928" y="2024759"/>
            <a:ext cx="23406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3" name="Google Shape;403;p13"/>
          <p:cNvSpPr txBox="1"/>
          <p:nvPr>
            <p:ph hasCustomPrompt="1" idx="4" type="title"/>
          </p:nvPr>
        </p:nvSpPr>
        <p:spPr>
          <a:xfrm>
            <a:off x="930800" y="1915748"/>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4" name="Google Shape;404;p13"/>
          <p:cNvSpPr txBox="1"/>
          <p:nvPr>
            <p:ph hasCustomPrompt="1" idx="5" type="title"/>
          </p:nvPr>
        </p:nvSpPr>
        <p:spPr>
          <a:xfrm flipH="1">
            <a:off x="5005025" y="1939673"/>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5" name="Google Shape;405;p13"/>
          <p:cNvSpPr txBox="1"/>
          <p:nvPr>
            <p:ph idx="6" type="title"/>
          </p:nvPr>
        </p:nvSpPr>
        <p:spPr>
          <a:xfrm>
            <a:off x="720000" y="429471"/>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406" name="Google Shape;406;p13"/>
          <p:cNvSpPr txBox="1"/>
          <p:nvPr>
            <p:ph idx="7" type="title"/>
          </p:nvPr>
        </p:nvSpPr>
        <p:spPr>
          <a:xfrm>
            <a:off x="1822714" y="3119612"/>
            <a:ext cx="23325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7" name="Google Shape;407;p13"/>
          <p:cNvSpPr txBox="1"/>
          <p:nvPr>
            <p:ph idx="8" type="subTitle"/>
          </p:nvPr>
        </p:nvSpPr>
        <p:spPr>
          <a:xfrm>
            <a:off x="1822714" y="3461275"/>
            <a:ext cx="2332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8" name="Google Shape;408;p13"/>
          <p:cNvSpPr txBox="1"/>
          <p:nvPr>
            <p:ph idx="9" type="title"/>
          </p:nvPr>
        </p:nvSpPr>
        <p:spPr>
          <a:xfrm flipH="1">
            <a:off x="5894928" y="3119608"/>
            <a:ext cx="23316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9" name="Google Shape;409;p13"/>
          <p:cNvSpPr txBox="1"/>
          <p:nvPr>
            <p:ph idx="13" type="subTitle"/>
          </p:nvPr>
        </p:nvSpPr>
        <p:spPr>
          <a:xfrm flipH="1">
            <a:off x="5894928" y="3461274"/>
            <a:ext cx="23406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0" name="Google Shape;410;p13"/>
          <p:cNvSpPr txBox="1"/>
          <p:nvPr>
            <p:ph hasCustomPrompt="1" idx="14" type="title"/>
          </p:nvPr>
        </p:nvSpPr>
        <p:spPr>
          <a:xfrm>
            <a:off x="930800" y="3383256"/>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11" name="Google Shape;411;p13"/>
          <p:cNvSpPr txBox="1"/>
          <p:nvPr>
            <p:ph hasCustomPrompt="1" idx="15" type="title"/>
          </p:nvPr>
        </p:nvSpPr>
        <p:spPr>
          <a:xfrm flipH="1">
            <a:off x="5005025" y="3383256"/>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412" name="Google Shape;412;p13"/>
          <p:cNvGrpSpPr/>
          <p:nvPr/>
        </p:nvGrpSpPr>
        <p:grpSpPr>
          <a:xfrm flipH="1">
            <a:off x="7695509" y="3622432"/>
            <a:ext cx="1600765" cy="1673555"/>
            <a:chOff x="4512825" y="3356225"/>
            <a:chExt cx="1669725" cy="1745650"/>
          </a:xfrm>
        </p:grpSpPr>
        <p:sp>
          <p:nvSpPr>
            <p:cNvPr id="413" name="Google Shape;413;p13"/>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3"/>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3"/>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13"/>
          <p:cNvGrpSpPr/>
          <p:nvPr/>
        </p:nvGrpSpPr>
        <p:grpSpPr>
          <a:xfrm>
            <a:off x="-9525" y="4508168"/>
            <a:ext cx="5116810" cy="644858"/>
            <a:chOff x="0" y="4498643"/>
            <a:chExt cx="5116810" cy="644858"/>
          </a:xfrm>
        </p:grpSpPr>
        <p:sp>
          <p:nvSpPr>
            <p:cNvPr id="420" name="Google Shape;420;p13"/>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13"/>
          <p:cNvGrpSpPr/>
          <p:nvPr/>
        </p:nvGrpSpPr>
        <p:grpSpPr>
          <a:xfrm flipH="1">
            <a:off x="5027200" y="-9525"/>
            <a:ext cx="4126322" cy="1389295"/>
            <a:chOff x="-2000" y="0"/>
            <a:chExt cx="4126322" cy="1389295"/>
          </a:xfrm>
        </p:grpSpPr>
        <p:sp>
          <p:nvSpPr>
            <p:cNvPr id="423" name="Google Shape;423;p13"/>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3"/>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3"/>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3"/>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13"/>
          <p:cNvGrpSpPr/>
          <p:nvPr/>
        </p:nvGrpSpPr>
        <p:grpSpPr>
          <a:xfrm>
            <a:off x="-78202" y="3850982"/>
            <a:ext cx="1278508" cy="1336644"/>
            <a:chOff x="4512825" y="3356225"/>
            <a:chExt cx="1669725" cy="1745650"/>
          </a:xfrm>
        </p:grpSpPr>
        <p:sp>
          <p:nvSpPr>
            <p:cNvPr id="432" name="Google Shape;432;p13"/>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23">
    <p:spTree>
      <p:nvGrpSpPr>
        <p:cNvPr id="438" name="Shape 438"/>
        <p:cNvGrpSpPr/>
        <p:nvPr/>
      </p:nvGrpSpPr>
      <p:grpSpPr>
        <a:xfrm>
          <a:off x="0" y="0"/>
          <a:ext cx="0" cy="0"/>
          <a:chOff x="0" y="0"/>
          <a:chExt cx="0" cy="0"/>
        </a:xfrm>
      </p:grpSpPr>
      <p:sp>
        <p:nvSpPr>
          <p:cNvPr id="439" name="Google Shape;439;p14"/>
          <p:cNvSpPr txBox="1"/>
          <p:nvPr>
            <p:ph hasCustomPrompt="1" type="title"/>
          </p:nvPr>
        </p:nvSpPr>
        <p:spPr>
          <a:xfrm>
            <a:off x="4114800" y="2915662"/>
            <a:ext cx="914400" cy="690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55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40" name="Google Shape;440;p14"/>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14"/>
          <p:cNvGrpSpPr/>
          <p:nvPr/>
        </p:nvGrpSpPr>
        <p:grpSpPr>
          <a:xfrm flipH="1">
            <a:off x="5017675" y="0"/>
            <a:ext cx="4126322" cy="1389295"/>
            <a:chOff x="-2000" y="0"/>
            <a:chExt cx="4126322" cy="1389295"/>
          </a:xfrm>
        </p:grpSpPr>
        <p:sp>
          <p:nvSpPr>
            <p:cNvPr id="442" name="Google Shape;442;p1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14"/>
          <p:cNvGrpSpPr/>
          <p:nvPr/>
        </p:nvGrpSpPr>
        <p:grpSpPr>
          <a:xfrm>
            <a:off x="-2000" y="0"/>
            <a:ext cx="4126322" cy="1389295"/>
            <a:chOff x="-2000" y="0"/>
            <a:chExt cx="4126322" cy="1389295"/>
          </a:xfrm>
        </p:grpSpPr>
        <p:sp>
          <p:nvSpPr>
            <p:cNvPr id="451" name="Google Shape;451;p1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14"/>
          <p:cNvGrpSpPr/>
          <p:nvPr/>
        </p:nvGrpSpPr>
        <p:grpSpPr>
          <a:xfrm flipH="1">
            <a:off x="7" y="4012528"/>
            <a:ext cx="9155224" cy="1141931"/>
            <a:chOff x="1676950" y="5909325"/>
            <a:chExt cx="3160025" cy="394150"/>
          </a:xfrm>
        </p:grpSpPr>
        <p:sp>
          <p:nvSpPr>
            <p:cNvPr id="460" name="Google Shape;460;p1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4"/>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 name="Google Shape;464;p14"/>
          <p:cNvGrpSpPr/>
          <p:nvPr/>
        </p:nvGrpSpPr>
        <p:grpSpPr>
          <a:xfrm>
            <a:off x="6272813" y="3014900"/>
            <a:ext cx="2871175" cy="2129050"/>
            <a:chOff x="4622738" y="5576675"/>
            <a:chExt cx="2871175" cy="2129050"/>
          </a:xfrm>
        </p:grpSpPr>
        <p:sp>
          <p:nvSpPr>
            <p:cNvPr id="465" name="Google Shape;465;p14"/>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4"/>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4"/>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4"/>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4"/>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4"/>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3" name="Google Shape;483;p14"/>
          <p:cNvSpPr txBox="1"/>
          <p:nvPr>
            <p:ph idx="2" type="title"/>
          </p:nvPr>
        </p:nvSpPr>
        <p:spPr>
          <a:xfrm>
            <a:off x="1449750" y="1266606"/>
            <a:ext cx="62445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5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84" name="Google Shape;484;p14"/>
          <p:cNvSpPr txBox="1"/>
          <p:nvPr>
            <p:ph idx="1" type="subTitle"/>
          </p:nvPr>
        </p:nvSpPr>
        <p:spPr>
          <a:xfrm>
            <a:off x="1449300" y="2275182"/>
            <a:ext cx="62454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85" name="Google Shape;485;p14"/>
          <p:cNvGrpSpPr/>
          <p:nvPr/>
        </p:nvGrpSpPr>
        <p:grpSpPr>
          <a:xfrm flipH="1">
            <a:off x="-156480" y="3919148"/>
            <a:ext cx="1184629" cy="1297154"/>
            <a:chOff x="1366700" y="2258875"/>
            <a:chExt cx="846950" cy="927400"/>
          </a:xfrm>
        </p:grpSpPr>
        <p:sp>
          <p:nvSpPr>
            <p:cNvPr id="486" name="Google Shape;486;p1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4">
    <p:spTree>
      <p:nvGrpSpPr>
        <p:cNvPr id="493" name="Shape 493"/>
        <p:cNvGrpSpPr/>
        <p:nvPr/>
      </p:nvGrpSpPr>
      <p:grpSpPr>
        <a:xfrm>
          <a:off x="0" y="0"/>
          <a:ext cx="0" cy="0"/>
          <a:chOff x="0" y="0"/>
          <a:chExt cx="0" cy="0"/>
        </a:xfrm>
      </p:grpSpPr>
      <p:grpSp>
        <p:nvGrpSpPr>
          <p:cNvPr id="494" name="Google Shape;494;p15"/>
          <p:cNvGrpSpPr/>
          <p:nvPr/>
        </p:nvGrpSpPr>
        <p:grpSpPr>
          <a:xfrm>
            <a:off x="-1554440" y="3314689"/>
            <a:ext cx="12252880" cy="1981098"/>
            <a:chOff x="-90" y="3390889"/>
            <a:chExt cx="12252880" cy="1981098"/>
          </a:xfrm>
        </p:grpSpPr>
        <p:grpSp>
          <p:nvGrpSpPr>
            <p:cNvPr id="495" name="Google Shape;495;p15"/>
            <p:cNvGrpSpPr/>
            <p:nvPr/>
          </p:nvGrpSpPr>
          <p:grpSpPr>
            <a:xfrm>
              <a:off x="-90" y="3390889"/>
              <a:ext cx="6118780" cy="1981098"/>
              <a:chOff x="1308250" y="238125"/>
              <a:chExt cx="5003500" cy="1620000"/>
            </a:xfrm>
          </p:grpSpPr>
          <p:sp>
            <p:nvSpPr>
              <p:cNvPr id="496" name="Google Shape;496;p1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15"/>
            <p:cNvGrpSpPr/>
            <p:nvPr/>
          </p:nvGrpSpPr>
          <p:grpSpPr>
            <a:xfrm flipH="1">
              <a:off x="6134010" y="3390889"/>
              <a:ext cx="6118780" cy="1981098"/>
              <a:chOff x="1308250" y="238125"/>
              <a:chExt cx="5003500" cy="1620000"/>
            </a:xfrm>
          </p:grpSpPr>
          <p:sp>
            <p:nvSpPr>
              <p:cNvPr id="501" name="Google Shape;501;p1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05" name="Google Shape;505;p15"/>
          <p:cNvSpPr txBox="1"/>
          <p:nvPr>
            <p:ph type="title"/>
          </p:nvPr>
        </p:nvSpPr>
        <p:spPr>
          <a:xfrm>
            <a:off x="1005450" y="3217925"/>
            <a:ext cx="71331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06" name="Google Shape;506;p15"/>
          <p:cNvSpPr txBox="1"/>
          <p:nvPr>
            <p:ph idx="1" type="subTitle"/>
          </p:nvPr>
        </p:nvSpPr>
        <p:spPr>
          <a:xfrm>
            <a:off x="1006950" y="1318250"/>
            <a:ext cx="7130100" cy="1767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3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7" name="Google Shape;507;p15"/>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 name="Google Shape;508;p15"/>
          <p:cNvGrpSpPr/>
          <p:nvPr/>
        </p:nvGrpSpPr>
        <p:grpSpPr>
          <a:xfrm rot="-5400000">
            <a:off x="-363100" y="2553775"/>
            <a:ext cx="2952842" cy="2245669"/>
            <a:chOff x="0" y="0"/>
            <a:chExt cx="2952842" cy="2245669"/>
          </a:xfrm>
        </p:grpSpPr>
        <p:sp>
          <p:nvSpPr>
            <p:cNvPr id="509" name="Google Shape;509;p1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 name="Google Shape;513;p15"/>
          <p:cNvGrpSpPr/>
          <p:nvPr/>
        </p:nvGrpSpPr>
        <p:grpSpPr>
          <a:xfrm flipH="1">
            <a:off x="6200850" y="-9525"/>
            <a:ext cx="2952842" cy="2245669"/>
            <a:chOff x="0" y="0"/>
            <a:chExt cx="2952842" cy="2245669"/>
          </a:xfrm>
        </p:grpSpPr>
        <p:sp>
          <p:nvSpPr>
            <p:cNvPr id="514" name="Google Shape;514;p1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5"/>
          <p:cNvGrpSpPr/>
          <p:nvPr/>
        </p:nvGrpSpPr>
        <p:grpSpPr>
          <a:xfrm>
            <a:off x="8092170" y="3919148"/>
            <a:ext cx="1184629" cy="1297154"/>
            <a:chOff x="1366700" y="2258875"/>
            <a:chExt cx="846950" cy="927400"/>
          </a:xfrm>
        </p:grpSpPr>
        <p:sp>
          <p:nvSpPr>
            <p:cNvPr id="519" name="Google Shape;519;p1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 name="Google Shape;526;p15"/>
          <p:cNvGrpSpPr/>
          <p:nvPr/>
        </p:nvGrpSpPr>
        <p:grpSpPr>
          <a:xfrm>
            <a:off x="-228600" y="4038350"/>
            <a:ext cx="1933300" cy="1418925"/>
            <a:chOff x="4210525" y="4057950"/>
            <a:chExt cx="1933300" cy="1418925"/>
          </a:xfrm>
        </p:grpSpPr>
        <p:sp>
          <p:nvSpPr>
            <p:cNvPr id="527" name="Google Shape;527;p15"/>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5"/>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2">
    <p:spTree>
      <p:nvGrpSpPr>
        <p:cNvPr id="529" name="Shape 529"/>
        <p:cNvGrpSpPr/>
        <p:nvPr/>
      </p:nvGrpSpPr>
      <p:grpSpPr>
        <a:xfrm>
          <a:off x="0" y="0"/>
          <a:ext cx="0" cy="0"/>
          <a:chOff x="0" y="0"/>
          <a:chExt cx="0" cy="0"/>
        </a:xfrm>
      </p:grpSpPr>
      <p:grpSp>
        <p:nvGrpSpPr>
          <p:cNvPr id="530" name="Google Shape;530;p16"/>
          <p:cNvGrpSpPr/>
          <p:nvPr/>
        </p:nvGrpSpPr>
        <p:grpSpPr>
          <a:xfrm>
            <a:off x="-1554440" y="3314689"/>
            <a:ext cx="12252880" cy="1981098"/>
            <a:chOff x="-90" y="3390889"/>
            <a:chExt cx="12252880" cy="1981098"/>
          </a:xfrm>
        </p:grpSpPr>
        <p:grpSp>
          <p:nvGrpSpPr>
            <p:cNvPr id="531" name="Google Shape;531;p16"/>
            <p:cNvGrpSpPr/>
            <p:nvPr/>
          </p:nvGrpSpPr>
          <p:grpSpPr>
            <a:xfrm>
              <a:off x="-90" y="3390889"/>
              <a:ext cx="6118780" cy="1981098"/>
              <a:chOff x="1308250" y="238125"/>
              <a:chExt cx="5003500" cy="1620000"/>
            </a:xfrm>
          </p:grpSpPr>
          <p:sp>
            <p:nvSpPr>
              <p:cNvPr id="532" name="Google Shape;532;p1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 name="Google Shape;536;p16"/>
            <p:cNvGrpSpPr/>
            <p:nvPr/>
          </p:nvGrpSpPr>
          <p:grpSpPr>
            <a:xfrm flipH="1">
              <a:off x="6134010" y="3390889"/>
              <a:ext cx="6118780" cy="1981098"/>
              <a:chOff x="1308250" y="238125"/>
              <a:chExt cx="5003500" cy="1620000"/>
            </a:xfrm>
          </p:grpSpPr>
          <p:sp>
            <p:nvSpPr>
              <p:cNvPr id="537" name="Google Shape;537;p1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1" name="Google Shape;541;p16"/>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543" name="Google Shape;543;p16"/>
          <p:cNvGrpSpPr/>
          <p:nvPr/>
        </p:nvGrpSpPr>
        <p:grpSpPr>
          <a:xfrm flipH="1">
            <a:off x="4027375" y="4508168"/>
            <a:ext cx="5116810" cy="644858"/>
            <a:chOff x="0" y="4498643"/>
            <a:chExt cx="5116810" cy="644858"/>
          </a:xfrm>
        </p:grpSpPr>
        <p:sp>
          <p:nvSpPr>
            <p:cNvPr id="544" name="Google Shape;544;p16"/>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16"/>
          <p:cNvGrpSpPr/>
          <p:nvPr/>
        </p:nvGrpSpPr>
        <p:grpSpPr>
          <a:xfrm flipH="1">
            <a:off x="6200850" y="-9525"/>
            <a:ext cx="2952842" cy="2245669"/>
            <a:chOff x="0" y="0"/>
            <a:chExt cx="2952842" cy="2245669"/>
          </a:xfrm>
        </p:grpSpPr>
        <p:sp>
          <p:nvSpPr>
            <p:cNvPr id="547" name="Google Shape;547;p16"/>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16"/>
          <p:cNvGrpSpPr/>
          <p:nvPr/>
        </p:nvGrpSpPr>
        <p:grpSpPr>
          <a:xfrm>
            <a:off x="8092170" y="3919148"/>
            <a:ext cx="1184629" cy="1297154"/>
            <a:chOff x="1366700" y="2258875"/>
            <a:chExt cx="846950" cy="927400"/>
          </a:xfrm>
        </p:grpSpPr>
        <p:sp>
          <p:nvSpPr>
            <p:cNvPr id="552" name="Google Shape;552;p1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16"/>
          <p:cNvGrpSpPr/>
          <p:nvPr/>
        </p:nvGrpSpPr>
        <p:grpSpPr>
          <a:xfrm flipH="1">
            <a:off x="-156480" y="3919148"/>
            <a:ext cx="1184629" cy="1297154"/>
            <a:chOff x="1366700" y="2258875"/>
            <a:chExt cx="846950" cy="927400"/>
          </a:xfrm>
        </p:grpSpPr>
        <p:sp>
          <p:nvSpPr>
            <p:cNvPr id="560" name="Google Shape;560;p1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2_1">
    <p:spTree>
      <p:nvGrpSpPr>
        <p:cNvPr id="567" name="Shape 567"/>
        <p:cNvGrpSpPr/>
        <p:nvPr/>
      </p:nvGrpSpPr>
      <p:grpSpPr>
        <a:xfrm>
          <a:off x="0" y="0"/>
          <a:ext cx="0" cy="0"/>
          <a:chOff x="0" y="0"/>
          <a:chExt cx="0" cy="0"/>
        </a:xfrm>
      </p:grpSpPr>
      <p:grpSp>
        <p:nvGrpSpPr>
          <p:cNvPr id="568" name="Google Shape;568;p17"/>
          <p:cNvGrpSpPr/>
          <p:nvPr/>
        </p:nvGrpSpPr>
        <p:grpSpPr>
          <a:xfrm>
            <a:off x="-1554440" y="3314689"/>
            <a:ext cx="12252880" cy="1981098"/>
            <a:chOff x="-90" y="3390889"/>
            <a:chExt cx="12252880" cy="1981098"/>
          </a:xfrm>
        </p:grpSpPr>
        <p:grpSp>
          <p:nvGrpSpPr>
            <p:cNvPr id="569" name="Google Shape;569;p17"/>
            <p:cNvGrpSpPr/>
            <p:nvPr/>
          </p:nvGrpSpPr>
          <p:grpSpPr>
            <a:xfrm>
              <a:off x="-90" y="3390889"/>
              <a:ext cx="6118780" cy="1981098"/>
              <a:chOff x="1308250" y="238125"/>
              <a:chExt cx="5003500" cy="1620000"/>
            </a:xfrm>
          </p:grpSpPr>
          <p:sp>
            <p:nvSpPr>
              <p:cNvPr id="570" name="Google Shape;570;p1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7"/>
            <p:cNvGrpSpPr/>
            <p:nvPr/>
          </p:nvGrpSpPr>
          <p:grpSpPr>
            <a:xfrm flipH="1">
              <a:off x="6134010" y="3390889"/>
              <a:ext cx="6118780" cy="1981098"/>
              <a:chOff x="1308250" y="238125"/>
              <a:chExt cx="5003500" cy="1620000"/>
            </a:xfrm>
          </p:grpSpPr>
          <p:sp>
            <p:nvSpPr>
              <p:cNvPr id="575" name="Google Shape;575;p1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9" name="Google Shape;579;p17"/>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7"/>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581" name="Google Shape;581;p17"/>
          <p:cNvGrpSpPr/>
          <p:nvPr/>
        </p:nvGrpSpPr>
        <p:grpSpPr>
          <a:xfrm>
            <a:off x="-124" y="4446960"/>
            <a:ext cx="9155224" cy="707420"/>
            <a:chOff x="1676950" y="5909325"/>
            <a:chExt cx="3160025" cy="394150"/>
          </a:xfrm>
        </p:grpSpPr>
        <p:sp>
          <p:nvSpPr>
            <p:cNvPr id="582" name="Google Shape;582;p17"/>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7"/>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17"/>
          <p:cNvGrpSpPr/>
          <p:nvPr/>
        </p:nvGrpSpPr>
        <p:grpSpPr>
          <a:xfrm>
            <a:off x="8092170" y="3919148"/>
            <a:ext cx="1184629" cy="1297154"/>
            <a:chOff x="1366700" y="2258875"/>
            <a:chExt cx="846950" cy="927400"/>
          </a:xfrm>
        </p:grpSpPr>
        <p:sp>
          <p:nvSpPr>
            <p:cNvPr id="585" name="Google Shape;585;p17"/>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7"/>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7"/>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7"/>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7"/>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7"/>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7"/>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7"/>
          <p:cNvGrpSpPr/>
          <p:nvPr/>
        </p:nvGrpSpPr>
        <p:grpSpPr>
          <a:xfrm>
            <a:off x="-9525" y="4508168"/>
            <a:ext cx="5116810" cy="644858"/>
            <a:chOff x="0" y="4498643"/>
            <a:chExt cx="5116810" cy="644858"/>
          </a:xfrm>
        </p:grpSpPr>
        <p:sp>
          <p:nvSpPr>
            <p:cNvPr id="593" name="Google Shape;593;p1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
    <p:spTree>
      <p:nvGrpSpPr>
        <p:cNvPr id="595" name="Shape 595"/>
        <p:cNvGrpSpPr/>
        <p:nvPr/>
      </p:nvGrpSpPr>
      <p:grpSpPr>
        <a:xfrm>
          <a:off x="0" y="0"/>
          <a:ext cx="0" cy="0"/>
          <a:chOff x="0" y="0"/>
          <a:chExt cx="0" cy="0"/>
        </a:xfrm>
      </p:grpSpPr>
      <p:grpSp>
        <p:nvGrpSpPr>
          <p:cNvPr id="596" name="Google Shape;596;p18"/>
          <p:cNvGrpSpPr/>
          <p:nvPr/>
        </p:nvGrpSpPr>
        <p:grpSpPr>
          <a:xfrm flipH="1">
            <a:off x="0" y="3357902"/>
            <a:ext cx="9144183" cy="1795177"/>
            <a:chOff x="0" y="3348377"/>
            <a:chExt cx="9144183" cy="1795177"/>
          </a:xfrm>
        </p:grpSpPr>
        <p:sp>
          <p:nvSpPr>
            <p:cNvPr id="597" name="Google Shape;597;p18"/>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8"/>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8"/>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0" name="Google Shape;600;p18"/>
          <p:cNvSpPr txBox="1"/>
          <p:nvPr>
            <p:ph type="title"/>
          </p:nvPr>
        </p:nvSpPr>
        <p:spPr>
          <a:xfrm>
            <a:off x="1020149" y="1877265"/>
            <a:ext cx="3531600" cy="5487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01" name="Google Shape;601;p18"/>
          <p:cNvSpPr txBox="1"/>
          <p:nvPr>
            <p:ph idx="1" type="subTitle"/>
          </p:nvPr>
        </p:nvSpPr>
        <p:spPr>
          <a:xfrm>
            <a:off x="1020753" y="2540186"/>
            <a:ext cx="3530400" cy="731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02" name="Google Shape;602;p18"/>
          <p:cNvGrpSpPr/>
          <p:nvPr/>
        </p:nvGrpSpPr>
        <p:grpSpPr>
          <a:xfrm flipH="1">
            <a:off x="-12" y="3020650"/>
            <a:ext cx="2871175" cy="2129050"/>
            <a:chOff x="4622738" y="5576675"/>
            <a:chExt cx="2871175" cy="2129050"/>
          </a:xfrm>
        </p:grpSpPr>
        <p:sp>
          <p:nvSpPr>
            <p:cNvPr id="603" name="Google Shape;603;p1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1" name="Google Shape;621;p18"/>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2" name="Google Shape;622;p18"/>
          <p:cNvGrpSpPr/>
          <p:nvPr/>
        </p:nvGrpSpPr>
        <p:grpSpPr>
          <a:xfrm>
            <a:off x="8092170" y="3919148"/>
            <a:ext cx="1184629" cy="1297154"/>
            <a:chOff x="1366700" y="2258875"/>
            <a:chExt cx="846950" cy="927400"/>
          </a:xfrm>
        </p:grpSpPr>
        <p:sp>
          <p:nvSpPr>
            <p:cNvPr id="623" name="Google Shape;623;p1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 name="Google Shape;630;p18"/>
          <p:cNvGrpSpPr/>
          <p:nvPr/>
        </p:nvGrpSpPr>
        <p:grpSpPr>
          <a:xfrm>
            <a:off x="-9525" y="-9525"/>
            <a:ext cx="2952842" cy="2245669"/>
            <a:chOff x="0" y="0"/>
            <a:chExt cx="2952842" cy="2245669"/>
          </a:xfrm>
        </p:grpSpPr>
        <p:sp>
          <p:nvSpPr>
            <p:cNvPr id="631" name="Google Shape;631;p18"/>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8"/>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8"/>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8"/>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18"/>
          <p:cNvGrpSpPr/>
          <p:nvPr/>
        </p:nvGrpSpPr>
        <p:grpSpPr>
          <a:xfrm flipH="1">
            <a:off x="-12" y="3020650"/>
            <a:ext cx="2871175" cy="2129050"/>
            <a:chOff x="4622738" y="5576675"/>
            <a:chExt cx="2871175" cy="2129050"/>
          </a:xfrm>
        </p:grpSpPr>
        <p:sp>
          <p:nvSpPr>
            <p:cNvPr id="636" name="Google Shape;636;p1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654" name="Shape 654"/>
        <p:cNvGrpSpPr/>
        <p:nvPr/>
      </p:nvGrpSpPr>
      <p:grpSpPr>
        <a:xfrm>
          <a:off x="0" y="0"/>
          <a:ext cx="0" cy="0"/>
          <a:chOff x="0" y="0"/>
          <a:chExt cx="0" cy="0"/>
        </a:xfrm>
      </p:grpSpPr>
      <p:sp>
        <p:nvSpPr>
          <p:cNvPr id="655" name="Google Shape;655;p19"/>
          <p:cNvSpPr txBox="1"/>
          <p:nvPr>
            <p:ph type="title"/>
          </p:nvPr>
        </p:nvSpPr>
        <p:spPr>
          <a:xfrm>
            <a:off x="3850171" y="1874520"/>
            <a:ext cx="3529500" cy="5487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56" name="Google Shape;656;p19"/>
          <p:cNvSpPr txBox="1"/>
          <p:nvPr>
            <p:ph idx="1" type="subTitle"/>
          </p:nvPr>
        </p:nvSpPr>
        <p:spPr>
          <a:xfrm>
            <a:off x="3850171" y="2542032"/>
            <a:ext cx="35283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57" name="Google Shape;657;p19"/>
          <p:cNvGrpSpPr/>
          <p:nvPr/>
        </p:nvGrpSpPr>
        <p:grpSpPr>
          <a:xfrm>
            <a:off x="0" y="3357903"/>
            <a:ext cx="9144183" cy="1795177"/>
            <a:chOff x="0" y="3348377"/>
            <a:chExt cx="9144183" cy="1795177"/>
          </a:xfrm>
        </p:grpSpPr>
        <p:sp>
          <p:nvSpPr>
            <p:cNvPr id="658" name="Google Shape;658;p19"/>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 name="Google Shape;661;p19"/>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19"/>
          <p:cNvGrpSpPr/>
          <p:nvPr/>
        </p:nvGrpSpPr>
        <p:grpSpPr>
          <a:xfrm flipH="1">
            <a:off x="6191150" y="0"/>
            <a:ext cx="2952842" cy="2245669"/>
            <a:chOff x="0" y="0"/>
            <a:chExt cx="2952842" cy="2245669"/>
          </a:xfrm>
        </p:grpSpPr>
        <p:sp>
          <p:nvSpPr>
            <p:cNvPr id="663" name="Google Shape;663;p19"/>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19"/>
          <p:cNvGrpSpPr/>
          <p:nvPr/>
        </p:nvGrpSpPr>
        <p:grpSpPr>
          <a:xfrm>
            <a:off x="6272813" y="3014900"/>
            <a:ext cx="2871175" cy="2129050"/>
            <a:chOff x="4622738" y="5576675"/>
            <a:chExt cx="2871175" cy="2129050"/>
          </a:xfrm>
        </p:grpSpPr>
        <p:sp>
          <p:nvSpPr>
            <p:cNvPr id="668" name="Google Shape;668;p19"/>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9"/>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9"/>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9"/>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9"/>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9"/>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9"/>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 name="Google Shape;686;p19"/>
          <p:cNvGrpSpPr/>
          <p:nvPr/>
        </p:nvGrpSpPr>
        <p:grpSpPr>
          <a:xfrm>
            <a:off x="0" y="3962150"/>
            <a:ext cx="1628500" cy="1266525"/>
            <a:chOff x="4210525" y="4057950"/>
            <a:chExt cx="1628500" cy="1266525"/>
          </a:xfrm>
        </p:grpSpPr>
        <p:sp>
          <p:nvSpPr>
            <p:cNvPr id="687" name="Google Shape;687;p19"/>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4706350" y="43377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
    <p:spTree>
      <p:nvGrpSpPr>
        <p:cNvPr id="689" name="Shape 689"/>
        <p:cNvGrpSpPr/>
        <p:nvPr/>
      </p:nvGrpSpPr>
      <p:grpSpPr>
        <a:xfrm>
          <a:off x="0" y="0"/>
          <a:ext cx="0" cy="0"/>
          <a:chOff x="0" y="0"/>
          <a:chExt cx="0" cy="0"/>
        </a:xfrm>
      </p:grpSpPr>
      <p:grpSp>
        <p:nvGrpSpPr>
          <p:cNvPr id="690" name="Google Shape;690;p20"/>
          <p:cNvGrpSpPr/>
          <p:nvPr/>
        </p:nvGrpSpPr>
        <p:grpSpPr>
          <a:xfrm>
            <a:off x="-1554440" y="3314689"/>
            <a:ext cx="12252880" cy="1981098"/>
            <a:chOff x="-90" y="3390889"/>
            <a:chExt cx="12252880" cy="1981098"/>
          </a:xfrm>
        </p:grpSpPr>
        <p:grpSp>
          <p:nvGrpSpPr>
            <p:cNvPr id="691" name="Google Shape;691;p20"/>
            <p:cNvGrpSpPr/>
            <p:nvPr/>
          </p:nvGrpSpPr>
          <p:grpSpPr>
            <a:xfrm>
              <a:off x="-90" y="3390889"/>
              <a:ext cx="6118780" cy="1981098"/>
              <a:chOff x="1308250" y="238125"/>
              <a:chExt cx="5003500" cy="1620000"/>
            </a:xfrm>
          </p:grpSpPr>
          <p:sp>
            <p:nvSpPr>
              <p:cNvPr id="692" name="Google Shape;692;p2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20"/>
            <p:cNvGrpSpPr/>
            <p:nvPr/>
          </p:nvGrpSpPr>
          <p:grpSpPr>
            <a:xfrm flipH="1">
              <a:off x="6134010" y="3390889"/>
              <a:ext cx="6118780" cy="1981098"/>
              <a:chOff x="1308250" y="238125"/>
              <a:chExt cx="5003500" cy="1620000"/>
            </a:xfrm>
          </p:grpSpPr>
          <p:sp>
            <p:nvSpPr>
              <p:cNvPr id="697" name="Google Shape;697;p2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01" name="Google Shape;701;p20"/>
          <p:cNvSpPr txBox="1"/>
          <p:nvPr>
            <p:ph type="title"/>
          </p:nvPr>
        </p:nvSpPr>
        <p:spPr>
          <a:xfrm>
            <a:off x="1065050" y="1536153"/>
            <a:ext cx="3805200" cy="14388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02" name="Google Shape;702;p20"/>
          <p:cNvSpPr txBox="1"/>
          <p:nvPr>
            <p:ph idx="1" type="subTitle"/>
          </p:nvPr>
        </p:nvSpPr>
        <p:spPr>
          <a:xfrm>
            <a:off x="1065831" y="2921528"/>
            <a:ext cx="3804000" cy="731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3" name="Google Shape;703;p20"/>
          <p:cNvSpPr/>
          <p:nvPr>
            <p:ph idx="2" type="pic"/>
          </p:nvPr>
        </p:nvSpPr>
        <p:spPr>
          <a:xfrm>
            <a:off x="5338750" y="1200150"/>
            <a:ext cx="2740200" cy="2740200"/>
          </a:xfrm>
          <a:prstGeom prst="ellipse">
            <a:avLst/>
          </a:prstGeom>
          <a:noFill/>
          <a:ln>
            <a:noFill/>
          </a:ln>
        </p:spPr>
      </p:sp>
      <p:grpSp>
        <p:nvGrpSpPr>
          <p:cNvPr id="704" name="Google Shape;704;p20"/>
          <p:cNvGrpSpPr/>
          <p:nvPr/>
        </p:nvGrpSpPr>
        <p:grpSpPr>
          <a:xfrm flipH="1">
            <a:off x="7" y="4012528"/>
            <a:ext cx="9155224" cy="1141931"/>
            <a:chOff x="1676950" y="5909325"/>
            <a:chExt cx="3160025" cy="394150"/>
          </a:xfrm>
        </p:grpSpPr>
        <p:sp>
          <p:nvSpPr>
            <p:cNvPr id="705" name="Google Shape;705;p20"/>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 name="Google Shape;709;p20"/>
          <p:cNvGrpSpPr/>
          <p:nvPr/>
        </p:nvGrpSpPr>
        <p:grpSpPr>
          <a:xfrm>
            <a:off x="6272813" y="3014900"/>
            <a:ext cx="2871175" cy="2129050"/>
            <a:chOff x="4622738" y="5576675"/>
            <a:chExt cx="2871175" cy="2129050"/>
          </a:xfrm>
        </p:grpSpPr>
        <p:sp>
          <p:nvSpPr>
            <p:cNvPr id="710" name="Google Shape;710;p20"/>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0"/>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0"/>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0"/>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0"/>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0"/>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0"/>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0"/>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0"/>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0"/>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0"/>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 name="Google Shape;728;p20"/>
          <p:cNvGrpSpPr/>
          <p:nvPr/>
        </p:nvGrpSpPr>
        <p:grpSpPr>
          <a:xfrm>
            <a:off x="-152402" y="3883507"/>
            <a:ext cx="1278508" cy="1336644"/>
            <a:chOff x="4512825" y="3356225"/>
            <a:chExt cx="1669725" cy="1745650"/>
          </a:xfrm>
        </p:grpSpPr>
        <p:sp>
          <p:nvSpPr>
            <p:cNvPr id="729" name="Google Shape;729;p20"/>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0"/>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0"/>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0"/>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0"/>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0"/>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5" name="Google Shape;735;p20"/>
          <p:cNvSpPr/>
          <p:nvPr/>
        </p:nvSpPr>
        <p:spPr>
          <a:xfrm flipH="1">
            <a:off x="-112" y="0"/>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6" name="Google Shape;736;p20"/>
          <p:cNvGrpSpPr/>
          <p:nvPr/>
        </p:nvGrpSpPr>
        <p:grpSpPr>
          <a:xfrm flipH="1" rot="10800000">
            <a:off x="0" y="12"/>
            <a:ext cx="5125569" cy="2543452"/>
            <a:chOff x="-94" y="2303325"/>
            <a:chExt cx="5723695" cy="2840259"/>
          </a:xfrm>
        </p:grpSpPr>
        <p:sp>
          <p:nvSpPr>
            <p:cNvPr id="737" name="Google Shape;737;p20"/>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0"/>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0"/>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_1">
    <p:spTree>
      <p:nvGrpSpPr>
        <p:cNvPr id="741" name="Shape 741"/>
        <p:cNvGrpSpPr/>
        <p:nvPr/>
      </p:nvGrpSpPr>
      <p:grpSpPr>
        <a:xfrm>
          <a:off x="0" y="0"/>
          <a:ext cx="0" cy="0"/>
          <a:chOff x="0" y="0"/>
          <a:chExt cx="0" cy="0"/>
        </a:xfrm>
      </p:grpSpPr>
      <p:grpSp>
        <p:nvGrpSpPr>
          <p:cNvPr id="742" name="Google Shape;742;p21"/>
          <p:cNvGrpSpPr/>
          <p:nvPr/>
        </p:nvGrpSpPr>
        <p:grpSpPr>
          <a:xfrm>
            <a:off x="-2849840" y="3314689"/>
            <a:ext cx="12252880" cy="1981098"/>
            <a:chOff x="-90" y="3390889"/>
            <a:chExt cx="12252880" cy="1981098"/>
          </a:xfrm>
        </p:grpSpPr>
        <p:grpSp>
          <p:nvGrpSpPr>
            <p:cNvPr id="743" name="Google Shape;743;p21"/>
            <p:cNvGrpSpPr/>
            <p:nvPr/>
          </p:nvGrpSpPr>
          <p:grpSpPr>
            <a:xfrm>
              <a:off x="-90" y="3390889"/>
              <a:ext cx="6118780" cy="1981098"/>
              <a:chOff x="1308250" y="238125"/>
              <a:chExt cx="5003500" cy="1620000"/>
            </a:xfrm>
          </p:grpSpPr>
          <p:sp>
            <p:nvSpPr>
              <p:cNvPr id="744" name="Google Shape;744;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21"/>
            <p:cNvGrpSpPr/>
            <p:nvPr/>
          </p:nvGrpSpPr>
          <p:grpSpPr>
            <a:xfrm flipH="1">
              <a:off x="6134010" y="3390889"/>
              <a:ext cx="6118780" cy="1981098"/>
              <a:chOff x="1308250" y="238125"/>
              <a:chExt cx="5003500" cy="1620000"/>
            </a:xfrm>
          </p:grpSpPr>
          <p:sp>
            <p:nvSpPr>
              <p:cNvPr id="749" name="Google Shape;749;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3" name="Google Shape;753;p21"/>
          <p:cNvGrpSpPr/>
          <p:nvPr/>
        </p:nvGrpSpPr>
        <p:grpSpPr>
          <a:xfrm>
            <a:off x="-90" y="3390889"/>
            <a:ext cx="6118780" cy="1981098"/>
            <a:chOff x="1308250" y="238125"/>
            <a:chExt cx="5003500" cy="1620000"/>
          </a:xfrm>
        </p:grpSpPr>
        <p:sp>
          <p:nvSpPr>
            <p:cNvPr id="754" name="Google Shape;754;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 name="Google Shape;758;p21"/>
          <p:cNvGrpSpPr/>
          <p:nvPr/>
        </p:nvGrpSpPr>
        <p:grpSpPr>
          <a:xfrm>
            <a:off x="0" y="3348377"/>
            <a:ext cx="9144183" cy="1795177"/>
            <a:chOff x="0" y="3348377"/>
            <a:chExt cx="9144183" cy="1795177"/>
          </a:xfrm>
        </p:grpSpPr>
        <p:sp>
          <p:nvSpPr>
            <p:cNvPr id="759" name="Google Shape;759;p21"/>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1"/>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1"/>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2" name="Google Shape;762;p21"/>
          <p:cNvSpPr txBox="1"/>
          <p:nvPr>
            <p:ph type="title"/>
          </p:nvPr>
        </p:nvSpPr>
        <p:spPr>
          <a:xfrm>
            <a:off x="3917800" y="1645946"/>
            <a:ext cx="4512900" cy="11886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63" name="Google Shape;763;p21"/>
          <p:cNvSpPr txBox="1"/>
          <p:nvPr>
            <p:ph idx="1" type="subTitle"/>
          </p:nvPr>
        </p:nvSpPr>
        <p:spPr>
          <a:xfrm>
            <a:off x="3917800" y="2842354"/>
            <a:ext cx="4509000" cy="65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4" name="Google Shape;764;p21"/>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5" name="Google Shape;765;p21"/>
          <p:cNvGrpSpPr/>
          <p:nvPr/>
        </p:nvGrpSpPr>
        <p:grpSpPr>
          <a:xfrm flipH="1">
            <a:off x="7695509" y="3622432"/>
            <a:ext cx="1600765" cy="1673555"/>
            <a:chOff x="4512825" y="3356225"/>
            <a:chExt cx="1669725" cy="1745650"/>
          </a:xfrm>
        </p:grpSpPr>
        <p:sp>
          <p:nvSpPr>
            <p:cNvPr id="766" name="Google Shape;766;p21"/>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1"/>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1"/>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1"/>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1"/>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1"/>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 name="Google Shape;772;p21"/>
          <p:cNvGrpSpPr/>
          <p:nvPr/>
        </p:nvGrpSpPr>
        <p:grpSpPr>
          <a:xfrm>
            <a:off x="0" y="4498643"/>
            <a:ext cx="5116810" cy="644858"/>
            <a:chOff x="0" y="4498643"/>
            <a:chExt cx="5116810" cy="644858"/>
          </a:xfrm>
        </p:grpSpPr>
        <p:sp>
          <p:nvSpPr>
            <p:cNvPr id="773" name="Google Shape;773;p21"/>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1"/>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 name="Google Shape;775;p21"/>
          <p:cNvGrpSpPr/>
          <p:nvPr/>
        </p:nvGrpSpPr>
        <p:grpSpPr>
          <a:xfrm flipH="1">
            <a:off x="6191325" y="0"/>
            <a:ext cx="2952842" cy="2245669"/>
            <a:chOff x="0" y="0"/>
            <a:chExt cx="2952842" cy="2245669"/>
          </a:xfrm>
        </p:grpSpPr>
        <p:sp>
          <p:nvSpPr>
            <p:cNvPr id="776" name="Google Shape;776;p21"/>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1"/>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1"/>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1"/>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4">
    <p:spTree>
      <p:nvGrpSpPr>
        <p:cNvPr id="780" name="Shape 780"/>
        <p:cNvGrpSpPr/>
        <p:nvPr/>
      </p:nvGrpSpPr>
      <p:grpSpPr>
        <a:xfrm>
          <a:off x="0" y="0"/>
          <a:ext cx="0" cy="0"/>
          <a:chOff x="0" y="0"/>
          <a:chExt cx="0" cy="0"/>
        </a:xfrm>
      </p:grpSpPr>
      <p:sp>
        <p:nvSpPr>
          <p:cNvPr id="781" name="Google Shape;781;p22"/>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2" name="Google Shape;782;p22"/>
          <p:cNvGrpSpPr/>
          <p:nvPr/>
        </p:nvGrpSpPr>
        <p:grpSpPr>
          <a:xfrm>
            <a:off x="-1554440" y="3314689"/>
            <a:ext cx="12252880" cy="1981098"/>
            <a:chOff x="-90" y="3390889"/>
            <a:chExt cx="12252880" cy="1981098"/>
          </a:xfrm>
        </p:grpSpPr>
        <p:grpSp>
          <p:nvGrpSpPr>
            <p:cNvPr id="783" name="Google Shape;783;p22"/>
            <p:cNvGrpSpPr/>
            <p:nvPr/>
          </p:nvGrpSpPr>
          <p:grpSpPr>
            <a:xfrm>
              <a:off x="-90" y="3390889"/>
              <a:ext cx="6118780" cy="1981098"/>
              <a:chOff x="1308250" y="238125"/>
              <a:chExt cx="5003500" cy="1620000"/>
            </a:xfrm>
          </p:grpSpPr>
          <p:sp>
            <p:nvSpPr>
              <p:cNvPr id="784" name="Google Shape;784;p2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8" name="Google Shape;788;p22"/>
            <p:cNvGrpSpPr/>
            <p:nvPr/>
          </p:nvGrpSpPr>
          <p:grpSpPr>
            <a:xfrm flipH="1">
              <a:off x="6134010" y="3390889"/>
              <a:ext cx="6118780" cy="1981098"/>
              <a:chOff x="1308250" y="238125"/>
              <a:chExt cx="5003500" cy="1620000"/>
            </a:xfrm>
          </p:grpSpPr>
          <p:sp>
            <p:nvSpPr>
              <p:cNvPr id="789" name="Google Shape;789;p2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93" name="Google Shape;793;p22"/>
          <p:cNvSpPr txBox="1"/>
          <p:nvPr>
            <p:ph idx="1" type="body"/>
          </p:nvPr>
        </p:nvSpPr>
        <p:spPr>
          <a:xfrm>
            <a:off x="720000" y="1479550"/>
            <a:ext cx="3823800" cy="31200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dk1"/>
              </a:buClr>
              <a:buSzPts val="1600"/>
              <a:buChar char="●"/>
              <a:defRPr sz="1600"/>
            </a:lvl1pPr>
            <a:lvl2pPr indent="-330200" lvl="1" marL="914400" rtl="0">
              <a:lnSpc>
                <a:spcPct val="100000"/>
              </a:lnSpc>
              <a:spcBef>
                <a:spcPts val="0"/>
              </a:spcBef>
              <a:spcAft>
                <a:spcPts val="0"/>
              </a:spcAft>
              <a:buSzPts val="1600"/>
              <a:buFont typeface="Nunito Light"/>
              <a:buChar char="○"/>
              <a:defRPr sz="1600"/>
            </a:lvl2pPr>
            <a:lvl3pPr indent="-330200" lvl="2" marL="1371600" rtl="0">
              <a:lnSpc>
                <a:spcPct val="100000"/>
              </a:lnSpc>
              <a:spcBef>
                <a:spcPts val="0"/>
              </a:spcBef>
              <a:spcAft>
                <a:spcPts val="0"/>
              </a:spcAft>
              <a:buSzPts val="1600"/>
              <a:buFont typeface="Nunito Light"/>
              <a:buChar char="■"/>
              <a:defRPr sz="1600"/>
            </a:lvl3pPr>
            <a:lvl4pPr indent="-330200" lvl="3" marL="1828800" rtl="0">
              <a:lnSpc>
                <a:spcPct val="100000"/>
              </a:lnSpc>
              <a:spcBef>
                <a:spcPts val="0"/>
              </a:spcBef>
              <a:spcAft>
                <a:spcPts val="0"/>
              </a:spcAft>
              <a:buSzPts val="1600"/>
              <a:buFont typeface="Nunito Light"/>
              <a:buChar char="●"/>
              <a:defRPr sz="1600"/>
            </a:lvl4pPr>
            <a:lvl5pPr indent="-330200" lvl="4" marL="2286000" rtl="0">
              <a:lnSpc>
                <a:spcPct val="100000"/>
              </a:lnSpc>
              <a:spcBef>
                <a:spcPts val="0"/>
              </a:spcBef>
              <a:spcAft>
                <a:spcPts val="0"/>
              </a:spcAft>
              <a:buSzPts val="1600"/>
              <a:buFont typeface="Nunito Light"/>
              <a:buChar char="○"/>
              <a:defRPr sz="1600"/>
            </a:lvl5pPr>
            <a:lvl6pPr indent="-330200" lvl="5" marL="2743200" rtl="0">
              <a:lnSpc>
                <a:spcPct val="100000"/>
              </a:lnSpc>
              <a:spcBef>
                <a:spcPts val="0"/>
              </a:spcBef>
              <a:spcAft>
                <a:spcPts val="0"/>
              </a:spcAft>
              <a:buSzPts val="1600"/>
              <a:buFont typeface="Nunito Light"/>
              <a:buChar char="■"/>
              <a:defRPr sz="1600"/>
            </a:lvl6pPr>
            <a:lvl7pPr indent="-330200" lvl="6" marL="3200400" rtl="0">
              <a:lnSpc>
                <a:spcPct val="100000"/>
              </a:lnSpc>
              <a:spcBef>
                <a:spcPts val="0"/>
              </a:spcBef>
              <a:spcAft>
                <a:spcPts val="0"/>
              </a:spcAft>
              <a:buSzPts val="1600"/>
              <a:buFont typeface="Nunito Light"/>
              <a:buChar char="●"/>
              <a:defRPr sz="1600"/>
            </a:lvl7pPr>
            <a:lvl8pPr indent="-330200" lvl="7" marL="3657600" rtl="0">
              <a:lnSpc>
                <a:spcPct val="100000"/>
              </a:lnSpc>
              <a:spcBef>
                <a:spcPts val="0"/>
              </a:spcBef>
              <a:spcAft>
                <a:spcPts val="0"/>
              </a:spcAft>
              <a:buSzPts val="1600"/>
              <a:buFont typeface="Nunito Light"/>
              <a:buChar char="○"/>
              <a:defRPr sz="1600"/>
            </a:lvl8pPr>
            <a:lvl9pPr indent="-330200" lvl="8" marL="4114800" rtl="0">
              <a:lnSpc>
                <a:spcPct val="100000"/>
              </a:lnSpc>
              <a:spcBef>
                <a:spcPts val="0"/>
              </a:spcBef>
              <a:spcAft>
                <a:spcPts val="0"/>
              </a:spcAft>
              <a:buSzPts val="1600"/>
              <a:buFont typeface="Nunito Light"/>
              <a:buChar char="■"/>
              <a:defRPr sz="1600"/>
            </a:lvl9pPr>
          </a:lstStyle>
          <a:p/>
        </p:txBody>
      </p:sp>
      <p:sp>
        <p:nvSpPr>
          <p:cNvPr id="794" name="Google Shape;794;p22"/>
          <p:cNvSpPr txBox="1"/>
          <p:nvPr>
            <p:ph idx="2" type="body"/>
          </p:nvPr>
        </p:nvSpPr>
        <p:spPr>
          <a:xfrm>
            <a:off x="4600199" y="1479550"/>
            <a:ext cx="3823800" cy="3120000"/>
          </a:xfrm>
          <a:prstGeom prst="rect">
            <a:avLst/>
          </a:prstGeom>
        </p:spPr>
        <p:txBody>
          <a:bodyPr anchorCtr="0" anchor="t" bIns="91425" lIns="91425" spcFirstLastPara="1" rIns="91425" wrap="square" tIns="91425">
            <a:noAutofit/>
          </a:bodyPr>
          <a:lstStyle>
            <a:lvl1pPr indent="-330200" lvl="0" marL="457200" rtl="0">
              <a:lnSpc>
                <a:spcPct val="100000"/>
              </a:lnSpc>
              <a:spcBef>
                <a:spcPts val="300"/>
              </a:spcBef>
              <a:spcAft>
                <a:spcPts val="0"/>
              </a:spcAft>
              <a:buClr>
                <a:schemeClr val="dk1"/>
              </a:buClr>
              <a:buSzPts val="1600"/>
              <a:buChar char="●"/>
              <a:defRPr sz="1600"/>
            </a:lvl1pPr>
            <a:lvl2pPr indent="-330200" lvl="1" marL="914400" rtl="0">
              <a:lnSpc>
                <a:spcPct val="100000"/>
              </a:lnSpc>
              <a:spcBef>
                <a:spcPts val="0"/>
              </a:spcBef>
              <a:spcAft>
                <a:spcPts val="0"/>
              </a:spcAft>
              <a:buSzPts val="1600"/>
              <a:buFont typeface="Nunito Light"/>
              <a:buChar char="○"/>
              <a:defRPr sz="1600"/>
            </a:lvl2pPr>
            <a:lvl3pPr indent="-330200" lvl="2" marL="1371600" rtl="0">
              <a:lnSpc>
                <a:spcPct val="100000"/>
              </a:lnSpc>
              <a:spcBef>
                <a:spcPts val="0"/>
              </a:spcBef>
              <a:spcAft>
                <a:spcPts val="0"/>
              </a:spcAft>
              <a:buSzPts val="1600"/>
              <a:buFont typeface="Nunito Light"/>
              <a:buChar char="■"/>
              <a:defRPr sz="1600"/>
            </a:lvl3pPr>
            <a:lvl4pPr indent="-330200" lvl="3" marL="1828800" rtl="0">
              <a:lnSpc>
                <a:spcPct val="100000"/>
              </a:lnSpc>
              <a:spcBef>
                <a:spcPts val="0"/>
              </a:spcBef>
              <a:spcAft>
                <a:spcPts val="0"/>
              </a:spcAft>
              <a:buSzPts val="1600"/>
              <a:buFont typeface="Nunito Light"/>
              <a:buChar char="●"/>
              <a:defRPr sz="1600"/>
            </a:lvl4pPr>
            <a:lvl5pPr indent="-330200" lvl="4" marL="2286000" rtl="0">
              <a:lnSpc>
                <a:spcPct val="100000"/>
              </a:lnSpc>
              <a:spcBef>
                <a:spcPts val="0"/>
              </a:spcBef>
              <a:spcAft>
                <a:spcPts val="0"/>
              </a:spcAft>
              <a:buSzPts val="1600"/>
              <a:buFont typeface="Nunito Light"/>
              <a:buChar char="○"/>
              <a:defRPr sz="1600"/>
            </a:lvl5pPr>
            <a:lvl6pPr indent="-330200" lvl="5" marL="2743200" rtl="0">
              <a:lnSpc>
                <a:spcPct val="100000"/>
              </a:lnSpc>
              <a:spcBef>
                <a:spcPts val="0"/>
              </a:spcBef>
              <a:spcAft>
                <a:spcPts val="0"/>
              </a:spcAft>
              <a:buSzPts val="1600"/>
              <a:buFont typeface="Nunito Light"/>
              <a:buChar char="■"/>
              <a:defRPr sz="1600"/>
            </a:lvl6pPr>
            <a:lvl7pPr indent="-330200" lvl="6" marL="3200400" rtl="0">
              <a:lnSpc>
                <a:spcPct val="100000"/>
              </a:lnSpc>
              <a:spcBef>
                <a:spcPts val="0"/>
              </a:spcBef>
              <a:spcAft>
                <a:spcPts val="0"/>
              </a:spcAft>
              <a:buSzPts val="1600"/>
              <a:buFont typeface="Nunito Light"/>
              <a:buChar char="●"/>
              <a:defRPr sz="1600"/>
            </a:lvl7pPr>
            <a:lvl8pPr indent="-330200" lvl="7" marL="3657600" rtl="0">
              <a:lnSpc>
                <a:spcPct val="100000"/>
              </a:lnSpc>
              <a:spcBef>
                <a:spcPts val="0"/>
              </a:spcBef>
              <a:spcAft>
                <a:spcPts val="0"/>
              </a:spcAft>
              <a:buSzPts val="1600"/>
              <a:buFont typeface="Nunito Light"/>
              <a:buChar char="○"/>
              <a:defRPr sz="1600"/>
            </a:lvl8pPr>
            <a:lvl9pPr indent="-330200" lvl="8" marL="4114800" rtl="0">
              <a:lnSpc>
                <a:spcPct val="100000"/>
              </a:lnSpc>
              <a:spcBef>
                <a:spcPts val="0"/>
              </a:spcBef>
              <a:spcAft>
                <a:spcPts val="0"/>
              </a:spcAft>
              <a:buSzPts val="1600"/>
              <a:buFont typeface="Nunito Light"/>
              <a:buChar char="■"/>
              <a:defRPr sz="1600"/>
            </a:lvl9pPr>
          </a:lstStyle>
          <a:p/>
        </p:txBody>
      </p:sp>
      <p:sp>
        <p:nvSpPr>
          <p:cNvPr id="795" name="Google Shape;795;p22"/>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796" name="Google Shape;796;p22"/>
          <p:cNvSpPr txBox="1"/>
          <p:nvPr>
            <p:ph idx="3" type="subTitle"/>
          </p:nvPr>
        </p:nvSpPr>
        <p:spPr>
          <a:xfrm>
            <a:off x="720150" y="1100700"/>
            <a:ext cx="7704000" cy="365700"/>
          </a:xfrm>
          <a:prstGeom prst="rect">
            <a:avLst/>
          </a:prstGeom>
        </p:spPr>
        <p:txBody>
          <a:bodyPr anchorCtr="0" anchor="ctr" bIns="91425" lIns="91425" spcFirstLastPara="1" rIns="91425" wrap="square" tIns="91425">
            <a:noAutofit/>
          </a:bodyPr>
          <a:lstStyle>
            <a:lvl1pPr lvl="0" rtl="0" algn="ctr">
              <a:lnSpc>
                <a:spcPct val="100000"/>
              </a:lnSpc>
              <a:spcBef>
                <a:spcPts val="30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797" name="Google Shape;797;p22"/>
          <p:cNvGrpSpPr/>
          <p:nvPr/>
        </p:nvGrpSpPr>
        <p:grpSpPr>
          <a:xfrm>
            <a:off x="-9525" y="4508168"/>
            <a:ext cx="5116810" cy="644858"/>
            <a:chOff x="0" y="4498643"/>
            <a:chExt cx="5116810" cy="644858"/>
          </a:xfrm>
        </p:grpSpPr>
        <p:sp>
          <p:nvSpPr>
            <p:cNvPr id="798" name="Google Shape;798;p22"/>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2"/>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4_2">
    <p:spTree>
      <p:nvGrpSpPr>
        <p:cNvPr id="800" name="Shape 800"/>
        <p:cNvGrpSpPr/>
        <p:nvPr/>
      </p:nvGrpSpPr>
      <p:grpSpPr>
        <a:xfrm>
          <a:off x="0" y="0"/>
          <a:ext cx="0" cy="0"/>
          <a:chOff x="0" y="0"/>
          <a:chExt cx="0" cy="0"/>
        </a:xfrm>
      </p:grpSpPr>
      <p:grpSp>
        <p:nvGrpSpPr>
          <p:cNvPr id="801" name="Google Shape;801;p23"/>
          <p:cNvGrpSpPr/>
          <p:nvPr/>
        </p:nvGrpSpPr>
        <p:grpSpPr>
          <a:xfrm>
            <a:off x="-1554440" y="3314689"/>
            <a:ext cx="12252880" cy="1981098"/>
            <a:chOff x="-90" y="3390889"/>
            <a:chExt cx="12252880" cy="1981098"/>
          </a:xfrm>
        </p:grpSpPr>
        <p:grpSp>
          <p:nvGrpSpPr>
            <p:cNvPr id="802" name="Google Shape;802;p23"/>
            <p:cNvGrpSpPr/>
            <p:nvPr/>
          </p:nvGrpSpPr>
          <p:grpSpPr>
            <a:xfrm>
              <a:off x="-90" y="3390889"/>
              <a:ext cx="6118780" cy="1981098"/>
              <a:chOff x="1308250" y="238125"/>
              <a:chExt cx="5003500" cy="1620000"/>
            </a:xfrm>
          </p:grpSpPr>
          <p:sp>
            <p:nvSpPr>
              <p:cNvPr id="803" name="Google Shape;803;p2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 name="Google Shape;807;p23"/>
            <p:cNvGrpSpPr/>
            <p:nvPr/>
          </p:nvGrpSpPr>
          <p:grpSpPr>
            <a:xfrm flipH="1">
              <a:off x="6134010" y="3390889"/>
              <a:ext cx="6118780" cy="1981098"/>
              <a:chOff x="1308250" y="238125"/>
              <a:chExt cx="5003500" cy="1620000"/>
            </a:xfrm>
          </p:grpSpPr>
          <p:sp>
            <p:nvSpPr>
              <p:cNvPr id="808" name="Google Shape;808;p2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12" name="Google Shape;812;p23"/>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3"/>
          <p:cNvSpPr txBox="1"/>
          <p:nvPr>
            <p:ph type="title"/>
          </p:nvPr>
        </p:nvSpPr>
        <p:spPr>
          <a:xfrm>
            <a:off x="2598503" y="1685064"/>
            <a:ext cx="50085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4" name="Google Shape;814;p23"/>
          <p:cNvSpPr txBox="1"/>
          <p:nvPr>
            <p:ph idx="2" type="title"/>
          </p:nvPr>
        </p:nvSpPr>
        <p:spPr>
          <a:xfrm>
            <a:off x="2598953" y="3183569"/>
            <a:ext cx="50085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5" name="Google Shape;815;p23"/>
          <p:cNvSpPr txBox="1"/>
          <p:nvPr>
            <p:ph idx="1" type="subTitle"/>
          </p:nvPr>
        </p:nvSpPr>
        <p:spPr>
          <a:xfrm>
            <a:off x="2598953" y="3395448"/>
            <a:ext cx="50085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6" name="Google Shape;816;p23"/>
          <p:cNvSpPr txBox="1"/>
          <p:nvPr>
            <p:ph idx="3" type="subTitle"/>
          </p:nvPr>
        </p:nvSpPr>
        <p:spPr>
          <a:xfrm>
            <a:off x="2598503" y="1896942"/>
            <a:ext cx="50094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7" name="Google Shape;817;p23"/>
          <p:cNvSpPr txBox="1"/>
          <p:nvPr>
            <p:ph idx="4"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818" name="Google Shape;818;p23"/>
          <p:cNvGrpSpPr/>
          <p:nvPr/>
        </p:nvGrpSpPr>
        <p:grpSpPr>
          <a:xfrm>
            <a:off x="-9625" y="2610012"/>
            <a:ext cx="5125569" cy="2543452"/>
            <a:chOff x="-94" y="2303325"/>
            <a:chExt cx="5723695" cy="2840259"/>
          </a:xfrm>
        </p:grpSpPr>
        <p:sp>
          <p:nvSpPr>
            <p:cNvPr id="819" name="Google Shape;819;p2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4_1">
    <p:spTree>
      <p:nvGrpSpPr>
        <p:cNvPr id="823" name="Shape 823"/>
        <p:cNvGrpSpPr/>
        <p:nvPr/>
      </p:nvGrpSpPr>
      <p:grpSpPr>
        <a:xfrm>
          <a:off x="0" y="0"/>
          <a:ext cx="0" cy="0"/>
          <a:chOff x="0" y="0"/>
          <a:chExt cx="0" cy="0"/>
        </a:xfrm>
      </p:grpSpPr>
      <p:grpSp>
        <p:nvGrpSpPr>
          <p:cNvPr id="824" name="Google Shape;824;p24"/>
          <p:cNvGrpSpPr/>
          <p:nvPr/>
        </p:nvGrpSpPr>
        <p:grpSpPr>
          <a:xfrm>
            <a:off x="-1554440" y="3314689"/>
            <a:ext cx="12252880" cy="1981098"/>
            <a:chOff x="-90" y="3390889"/>
            <a:chExt cx="12252880" cy="1981098"/>
          </a:xfrm>
        </p:grpSpPr>
        <p:grpSp>
          <p:nvGrpSpPr>
            <p:cNvPr id="825" name="Google Shape;825;p24"/>
            <p:cNvGrpSpPr/>
            <p:nvPr/>
          </p:nvGrpSpPr>
          <p:grpSpPr>
            <a:xfrm>
              <a:off x="-90" y="3390889"/>
              <a:ext cx="6118780" cy="1981098"/>
              <a:chOff x="1308250" y="238125"/>
              <a:chExt cx="5003500" cy="1620000"/>
            </a:xfrm>
          </p:grpSpPr>
          <p:sp>
            <p:nvSpPr>
              <p:cNvPr id="826" name="Google Shape;826;p2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 name="Google Shape;830;p24"/>
            <p:cNvGrpSpPr/>
            <p:nvPr/>
          </p:nvGrpSpPr>
          <p:grpSpPr>
            <a:xfrm flipH="1">
              <a:off x="6134010" y="3390889"/>
              <a:ext cx="6118780" cy="1981098"/>
              <a:chOff x="1308250" y="238125"/>
              <a:chExt cx="5003500" cy="1620000"/>
            </a:xfrm>
          </p:grpSpPr>
          <p:sp>
            <p:nvSpPr>
              <p:cNvPr id="831" name="Google Shape;831;p2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35" name="Google Shape;835;p24"/>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6" name="Google Shape;836;p24"/>
          <p:cNvGrpSpPr/>
          <p:nvPr/>
        </p:nvGrpSpPr>
        <p:grpSpPr>
          <a:xfrm flipH="1" rot="10800000">
            <a:off x="-11525" y="-9525"/>
            <a:ext cx="5116810" cy="644858"/>
            <a:chOff x="0" y="4498643"/>
            <a:chExt cx="5116810" cy="644858"/>
          </a:xfrm>
        </p:grpSpPr>
        <p:sp>
          <p:nvSpPr>
            <p:cNvPr id="837" name="Google Shape;837;p2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9" name="Google Shape;839;p24"/>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0" name="Google Shape;840;p24"/>
          <p:cNvSpPr txBox="1"/>
          <p:nvPr>
            <p:ph idx="1" type="subTitle"/>
          </p:nvPr>
        </p:nvSpPr>
        <p:spPr>
          <a:xfrm>
            <a:off x="721725"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1" name="Google Shape;841;p24"/>
          <p:cNvSpPr txBox="1"/>
          <p:nvPr>
            <p:ph idx="2" type="subTitle"/>
          </p:nvPr>
        </p:nvSpPr>
        <p:spPr>
          <a:xfrm>
            <a:off x="3436200"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2" name="Google Shape;842;p24"/>
          <p:cNvSpPr txBox="1"/>
          <p:nvPr>
            <p:ph idx="3" type="subTitle"/>
          </p:nvPr>
        </p:nvSpPr>
        <p:spPr>
          <a:xfrm>
            <a:off x="6151939"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3" name="Google Shape;843;p24"/>
          <p:cNvSpPr txBox="1"/>
          <p:nvPr>
            <p:ph idx="4" type="title"/>
          </p:nvPr>
        </p:nvSpPr>
        <p:spPr>
          <a:xfrm>
            <a:off x="719925"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4" name="Google Shape;844;p24"/>
          <p:cNvSpPr txBox="1"/>
          <p:nvPr>
            <p:ph idx="5" type="title"/>
          </p:nvPr>
        </p:nvSpPr>
        <p:spPr>
          <a:xfrm>
            <a:off x="3434400"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5" name="Google Shape;845;p24"/>
          <p:cNvSpPr txBox="1"/>
          <p:nvPr>
            <p:ph idx="6" type="title"/>
          </p:nvPr>
        </p:nvSpPr>
        <p:spPr>
          <a:xfrm>
            <a:off x="6150139"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846" name="Google Shape;846;p24"/>
          <p:cNvGrpSpPr/>
          <p:nvPr/>
        </p:nvGrpSpPr>
        <p:grpSpPr>
          <a:xfrm>
            <a:off x="-124" y="4446960"/>
            <a:ext cx="9155224" cy="707420"/>
            <a:chOff x="1676950" y="5909325"/>
            <a:chExt cx="3160025" cy="394150"/>
          </a:xfrm>
        </p:grpSpPr>
        <p:sp>
          <p:nvSpPr>
            <p:cNvPr id="847" name="Google Shape;847;p2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24"/>
          <p:cNvGrpSpPr/>
          <p:nvPr/>
        </p:nvGrpSpPr>
        <p:grpSpPr>
          <a:xfrm flipH="1">
            <a:off x="-156480" y="3919148"/>
            <a:ext cx="1184629" cy="1297154"/>
            <a:chOff x="1366700" y="2258875"/>
            <a:chExt cx="846950" cy="927400"/>
          </a:xfrm>
        </p:grpSpPr>
        <p:sp>
          <p:nvSpPr>
            <p:cNvPr id="850" name="Google Shape;850;p2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 name="Google Shape;857;p24"/>
          <p:cNvGrpSpPr/>
          <p:nvPr/>
        </p:nvGrpSpPr>
        <p:grpSpPr>
          <a:xfrm rot="10800000">
            <a:off x="5027388" y="3763731"/>
            <a:ext cx="4126322" cy="1389295"/>
            <a:chOff x="-2000" y="0"/>
            <a:chExt cx="4126322" cy="1389295"/>
          </a:xfrm>
        </p:grpSpPr>
        <p:sp>
          <p:nvSpPr>
            <p:cNvPr id="858" name="Google Shape;858;p2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4_1_1">
    <p:spTree>
      <p:nvGrpSpPr>
        <p:cNvPr id="866" name="Shape 866"/>
        <p:cNvGrpSpPr/>
        <p:nvPr/>
      </p:nvGrpSpPr>
      <p:grpSpPr>
        <a:xfrm>
          <a:off x="0" y="0"/>
          <a:ext cx="0" cy="0"/>
          <a:chOff x="0" y="0"/>
          <a:chExt cx="0" cy="0"/>
        </a:xfrm>
      </p:grpSpPr>
      <p:grpSp>
        <p:nvGrpSpPr>
          <p:cNvPr id="867" name="Google Shape;867;p25"/>
          <p:cNvGrpSpPr/>
          <p:nvPr/>
        </p:nvGrpSpPr>
        <p:grpSpPr>
          <a:xfrm>
            <a:off x="-1554440" y="3314689"/>
            <a:ext cx="12252880" cy="1981098"/>
            <a:chOff x="-90" y="3390889"/>
            <a:chExt cx="12252880" cy="1981098"/>
          </a:xfrm>
        </p:grpSpPr>
        <p:grpSp>
          <p:nvGrpSpPr>
            <p:cNvPr id="868" name="Google Shape;868;p25"/>
            <p:cNvGrpSpPr/>
            <p:nvPr/>
          </p:nvGrpSpPr>
          <p:grpSpPr>
            <a:xfrm>
              <a:off x="-90" y="3390889"/>
              <a:ext cx="6118780" cy="1981098"/>
              <a:chOff x="1308250" y="238125"/>
              <a:chExt cx="5003500" cy="1620000"/>
            </a:xfrm>
          </p:grpSpPr>
          <p:sp>
            <p:nvSpPr>
              <p:cNvPr id="869" name="Google Shape;869;p2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 name="Google Shape;873;p25"/>
            <p:cNvGrpSpPr/>
            <p:nvPr/>
          </p:nvGrpSpPr>
          <p:grpSpPr>
            <a:xfrm flipH="1">
              <a:off x="6134010" y="3390889"/>
              <a:ext cx="6118780" cy="1981098"/>
              <a:chOff x="1308250" y="238125"/>
              <a:chExt cx="5003500" cy="1620000"/>
            </a:xfrm>
          </p:grpSpPr>
          <p:sp>
            <p:nvSpPr>
              <p:cNvPr id="874" name="Google Shape;874;p2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8" name="Google Shape;878;p25"/>
          <p:cNvGrpSpPr/>
          <p:nvPr/>
        </p:nvGrpSpPr>
        <p:grpSpPr>
          <a:xfrm>
            <a:off x="-124" y="4446960"/>
            <a:ext cx="9155224" cy="707420"/>
            <a:chOff x="1676950" y="5909325"/>
            <a:chExt cx="3160025" cy="394150"/>
          </a:xfrm>
        </p:grpSpPr>
        <p:sp>
          <p:nvSpPr>
            <p:cNvPr id="879" name="Google Shape;879;p25"/>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5"/>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1" name="Google Shape;881;p25"/>
          <p:cNvSpPr txBox="1"/>
          <p:nvPr>
            <p:ph type="title"/>
          </p:nvPr>
        </p:nvSpPr>
        <p:spPr>
          <a:xfrm>
            <a:off x="708736" y="2567820"/>
            <a:ext cx="24963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2" name="Google Shape;882;p25"/>
          <p:cNvSpPr txBox="1"/>
          <p:nvPr>
            <p:ph idx="2" type="title"/>
          </p:nvPr>
        </p:nvSpPr>
        <p:spPr>
          <a:xfrm>
            <a:off x="3319200" y="3447109"/>
            <a:ext cx="25056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3" name="Google Shape;883;p25"/>
          <p:cNvSpPr txBox="1"/>
          <p:nvPr>
            <p:ph idx="3" type="title"/>
          </p:nvPr>
        </p:nvSpPr>
        <p:spPr>
          <a:xfrm>
            <a:off x="5929664" y="2567824"/>
            <a:ext cx="25056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4" name="Google Shape;884;p25"/>
          <p:cNvSpPr txBox="1"/>
          <p:nvPr>
            <p:ph idx="1" type="subTitle"/>
          </p:nvPr>
        </p:nvSpPr>
        <p:spPr>
          <a:xfrm>
            <a:off x="708736" y="2934532"/>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5" name="Google Shape;885;p25"/>
          <p:cNvSpPr txBox="1"/>
          <p:nvPr>
            <p:ph idx="4" type="subTitle"/>
          </p:nvPr>
        </p:nvSpPr>
        <p:spPr>
          <a:xfrm>
            <a:off x="5929664" y="2934536"/>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6" name="Google Shape;886;p25"/>
          <p:cNvSpPr txBox="1"/>
          <p:nvPr>
            <p:ph idx="5" type="subTitle"/>
          </p:nvPr>
        </p:nvSpPr>
        <p:spPr>
          <a:xfrm>
            <a:off x="3319200" y="3813820"/>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7" name="Google Shape;887;p25"/>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8" name="Google Shape;888;p25"/>
          <p:cNvGrpSpPr/>
          <p:nvPr/>
        </p:nvGrpSpPr>
        <p:grpSpPr>
          <a:xfrm flipH="1">
            <a:off x="-156480" y="3919148"/>
            <a:ext cx="1184629" cy="1297154"/>
            <a:chOff x="1366700" y="2258875"/>
            <a:chExt cx="846950" cy="927400"/>
          </a:xfrm>
        </p:grpSpPr>
        <p:sp>
          <p:nvSpPr>
            <p:cNvPr id="889" name="Google Shape;889;p2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6" name="Google Shape;896;p25"/>
          <p:cNvGrpSpPr/>
          <p:nvPr/>
        </p:nvGrpSpPr>
        <p:grpSpPr>
          <a:xfrm rot="10800000">
            <a:off x="5027200" y="3763725"/>
            <a:ext cx="4126322" cy="1389295"/>
            <a:chOff x="-2000" y="0"/>
            <a:chExt cx="4126322" cy="1389295"/>
          </a:xfrm>
        </p:grpSpPr>
        <p:sp>
          <p:nvSpPr>
            <p:cNvPr id="897" name="Google Shape;897;p2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 name="Google Shape;905;p25"/>
          <p:cNvGrpSpPr/>
          <p:nvPr/>
        </p:nvGrpSpPr>
        <p:grpSpPr>
          <a:xfrm>
            <a:off x="-11525" y="-9525"/>
            <a:ext cx="4126322" cy="1389295"/>
            <a:chOff x="-2000" y="0"/>
            <a:chExt cx="4126322" cy="1389295"/>
          </a:xfrm>
        </p:grpSpPr>
        <p:sp>
          <p:nvSpPr>
            <p:cNvPr id="906" name="Google Shape;906;p2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4" name="Google Shape;914;p25"/>
          <p:cNvSpPr txBox="1"/>
          <p:nvPr>
            <p:ph idx="6"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15" name="Shape 915"/>
        <p:cNvGrpSpPr/>
        <p:nvPr/>
      </p:nvGrpSpPr>
      <p:grpSpPr>
        <a:xfrm>
          <a:off x="0" y="0"/>
          <a:ext cx="0" cy="0"/>
          <a:chOff x="0" y="0"/>
          <a:chExt cx="0" cy="0"/>
        </a:xfrm>
      </p:grpSpPr>
      <p:grpSp>
        <p:nvGrpSpPr>
          <p:cNvPr id="916" name="Google Shape;916;p26"/>
          <p:cNvGrpSpPr/>
          <p:nvPr/>
        </p:nvGrpSpPr>
        <p:grpSpPr>
          <a:xfrm>
            <a:off x="-1554440" y="3314689"/>
            <a:ext cx="12252880" cy="1981098"/>
            <a:chOff x="-90" y="3390889"/>
            <a:chExt cx="12252880" cy="1981098"/>
          </a:xfrm>
        </p:grpSpPr>
        <p:grpSp>
          <p:nvGrpSpPr>
            <p:cNvPr id="917" name="Google Shape;917;p26"/>
            <p:cNvGrpSpPr/>
            <p:nvPr/>
          </p:nvGrpSpPr>
          <p:grpSpPr>
            <a:xfrm>
              <a:off x="-90" y="3390889"/>
              <a:ext cx="6118780" cy="1981098"/>
              <a:chOff x="1308250" y="238125"/>
              <a:chExt cx="5003500" cy="1620000"/>
            </a:xfrm>
          </p:grpSpPr>
          <p:sp>
            <p:nvSpPr>
              <p:cNvPr id="918" name="Google Shape;918;p2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2" name="Google Shape;922;p26"/>
            <p:cNvGrpSpPr/>
            <p:nvPr/>
          </p:nvGrpSpPr>
          <p:grpSpPr>
            <a:xfrm flipH="1">
              <a:off x="6134010" y="3390889"/>
              <a:ext cx="6118780" cy="1981098"/>
              <a:chOff x="1308250" y="238125"/>
              <a:chExt cx="5003500" cy="1620000"/>
            </a:xfrm>
          </p:grpSpPr>
          <p:sp>
            <p:nvSpPr>
              <p:cNvPr id="923" name="Google Shape;923;p2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7" name="Google Shape;927;p26"/>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6"/>
          <p:cNvSpPr txBox="1"/>
          <p:nvPr>
            <p:ph type="title"/>
          </p:nvPr>
        </p:nvSpPr>
        <p:spPr>
          <a:xfrm>
            <a:off x="2446999" y="16812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29" name="Google Shape;929;p26"/>
          <p:cNvSpPr txBox="1"/>
          <p:nvPr>
            <p:ph idx="1" type="subTitle"/>
          </p:nvPr>
        </p:nvSpPr>
        <p:spPr>
          <a:xfrm>
            <a:off x="2446999" y="18987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0" name="Google Shape;930;p26"/>
          <p:cNvSpPr txBox="1"/>
          <p:nvPr>
            <p:ph idx="2" type="title"/>
          </p:nvPr>
        </p:nvSpPr>
        <p:spPr>
          <a:xfrm>
            <a:off x="5791322" y="16812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1" name="Google Shape;931;p26"/>
          <p:cNvSpPr txBox="1"/>
          <p:nvPr>
            <p:ph idx="3" type="subTitle"/>
          </p:nvPr>
        </p:nvSpPr>
        <p:spPr>
          <a:xfrm>
            <a:off x="5791322" y="18987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2" name="Google Shape;932;p26"/>
          <p:cNvSpPr txBox="1"/>
          <p:nvPr>
            <p:ph idx="4" type="title"/>
          </p:nvPr>
        </p:nvSpPr>
        <p:spPr>
          <a:xfrm>
            <a:off x="2446999" y="3220806"/>
            <a:ext cx="1975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3" name="Google Shape;933;p26"/>
          <p:cNvSpPr txBox="1"/>
          <p:nvPr>
            <p:ph idx="5" type="subTitle"/>
          </p:nvPr>
        </p:nvSpPr>
        <p:spPr>
          <a:xfrm>
            <a:off x="2446999" y="34382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4" name="Google Shape;934;p26"/>
          <p:cNvSpPr txBox="1"/>
          <p:nvPr>
            <p:ph idx="6" type="title"/>
          </p:nvPr>
        </p:nvSpPr>
        <p:spPr>
          <a:xfrm>
            <a:off x="5791322" y="3220806"/>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5" name="Google Shape;935;p26"/>
          <p:cNvSpPr txBox="1"/>
          <p:nvPr>
            <p:ph idx="7" type="subTitle"/>
          </p:nvPr>
        </p:nvSpPr>
        <p:spPr>
          <a:xfrm>
            <a:off x="5791322" y="34382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6" name="Google Shape;936;p26"/>
          <p:cNvSpPr txBox="1"/>
          <p:nvPr>
            <p:ph idx="8"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937" name="Google Shape;937;p26"/>
          <p:cNvGrpSpPr/>
          <p:nvPr/>
        </p:nvGrpSpPr>
        <p:grpSpPr>
          <a:xfrm>
            <a:off x="-124" y="4446960"/>
            <a:ext cx="9155224" cy="707420"/>
            <a:chOff x="1676950" y="5909325"/>
            <a:chExt cx="3160025" cy="394150"/>
          </a:xfrm>
        </p:grpSpPr>
        <p:sp>
          <p:nvSpPr>
            <p:cNvPr id="938" name="Google Shape;938;p2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0" name="Google Shape;940;p26"/>
          <p:cNvGrpSpPr/>
          <p:nvPr/>
        </p:nvGrpSpPr>
        <p:grpSpPr>
          <a:xfrm flipH="1" rot="-5400000">
            <a:off x="-1378050" y="1360163"/>
            <a:ext cx="4126322" cy="1389295"/>
            <a:chOff x="-2000" y="0"/>
            <a:chExt cx="4126322" cy="1389295"/>
          </a:xfrm>
        </p:grpSpPr>
        <p:sp>
          <p:nvSpPr>
            <p:cNvPr id="941" name="Google Shape;941;p2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9" name="Google Shape;949;p26"/>
          <p:cNvGrpSpPr/>
          <p:nvPr/>
        </p:nvGrpSpPr>
        <p:grpSpPr>
          <a:xfrm flipH="1" rot="5400000">
            <a:off x="6401000" y="2385700"/>
            <a:ext cx="4126322" cy="1389295"/>
            <a:chOff x="-2000" y="0"/>
            <a:chExt cx="4126322" cy="1389295"/>
          </a:xfrm>
        </p:grpSpPr>
        <p:sp>
          <p:nvSpPr>
            <p:cNvPr id="950" name="Google Shape;950;p2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8" name="Google Shape;958;p26"/>
          <p:cNvGrpSpPr/>
          <p:nvPr/>
        </p:nvGrpSpPr>
        <p:grpSpPr>
          <a:xfrm flipH="1">
            <a:off x="7695509" y="3622432"/>
            <a:ext cx="1600765" cy="1673555"/>
            <a:chOff x="4512825" y="3356225"/>
            <a:chExt cx="1669725" cy="1745650"/>
          </a:xfrm>
        </p:grpSpPr>
        <p:sp>
          <p:nvSpPr>
            <p:cNvPr id="959" name="Google Shape;959;p2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5" name="Google Shape;965;p26"/>
          <p:cNvGrpSpPr/>
          <p:nvPr/>
        </p:nvGrpSpPr>
        <p:grpSpPr>
          <a:xfrm>
            <a:off x="-114991" y="3622432"/>
            <a:ext cx="1600765" cy="1673555"/>
            <a:chOff x="4512825" y="3356225"/>
            <a:chExt cx="1669725" cy="1745650"/>
          </a:xfrm>
        </p:grpSpPr>
        <p:sp>
          <p:nvSpPr>
            <p:cNvPr id="966" name="Google Shape;966;p2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72" name="Shape 972"/>
        <p:cNvGrpSpPr/>
        <p:nvPr/>
      </p:nvGrpSpPr>
      <p:grpSpPr>
        <a:xfrm>
          <a:off x="0" y="0"/>
          <a:ext cx="0" cy="0"/>
          <a:chOff x="0" y="0"/>
          <a:chExt cx="0" cy="0"/>
        </a:xfrm>
      </p:grpSpPr>
      <p:grpSp>
        <p:nvGrpSpPr>
          <p:cNvPr id="973" name="Google Shape;973;p27"/>
          <p:cNvGrpSpPr/>
          <p:nvPr/>
        </p:nvGrpSpPr>
        <p:grpSpPr>
          <a:xfrm>
            <a:off x="-1554440" y="3314689"/>
            <a:ext cx="12252880" cy="1981098"/>
            <a:chOff x="-90" y="3390889"/>
            <a:chExt cx="12252880" cy="1981098"/>
          </a:xfrm>
        </p:grpSpPr>
        <p:grpSp>
          <p:nvGrpSpPr>
            <p:cNvPr id="974" name="Google Shape;974;p27"/>
            <p:cNvGrpSpPr/>
            <p:nvPr/>
          </p:nvGrpSpPr>
          <p:grpSpPr>
            <a:xfrm>
              <a:off x="-90" y="3390889"/>
              <a:ext cx="6118780" cy="1981098"/>
              <a:chOff x="1308250" y="238125"/>
              <a:chExt cx="5003500" cy="1620000"/>
            </a:xfrm>
          </p:grpSpPr>
          <p:sp>
            <p:nvSpPr>
              <p:cNvPr id="975" name="Google Shape;975;p2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27"/>
            <p:cNvGrpSpPr/>
            <p:nvPr/>
          </p:nvGrpSpPr>
          <p:grpSpPr>
            <a:xfrm flipH="1">
              <a:off x="6134010" y="3390889"/>
              <a:ext cx="6118780" cy="1981098"/>
              <a:chOff x="1308250" y="238125"/>
              <a:chExt cx="5003500" cy="1620000"/>
            </a:xfrm>
          </p:grpSpPr>
          <p:sp>
            <p:nvSpPr>
              <p:cNvPr id="980" name="Google Shape;980;p2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84" name="Google Shape;984;p27"/>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7"/>
          <p:cNvSpPr txBox="1"/>
          <p:nvPr>
            <p:ph type="title"/>
          </p:nvPr>
        </p:nvSpPr>
        <p:spPr>
          <a:xfrm>
            <a:off x="2166755" y="1220356"/>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86" name="Google Shape;986;p27"/>
          <p:cNvSpPr txBox="1"/>
          <p:nvPr>
            <p:ph idx="1" type="subTitle"/>
          </p:nvPr>
        </p:nvSpPr>
        <p:spPr>
          <a:xfrm>
            <a:off x="2166755" y="1587806"/>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7" name="Google Shape;987;p27"/>
          <p:cNvSpPr txBox="1"/>
          <p:nvPr>
            <p:ph idx="2" type="title"/>
          </p:nvPr>
        </p:nvSpPr>
        <p:spPr>
          <a:xfrm>
            <a:off x="6053220" y="1220356"/>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88" name="Google Shape;988;p27"/>
          <p:cNvSpPr txBox="1"/>
          <p:nvPr>
            <p:ph idx="3" type="subTitle"/>
          </p:nvPr>
        </p:nvSpPr>
        <p:spPr>
          <a:xfrm>
            <a:off x="6053220" y="1587806"/>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9" name="Google Shape;989;p27"/>
          <p:cNvSpPr txBox="1"/>
          <p:nvPr>
            <p:ph idx="4" type="title"/>
          </p:nvPr>
        </p:nvSpPr>
        <p:spPr>
          <a:xfrm>
            <a:off x="2166755" y="2360567"/>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0" name="Google Shape;990;p27"/>
          <p:cNvSpPr txBox="1"/>
          <p:nvPr>
            <p:ph idx="5" type="subTitle"/>
          </p:nvPr>
        </p:nvSpPr>
        <p:spPr>
          <a:xfrm>
            <a:off x="2166755" y="2728017"/>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1" name="Google Shape;991;p27"/>
          <p:cNvSpPr txBox="1"/>
          <p:nvPr>
            <p:ph idx="6" type="title"/>
          </p:nvPr>
        </p:nvSpPr>
        <p:spPr>
          <a:xfrm>
            <a:off x="6053220" y="2360567"/>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2" name="Google Shape;992;p27"/>
          <p:cNvSpPr txBox="1"/>
          <p:nvPr>
            <p:ph idx="7" type="subTitle"/>
          </p:nvPr>
        </p:nvSpPr>
        <p:spPr>
          <a:xfrm>
            <a:off x="6053220" y="2728017"/>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3" name="Google Shape;993;p27"/>
          <p:cNvSpPr txBox="1"/>
          <p:nvPr>
            <p:ph idx="8" type="title"/>
          </p:nvPr>
        </p:nvSpPr>
        <p:spPr>
          <a:xfrm>
            <a:off x="6053220" y="3506414"/>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4" name="Google Shape;994;p27"/>
          <p:cNvSpPr txBox="1"/>
          <p:nvPr>
            <p:ph idx="9" type="subTitle"/>
          </p:nvPr>
        </p:nvSpPr>
        <p:spPr>
          <a:xfrm>
            <a:off x="6053220" y="3873864"/>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5" name="Google Shape;995;p27"/>
          <p:cNvSpPr txBox="1"/>
          <p:nvPr>
            <p:ph idx="13" type="title"/>
          </p:nvPr>
        </p:nvSpPr>
        <p:spPr>
          <a:xfrm>
            <a:off x="2166755" y="3506414"/>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6" name="Google Shape;996;p27"/>
          <p:cNvSpPr txBox="1"/>
          <p:nvPr>
            <p:ph idx="14" type="subTitle"/>
          </p:nvPr>
        </p:nvSpPr>
        <p:spPr>
          <a:xfrm>
            <a:off x="2166755" y="3873864"/>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7" name="Google Shape;997;p27"/>
          <p:cNvSpPr txBox="1"/>
          <p:nvPr>
            <p:ph idx="15"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998" name="Google Shape;998;p27"/>
          <p:cNvGrpSpPr/>
          <p:nvPr/>
        </p:nvGrpSpPr>
        <p:grpSpPr>
          <a:xfrm>
            <a:off x="-9525" y="4508168"/>
            <a:ext cx="5116810" cy="644858"/>
            <a:chOff x="0" y="4498643"/>
            <a:chExt cx="5116810" cy="644858"/>
          </a:xfrm>
        </p:grpSpPr>
        <p:sp>
          <p:nvSpPr>
            <p:cNvPr id="999" name="Google Shape;999;p2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7_1">
    <p:spTree>
      <p:nvGrpSpPr>
        <p:cNvPr id="1001" name="Shape 1001"/>
        <p:cNvGrpSpPr/>
        <p:nvPr/>
      </p:nvGrpSpPr>
      <p:grpSpPr>
        <a:xfrm>
          <a:off x="0" y="0"/>
          <a:ext cx="0" cy="0"/>
          <a:chOff x="0" y="0"/>
          <a:chExt cx="0" cy="0"/>
        </a:xfrm>
      </p:grpSpPr>
      <p:grpSp>
        <p:nvGrpSpPr>
          <p:cNvPr id="1002" name="Google Shape;1002;p28"/>
          <p:cNvGrpSpPr/>
          <p:nvPr/>
        </p:nvGrpSpPr>
        <p:grpSpPr>
          <a:xfrm>
            <a:off x="-1554440" y="3314689"/>
            <a:ext cx="12252880" cy="1981098"/>
            <a:chOff x="-90" y="3390889"/>
            <a:chExt cx="12252880" cy="1981098"/>
          </a:xfrm>
        </p:grpSpPr>
        <p:grpSp>
          <p:nvGrpSpPr>
            <p:cNvPr id="1003" name="Google Shape;1003;p28"/>
            <p:cNvGrpSpPr/>
            <p:nvPr/>
          </p:nvGrpSpPr>
          <p:grpSpPr>
            <a:xfrm>
              <a:off x="-90" y="3390889"/>
              <a:ext cx="6118780" cy="1981098"/>
              <a:chOff x="1308250" y="238125"/>
              <a:chExt cx="5003500" cy="1620000"/>
            </a:xfrm>
          </p:grpSpPr>
          <p:sp>
            <p:nvSpPr>
              <p:cNvPr id="1004" name="Google Shape;1004;p28"/>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8"/>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8"/>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8"/>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8" name="Google Shape;1008;p28"/>
            <p:cNvGrpSpPr/>
            <p:nvPr/>
          </p:nvGrpSpPr>
          <p:grpSpPr>
            <a:xfrm flipH="1">
              <a:off x="6134010" y="3390889"/>
              <a:ext cx="6118780" cy="1981098"/>
              <a:chOff x="1308250" y="238125"/>
              <a:chExt cx="5003500" cy="1620000"/>
            </a:xfrm>
          </p:grpSpPr>
          <p:sp>
            <p:nvSpPr>
              <p:cNvPr id="1009" name="Google Shape;1009;p28"/>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8"/>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8"/>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8"/>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3" name="Google Shape;1013;p28"/>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8"/>
          <p:cNvSpPr txBox="1"/>
          <p:nvPr>
            <p:ph type="title"/>
          </p:nvPr>
        </p:nvSpPr>
        <p:spPr>
          <a:xfrm>
            <a:off x="718637"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5" name="Google Shape;1015;p28"/>
          <p:cNvSpPr txBox="1"/>
          <p:nvPr>
            <p:ph idx="1" type="subTitle"/>
          </p:nvPr>
        </p:nvSpPr>
        <p:spPr>
          <a:xfrm>
            <a:off x="718637"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6" name="Google Shape;1016;p28"/>
          <p:cNvSpPr txBox="1"/>
          <p:nvPr>
            <p:ph idx="2" type="title"/>
          </p:nvPr>
        </p:nvSpPr>
        <p:spPr>
          <a:xfrm>
            <a:off x="3579000"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7" name="Google Shape;1017;p28"/>
          <p:cNvSpPr txBox="1"/>
          <p:nvPr>
            <p:ph idx="3" type="subTitle"/>
          </p:nvPr>
        </p:nvSpPr>
        <p:spPr>
          <a:xfrm>
            <a:off x="3579000"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8" name="Google Shape;1018;p28"/>
          <p:cNvSpPr txBox="1"/>
          <p:nvPr>
            <p:ph idx="4" type="title"/>
          </p:nvPr>
        </p:nvSpPr>
        <p:spPr>
          <a:xfrm>
            <a:off x="718637"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9" name="Google Shape;1019;p28"/>
          <p:cNvSpPr txBox="1"/>
          <p:nvPr>
            <p:ph idx="5" type="subTitle"/>
          </p:nvPr>
        </p:nvSpPr>
        <p:spPr>
          <a:xfrm>
            <a:off x="718637"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0" name="Google Shape;1020;p28"/>
          <p:cNvSpPr txBox="1"/>
          <p:nvPr>
            <p:ph idx="6" type="title"/>
          </p:nvPr>
        </p:nvSpPr>
        <p:spPr>
          <a:xfrm>
            <a:off x="3579000"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1" name="Google Shape;1021;p28"/>
          <p:cNvSpPr txBox="1"/>
          <p:nvPr>
            <p:ph idx="7" type="subTitle"/>
          </p:nvPr>
        </p:nvSpPr>
        <p:spPr>
          <a:xfrm>
            <a:off x="3579000"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2" name="Google Shape;1022;p28"/>
          <p:cNvSpPr txBox="1"/>
          <p:nvPr>
            <p:ph idx="8" type="title"/>
          </p:nvPr>
        </p:nvSpPr>
        <p:spPr>
          <a:xfrm>
            <a:off x="6439363"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3" name="Google Shape;1023;p28"/>
          <p:cNvSpPr txBox="1"/>
          <p:nvPr>
            <p:ph idx="9" type="subTitle"/>
          </p:nvPr>
        </p:nvSpPr>
        <p:spPr>
          <a:xfrm>
            <a:off x="6439363"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4" name="Google Shape;1024;p28"/>
          <p:cNvSpPr txBox="1"/>
          <p:nvPr>
            <p:ph idx="13" type="title"/>
          </p:nvPr>
        </p:nvSpPr>
        <p:spPr>
          <a:xfrm>
            <a:off x="6439363"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5" name="Google Shape;1025;p28"/>
          <p:cNvSpPr txBox="1"/>
          <p:nvPr>
            <p:ph idx="14" type="subTitle"/>
          </p:nvPr>
        </p:nvSpPr>
        <p:spPr>
          <a:xfrm>
            <a:off x="6439363"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6" name="Google Shape;1026;p28"/>
          <p:cNvSpPr txBox="1"/>
          <p:nvPr>
            <p:ph idx="15"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027" name="Google Shape;1027;p28"/>
          <p:cNvGrpSpPr/>
          <p:nvPr/>
        </p:nvGrpSpPr>
        <p:grpSpPr>
          <a:xfrm rot="10800000">
            <a:off x="4036725" y="-9532"/>
            <a:ext cx="5116810" cy="644858"/>
            <a:chOff x="0" y="4498643"/>
            <a:chExt cx="5116810" cy="644858"/>
          </a:xfrm>
        </p:grpSpPr>
        <p:sp>
          <p:nvSpPr>
            <p:cNvPr id="1028" name="Google Shape;1028;p28"/>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8"/>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28"/>
          <p:cNvGrpSpPr/>
          <p:nvPr/>
        </p:nvGrpSpPr>
        <p:grpSpPr>
          <a:xfrm>
            <a:off x="-9525" y="4508168"/>
            <a:ext cx="5116810" cy="644858"/>
            <a:chOff x="0" y="4498643"/>
            <a:chExt cx="5116810" cy="644858"/>
          </a:xfrm>
        </p:grpSpPr>
        <p:sp>
          <p:nvSpPr>
            <p:cNvPr id="1031" name="Google Shape;1031;p28"/>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8"/>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3" name="Google Shape;1033;p28"/>
          <p:cNvGrpSpPr/>
          <p:nvPr/>
        </p:nvGrpSpPr>
        <p:grpSpPr>
          <a:xfrm flipH="1">
            <a:off x="-156480" y="3919148"/>
            <a:ext cx="1184629" cy="1297154"/>
            <a:chOff x="1366700" y="2258875"/>
            <a:chExt cx="846950" cy="927400"/>
          </a:xfrm>
        </p:grpSpPr>
        <p:sp>
          <p:nvSpPr>
            <p:cNvPr id="1034" name="Google Shape;1034;p2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1" name="Google Shape;1041;p28"/>
          <p:cNvGrpSpPr/>
          <p:nvPr/>
        </p:nvGrpSpPr>
        <p:grpSpPr>
          <a:xfrm>
            <a:off x="8168370" y="3919148"/>
            <a:ext cx="1184629" cy="1297154"/>
            <a:chOff x="1366700" y="2258875"/>
            <a:chExt cx="846950" cy="927400"/>
          </a:xfrm>
        </p:grpSpPr>
        <p:sp>
          <p:nvSpPr>
            <p:cNvPr id="1042" name="Google Shape;1042;p2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49" name="Shape 1049"/>
        <p:cNvGrpSpPr/>
        <p:nvPr/>
      </p:nvGrpSpPr>
      <p:grpSpPr>
        <a:xfrm>
          <a:off x="0" y="0"/>
          <a:ext cx="0" cy="0"/>
          <a:chOff x="0" y="0"/>
          <a:chExt cx="0" cy="0"/>
        </a:xfrm>
      </p:grpSpPr>
      <p:grpSp>
        <p:nvGrpSpPr>
          <p:cNvPr id="1050" name="Google Shape;1050;p29"/>
          <p:cNvGrpSpPr/>
          <p:nvPr/>
        </p:nvGrpSpPr>
        <p:grpSpPr>
          <a:xfrm>
            <a:off x="-1554440" y="3314689"/>
            <a:ext cx="12252880" cy="1981098"/>
            <a:chOff x="-90" y="3390889"/>
            <a:chExt cx="12252880" cy="1981098"/>
          </a:xfrm>
        </p:grpSpPr>
        <p:grpSp>
          <p:nvGrpSpPr>
            <p:cNvPr id="1051" name="Google Shape;1051;p29"/>
            <p:cNvGrpSpPr/>
            <p:nvPr/>
          </p:nvGrpSpPr>
          <p:grpSpPr>
            <a:xfrm>
              <a:off x="-90" y="3390889"/>
              <a:ext cx="6118780" cy="1981098"/>
              <a:chOff x="1308250" y="238125"/>
              <a:chExt cx="5003500" cy="1620000"/>
            </a:xfrm>
          </p:grpSpPr>
          <p:sp>
            <p:nvSpPr>
              <p:cNvPr id="1052" name="Google Shape;1052;p2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6" name="Google Shape;1056;p29"/>
            <p:cNvGrpSpPr/>
            <p:nvPr/>
          </p:nvGrpSpPr>
          <p:grpSpPr>
            <a:xfrm flipH="1">
              <a:off x="6134010" y="3390889"/>
              <a:ext cx="6118780" cy="1981098"/>
              <a:chOff x="1308250" y="238125"/>
              <a:chExt cx="5003500" cy="1620000"/>
            </a:xfrm>
          </p:grpSpPr>
          <p:sp>
            <p:nvSpPr>
              <p:cNvPr id="1057" name="Google Shape;1057;p2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61" name="Google Shape;1061;p29"/>
          <p:cNvSpPr txBox="1"/>
          <p:nvPr>
            <p:ph hasCustomPrompt="1" type="title"/>
          </p:nvPr>
        </p:nvSpPr>
        <p:spPr>
          <a:xfrm>
            <a:off x="3973301" y="627000"/>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2" name="Google Shape;1062;p29"/>
          <p:cNvSpPr txBox="1"/>
          <p:nvPr>
            <p:ph idx="1" type="subTitle"/>
          </p:nvPr>
        </p:nvSpPr>
        <p:spPr>
          <a:xfrm>
            <a:off x="3973301" y="1416964"/>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063" name="Google Shape;1063;p29"/>
          <p:cNvSpPr txBox="1"/>
          <p:nvPr>
            <p:ph hasCustomPrompt="1" idx="2" type="title"/>
          </p:nvPr>
        </p:nvSpPr>
        <p:spPr>
          <a:xfrm>
            <a:off x="3973301" y="1993056"/>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4" name="Google Shape;1064;p29"/>
          <p:cNvSpPr txBox="1"/>
          <p:nvPr>
            <p:ph idx="3" type="subTitle"/>
          </p:nvPr>
        </p:nvSpPr>
        <p:spPr>
          <a:xfrm>
            <a:off x="3973301" y="2783967"/>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065" name="Google Shape;1065;p29"/>
          <p:cNvSpPr txBox="1"/>
          <p:nvPr>
            <p:ph hasCustomPrompt="1" idx="4" type="title"/>
          </p:nvPr>
        </p:nvSpPr>
        <p:spPr>
          <a:xfrm>
            <a:off x="3973301" y="3359890"/>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6" name="Google Shape;1066;p29"/>
          <p:cNvSpPr txBox="1"/>
          <p:nvPr>
            <p:ph idx="5" type="subTitle"/>
          </p:nvPr>
        </p:nvSpPr>
        <p:spPr>
          <a:xfrm>
            <a:off x="3973301" y="4150801"/>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grpSp>
        <p:nvGrpSpPr>
          <p:cNvPr id="1067" name="Google Shape;1067;p29"/>
          <p:cNvGrpSpPr/>
          <p:nvPr/>
        </p:nvGrpSpPr>
        <p:grpSpPr>
          <a:xfrm>
            <a:off x="-124" y="4446960"/>
            <a:ext cx="9155224" cy="707420"/>
            <a:chOff x="1676950" y="5909325"/>
            <a:chExt cx="3160025" cy="394150"/>
          </a:xfrm>
        </p:grpSpPr>
        <p:sp>
          <p:nvSpPr>
            <p:cNvPr id="1068" name="Google Shape;1068;p29"/>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9"/>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29"/>
          <p:cNvGrpSpPr/>
          <p:nvPr/>
        </p:nvGrpSpPr>
        <p:grpSpPr>
          <a:xfrm flipH="1">
            <a:off x="8019973" y="3963907"/>
            <a:ext cx="1278508" cy="1336644"/>
            <a:chOff x="4512825" y="3356225"/>
            <a:chExt cx="1669725" cy="1745650"/>
          </a:xfrm>
        </p:grpSpPr>
        <p:sp>
          <p:nvSpPr>
            <p:cNvPr id="1071" name="Google Shape;1071;p29"/>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9"/>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9"/>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9"/>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9"/>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9"/>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7" name="Google Shape;1077;p29"/>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8" name="Google Shape;1078;p29"/>
          <p:cNvGrpSpPr/>
          <p:nvPr/>
        </p:nvGrpSpPr>
        <p:grpSpPr>
          <a:xfrm flipH="1" rot="10800000">
            <a:off x="-9525" y="-9513"/>
            <a:ext cx="5125569" cy="2543452"/>
            <a:chOff x="-94" y="2303325"/>
            <a:chExt cx="5723695" cy="2840259"/>
          </a:xfrm>
        </p:grpSpPr>
        <p:sp>
          <p:nvSpPr>
            <p:cNvPr id="1079" name="Google Shape;1079;p29"/>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9"/>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9"/>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9"/>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3" name="Google Shape;1083;p29"/>
          <p:cNvGrpSpPr/>
          <p:nvPr/>
        </p:nvGrpSpPr>
        <p:grpSpPr>
          <a:xfrm flipH="1">
            <a:off x="-156480" y="3919148"/>
            <a:ext cx="1184629" cy="1297154"/>
            <a:chOff x="1366700" y="2258875"/>
            <a:chExt cx="846950" cy="927400"/>
          </a:xfrm>
        </p:grpSpPr>
        <p:sp>
          <p:nvSpPr>
            <p:cNvPr id="1084" name="Google Shape;1084;p29"/>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9"/>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9"/>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9"/>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9"/>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9"/>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9"/>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091" name="Shape 1091"/>
        <p:cNvGrpSpPr/>
        <p:nvPr/>
      </p:nvGrpSpPr>
      <p:grpSpPr>
        <a:xfrm>
          <a:off x="0" y="0"/>
          <a:ext cx="0" cy="0"/>
          <a:chOff x="0" y="0"/>
          <a:chExt cx="0" cy="0"/>
        </a:xfrm>
      </p:grpSpPr>
      <p:grpSp>
        <p:nvGrpSpPr>
          <p:cNvPr id="1092" name="Google Shape;1092;p30"/>
          <p:cNvGrpSpPr/>
          <p:nvPr/>
        </p:nvGrpSpPr>
        <p:grpSpPr>
          <a:xfrm>
            <a:off x="-1554440" y="3314689"/>
            <a:ext cx="12252880" cy="1981098"/>
            <a:chOff x="-90" y="3390889"/>
            <a:chExt cx="12252880" cy="1981098"/>
          </a:xfrm>
        </p:grpSpPr>
        <p:grpSp>
          <p:nvGrpSpPr>
            <p:cNvPr id="1093" name="Google Shape;1093;p30"/>
            <p:cNvGrpSpPr/>
            <p:nvPr/>
          </p:nvGrpSpPr>
          <p:grpSpPr>
            <a:xfrm>
              <a:off x="-90" y="3390889"/>
              <a:ext cx="6118780" cy="1981098"/>
              <a:chOff x="1308250" y="238125"/>
              <a:chExt cx="5003500" cy="1620000"/>
            </a:xfrm>
          </p:grpSpPr>
          <p:sp>
            <p:nvSpPr>
              <p:cNvPr id="1094" name="Google Shape;1094;p3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8" name="Google Shape;1098;p30"/>
            <p:cNvGrpSpPr/>
            <p:nvPr/>
          </p:nvGrpSpPr>
          <p:grpSpPr>
            <a:xfrm flipH="1">
              <a:off x="6134010" y="3390889"/>
              <a:ext cx="6118780" cy="1981098"/>
              <a:chOff x="1308250" y="238125"/>
              <a:chExt cx="5003500" cy="1620000"/>
            </a:xfrm>
          </p:grpSpPr>
          <p:sp>
            <p:nvSpPr>
              <p:cNvPr id="1099" name="Google Shape;1099;p3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03" name="Google Shape;1103;p30"/>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4" name="Google Shape;1104;p30"/>
          <p:cNvGrpSpPr/>
          <p:nvPr/>
        </p:nvGrpSpPr>
        <p:grpSpPr>
          <a:xfrm flipH="1" rot="10800000">
            <a:off x="-9525" y="-9532"/>
            <a:ext cx="5116810" cy="644858"/>
            <a:chOff x="0" y="4498643"/>
            <a:chExt cx="5116810" cy="644858"/>
          </a:xfrm>
        </p:grpSpPr>
        <p:sp>
          <p:nvSpPr>
            <p:cNvPr id="1105" name="Google Shape;1105;p30"/>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0"/>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30"/>
          <p:cNvSpPr txBox="1"/>
          <p:nvPr>
            <p:ph type="title"/>
          </p:nvPr>
        </p:nvSpPr>
        <p:spPr>
          <a:xfrm>
            <a:off x="713416"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8" name="Google Shape;1108;p30"/>
          <p:cNvSpPr txBox="1"/>
          <p:nvPr>
            <p:ph idx="2" type="title"/>
          </p:nvPr>
        </p:nvSpPr>
        <p:spPr>
          <a:xfrm>
            <a:off x="3427200"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9" name="Google Shape;1109;p30"/>
          <p:cNvSpPr txBox="1"/>
          <p:nvPr>
            <p:ph hasCustomPrompt="1" idx="3" type="title"/>
          </p:nvPr>
        </p:nvSpPr>
        <p:spPr>
          <a:xfrm>
            <a:off x="1361716"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0" name="Google Shape;1110;p30"/>
          <p:cNvSpPr txBox="1"/>
          <p:nvPr>
            <p:ph idx="1" type="subTitle"/>
          </p:nvPr>
        </p:nvSpPr>
        <p:spPr>
          <a:xfrm>
            <a:off x="714616"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111" name="Google Shape;1111;p30"/>
          <p:cNvSpPr txBox="1"/>
          <p:nvPr>
            <p:ph hasCustomPrompt="1" idx="4" type="title"/>
          </p:nvPr>
        </p:nvSpPr>
        <p:spPr>
          <a:xfrm>
            <a:off x="4075500"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2" name="Google Shape;1112;p30"/>
          <p:cNvSpPr txBox="1"/>
          <p:nvPr>
            <p:ph idx="5" type="subTitle"/>
          </p:nvPr>
        </p:nvSpPr>
        <p:spPr>
          <a:xfrm>
            <a:off x="3428400"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113" name="Google Shape;1113;p30"/>
          <p:cNvSpPr txBox="1"/>
          <p:nvPr>
            <p:ph idx="6"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14" name="Google Shape;1114;p30"/>
          <p:cNvSpPr txBox="1"/>
          <p:nvPr>
            <p:ph idx="7" type="title"/>
          </p:nvPr>
        </p:nvSpPr>
        <p:spPr>
          <a:xfrm>
            <a:off x="6140984"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15" name="Google Shape;1115;p30"/>
          <p:cNvSpPr txBox="1"/>
          <p:nvPr>
            <p:ph hasCustomPrompt="1" idx="8" type="title"/>
          </p:nvPr>
        </p:nvSpPr>
        <p:spPr>
          <a:xfrm>
            <a:off x="6789284"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6" name="Google Shape;1116;p30"/>
          <p:cNvSpPr txBox="1"/>
          <p:nvPr>
            <p:ph idx="9" type="subTitle"/>
          </p:nvPr>
        </p:nvSpPr>
        <p:spPr>
          <a:xfrm>
            <a:off x="6142184"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grpSp>
        <p:nvGrpSpPr>
          <p:cNvPr id="1117" name="Google Shape;1117;p30"/>
          <p:cNvGrpSpPr/>
          <p:nvPr/>
        </p:nvGrpSpPr>
        <p:grpSpPr>
          <a:xfrm flipH="1">
            <a:off x="-9649" y="4446960"/>
            <a:ext cx="9155224" cy="707420"/>
            <a:chOff x="1676950" y="5909325"/>
            <a:chExt cx="3160025" cy="394150"/>
          </a:xfrm>
        </p:grpSpPr>
        <p:sp>
          <p:nvSpPr>
            <p:cNvPr id="1118" name="Google Shape;1118;p30"/>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0"/>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0" name="Google Shape;1120;p30"/>
          <p:cNvGrpSpPr/>
          <p:nvPr/>
        </p:nvGrpSpPr>
        <p:grpSpPr>
          <a:xfrm flipH="1">
            <a:off x="-156480" y="3919148"/>
            <a:ext cx="1184629" cy="1297154"/>
            <a:chOff x="1366700" y="2258875"/>
            <a:chExt cx="846950" cy="927400"/>
          </a:xfrm>
        </p:grpSpPr>
        <p:sp>
          <p:nvSpPr>
            <p:cNvPr id="1121" name="Google Shape;1121;p30"/>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0"/>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0"/>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0"/>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0"/>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0"/>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0"/>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30"/>
          <p:cNvGrpSpPr/>
          <p:nvPr/>
        </p:nvGrpSpPr>
        <p:grpSpPr>
          <a:xfrm>
            <a:off x="8092170" y="3919148"/>
            <a:ext cx="1184629" cy="1297154"/>
            <a:chOff x="1366700" y="2258875"/>
            <a:chExt cx="846950" cy="927400"/>
          </a:xfrm>
        </p:grpSpPr>
        <p:sp>
          <p:nvSpPr>
            <p:cNvPr id="1129" name="Google Shape;1129;p30"/>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0"/>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0"/>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0"/>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0"/>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0"/>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0"/>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136" name="Shape 1136"/>
        <p:cNvGrpSpPr/>
        <p:nvPr/>
      </p:nvGrpSpPr>
      <p:grpSpPr>
        <a:xfrm>
          <a:off x="0" y="0"/>
          <a:ext cx="0" cy="0"/>
          <a:chOff x="0" y="0"/>
          <a:chExt cx="0" cy="0"/>
        </a:xfrm>
      </p:grpSpPr>
      <p:grpSp>
        <p:nvGrpSpPr>
          <p:cNvPr id="1137" name="Google Shape;1137;p31"/>
          <p:cNvGrpSpPr/>
          <p:nvPr/>
        </p:nvGrpSpPr>
        <p:grpSpPr>
          <a:xfrm>
            <a:off x="-1554440" y="3314689"/>
            <a:ext cx="12252880" cy="1981098"/>
            <a:chOff x="-90" y="3390889"/>
            <a:chExt cx="12252880" cy="1981098"/>
          </a:xfrm>
        </p:grpSpPr>
        <p:grpSp>
          <p:nvGrpSpPr>
            <p:cNvPr id="1138" name="Google Shape;1138;p31"/>
            <p:cNvGrpSpPr/>
            <p:nvPr/>
          </p:nvGrpSpPr>
          <p:grpSpPr>
            <a:xfrm>
              <a:off x="-90" y="3390889"/>
              <a:ext cx="6118780" cy="1981098"/>
              <a:chOff x="1308250" y="238125"/>
              <a:chExt cx="5003500" cy="1620000"/>
            </a:xfrm>
          </p:grpSpPr>
          <p:sp>
            <p:nvSpPr>
              <p:cNvPr id="1139" name="Google Shape;1139;p3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3" name="Google Shape;1143;p31"/>
            <p:cNvGrpSpPr/>
            <p:nvPr/>
          </p:nvGrpSpPr>
          <p:grpSpPr>
            <a:xfrm flipH="1">
              <a:off x="6134010" y="3390889"/>
              <a:ext cx="6118780" cy="1981098"/>
              <a:chOff x="1308250" y="238125"/>
              <a:chExt cx="5003500" cy="1620000"/>
            </a:xfrm>
          </p:grpSpPr>
          <p:sp>
            <p:nvSpPr>
              <p:cNvPr id="1144" name="Google Shape;1144;p3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48" name="Google Shape;1148;p31"/>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31"/>
          <p:cNvGrpSpPr/>
          <p:nvPr/>
        </p:nvGrpSpPr>
        <p:grpSpPr>
          <a:xfrm>
            <a:off x="-124" y="4446960"/>
            <a:ext cx="9155224" cy="707420"/>
            <a:chOff x="1676950" y="5909325"/>
            <a:chExt cx="3160025" cy="394150"/>
          </a:xfrm>
        </p:grpSpPr>
        <p:sp>
          <p:nvSpPr>
            <p:cNvPr id="1150" name="Google Shape;1150;p31"/>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2" name="Google Shape;1152;p31"/>
          <p:cNvSpPr txBox="1"/>
          <p:nvPr>
            <p:ph type="title"/>
          </p:nvPr>
        </p:nvSpPr>
        <p:spPr>
          <a:xfrm>
            <a:off x="3843305" y="551050"/>
            <a:ext cx="4594800" cy="10932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sz="7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53" name="Google Shape;1153;p31"/>
          <p:cNvSpPr txBox="1"/>
          <p:nvPr>
            <p:ph idx="1" type="subTitle"/>
          </p:nvPr>
        </p:nvSpPr>
        <p:spPr>
          <a:xfrm>
            <a:off x="3840075" y="1801995"/>
            <a:ext cx="45981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4" name="Google Shape;1154;p31"/>
          <p:cNvSpPr txBox="1"/>
          <p:nvPr/>
        </p:nvSpPr>
        <p:spPr>
          <a:xfrm>
            <a:off x="4737575" y="3598925"/>
            <a:ext cx="3700800" cy="731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lt1"/>
                </a:solidFill>
                <a:latin typeface="Mallanna"/>
                <a:ea typeface="Mallanna"/>
                <a:cs typeface="Mallanna"/>
                <a:sym typeface="Mallanna"/>
              </a:rPr>
              <a:t>CREDITS: This presentation template was created by </a:t>
            </a:r>
            <a:r>
              <a:rPr b="1" lang="en">
                <a:solidFill>
                  <a:schemeClr val="lt1"/>
                </a:solidFill>
                <a:uFill>
                  <a:noFill/>
                </a:uFill>
                <a:latin typeface="Mallanna"/>
                <a:ea typeface="Mallanna"/>
                <a:cs typeface="Mallanna"/>
                <a:sym typeface="Mallanna"/>
                <a:hlinkClick r:id="rId2">
                  <a:extLst>
                    <a:ext uri="{A12FA001-AC4F-418D-AE19-62706E023703}">
                      <ahyp:hlinkClr val="tx"/>
                    </a:ext>
                  </a:extLst>
                </a:hlinkClick>
              </a:rPr>
              <a:t>Slidesgo</a:t>
            </a:r>
            <a:r>
              <a:rPr lang="en">
                <a:solidFill>
                  <a:schemeClr val="lt1"/>
                </a:solidFill>
                <a:latin typeface="Mallanna"/>
                <a:ea typeface="Mallanna"/>
                <a:cs typeface="Mallanna"/>
                <a:sym typeface="Mallanna"/>
              </a:rPr>
              <a:t>, including icons by </a:t>
            </a:r>
            <a:r>
              <a:rPr b="1" lang="en">
                <a:solidFill>
                  <a:schemeClr val="lt1"/>
                </a:solidFill>
                <a:uFill>
                  <a:noFill/>
                </a:uFill>
                <a:latin typeface="Mallanna"/>
                <a:ea typeface="Mallanna"/>
                <a:cs typeface="Mallanna"/>
                <a:sym typeface="Mallanna"/>
                <a:hlinkClick r:id="rId3">
                  <a:extLst>
                    <a:ext uri="{A12FA001-AC4F-418D-AE19-62706E023703}">
                      <ahyp:hlinkClr val="tx"/>
                    </a:ext>
                  </a:extLst>
                </a:hlinkClick>
              </a:rPr>
              <a:t>Flaticon</a:t>
            </a:r>
            <a:r>
              <a:rPr lang="en">
                <a:solidFill>
                  <a:schemeClr val="lt1"/>
                </a:solidFill>
                <a:latin typeface="Mallanna"/>
                <a:ea typeface="Mallanna"/>
                <a:cs typeface="Mallanna"/>
                <a:sym typeface="Mallanna"/>
              </a:rPr>
              <a:t>, infographics &amp; images by </a:t>
            </a:r>
            <a:r>
              <a:rPr b="1" lang="en">
                <a:solidFill>
                  <a:schemeClr val="lt1"/>
                </a:solidFill>
                <a:uFill>
                  <a:noFill/>
                </a:uFill>
                <a:latin typeface="Mallanna"/>
                <a:ea typeface="Mallanna"/>
                <a:cs typeface="Mallanna"/>
                <a:sym typeface="Mallanna"/>
                <a:hlinkClick r:id="rId4">
                  <a:extLst>
                    <a:ext uri="{A12FA001-AC4F-418D-AE19-62706E023703}">
                      <ahyp:hlinkClr val="tx"/>
                    </a:ext>
                  </a:extLst>
                </a:hlinkClick>
              </a:rPr>
              <a:t>Freepik</a:t>
            </a:r>
            <a:endParaRPr b="1">
              <a:solidFill>
                <a:schemeClr val="lt1"/>
              </a:solidFill>
              <a:latin typeface="Mallanna"/>
              <a:ea typeface="Mallanna"/>
              <a:cs typeface="Mallanna"/>
              <a:sym typeface="Mallanna"/>
            </a:endParaRPr>
          </a:p>
        </p:txBody>
      </p:sp>
      <p:grpSp>
        <p:nvGrpSpPr>
          <p:cNvPr id="1155" name="Google Shape;1155;p31"/>
          <p:cNvGrpSpPr/>
          <p:nvPr/>
        </p:nvGrpSpPr>
        <p:grpSpPr>
          <a:xfrm flipH="1">
            <a:off x="-156480" y="3919148"/>
            <a:ext cx="1184629" cy="1297154"/>
            <a:chOff x="1366700" y="2258875"/>
            <a:chExt cx="846950" cy="927400"/>
          </a:xfrm>
        </p:grpSpPr>
        <p:sp>
          <p:nvSpPr>
            <p:cNvPr id="1156" name="Google Shape;1156;p31"/>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1"/>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1"/>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1"/>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163" name="Shape 1163"/>
        <p:cNvGrpSpPr/>
        <p:nvPr/>
      </p:nvGrpSpPr>
      <p:grpSpPr>
        <a:xfrm>
          <a:off x="0" y="0"/>
          <a:ext cx="0" cy="0"/>
          <a:chOff x="0" y="0"/>
          <a:chExt cx="0" cy="0"/>
        </a:xfrm>
      </p:grpSpPr>
      <p:grpSp>
        <p:nvGrpSpPr>
          <p:cNvPr id="1164" name="Google Shape;1164;p32"/>
          <p:cNvGrpSpPr/>
          <p:nvPr/>
        </p:nvGrpSpPr>
        <p:grpSpPr>
          <a:xfrm>
            <a:off x="-1554440" y="3314689"/>
            <a:ext cx="12252880" cy="1981098"/>
            <a:chOff x="-90" y="3390889"/>
            <a:chExt cx="12252880" cy="1981098"/>
          </a:xfrm>
        </p:grpSpPr>
        <p:grpSp>
          <p:nvGrpSpPr>
            <p:cNvPr id="1165" name="Google Shape;1165;p32"/>
            <p:cNvGrpSpPr/>
            <p:nvPr/>
          </p:nvGrpSpPr>
          <p:grpSpPr>
            <a:xfrm>
              <a:off x="-90" y="3390889"/>
              <a:ext cx="6118780" cy="1981098"/>
              <a:chOff x="1308250" y="238125"/>
              <a:chExt cx="5003500" cy="1620000"/>
            </a:xfrm>
          </p:grpSpPr>
          <p:sp>
            <p:nvSpPr>
              <p:cNvPr id="1166" name="Google Shape;1166;p3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32"/>
            <p:cNvGrpSpPr/>
            <p:nvPr/>
          </p:nvGrpSpPr>
          <p:grpSpPr>
            <a:xfrm flipH="1">
              <a:off x="6134010" y="3390889"/>
              <a:ext cx="6118780" cy="1981098"/>
              <a:chOff x="1308250" y="238125"/>
              <a:chExt cx="5003500" cy="1620000"/>
            </a:xfrm>
          </p:grpSpPr>
          <p:sp>
            <p:nvSpPr>
              <p:cNvPr id="1171" name="Google Shape;1171;p3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75" name="Google Shape;1175;p32"/>
          <p:cNvGrpSpPr/>
          <p:nvPr/>
        </p:nvGrpSpPr>
        <p:grpSpPr>
          <a:xfrm flipH="1">
            <a:off x="-9649" y="4446960"/>
            <a:ext cx="9155224" cy="707420"/>
            <a:chOff x="1676950" y="5909325"/>
            <a:chExt cx="3160025" cy="394150"/>
          </a:xfrm>
        </p:grpSpPr>
        <p:sp>
          <p:nvSpPr>
            <p:cNvPr id="1176" name="Google Shape;1176;p32"/>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2"/>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8" name="Google Shape;1178;p32"/>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9" name="Google Shape;1179;p32"/>
          <p:cNvGrpSpPr/>
          <p:nvPr/>
        </p:nvGrpSpPr>
        <p:grpSpPr>
          <a:xfrm>
            <a:off x="-11525" y="-9525"/>
            <a:ext cx="4126322" cy="1389295"/>
            <a:chOff x="-2000" y="0"/>
            <a:chExt cx="4126322" cy="1389295"/>
          </a:xfrm>
        </p:grpSpPr>
        <p:sp>
          <p:nvSpPr>
            <p:cNvPr id="1180" name="Google Shape;1180;p3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8" name="Google Shape;1188;p32"/>
          <p:cNvGrpSpPr/>
          <p:nvPr/>
        </p:nvGrpSpPr>
        <p:grpSpPr>
          <a:xfrm flipH="1">
            <a:off x="4036900" y="4508168"/>
            <a:ext cx="5116810" cy="644858"/>
            <a:chOff x="0" y="4498643"/>
            <a:chExt cx="5116810" cy="644858"/>
          </a:xfrm>
        </p:grpSpPr>
        <p:sp>
          <p:nvSpPr>
            <p:cNvPr id="1189" name="Google Shape;1189;p32"/>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2"/>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91" name="Shape 1191"/>
        <p:cNvGrpSpPr/>
        <p:nvPr/>
      </p:nvGrpSpPr>
      <p:grpSpPr>
        <a:xfrm>
          <a:off x="0" y="0"/>
          <a:ext cx="0" cy="0"/>
          <a:chOff x="0" y="0"/>
          <a:chExt cx="0" cy="0"/>
        </a:xfrm>
      </p:grpSpPr>
      <p:sp>
        <p:nvSpPr>
          <p:cNvPr id="1192" name="Google Shape;1192;p33"/>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3" name="Google Shape;1193;p33"/>
          <p:cNvGrpSpPr/>
          <p:nvPr/>
        </p:nvGrpSpPr>
        <p:grpSpPr>
          <a:xfrm>
            <a:off x="-1554440" y="3314689"/>
            <a:ext cx="12252880" cy="1981098"/>
            <a:chOff x="-90" y="3390889"/>
            <a:chExt cx="12252880" cy="1981098"/>
          </a:xfrm>
        </p:grpSpPr>
        <p:grpSp>
          <p:nvGrpSpPr>
            <p:cNvPr id="1194" name="Google Shape;1194;p33"/>
            <p:cNvGrpSpPr/>
            <p:nvPr/>
          </p:nvGrpSpPr>
          <p:grpSpPr>
            <a:xfrm>
              <a:off x="-90" y="3390889"/>
              <a:ext cx="6118780" cy="1981098"/>
              <a:chOff x="1308250" y="238125"/>
              <a:chExt cx="5003500" cy="1620000"/>
            </a:xfrm>
          </p:grpSpPr>
          <p:sp>
            <p:nvSpPr>
              <p:cNvPr id="1195" name="Google Shape;1195;p3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9" name="Google Shape;1199;p33"/>
            <p:cNvGrpSpPr/>
            <p:nvPr/>
          </p:nvGrpSpPr>
          <p:grpSpPr>
            <a:xfrm flipH="1">
              <a:off x="6134010" y="3390889"/>
              <a:ext cx="6118780" cy="1981098"/>
              <a:chOff x="1308250" y="238125"/>
              <a:chExt cx="5003500" cy="1620000"/>
            </a:xfrm>
          </p:grpSpPr>
          <p:sp>
            <p:nvSpPr>
              <p:cNvPr id="1200" name="Google Shape;1200;p3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04" name="Google Shape;1204;p33"/>
          <p:cNvGrpSpPr/>
          <p:nvPr/>
        </p:nvGrpSpPr>
        <p:grpSpPr>
          <a:xfrm flipH="1">
            <a:off x="6200850" y="-9525"/>
            <a:ext cx="2952842" cy="2245669"/>
            <a:chOff x="0" y="0"/>
            <a:chExt cx="2952842" cy="2245669"/>
          </a:xfrm>
        </p:grpSpPr>
        <p:sp>
          <p:nvSpPr>
            <p:cNvPr id="1205" name="Google Shape;1205;p33"/>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3"/>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3"/>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3"/>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9" name="Google Shape;1209;p33"/>
          <p:cNvGrpSpPr/>
          <p:nvPr/>
        </p:nvGrpSpPr>
        <p:grpSpPr>
          <a:xfrm>
            <a:off x="-9625" y="2610012"/>
            <a:ext cx="5125569" cy="2543452"/>
            <a:chOff x="-94" y="2303325"/>
            <a:chExt cx="5723695" cy="2840259"/>
          </a:xfrm>
        </p:grpSpPr>
        <p:sp>
          <p:nvSpPr>
            <p:cNvPr id="1210" name="Google Shape;1210;p3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lt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7750" y="429768"/>
            <a:ext cx="7708500" cy="548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Antic Slab"/>
              <a:buNone/>
              <a:defRPr b="1" sz="3000">
                <a:solidFill>
                  <a:schemeClr val="dk1"/>
                </a:solidFill>
                <a:latin typeface="Antic Slab"/>
                <a:ea typeface="Antic Slab"/>
                <a:cs typeface="Antic Slab"/>
                <a:sym typeface="Antic Slab"/>
              </a:defRPr>
            </a:lvl1pPr>
            <a:lvl2pPr lvl="1" rtl="0">
              <a:spcBef>
                <a:spcPts val="0"/>
              </a:spcBef>
              <a:spcAft>
                <a:spcPts val="0"/>
              </a:spcAft>
              <a:buClr>
                <a:schemeClr val="dk1"/>
              </a:buClr>
              <a:buSzPts val="3500"/>
              <a:buNone/>
              <a:defRPr sz="3500">
                <a:solidFill>
                  <a:schemeClr val="dk1"/>
                </a:solidFill>
              </a:defRPr>
            </a:lvl2pPr>
            <a:lvl3pPr lvl="2" rtl="0">
              <a:spcBef>
                <a:spcPts val="0"/>
              </a:spcBef>
              <a:spcAft>
                <a:spcPts val="0"/>
              </a:spcAft>
              <a:buClr>
                <a:schemeClr val="dk1"/>
              </a:buClr>
              <a:buSzPts val="3500"/>
              <a:buNone/>
              <a:defRPr sz="3500">
                <a:solidFill>
                  <a:schemeClr val="dk1"/>
                </a:solidFill>
              </a:defRPr>
            </a:lvl3pPr>
            <a:lvl4pPr lvl="3" rtl="0">
              <a:spcBef>
                <a:spcPts val="0"/>
              </a:spcBef>
              <a:spcAft>
                <a:spcPts val="0"/>
              </a:spcAft>
              <a:buClr>
                <a:schemeClr val="dk1"/>
              </a:buClr>
              <a:buSzPts val="3500"/>
              <a:buNone/>
              <a:defRPr sz="3500">
                <a:solidFill>
                  <a:schemeClr val="dk1"/>
                </a:solidFill>
              </a:defRPr>
            </a:lvl4pPr>
            <a:lvl5pPr lvl="4" rtl="0">
              <a:spcBef>
                <a:spcPts val="0"/>
              </a:spcBef>
              <a:spcAft>
                <a:spcPts val="0"/>
              </a:spcAft>
              <a:buClr>
                <a:schemeClr val="dk1"/>
              </a:buClr>
              <a:buSzPts val="3500"/>
              <a:buNone/>
              <a:defRPr sz="3500">
                <a:solidFill>
                  <a:schemeClr val="dk1"/>
                </a:solidFill>
              </a:defRPr>
            </a:lvl5pPr>
            <a:lvl6pPr lvl="5" rtl="0">
              <a:spcBef>
                <a:spcPts val="0"/>
              </a:spcBef>
              <a:spcAft>
                <a:spcPts val="0"/>
              </a:spcAft>
              <a:buClr>
                <a:schemeClr val="dk1"/>
              </a:buClr>
              <a:buSzPts val="3500"/>
              <a:buNone/>
              <a:defRPr sz="3500">
                <a:solidFill>
                  <a:schemeClr val="dk1"/>
                </a:solidFill>
              </a:defRPr>
            </a:lvl6pPr>
            <a:lvl7pPr lvl="6" rtl="0">
              <a:spcBef>
                <a:spcPts val="0"/>
              </a:spcBef>
              <a:spcAft>
                <a:spcPts val="0"/>
              </a:spcAft>
              <a:buClr>
                <a:schemeClr val="dk1"/>
              </a:buClr>
              <a:buSzPts val="3500"/>
              <a:buNone/>
              <a:defRPr sz="3500">
                <a:solidFill>
                  <a:schemeClr val="dk1"/>
                </a:solidFill>
              </a:defRPr>
            </a:lvl7pPr>
            <a:lvl8pPr lvl="7" rtl="0">
              <a:spcBef>
                <a:spcPts val="0"/>
              </a:spcBef>
              <a:spcAft>
                <a:spcPts val="0"/>
              </a:spcAft>
              <a:buClr>
                <a:schemeClr val="dk1"/>
              </a:buClr>
              <a:buSzPts val="3500"/>
              <a:buNone/>
              <a:defRPr sz="3500">
                <a:solidFill>
                  <a:schemeClr val="dk1"/>
                </a:solidFill>
              </a:defRPr>
            </a:lvl8pPr>
            <a:lvl9pPr lvl="8" rtl="0">
              <a:spcBef>
                <a:spcPts val="0"/>
              </a:spcBef>
              <a:spcAft>
                <a:spcPts val="0"/>
              </a:spcAft>
              <a:buClr>
                <a:schemeClr val="dk1"/>
              </a:buClr>
              <a:buSzPts val="3500"/>
              <a:buNone/>
              <a:defRPr sz="3500">
                <a:solidFill>
                  <a:schemeClr val="dk1"/>
                </a:solidFill>
              </a:defRPr>
            </a:lvl9pPr>
          </a:lstStyle>
          <a:p/>
        </p:txBody>
      </p:sp>
      <p:sp>
        <p:nvSpPr>
          <p:cNvPr id="7" name="Google Shape;7;p1"/>
          <p:cNvSpPr txBox="1"/>
          <p:nvPr>
            <p:ph idx="1" type="body"/>
          </p:nvPr>
        </p:nvSpPr>
        <p:spPr>
          <a:xfrm>
            <a:off x="692700" y="1351875"/>
            <a:ext cx="7711800" cy="32475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1pPr>
            <a:lvl2pPr indent="-317500" lvl="1" marL="9144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2pPr>
            <a:lvl3pPr indent="-317500" lvl="2" marL="13716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3pPr>
            <a:lvl4pPr indent="-317500" lvl="3" marL="18288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4pPr>
            <a:lvl5pPr indent="-317500" lvl="4" marL="22860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5pPr>
            <a:lvl6pPr indent="-317500" lvl="5" marL="27432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6pPr>
            <a:lvl7pPr indent="-317500" lvl="6" marL="32004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7pPr>
            <a:lvl8pPr indent="-317500" lvl="7" marL="36576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8pPr>
            <a:lvl9pPr indent="-317500" lvl="8" marL="41148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s://en.wikipedia.org/wiki/Turkey?utm_source=chatgpt.com" TargetMode="External"/><Relationship Id="rId4" Type="http://schemas.openxmlformats.org/officeDocument/2006/relationships/hyperlink" Target="https://www.britannica.com/place/Turkey?utm_source=chatgpt.com" TargetMode="External"/><Relationship Id="rId5" Type="http://schemas.openxmlformats.org/officeDocument/2006/relationships/hyperlink" Target="https://www.undp.org/turkiye/our-focus/climate-change-and-environment" TargetMode="External"/><Relationship Id="rId6" Type="http://schemas.openxmlformats.org/officeDocument/2006/relationships/hyperlink" Target="https://www.iea.org/countries/turkiye?utm_source=chatgpt.com" TargetMode="External"/><Relationship Id="rId7" Type="http://schemas.openxmlformats.org/officeDocument/2006/relationships/hyperlink" Target="https://sdgs.un.org/goals?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grpSp>
        <p:nvGrpSpPr>
          <p:cNvPr id="1218" name="Google Shape;1218;p34"/>
          <p:cNvGrpSpPr/>
          <p:nvPr/>
        </p:nvGrpSpPr>
        <p:grpSpPr>
          <a:xfrm>
            <a:off x="-115" y="2778900"/>
            <a:ext cx="9155224" cy="2375559"/>
            <a:chOff x="1676950" y="5483525"/>
            <a:chExt cx="3160025" cy="819950"/>
          </a:xfrm>
        </p:grpSpPr>
        <p:sp>
          <p:nvSpPr>
            <p:cNvPr id="1219" name="Google Shape;1219;p34"/>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90"/>
                  </a:schemeClr>
                </a:gs>
                <a:gs pos="100000">
                  <a:schemeClr val="accent3">
                    <a:alpha val="5089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4"/>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4"/>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4"/>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5" name="Google Shape;1225;p34"/>
          <p:cNvGrpSpPr/>
          <p:nvPr/>
        </p:nvGrpSpPr>
        <p:grpSpPr>
          <a:xfrm>
            <a:off x="0" y="4498643"/>
            <a:ext cx="5116810" cy="644858"/>
            <a:chOff x="0" y="4498643"/>
            <a:chExt cx="5116810" cy="644858"/>
          </a:xfrm>
        </p:grpSpPr>
        <p:sp>
          <p:nvSpPr>
            <p:cNvPr id="1226" name="Google Shape;1226;p3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8" name="Google Shape;1228;p34"/>
          <p:cNvSpPr txBox="1"/>
          <p:nvPr>
            <p:ph type="ctrTitle"/>
          </p:nvPr>
        </p:nvSpPr>
        <p:spPr>
          <a:xfrm>
            <a:off x="4438325" y="661182"/>
            <a:ext cx="3147000" cy="6450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0" lang="en" sz="5400">
                <a:solidFill>
                  <a:srgbClr val="000000"/>
                </a:solidFill>
                <a:latin typeface="Montserrat Black"/>
                <a:ea typeface="Montserrat Black"/>
                <a:cs typeface="Montserrat Black"/>
                <a:sym typeface="Montserrat Black"/>
              </a:rPr>
              <a:t>                                    Turkey</a:t>
            </a:r>
            <a:endParaRPr b="0" sz="5400">
              <a:solidFill>
                <a:srgbClr val="000000"/>
              </a:solidFill>
              <a:latin typeface="Montserrat Black"/>
              <a:ea typeface="Montserrat Black"/>
              <a:cs typeface="Montserrat Black"/>
              <a:sym typeface="Montserrat Black"/>
            </a:endParaRPr>
          </a:p>
          <a:p>
            <a:pPr indent="0" lvl="0" marL="0" rtl="0" algn="l">
              <a:lnSpc>
                <a:spcPct val="115000"/>
              </a:lnSpc>
              <a:spcBef>
                <a:spcPts val="0"/>
              </a:spcBef>
              <a:spcAft>
                <a:spcPts val="0"/>
              </a:spcAft>
              <a:buNone/>
            </a:pPr>
            <a:r>
              <a:t/>
            </a:r>
            <a:endParaRPr b="0" sz="1100">
              <a:solidFill>
                <a:srgbClr val="000000"/>
              </a:solidFill>
              <a:latin typeface="Arial"/>
              <a:ea typeface="Arial"/>
              <a:cs typeface="Arial"/>
              <a:sym typeface="Arial"/>
            </a:endParaRPr>
          </a:p>
          <a:p>
            <a:pPr indent="0" lvl="0" marL="0" rtl="0" algn="r">
              <a:spcBef>
                <a:spcPts val="0"/>
              </a:spcBef>
              <a:spcAft>
                <a:spcPts val="0"/>
              </a:spcAft>
              <a:buNone/>
            </a:pPr>
            <a:r>
              <a:t/>
            </a:r>
            <a:endParaRPr sz="5700"/>
          </a:p>
        </p:txBody>
      </p:sp>
      <p:grpSp>
        <p:nvGrpSpPr>
          <p:cNvPr id="1229" name="Google Shape;1229;p34"/>
          <p:cNvGrpSpPr/>
          <p:nvPr/>
        </p:nvGrpSpPr>
        <p:grpSpPr>
          <a:xfrm>
            <a:off x="0" y="1790793"/>
            <a:ext cx="3489970" cy="3308705"/>
            <a:chOff x="0" y="1938649"/>
            <a:chExt cx="3414175" cy="3236847"/>
          </a:xfrm>
        </p:grpSpPr>
        <p:sp>
          <p:nvSpPr>
            <p:cNvPr id="1230" name="Google Shape;1230;p34"/>
            <p:cNvSpPr/>
            <p:nvPr/>
          </p:nvSpPr>
          <p:spPr>
            <a:xfrm>
              <a:off x="2610138" y="2017349"/>
              <a:ext cx="732256" cy="395460"/>
            </a:xfrm>
            <a:custGeom>
              <a:rect b="b" l="l" r="r" t="t"/>
              <a:pathLst>
                <a:path extrusionOk="0" h="10678" w="19772">
                  <a:moveTo>
                    <a:pt x="19213" y="0"/>
                  </a:moveTo>
                  <a:lnTo>
                    <a:pt x="17983" y="280"/>
                  </a:lnTo>
                  <a:lnTo>
                    <a:pt x="16660" y="634"/>
                  </a:lnTo>
                  <a:lnTo>
                    <a:pt x="15243" y="1006"/>
                  </a:lnTo>
                  <a:lnTo>
                    <a:pt x="13790" y="1416"/>
                  </a:lnTo>
                  <a:lnTo>
                    <a:pt x="12355" y="1826"/>
                  </a:lnTo>
                  <a:lnTo>
                    <a:pt x="10976" y="2274"/>
                  </a:lnTo>
                  <a:lnTo>
                    <a:pt x="9672" y="2721"/>
                  </a:lnTo>
                  <a:lnTo>
                    <a:pt x="8479" y="3149"/>
                  </a:lnTo>
                  <a:lnTo>
                    <a:pt x="7808" y="3466"/>
                  </a:lnTo>
                  <a:lnTo>
                    <a:pt x="7193" y="3802"/>
                  </a:lnTo>
                  <a:lnTo>
                    <a:pt x="6615" y="4137"/>
                  </a:lnTo>
                  <a:lnTo>
                    <a:pt x="6112" y="4454"/>
                  </a:lnTo>
                  <a:lnTo>
                    <a:pt x="5367" y="4957"/>
                  </a:lnTo>
                  <a:lnTo>
                    <a:pt x="5106" y="5143"/>
                  </a:lnTo>
                  <a:lnTo>
                    <a:pt x="4081" y="5460"/>
                  </a:lnTo>
                  <a:lnTo>
                    <a:pt x="3075" y="5796"/>
                  </a:lnTo>
                  <a:lnTo>
                    <a:pt x="1081" y="6504"/>
                  </a:lnTo>
                  <a:lnTo>
                    <a:pt x="559" y="8591"/>
                  </a:lnTo>
                  <a:lnTo>
                    <a:pt x="280" y="9634"/>
                  </a:lnTo>
                  <a:lnTo>
                    <a:pt x="0" y="10678"/>
                  </a:lnTo>
                  <a:lnTo>
                    <a:pt x="4472" y="8554"/>
                  </a:lnTo>
                  <a:lnTo>
                    <a:pt x="6466" y="7622"/>
                  </a:lnTo>
                  <a:lnTo>
                    <a:pt x="6653" y="7603"/>
                  </a:lnTo>
                  <a:lnTo>
                    <a:pt x="6876" y="7566"/>
                  </a:lnTo>
                  <a:lnTo>
                    <a:pt x="7193" y="7510"/>
                  </a:lnTo>
                  <a:lnTo>
                    <a:pt x="7622" y="7398"/>
                  </a:lnTo>
                  <a:lnTo>
                    <a:pt x="8162" y="7249"/>
                  </a:lnTo>
                  <a:lnTo>
                    <a:pt x="8796" y="7044"/>
                  </a:lnTo>
                  <a:lnTo>
                    <a:pt x="9523" y="6783"/>
                  </a:lnTo>
                  <a:lnTo>
                    <a:pt x="10380" y="6429"/>
                  </a:lnTo>
                  <a:lnTo>
                    <a:pt x="11349" y="6001"/>
                  </a:lnTo>
                  <a:lnTo>
                    <a:pt x="12448" y="5479"/>
                  </a:lnTo>
                  <a:lnTo>
                    <a:pt x="13659" y="4845"/>
                  </a:lnTo>
                  <a:lnTo>
                    <a:pt x="14983" y="4100"/>
                  </a:lnTo>
                  <a:lnTo>
                    <a:pt x="16455" y="3224"/>
                  </a:lnTo>
                  <a:lnTo>
                    <a:pt x="17237" y="2739"/>
                  </a:lnTo>
                  <a:lnTo>
                    <a:pt x="18039" y="2236"/>
                  </a:lnTo>
                  <a:lnTo>
                    <a:pt x="18896" y="1677"/>
                  </a:lnTo>
                  <a:lnTo>
                    <a:pt x="19772" y="1100"/>
                  </a:lnTo>
                  <a:lnTo>
                    <a:pt x="19213"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4"/>
            <p:cNvSpPr/>
            <p:nvPr/>
          </p:nvSpPr>
          <p:spPr>
            <a:xfrm>
              <a:off x="2610138" y="2031830"/>
              <a:ext cx="732256" cy="380979"/>
            </a:xfrm>
            <a:custGeom>
              <a:rect b="b" l="l" r="r" t="t"/>
              <a:pathLst>
                <a:path extrusionOk="0" h="10287" w="19772">
                  <a:moveTo>
                    <a:pt x="19418" y="0"/>
                  </a:moveTo>
                  <a:lnTo>
                    <a:pt x="16101" y="932"/>
                  </a:lnTo>
                  <a:lnTo>
                    <a:pt x="14461" y="1417"/>
                  </a:lnTo>
                  <a:lnTo>
                    <a:pt x="13641" y="1678"/>
                  </a:lnTo>
                  <a:lnTo>
                    <a:pt x="12821" y="1938"/>
                  </a:lnTo>
                  <a:lnTo>
                    <a:pt x="12020" y="2218"/>
                  </a:lnTo>
                  <a:lnTo>
                    <a:pt x="11218" y="2516"/>
                  </a:lnTo>
                  <a:lnTo>
                    <a:pt x="10417" y="2814"/>
                  </a:lnTo>
                  <a:lnTo>
                    <a:pt x="9634" y="3150"/>
                  </a:lnTo>
                  <a:lnTo>
                    <a:pt x="8852" y="3504"/>
                  </a:lnTo>
                  <a:lnTo>
                    <a:pt x="8088" y="3858"/>
                  </a:lnTo>
                  <a:lnTo>
                    <a:pt x="7342" y="4268"/>
                  </a:lnTo>
                  <a:lnTo>
                    <a:pt x="6597" y="4678"/>
                  </a:lnTo>
                  <a:lnTo>
                    <a:pt x="950" y="6672"/>
                  </a:lnTo>
                  <a:lnTo>
                    <a:pt x="485" y="8479"/>
                  </a:lnTo>
                  <a:lnTo>
                    <a:pt x="0" y="10287"/>
                  </a:lnTo>
                  <a:lnTo>
                    <a:pt x="4472" y="8163"/>
                  </a:lnTo>
                  <a:lnTo>
                    <a:pt x="6466" y="7231"/>
                  </a:lnTo>
                  <a:lnTo>
                    <a:pt x="6653" y="7212"/>
                  </a:lnTo>
                  <a:lnTo>
                    <a:pt x="6876" y="7175"/>
                  </a:lnTo>
                  <a:lnTo>
                    <a:pt x="7193" y="7119"/>
                  </a:lnTo>
                  <a:lnTo>
                    <a:pt x="7622" y="7007"/>
                  </a:lnTo>
                  <a:lnTo>
                    <a:pt x="8162" y="6858"/>
                  </a:lnTo>
                  <a:lnTo>
                    <a:pt x="8796" y="6653"/>
                  </a:lnTo>
                  <a:lnTo>
                    <a:pt x="9523" y="6392"/>
                  </a:lnTo>
                  <a:lnTo>
                    <a:pt x="10380" y="6038"/>
                  </a:lnTo>
                  <a:lnTo>
                    <a:pt x="11349" y="5610"/>
                  </a:lnTo>
                  <a:lnTo>
                    <a:pt x="12448" y="5088"/>
                  </a:lnTo>
                  <a:lnTo>
                    <a:pt x="13659" y="4454"/>
                  </a:lnTo>
                  <a:lnTo>
                    <a:pt x="14983" y="3709"/>
                  </a:lnTo>
                  <a:lnTo>
                    <a:pt x="16455" y="2833"/>
                  </a:lnTo>
                  <a:lnTo>
                    <a:pt x="17237" y="2348"/>
                  </a:lnTo>
                  <a:lnTo>
                    <a:pt x="18039" y="1845"/>
                  </a:lnTo>
                  <a:lnTo>
                    <a:pt x="18896" y="1286"/>
                  </a:lnTo>
                  <a:lnTo>
                    <a:pt x="19772" y="709"/>
                  </a:lnTo>
                  <a:lnTo>
                    <a:pt x="19418"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4"/>
            <p:cNvSpPr/>
            <p:nvPr/>
          </p:nvSpPr>
          <p:spPr>
            <a:xfrm>
              <a:off x="2610138" y="2031830"/>
              <a:ext cx="732256" cy="380979"/>
            </a:xfrm>
            <a:custGeom>
              <a:rect b="b" l="l" r="r" t="t"/>
              <a:pathLst>
                <a:path extrusionOk="0" fill="none" h="10287" w="19772">
                  <a:moveTo>
                    <a:pt x="19418" y="0"/>
                  </a:moveTo>
                  <a:lnTo>
                    <a:pt x="19418" y="0"/>
                  </a:lnTo>
                  <a:lnTo>
                    <a:pt x="16101" y="932"/>
                  </a:lnTo>
                  <a:lnTo>
                    <a:pt x="14461" y="1417"/>
                  </a:lnTo>
                  <a:lnTo>
                    <a:pt x="13641" y="1678"/>
                  </a:lnTo>
                  <a:lnTo>
                    <a:pt x="12821" y="1938"/>
                  </a:lnTo>
                  <a:lnTo>
                    <a:pt x="12020" y="2218"/>
                  </a:lnTo>
                  <a:lnTo>
                    <a:pt x="11218" y="2516"/>
                  </a:lnTo>
                  <a:lnTo>
                    <a:pt x="10417" y="2814"/>
                  </a:lnTo>
                  <a:lnTo>
                    <a:pt x="9634" y="3150"/>
                  </a:lnTo>
                  <a:lnTo>
                    <a:pt x="8852" y="3504"/>
                  </a:lnTo>
                  <a:lnTo>
                    <a:pt x="8088" y="3858"/>
                  </a:lnTo>
                  <a:lnTo>
                    <a:pt x="7342" y="4268"/>
                  </a:lnTo>
                  <a:lnTo>
                    <a:pt x="6597" y="4678"/>
                  </a:lnTo>
                  <a:lnTo>
                    <a:pt x="950" y="6672"/>
                  </a:lnTo>
                  <a:lnTo>
                    <a:pt x="950" y="6672"/>
                  </a:lnTo>
                  <a:lnTo>
                    <a:pt x="485" y="8479"/>
                  </a:lnTo>
                  <a:lnTo>
                    <a:pt x="0" y="10287"/>
                  </a:lnTo>
                  <a:lnTo>
                    <a:pt x="0" y="10287"/>
                  </a:lnTo>
                  <a:lnTo>
                    <a:pt x="4472" y="8163"/>
                  </a:lnTo>
                  <a:lnTo>
                    <a:pt x="6466" y="7231"/>
                  </a:lnTo>
                  <a:lnTo>
                    <a:pt x="6466" y="7231"/>
                  </a:lnTo>
                  <a:lnTo>
                    <a:pt x="6653" y="7212"/>
                  </a:lnTo>
                  <a:lnTo>
                    <a:pt x="6876" y="7175"/>
                  </a:lnTo>
                  <a:lnTo>
                    <a:pt x="7193" y="7119"/>
                  </a:lnTo>
                  <a:lnTo>
                    <a:pt x="7622" y="7007"/>
                  </a:lnTo>
                  <a:lnTo>
                    <a:pt x="8162" y="6858"/>
                  </a:lnTo>
                  <a:lnTo>
                    <a:pt x="8796" y="6653"/>
                  </a:lnTo>
                  <a:lnTo>
                    <a:pt x="9523" y="6392"/>
                  </a:lnTo>
                  <a:lnTo>
                    <a:pt x="10380" y="6038"/>
                  </a:lnTo>
                  <a:lnTo>
                    <a:pt x="11349" y="5610"/>
                  </a:lnTo>
                  <a:lnTo>
                    <a:pt x="12448" y="5088"/>
                  </a:lnTo>
                  <a:lnTo>
                    <a:pt x="13659" y="4454"/>
                  </a:lnTo>
                  <a:lnTo>
                    <a:pt x="14983" y="3709"/>
                  </a:lnTo>
                  <a:lnTo>
                    <a:pt x="16455" y="2833"/>
                  </a:lnTo>
                  <a:lnTo>
                    <a:pt x="17237" y="2348"/>
                  </a:lnTo>
                  <a:lnTo>
                    <a:pt x="18039" y="1845"/>
                  </a:lnTo>
                  <a:lnTo>
                    <a:pt x="18896" y="1286"/>
                  </a:lnTo>
                  <a:lnTo>
                    <a:pt x="19772" y="709"/>
                  </a:lnTo>
                  <a:lnTo>
                    <a:pt x="194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4"/>
            <p:cNvSpPr/>
            <p:nvPr/>
          </p:nvSpPr>
          <p:spPr>
            <a:xfrm>
              <a:off x="1583186" y="2258190"/>
              <a:ext cx="1066978" cy="1002130"/>
            </a:xfrm>
            <a:custGeom>
              <a:rect b="b" l="l" r="r" t="t"/>
              <a:pathLst>
                <a:path extrusionOk="0" h="27059" w="28810">
                  <a:moveTo>
                    <a:pt x="28810" y="1"/>
                  </a:moveTo>
                  <a:lnTo>
                    <a:pt x="27748" y="392"/>
                  </a:lnTo>
                  <a:lnTo>
                    <a:pt x="26667" y="765"/>
                  </a:lnTo>
                  <a:lnTo>
                    <a:pt x="25567" y="1119"/>
                  </a:lnTo>
                  <a:lnTo>
                    <a:pt x="24431" y="1454"/>
                  </a:lnTo>
                  <a:lnTo>
                    <a:pt x="24244" y="1473"/>
                  </a:lnTo>
                  <a:lnTo>
                    <a:pt x="23704" y="1473"/>
                  </a:lnTo>
                  <a:lnTo>
                    <a:pt x="23331" y="1417"/>
                  </a:lnTo>
                  <a:lnTo>
                    <a:pt x="22959" y="1361"/>
                  </a:lnTo>
                  <a:lnTo>
                    <a:pt x="22586" y="1305"/>
                  </a:lnTo>
                  <a:lnTo>
                    <a:pt x="22213" y="1268"/>
                  </a:lnTo>
                  <a:lnTo>
                    <a:pt x="21840" y="1249"/>
                  </a:lnTo>
                  <a:lnTo>
                    <a:pt x="21654" y="1249"/>
                  </a:lnTo>
                  <a:lnTo>
                    <a:pt x="21468" y="1286"/>
                  </a:lnTo>
                  <a:lnTo>
                    <a:pt x="21300" y="1286"/>
                  </a:lnTo>
                  <a:lnTo>
                    <a:pt x="21132" y="1305"/>
                  </a:lnTo>
                  <a:lnTo>
                    <a:pt x="20965" y="1342"/>
                  </a:lnTo>
                  <a:lnTo>
                    <a:pt x="20816" y="1380"/>
                  </a:lnTo>
                  <a:lnTo>
                    <a:pt x="20499" y="1491"/>
                  </a:lnTo>
                  <a:lnTo>
                    <a:pt x="20163" y="1603"/>
                  </a:lnTo>
                  <a:lnTo>
                    <a:pt x="19977" y="1678"/>
                  </a:lnTo>
                  <a:lnTo>
                    <a:pt x="19809" y="1752"/>
                  </a:lnTo>
                  <a:lnTo>
                    <a:pt x="19474" y="1957"/>
                  </a:lnTo>
                  <a:lnTo>
                    <a:pt x="19157" y="2181"/>
                  </a:lnTo>
                  <a:lnTo>
                    <a:pt x="18840" y="2405"/>
                  </a:lnTo>
                  <a:lnTo>
                    <a:pt x="18542" y="2628"/>
                  </a:lnTo>
                  <a:lnTo>
                    <a:pt x="18225" y="2833"/>
                  </a:lnTo>
                  <a:lnTo>
                    <a:pt x="18058" y="2926"/>
                  </a:lnTo>
                  <a:lnTo>
                    <a:pt x="17890" y="3001"/>
                  </a:lnTo>
                  <a:lnTo>
                    <a:pt x="17704" y="3057"/>
                  </a:lnTo>
                  <a:lnTo>
                    <a:pt x="17536" y="3094"/>
                  </a:lnTo>
                  <a:lnTo>
                    <a:pt x="14573" y="3318"/>
                  </a:lnTo>
                  <a:lnTo>
                    <a:pt x="13101" y="3448"/>
                  </a:lnTo>
                  <a:lnTo>
                    <a:pt x="11629" y="3579"/>
                  </a:lnTo>
                  <a:lnTo>
                    <a:pt x="10156" y="3746"/>
                  </a:lnTo>
                  <a:lnTo>
                    <a:pt x="9430" y="3839"/>
                  </a:lnTo>
                  <a:lnTo>
                    <a:pt x="8703" y="3951"/>
                  </a:lnTo>
                  <a:lnTo>
                    <a:pt x="7976" y="4063"/>
                  </a:lnTo>
                  <a:lnTo>
                    <a:pt x="7249" y="4194"/>
                  </a:lnTo>
                  <a:lnTo>
                    <a:pt x="6541" y="4343"/>
                  </a:lnTo>
                  <a:lnTo>
                    <a:pt x="5814" y="4510"/>
                  </a:lnTo>
                  <a:lnTo>
                    <a:pt x="7976" y="12225"/>
                  </a:lnTo>
                  <a:lnTo>
                    <a:pt x="8069" y="12598"/>
                  </a:lnTo>
                  <a:lnTo>
                    <a:pt x="8162" y="12989"/>
                  </a:lnTo>
                  <a:lnTo>
                    <a:pt x="8218" y="13362"/>
                  </a:lnTo>
                  <a:lnTo>
                    <a:pt x="8274" y="13753"/>
                  </a:lnTo>
                  <a:lnTo>
                    <a:pt x="8312" y="14145"/>
                  </a:lnTo>
                  <a:lnTo>
                    <a:pt x="8330" y="14517"/>
                  </a:lnTo>
                  <a:lnTo>
                    <a:pt x="8330" y="14909"/>
                  </a:lnTo>
                  <a:lnTo>
                    <a:pt x="8330" y="15300"/>
                  </a:lnTo>
                  <a:lnTo>
                    <a:pt x="8293" y="15691"/>
                  </a:lnTo>
                  <a:lnTo>
                    <a:pt x="8256" y="16064"/>
                  </a:lnTo>
                  <a:lnTo>
                    <a:pt x="8200" y="16455"/>
                  </a:lnTo>
                  <a:lnTo>
                    <a:pt x="8125" y="16828"/>
                  </a:lnTo>
                  <a:lnTo>
                    <a:pt x="8032" y="17219"/>
                  </a:lnTo>
                  <a:lnTo>
                    <a:pt x="7920" y="17592"/>
                  </a:lnTo>
                  <a:lnTo>
                    <a:pt x="7808" y="17965"/>
                  </a:lnTo>
                  <a:lnTo>
                    <a:pt x="7659" y="18319"/>
                  </a:lnTo>
                  <a:lnTo>
                    <a:pt x="0" y="26835"/>
                  </a:lnTo>
                  <a:lnTo>
                    <a:pt x="18840" y="27059"/>
                  </a:lnTo>
                  <a:lnTo>
                    <a:pt x="18840" y="27059"/>
                  </a:lnTo>
                  <a:lnTo>
                    <a:pt x="17927" y="18188"/>
                  </a:lnTo>
                  <a:lnTo>
                    <a:pt x="17890" y="17611"/>
                  </a:lnTo>
                  <a:lnTo>
                    <a:pt x="17890" y="17052"/>
                  </a:lnTo>
                  <a:lnTo>
                    <a:pt x="17927" y="16474"/>
                  </a:lnTo>
                  <a:lnTo>
                    <a:pt x="18002" y="15915"/>
                  </a:lnTo>
                  <a:lnTo>
                    <a:pt x="18207" y="14871"/>
                  </a:lnTo>
                  <a:lnTo>
                    <a:pt x="18468" y="13791"/>
                  </a:lnTo>
                  <a:lnTo>
                    <a:pt x="18747" y="12691"/>
                  </a:lnTo>
                  <a:lnTo>
                    <a:pt x="19083" y="11592"/>
                  </a:lnTo>
                  <a:lnTo>
                    <a:pt x="19269" y="11051"/>
                  </a:lnTo>
                  <a:lnTo>
                    <a:pt x="19455" y="10511"/>
                  </a:lnTo>
                  <a:lnTo>
                    <a:pt x="19660" y="10008"/>
                  </a:lnTo>
                  <a:lnTo>
                    <a:pt x="19865" y="9504"/>
                  </a:lnTo>
                  <a:lnTo>
                    <a:pt x="20070" y="9020"/>
                  </a:lnTo>
                  <a:lnTo>
                    <a:pt x="20294" y="8554"/>
                  </a:lnTo>
                  <a:lnTo>
                    <a:pt x="20517" y="8107"/>
                  </a:lnTo>
                  <a:lnTo>
                    <a:pt x="20760" y="7697"/>
                  </a:lnTo>
                  <a:lnTo>
                    <a:pt x="21076" y="7492"/>
                  </a:lnTo>
                  <a:lnTo>
                    <a:pt x="21598" y="7194"/>
                  </a:lnTo>
                  <a:lnTo>
                    <a:pt x="22344" y="6821"/>
                  </a:lnTo>
                  <a:lnTo>
                    <a:pt x="23238" y="6374"/>
                  </a:lnTo>
                  <a:lnTo>
                    <a:pt x="25362" y="5312"/>
                  </a:lnTo>
                  <a:lnTo>
                    <a:pt x="27729" y="4175"/>
                  </a:lnTo>
                  <a:lnTo>
                    <a:pt x="28009" y="3131"/>
                  </a:lnTo>
                  <a:lnTo>
                    <a:pt x="28288" y="2088"/>
                  </a:lnTo>
                  <a:lnTo>
                    <a:pt x="2881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4"/>
            <p:cNvSpPr/>
            <p:nvPr/>
          </p:nvSpPr>
          <p:spPr>
            <a:xfrm>
              <a:off x="2617027" y="2346520"/>
              <a:ext cx="11073" cy="40776"/>
            </a:xfrm>
            <a:custGeom>
              <a:rect b="b" l="l" r="r" t="t"/>
              <a:pathLst>
                <a:path extrusionOk="0" h="1101" w="299">
                  <a:moveTo>
                    <a:pt x="299" y="1"/>
                  </a:moveTo>
                  <a:lnTo>
                    <a:pt x="198" y="374"/>
                  </a:lnTo>
                  <a:lnTo>
                    <a:pt x="205" y="374"/>
                  </a:lnTo>
                  <a:lnTo>
                    <a:pt x="299" y="1"/>
                  </a:lnTo>
                  <a:close/>
                  <a:moveTo>
                    <a:pt x="187" y="374"/>
                  </a:moveTo>
                  <a:lnTo>
                    <a:pt x="187" y="413"/>
                  </a:lnTo>
                  <a:lnTo>
                    <a:pt x="198" y="374"/>
                  </a:lnTo>
                  <a:close/>
                  <a:moveTo>
                    <a:pt x="187" y="413"/>
                  </a:moveTo>
                  <a:lnTo>
                    <a:pt x="155" y="530"/>
                  </a:lnTo>
                  <a:lnTo>
                    <a:pt x="168" y="504"/>
                  </a:lnTo>
                  <a:lnTo>
                    <a:pt x="168" y="485"/>
                  </a:lnTo>
                  <a:lnTo>
                    <a:pt x="187" y="448"/>
                  </a:lnTo>
                  <a:lnTo>
                    <a:pt x="187" y="430"/>
                  </a:lnTo>
                  <a:lnTo>
                    <a:pt x="187" y="413"/>
                  </a:lnTo>
                  <a:close/>
                  <a:moveTo>
                    <a:pt x="155" y="530"/>
                  </a:moveTo>
                  <a:lnTo>
                    <a:pt x="150" y="541"/>
                  </a:lnTo>
                  <a:lnTo>
                    <a:pt x="150" y="551"/>
                  </a:lnTo>
                  <a:lnTo>
                    <a:pt x="155" y="530"/>
                  </a:lnTo>
                  <a:close/>
                  <a:moveTo>
                    <a:pt x="150" y="551"/>
                  </a:moveTo>
                  <a:lnTo>
                    <a:pt x="144" y="571"/>
                  </a:lnTo>
                  <a:lnTo>
                    <a:pt x="150" y="560"/>
                  </a:lnTo>
                  <a:lnTo>
                    <a:pt x="150" y="551"/>
                  </a:lnTo>
                  <a:close/>
                  <a:moveTo>
                    <a:pt x="144" y="571"/>
                  </a:moveTo>
                  <a:lnTo>
                    <a:pt x="131" y="597"/>
                  </a:lnTo>
                  <a:lnTo>
                    <a:pt x="131" y="616"/>
                  </a:lnTo>
                  <a:lnTo>
                    <a:pt x="131" y="619"/>
                  </a:lnTo>
                  <a:lnTo>
                    <a:pt x="144" y="571"/>
                  </a:lnTo>
                  <a:close/>
                  <a:moveTo>
                    <a:pt x="131" y="619"/>
                  </a:moveTo>
                  <a:lnTo>
                    <a:pt x="100" y="734"/>
                  </a:lnTo>
                  <a:lnTo>
                    <a:pt x="112" y="709"/>
                  </a:lnTo>
                  <a:lnTo>
                    <a:pt x="112" y="690"/>
                  </a:lnTo>
                  <a:lnTo>
                    <a:pt x="131" y="653"/>
                  </a:lnTo>
                  <a:lnTo>
                    <a:pt x="131" y="619"/>
                  </a:lnTo>
                  <a:close/>
                  <a:moveTo>
                    <a:pt x="100" y="734"/>
                  </a:moveTo>
                  <a:lnTo>
                    <a:pt x="94" y="746"/>
                  </a:lnTo>
                  <a:lnTo>
                    <a:pt x="94" y="757"/>
                  </a:lnTo>
                  <a:lnTo>
                    <a:pt x="100" y="734"/>
                  </a:lnTo>
                  <a:close/>
                  <a:moveTo>
                    <a:pt x="94" y="757"/>
                  </a:moveTo>
                  <a:lnTo>
                    <a:pt x="0" y="1100"/>
                  </a:lnTo>
                  <a:lnTo>
                    <a:pt x="19" y="1063"/>
                  </a:lnTo>
                  <a:lnTo>
                    <a:pt x="38" y="1007"/>
                  </a:lnTo>
                  <a:lnTo>
                    <a:pt x="94" y="765"/>
                  </a:lnTo>
                  <a:lnTo>
                    <a:pt x="94" y="757"/>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4"/>
            <p:cNvSpPr/>
            <p:nvPr/>
          </p:nvSpPr>
          <p:spPr>
            <a:xfrm>
              <a:off x="2617027" y="2346520"/>
              <a:ext cx="11073" cy="40776"/>
            </a:xfrm>
            <a:custGeom>
              <a:rect b="b" l="l" r="r" t="t"/>
              <a:pathLst>
                <a:path extrusionOk="0" fill="none" h="1101" w="299">
                  <a:moveTo>
                    <a:pt x="299" y="1"/>
                  </a:moveTo>
                  <a:lnTo>
                    <a:pt x="299" y="1"/>
                  </a:lnTo>
                  <a:lnTo>
                    <a:pt x="0" y="1100"/>
                  </a:lnTo>
                  <a:lnTo>
                    <a:pt x="0" y="1100"/>
                  </a:lnTo>
                  <a:lnTo>
                    <a:pt x="19" y="1063"/>
                  </a:lnTo>
                  <a:lnTo>
                    <a:pt x="19" y="1063"/>
                  </a:lnTo>
                  <a:lnTo>
                    <a:pt x="19" y="1063"/>
                  </a:lnTo>
                  <a:lnTo>
                    <a:pt x="19" y="1063"/>
                  </a:lnTo>
                  <a:lnTo>
                    <a:pt x="38" y="1007"/>
                  </a:lnTo>
                  <a:lnTo>
                    <a:pt x="38" y="1007"/>
                  </a:lnTo>
                  <a:lnTo>
                    <a:pt x="38" y="1007"/>
                  </a:lnTo>
                  <a:lnTo>
                    <a:pt x="38" y="1007"/>
                  </a:lnTo>
                  <a:lnTo>
                    <a:pt x="94" y="765"/>
                  </a:lnTo>
                  <a:lnTo>
                    <a:pt x="94" y="765"/>
                  </a:lnTo>
                  <a:lnTo>
                    <a:pt x="94" y="746"/>
                  </a:lnTo>
                  <a:lnTo>
                    <a:pt x="94" y="746"/>
                  </a:lnTo>
                  <a:lnTo>
                    <a:pt x="112" y="709"/>
                  </a:lnTo>
                  <a:lnTo>
                    <a:pt x="112" y="709"/>
                  </a:lnTo>
                  <a:lnTo>
                    <a:pt x="112" y="690"/>
                  </a:lnTo>
                  <a:lnTo>
                    <a:pt x="112" y="690"/>
                  </a:lnTo>
                  <a:lnTo>
                    <a:pt x="131" y="653"/>
                  </a:lnTo>
                  <a:lnTo>
                    <a:pt x="131" y="653"/>
                  </a:lnTo>
                  <a:lnTo>
                    <a:pt x="131" y="616"/>
                  </a:lnTo>
                  <a:lnTo>
                    <a:pt x="131" y="616"/>
                  </a:lnTo>
                  <a:lnTo>
                    <a:pt x="131" y="597"/>
                  </a:lnTo>
                  <a:lnTo>
                    <a:pt x="131" y="597"/>
                  </a:lnTo>
                  <a:lnTo>
                    <a:pt x="150" y="560"/>
                  </a:lnTo>
                  <a:lnTo>
                    <a:pt x="150" y="560"/>
                  </a:lnTo>
                  <a:lnTo>
                    <a:pt x="150" y="541"/>
                  </a:lnTo>
                  <a:lnTo>
                    <a:pt x="150" y="541"/>
                  </a:lnTo>
                  <a:lnTo>
                    <a:pt x="168" y="504"/>
                  </a:lnTo>
                  <a:lnTo>
                    <a:pt x="168" y="504"/>
                  </a:lnTo>
                  <a:lnTo>
                    <a:pt x="168" y="485"/>
                  </a:lnTo>
                  <a:lnTo>
                    <a:pt x="168" y="485"/>
                  </a:lnTo>
                  <a:lnTo>
                    <a:pt x="187" y="448"/>
                  </a:lnTo>
                  <a:lnTo>
                    <a:pt x="187" y="448"/>
                  </a:lnTo>
                  <a:lnTo>
                    <a:pt x="187" y="430"/>
                  </a:lnTo>
                  <a:lnTo>
                    <a:pt x="187" y="430"/>
                  </a:lnTo>
                  <a:lnTo>
                    <a:pt x="187" y="374"/>
                  </a:lnTo>
                  <a:lnTo>
                    <a:pt x="187" y="374"/>
                  </a:lnTo>
                  <a:lnTo>
                    <a:pt x="205" y="374"/>
                  </a:lnTo>
                  <a:lnTo>
                    <a:pt x="205" y="374"/>
                  </a:lnTo>
                  <a:lnTo>
                    <a:pt x="29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4"/>
            <p:cNvSpPr/>
            <p:nvPr/>
          </p:nvSpPr>
          <p:spPr>
            <a:xfrm>
              <a:off x="2628063" y="2345149"/>
              <a:ext cx="37" cy="1407"/>
            </a:xfrm>
            <a:custGeom>
              <a:rect b="b" l="l" r="r" t="t"/>
              <a:pathLst>
                <a:path extrusionOk="0" fill="none" h="38" w="1">
                  <a:moveTo>
                    <a:pt x="1" y="1"/>
                  </a:moveTo>
                  <a:lnTo>
                    <a:pt x="1" y="1"/>
                  </a:lnTo>
                  <a:lnTo>
                    <a:pt x="1" y="38"/>
                  </a:lnTo>
                  <a:lnTo>
                    <a:pt x="1" y="3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4"/>
            <p:cNvSpPr/>
            <p:nvPr/>
          </p:nvSpPr>
          <p:spPr>
            <a:xfrm>
              <a:off x="2628767" y="2343075"/>
              <a:ext cx="37" cy="1444"/>
            </a:xfrm>
            <a:custGeom>
              <a:rect b="b" l="l" r="r" t="t"/>
              <a:pathLst>
                <a:path extrusionOk="0" fill="none" h="39" w="1">
                  <a:moveTo>
                    <a:pt x="0" y="1"/>
                  </a:moveTo>
                  <a:lnTo>
                    <a:pt x="0" y="1"/>
                  </a:lnTo>
                  <a:lnTo>
                    <a:pt x="0" y="38"/>
                  </a:lnTo>
                  <a:lnTo>
                    <a:pt x="0" y="38"/>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4"/>
            <p:cNvSpPr/>
            <p:nvPr/>
          </p:nvSpPr>
          <p:spPr>
            <a:xfrm>
              <a:off x="2628767" y="2341001"/>
              <a:ext cx="704" cy="741"/>
            </a:xfrm>
            <a:custGeom>
              <a:rect b="b" l="l" r="r" t="t"/>
              <a:pathLst>
                <a:path extrusionOk="0" fill="none" h="20" w="19">
                  <a:moveTo>
                    <a:pt x="19" y="1"/>
                  </a:moveTo>
                  <a:lnTo>
                    <a:pt x="19" y="1"/>
                  </a:lnTo>
                  <a:lnTo>
                    <a:pt x="0" y="19"/>
                  </a:lnTo>
                  <a:lnTo>
                    <a:pt x="0"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4"/>
            <p:cNvSpPr/>
            <p:nvPr/>
          </p:nvSpPr>
          <p:spPr>
            <a:xfrm>
              <a:off x="2629434" y="2339631"/>
              <a:ext cx="37" cy="37"/>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4"/>
            <p:cNvSpPr/>
            <p:nvPr/>
          </p:nvSpPr>
          <p:spPr>
            <a:xfrm>
              <a:off x="2645322" y="2269930"/>
              <a:ext cx="2111" cy="9000"/>
            </a:xfrm>
            <a:custGeom>
              <a:rect b="b" l="l" r="r" t="t"/>
              <a:pathLst>
                <a:path extrusionOk="0" fill="none" h="243" w="57">
                  <a:moveTo>
                    <a:pt x="56" y="0"/>
                  </a:moveTo>
                  <a:lnTo>
                    <a:pt x="56" y="0"/>
                  </a:lnTo>
                  <a:lnTo>
                    <a:pt x="56" y="0"/>
                  </a:lnTo>
                  <a:lnTo>
                    <a:pt x="0" y="243"/>
                  </a:lnTo>
                  <a:lnTo>
                    <a:pt x="0" y="243"/>
                  </a:lnTo>
                  <a:lnTo>
                    <a:pt x="0" y="243"/>
                  </a:lnTo>
                  <a:lnTo>
                    <a:pt x="5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4"/>
            <p:cNvSpPr/>
            <p:nvPr/>
          </p:nvSpPr>
          <p:spPr>
            <a:xfrm>
              <a:off x="2624619" y="2278893"/>
              <a:ext cx="20740" cy="81477"/>
            </a:xfrm>
            <a:custGeom>
              <a:rect b="b" l="l" r="r" t="t"/>
              <a:pathLst>
                <a:path extrusionOk="0" h="2200" w="560">
                  <a:moveTo>
                    <a:pt x="559" y="1"/>
                  </a:moveTo>
                  <a:lnTo>
                    <a:pt x="131" y="1641"/>
                  </a:lnTo>
                  <a:lnTo>
                    <a:pt x="131" y="1678"/>
                  </a:lnTo>
                  <a:lnTo>
                    <a:pt x="112" y="1696"/>
                  </a:lnTo>
                  <a:lnTo>
                    <a:pt x="112" y="1734"/>
                  </a:lnTo>
                  <a:lnTo>
                    <a:pt x="112" y="1760"/>
                  </a:lnTo>
                  <a:lnTo>
                    <a:pt x="559" y="1"/>
                  </a:lnTo>
                  <a:close/>
                  <a:moveTo>
                    <a:pt x="112" y="1760"/>
                  </a:moveTo>
                  <a:lnTo>
                    <a:pt x="108" y="1775"/>
                  </a:lnTo>
                  <a:lnTo>
                    <a:pt x="112" y="1771"/>
                  </a:lnTo>
                  <a:lnTo>
                    <a:pt x="112" y="1760"/>
                  </a:lnTo>
                  <a:close/>
                  <a:moveTo>
                    <a:pt x="108" y="1775"/>
                  </a:moveTo>
                  <a:lnTo>
                    <a:pt x="94" y="1790"/>
                  </a:lnTo>
                  <a:lnTo>
                    <a:pt x="94" y="1827"/>
                  </a:lnTo>
                  <a:lnTo>
                    <a:pt x="0" y="2200"/>
                  </a:lnTo>
                  <a:lnTo>
                    <a:pt x="108" y="1775"/>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4"/>
            <p:cNvSpPr/>
            <p:nvPr/>
          </p:nvSpPr>
          <p:spPr>
            <a:xfrm>
              <a:off x="2617731" y="2385888"/>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4"/>
            <p:cNvSpPr/>
            <p:nvPr/>
          </p:nvSpPr>
          <p:spPr>
            <a:xfrm>
              <a:off x="2618397" y="2383814"/>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4"/>
            <p:cNvSpPr/>
            <p:nvPr/>
          </p:nvSpPr>
          <p:spPr>
            <a:xfrm>
              <a:off x="2620471" y="2374148"/>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4"/>
            <p:cNvSpPr/>
            <p:nvPr/>
          </p:nvSpPr>
          <p:spPr>
            <a:xfrm>
              <a:off x="2621175" y="2372074"/>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4"/>
            <p:cNvSpPr/>
            <p:nvPr/>
          </p:nvSpPr>
          <p:spPr>
            <a:xfrm>
              <a:off x="2621842" y="2369296"/>
              <a:ext cx="37" cy="1444"/>
            </a:xfrm>
            <a:custGeom>
              <a:rect b="b" l="l" r="r" t="t"/>
              <a:pathLst>
                <a:path extrusionOk="0" fill="none" h="39" w="1">
                  <a:moveTo>
                    <a:pt x="1" y="1"/>
                  </a:moveTo>
                  <a:lnTo>
                    <a:pt x="1" y="1"/>
                  </a:lnTo>
                  <a:lnTo>
                    <a:pt x="1" y="38"/>
                  </a:lnTo>
                  <a:lnTo>
                    <a:pt x="1" y="3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4"/>
            <p:cNvSpPr/>
            <p:nvPr/>
          </p:nvSpPr>
          <p:spPr>
            <a:xfrm>
              <a:off x="2621842" y="2367222"/>
              <a:ext cx="741" cy="1444"/>
            </a:xfrm>
            <a:custGeom>
              <a:rect b="b" l="l" r="r" t="t"/>
              <a:pathLst>
                <a:path extrusionOk="0" fill="none" h="39" w="20">
                  <a:moveTo>
                    <a:pt x="20" y="1"/>
                  </a:moveTo>
                  <a:lnTo>
                    <a:pt x="20" y="1"/>
                  </a:lnTo>
                  <a:lnTo>
                    <a:pt x="1" y="38"/>
                  </a:lnTo>
                  <a:lnTo>
                    <a:pt x="1" y="38"/>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4"/>
            <p:cNvSpPr/>
            <p:nvPr/>
          </p:nvSpPr>
          <p:spPr>
            <a:xfrm>
              <a:off x="2622545" y="2365185"/>
              <a:ext cx="741" cy="1407"/>
            </a:xfrm>
            <a:custGeom>
              <a:rect b="b" l="l" r="r" t="t"/>
              <a:pathLst>
                <a:path extrusionOk="0" fill="none" h="38" w="20">
                  <a:moveTo>
                    <a:pt x="19" y="0"/>
                  </a:moveTo>
                  <a:lnTo>
                    <a:pt x="19" y="0"/>
                  </a:lnTo>
                  <a:lnTo>
                    <a:pt x="1" y="37"/>
                  </a:lnTo>
                  <a:lnTo>
                    <a:pt x="1"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4"/>
            <p:cNvSpPr/>
            <p:nvPr/>
          </p:nvSpPr>
          <p:spPr>
            <a:xfrm>
              <a:off x="2623249" y="2363111"/>
              <a:ext cx="704" cy="1407"/>
            </a:xfrm>
            <a:custGeom>
              <a:rect b="b" l="l" r="r" t="t"/>
              <a:pathLst>
                <a:path extrusionOk="0" fill="none" h="38" w="19">
                  <a:moveTo>
                    <a:pt x="19" y="0"/>
                  </a:moveTo>
                  <a:lnTo>
                    <a:pt x="19" y="0"/>
                  </a:lnTo>
                  <a:lnTo>
                    <a:pt x="0" y="37"/>
                  </a:lnTo>
                  <a:lnTo>
                    <a:pt x="0"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4"/>
            <p:cNvSpPr/>
            <p:nvPr/>
          </p:nvSpPr>
          <p:spPr>
            <a:xfrm>
              <a:off x="2623916" y="2360334"/>
              <a:ext cx="37" cy="2111"/>
            </a:xfrm>
            <a:custGeom>
              <a:rect b="b" l="l" r="r" t="t"/>
              <a:pathLst>
                <a:path extrusionOk="0" fill="none" h="57" w="1">
                  <a:moveTo>
                    <a:pt x="1" y="1"/>
                  </a:moveTo>
                  <a:lnTo>
                    <a:pt x="1" y="1"/>
                  </a:lnTo>
                  <a:lnTo>
                    <a:pt x="1" y="57"/>
                  </a:lnTo>
                  <a:lnTo>
                    <a:pt x="1" y="57"/>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4"/>
            <p:cNvSpPr/>
            <p:nvPr/>
          </p:nvSpPr>
          <p:spPr>
            <a:xfrm>
              <a:off x="2624619" y="2278893"/>
              <a:ext cx="20740" cy="81477"/>
            </a:xfrm>
            <a:custGeom>
              <a:rect b="b" l="l" r="r" t="t"/>
              <a:pathLst>
                <a:path extrusionOk="0" fill="none" h="2200" w="560">
                  <a:moveTo>
                    <a:pt x="559" y="1"/>
                  </a:moveTo>
                  <a:lnTo>
                    <a:pt x="559" y="1"/>
                  </a:lnTo>
                  <a:lnTo>
                    <a:pt x="559" y="1"/>
                  </a:lnTo>
                  <a:lnTo>
                    <a:pt x="131" y="1641"/>
                  </a:lnTo>
                  <a:lnTo>
                    <a:pt x="131" y="1641"/>
                  </a:lnTo>
                  <a:lnTo>
                    <a:pt x="131" y="1641"/>
                  </a:lnTo>
                  <a:lnTo>
                    <a:pt x="131" y="1641"/>
                  </a:lnTo>
                  <a:lnTo>
                    <a:pt x="131" y="1641"/>
                  </a:lnTo>
                  <a:lnTo>
                    <a:pt x="131" y="1641"/>
                  </a:lnTo>
                  <a:lnTo>
                    <a:pt x="131" y="1678"/>
                  </a:lnTo>
                  <a:lnTo>
                    <a:pt x="131" y="1678"/>
                  </a:lnTo>
                  <a:lnTo>
                    <a:pt x="131" y="1678"/>
                  </a:lnTo>
                  <a:lnTo>
                    <a:pt x="112" y="1696"/>
                  </a:lnTo>
                  <a:lnTo>
                    <a:pt x="112" y="1696"/>
                  </a:lnTo>
                  <a:lnTo>
                    <a:pt x="112" y="1696"/>
                  </a:lnTo>
                  <a:lnTo>
                    <a:pt x="112" y="1734"/>
                  </a:lnTo>
                  <a:lnTo>
                    <a:pt x="112" y="1734"/>
                  </a:lnTo>
                  <a:lnTo>
                    <a:pt x="112" y="1734"/>
                  </a:lnTo>
                  <a:lnTo>
                    <a:pt x="112" y="1771"/>
                  </a:lnTo>
                  <a:lnTo>
                    <a:pt x="112" y="1771"/>
                  </a:lnTo>
                  <a:lnTo>
                    <a:pt x="112" y="1771"/>
                  </a:lnTo>
                  <a:lnTo>
                    <a:pt x="94" y="1790"/>
                  </a:lnTo>
                  <a:lnTo>
                    <a:pt x="94" y="1790"/>
                  </a:lnTo>
                  <a:lnTo>
                    <a:pt x="94" y="1790"/>
                  </a:lnTo>
                  <a:lnTo>
                    <a:pt x="94" y="1827"/>
                  </a:lnTo>
                  <a:lnTo>
                    <a:pt x="94" y="1827"/>
                  </a:lnTo>
                  <a:lnTo>
                    <a:pt x="94" y="1827"/>
                  </a:lnTo>
                  <a:lnTo>
                    <a:pt x="94" y="1827"/>
                  </a:lnTo>
                  <a:lnTo>
                    <a:pt x="94" y="1827"/>
                  </a:lnTo>
                  <a:lnTo>
                    <a:pt x="94" y="1827"/>
                  </a:lnTo>
                  <a:lnTo>
                    <a:pt x="0" y="2200"/>
                  </a:lnTo>
                  <a:lnTo>
                    <a:pt x="0" y="2200"/>
                  </a:lnTo>
                  <a:lnTo>
                    <a:pt x="55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4"/>
            <p:cNvSpPr/>
            <p:nvPr/>
          </p:nvSpPr>
          <p:spPr>
            <a:xfrm>
              <a:off x="2616323" y="2387258"/>
              <a:ext cx="741" cy="3481"/>
            </a:xfrm>
            <a:custGeom>
              <a:rect b="b" l="l" r="r" t="t"/>
              <a:pathLst>
                <a:path extrusionOk="0" h="94" w="20">
                  <a:moveTo>
                    <a:pt x="19" y="0"/>
                  </a:moveTo>
                  <a:lnTo>
                    <a:pt x="7" y="63"/>
                  </a:lnTo>
                  <a:lnTo>
                    <a:pt x="19" y="38"/>
                  </a:lnTo>
                  <a:lnTo>
                    <a:pt x="19" y="19"/>
                  </a:lnTo>
                  <a:lnTo>
                    <a:pt x="19" y="0"/>
                  </a:lnTo>
                  <a:close/>
                  <a:moveTo>
                    <a:pt x="7" y="63"/>
                  </a:moveTo>
                  <a:lnTo>
                    <a:pt x="1" y="75"/>
                  </a:lnTo>
                  <a:lnTo>
                    <a:pt x="1" y="94"/>
                  </a:lnTo>
                  <a:lnTo>
                    <a:pt x="7" y="63"/>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4"/>
            <p:cNvSpPr/>
            <p:nvPr/>
          </p:nvSpPr>
          <p:spPr>
            <a:xfrm>
              <a:off x="2616323" y="2387258"/>
              <a:ext cx="741" cy="3481"/>
            </a:xfrm>
            <a:custGeom>
              <a:rect b="b" l="l" r="r" t="t"/>
              <a:pathLst>
                <a:path extrusionOk="0" fill="none" h="94" w="20">
                  <a:moveTo>
                    <a:pt x="19" y="0"/>
                  </a:moveTo>
                  <a:lnTo>
                    <a:pt x="19" y="0"/>
                  </a:lnTo>
                  <a:lnTo>
                    <a:pt x="1" y="94"/>
                  </a:lnTo>
                  <a:lnTo>
                    <a:pt x="1" y="94"/>
                  </a:lnTo>
                  <a:lnTo>
                    <a:pt x="1" y="94"/>
                  </a:lnTo>
                  <a:lnTo>
                    <a:pt x="1" y="94"/>
                  </a:lnTo>
                  <a:lnTo>
                    <a:pt x="1" y="75"/>
                  </a:lnTo>
                  <a:lnTo>
                    <a:pt x="1" y="75"/>
                  </a:lnTo>
                  <a:lnTo>
                    <a:pt x="19" y="38"/>
                  </a:lnTo>
                  <a:lnTo>
                    <a:pt x="19" y="38"/>
                  </a:lnTo>
                  <a:lnTo>
                    <a:pt x="19" y="19"/>
                  </a:lnTo>
                  <a:lnTo>
                    <a:pt x="19"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4"/>
            <p:cNvSpPr/>
            <p:nvPr/>
          </p:nvSpPr>
          <p:spPr>
            <a:xfrm>
              <a:off x="2616323" y="2387962"/>
              <a:ext cx="741" cy="2778"/>
            </a:xfrm>
            <a:custGeom>
              <a:rect b="b" l="l" r="r" t="t"/>
              <a:pathLst>
                <a:path extrusionOk="0" h="75" w="20">
                  <a:moveTo>
                    <a:pt x="1" y="56"/>
                  </a:moveTo>
                  <a:lnTo>
                    <a:pt x="1" y="56"/>
                  </a:lnTo>
                  <a:lnTo>
                    <a:pt x="1" y="75"/>
                  </a:lnTo>
                  <a:lnTo>
                    <a:pt x="1" y="75"/>
                  </a:lnTo>
                  <a:lnTo>
                    <a:pt x="1" y="56"/>
                  </a:lnTo>
                  <a:close/>
                  <a:moveTo>
                    <a:pt x="19" y="0"/>
                  </a:moveTo>
                  <a:lnTo>
                    <a:pt x="19" y="0"/>
                  </a:lnTo>
                  <a:lnTo>
                    <a:pt x="19" y="19"/>
                  </a:lnTo>
                  <a:lnTo>
                    <a:pt x="19"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4"/>
            <p:cNvSpPr/>
            <p:nvPr/>
          </p:nvSpPr>
          <p:spPr>
            <a:xfrm>
              <a:off x="2616323" y="2389999"/>
              <a:ext cx="37" cy="741"/>
            </a:xfrm>
            <a:custGeom>
              <a:rect b="b" l="l" r="r" t="t"/>
              <a:pathLst>
                <a:path extrusionOk="0" fill="none" h="20" w="1">
                  <a:moveTo>
                    <a:pt x="1" y="1"/>
                  </a:moveTo>
                  <a:lnTo>
                    <a:pt x="1" y="1"/>
                  </a:lnTo>
                  <a:lnTo>
                    <a:pt x="1" y="20"/>
                  </a:lnTo>
                  <a:lnTo>
                    <a:pt x="1" y="20"/>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4"/>
            <p:cNvSpPr/>
            <p:nvPr/>
          </p:nvSpPr>
          <p:spPr>
            <a:xfrm>
              <a:off x="2617027" y="2387962"/>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4"/>
            <p:cNvSpPr/>
            <p:nvPr/>
          </p:nvSpPr>
          <p:spPr>
            <a:xfrm>
              <a:off x="2615657" y="2391406"/>
              <a:ext cx="704" cy="2111"/>
            </a:xfrm>
            <a:custGeom>
              <a:rect b="b" l="l" r="r" t="t"/>
              <a:pathLst>
                <a:path extrusionOk="0" h="57" w="19">
                  <a:moveTo>
                    <a:pt x="19" y="0"/>
                  </a:moveTo>
                  <a:lnTo>
                    <a:pt x="0" y="37"/>
                  </a:lnTo>
                  <a:lnTo>
                    <a:pt x="0" y="56"/>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4"/>
            <p:cNvSpPr/>
            <p:nvPr/>
          </p:nvSpPr>
          <p:spPr>
            <a:xfrm>
              <a:off x="2615657" y="2391406"/>
              <a:ext cx="704" cy="2111"/>
            </a:xfrm>
            <a:custGeom>
              <a:rect b="b" l="l" r="r" t="t"/>
              <a:pathLst>
                <a:path extrusionOk="0" fill="none" h="57" w="19">
                  <a:moveTo>
                    <a:pt x="19" y="0"/>
                  </a:moveTo>
                  <a:lnTo>
                    <a:pt x="19" y="0"/>
                  </a:lnTo>
                  <a:lnTo>
                    <a:pt x="0" y="56"/>
                  </a:lnTo>
                  <a:lnTo>
                    <a:pt x="0" y="56"/>
                  </a:lnTo>
                  <a:lnTo>
                    <a:pt x="0" y="37"/>
                  </a:lnTo>
                  <a:lnTo>
                    <a:pt x="0" y="37"/>
                  </a:lnTo>
                  <a:lnTo>
                    <a:pt x="0" y="37"/>
                  </a:lnTo>
                  <a:lnTo>
                    <a:pt x="0"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4"/>
            <p:cNvSpPr/>
            <p:nvPr/>
          </p:nvSpPr>
          <p:spPr>
            <a:xfrm>
              <a:off x="2615657" y="2392777"/>
              <a:ext cx="37" cy="37"/>
            </a:xfrm>
            <a:custGeom>
              <a:rect b="b" l="l" r="r" t="t"/>
              <a:pathLst>
                <a:path extrusionOk="0" h="1" w="1">
                  <a:moveTo>
                    <a:pt x="0" y="0"/>
                  </a:moveTo>
                  <a:lnTo>
                    <a:pt x="0" y="0"/>
                  </a:lnTo>
                  <a:lnTo>
                    <a:pt x="0" y="0"/>
                  </a:lnTo>
                  <a:lnTo>
                    <a:pt x="0" y="0"/>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4"/>
            <p:cNvSpPr/>
            <p:nvPr/>
          </p:nvSpPr>
          <p:spPr>
            <a:xfrm>
              <a:off x="2615657" y="2392777"/>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4"/>
            <p:cNvSpPr/>
            <p:nvPr/>
          </p:nvSpPr>
          <p:spPr>
            <a:xfrm>
              <a:off x="2614953" y="2394147"/>
              <a:ext cx="741" cy="1444"/>
            </a:xfrm>
            <a:custGeom>
              <a:rect b="b" l="l" r="r" t="t"/>
              <a:pathLst>
                <a:path extrusionOk="0" h="39" w="20">
                  <a:moveTo>
                    <a:pt x="19" y="1"/>
                  </a:moveTo>
                  <a:lnTo>
                    <a:pt x="1" y="19"/>
                  </a:lnTo>
                  <a:lnTo>
                    <a:pt x="1" y="38"/>
                  </a:lnTo>
                  <a:lnTo>
                    <a:pt x="19"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4"/>
            <p:cNvSpPr/>
            <p:nvPr/>
          </p:nvSpPr>
          <p:spPr>
            <a:xfrm>
              <a:off x="2614953" y="2394147"/>
              <a:ext cx="741" cy="1444"/>
            </a:xfrm>
            <a:custGeom>
              <a:rect b="b" l="l" r="r" t="t"/>
              <a:pathLst>
                <a:path extrusionOk="0" fill="none" h="39" w="20">
                  <a:moveTo>
                    <a:pt x="19" y="1"/>
                  </a:moveTo>
                  <a:lnTo>
                    <a:pt x="19" y="1"/>
                  </a:lnTo>
                  <a:lnTo>
                    <a:pt x="1" y="38"/>
                  </a:lnTo>
                  <a:lnTo>
                    <a:pt x="1" y="38"/>
                  </a:lnTo>
                  <a:lnTo>
                    <a:pt x="1" y="19"/>
                  </a:lnTo>
                  <a:lnTo>
                    <a:pt x="1" y="19"/>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4"/>
            <p:cNvSpPr/>
            <p:nvPr/>
          </p:nvSpPr>
          <p:spPr>
            <a:xfrm>
              <a:off x="2614953" y="2394851"/>
              <a:ext cx="37" cy="37"/>
            </a:xfrm>
            <a:custGeom>
              <a:rect b="b" l="l" r="r" t="t"/>
              <a:pathLst>
                <a:path extrusionOk="0" h="1" w="1">
                  <a:moveTo>
                    <a:pt x="1" y="0"/>
                  </a:moveTo>
                  <a:lnTo>
                    <a:pt x="1" y="0"/>
                  </a:lnTo>
                  <a:lnTo>
                    <a:pt x="1" y="0"/>
                  </a:lnTo>
                  <a:lnTo>
                    <a:pt x="1" y="0"/>
                  </a:lnTo>
                  <a:lnTo>
                    <a:pt x="1"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4"/>
            <p:cNvSpPr/>
            <p:nvPr/>
          </p:nvSpPr>
          <p:spPr>
            <a:xfrm>
              <a:off x="2614953" y="2394851"/>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4"/>
            <p:cNvSpPr/>
            <p:nvPr/>
          </p:nvSpPr>
          <p:spPr>
            <a:xfrm>
              <a:off x="2614249" y="2396221"/>
              <a:ext cx="741" cy="1407"/>
            </a:xfrm>
            <a:custGeom>
              <a:rect b="b" l="l" r="r" t="t"/>
              <a:pathLst>
                <a:path extrusionOk="0" h="38" w="20">
                  <a:moveTo>
                    <a:pt x="20" y="1"/>
                  </a:moveTo>
                  <a:lnTo>
                    <a:pt x="1" y="19"/>
                  </a:lnTo>
                  <a:lnTo>
                    <a:pt x="1" y="38"/>
                  </a:lnTo>
                  <a:lnTo>
                    <a:pt x="2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4"/>
            <p:cNvSpPr/>
            <p:nvPr/>
          </p:nvSpPr>
          <p:spPr>
            <a:xfrm>
              <a:off x="2614249" y="2396221"/>
              <a:ext cx="741" cy="1407"/>
            </a:xfrm>
            <a:custGeom>
              <a:rect b="b" l="l" r="r" t="t"/>
              <a:pathLst>
                <a:path extrusionOk="0" fill="none" h="38" w="20">
                  <a:moveTo>
                    <a:pt x="20" y="1"/>
                  </a:moveTo>
                  <a:lnTo>
                    <a:pt x="20" y="1"/>
                  </a:lnTo>
                  <a:lnTo>
                    <a:pt x="1" y="38"/>
                  </a:lnTo>
                  <a:lnTo>
                    <a:pt x="1" y="38"/>
                  </a:lnTo>
                  <a:lnTo>
                    <a:pt x="1" y="38"/>
                  </a:lnTo>
                  <a:lnTo>
                    <a:pt x="1" y="38"/>
                  </a:lnTo>
                  <a:lnTo>
                    <a:pt x="1" y="19"/>
                  </a:lnTo>
                  <a:lnTo>
                    <a:pt x="1" y="19"/>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4"/>
            <p:cNvSpPr/>
            <p:nvPr/>
          </p:nvSpPr>
          <p:spPr>
            <a:xfrm>
              <a:off x="2614249" y="2396925"/>
              <a:ext cx="37" cy="704"/>
            </a:xfrm>
            <a:custGeom>
              <a:rect b="b" l="l" r="r" t="t"/>
              <a:pathLst>
                <a:path extrusionOk="0" h="19" w="1">
                  <a:moveTo>
                    <a:pt x="1" y="0"/>
                  </a:moveTo>
                  <a:lnTo>
                    <a:pt x="1" y="0"/>
                  </a:lnTo>
                  <a:lnTo>
                    <a:pt x="1" y="19"/>
                  </a:lnTo>
                  <a:lnTo>
                    <a:pt x="1" y="19"/>
                  </a:lnTo>
                  <a:lnTo>
                    <a:pt x="1"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4"/>
            <p:cNvSpPr/>
            <p:nvPr/>
          </p:nvSpPr>
          <p:spPr>
            <a:xfrm>
              <a:off x="2614249" y="2396925"/>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4"/>
            <p:cNvSpPr/>
            <p:nvPr/>
          </p:nvSpPr>
          <p:spPr>
            <a:xfrm>
              <a:off x="2613583" y="2398999"/>
              <a:ext cx="704" cy="704"/>
            </a:xfrm>
            <a:custGeom>
              <a:rect b="b" l="l" r="r" t="t"/>
              <a:pathLst>
                <a:path extrusionOk="0" h="19" w="19">
                  <a:moveTo>
                    <a:pt x="19" y="0"/>
                  </a:moveTo>
                  <a:lnTo>
                    <a:pt x="19" y="0"/>
                  </a:lnTo>
                  <a:lnTo>
                    <a:pt x="0" y="19"/>
                  </a:lnTo>
                  <a:lnTo>
                    <a:pt x="0" y="19"/>
                  </a:lnTo>
                  <a:lnTo>
                    <a:pt x="0" y="19"/>
                  </a:lnTo>
                  <a:lnTo>
                    <a:pt x="0" y="19"/>
                  </a:lnTo>
                  <a:lnTo>
                    <a:pt x="19" y="0"/>
                  </a:lnTo>
                  <a:lnTo>
                    <a:pt x="19" y="0"/>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4"/>
            <p:cNvSpPr/>
            <p:nvPr/>
          </p:nvSpPr>
          <p:spPr>
            <a:xfrm>
              <a:off x="2613583" y="2398999"/>
              <a:ext cx="704" cy="704"/>
            </a:xfrm>
            <a:custGeom>
              <a:rect b="b" l="l" r="r" t="t"/>
              <a:pathLst>
                <a:path extrusionOk="0" fill="none" h="19" w="19">
                  <a:moveTo>
                    <a:pt x="19" y="0"/>
                  </a:moveTo>
                  <a:lnTo>
                    <a:pt x="19" y="0"/>
                  </a:lnTo>
                  <a:lnTo>
                    <a:pt x="0" y="19"/>
                  </a:lnTo>
                  <a:lnTo>
                    <a:pt x="0" y="19"/>
                  </a:lnTo>
                  <a:lnTo>
                    <a:pt x="0" y="19"/>
                  </a:lnTo>
                  <a:lnTo>
                    <a:pt x="0" y="19"/>
                  </a:lnTo>
                  <a:lnTo>
                    <a:pt x="19" y="0"/>
                  </a:lnTo>
                  <a:lnTo>
                    <a:pt x="19"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4"/>
            <p:cNvSpPr/>
            <p:nvPr/>
          </p:nvSpPr>
          <p:spPr>
            <a:xfrm>
              <a:off x="2613583" y="2398999"/>
              <a:ext cx="704" cy="704"/>
            </a:xfrm>
            <a:custGeom>
              <a:rect b="b" l="l" r="r" t="t"/>
              <a:pathLst>
                <a:path extrusionOk="0" h="19" w="19">
                  <a:moveTo>
                    <a:pt x="19" y="0"/>
                  </a:moveTo>
                  <a:lnTo>
                    <a:pt x="19" y="0"/>
                  </a:lnTo>
                  <a:lnTo>
                    <a:pt x="0" y="19"/>
                  </a:lnTo>
                  <a:lnTo>
                    <a:pt x="0"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4"/>
            <p:cNvSpPr/>
            <p:nvPr/>
          </p:nvSpPr>
          <p:spPr>
            <a:xfrm>
              <a:off x="2613583" y="2398999"/>
              <a:ext cx="704" cy="704"/>
            </a:xfrm>
            <a:custGeom>
              <a:rect b="b" l="l" r="r" t="t"/>
              <a:pathLst>
                <a:path extrusionOk="0" fill="none" h="19" w="19">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4"/>
            <p:cNvSpPr/>
            <p:nvPr/>
          </p:nvSpPr>
          <p:spPr>
            <a:xfrm>
              <a:off x="2612879" y="2401073"/>
              <a:ext cx="741" cy="704"/>
            </a:xfrm>
            <a:custGeom>
              <a:rect b="b" l="l" r="r" t="t"/>
              <a:pathLst>
                <a:path extrusionOk="0" h="19" w="20">
                  <a:moveTo>
                    <a:pt x="19" y="0"/>
                  </a:moveTo>
                  <a:lnTo>
                    <a:pt x="19" y="0"/>
                  </a:lnTo>
                  <a:lnTo>
                    <a:pt x="1" y="19"/>
                  </a:lnTo>
                  <a:lnTo>
                    <a:pt x="1" y="19"/>
                  </a:lnTo>
                  <a:lnTo>
                    <a:pt x="1" y="19"/>
                  </a:lnTo>
                  <a:lnTo>
                    <a:pt x="1" y="19"/>
                  </a:lnTo>
                  <a:lnTo>
                    <a:pt x="19" y="0"/>
                  </a:lnTo>
                  <a:lnTo>
                    <a:pt x="19" y="0"/>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4"/>
            <p:cNvSpPr/>
            <p:nvPr/>
          </p:nvSpPr>
          <p:spPr>
            <a:xfrm>
              <a:off x="2612879" y="2401073"/>
              <a:ext cx="741" cy="704"/>
            </a:xfrm>
            <a:custGeom>
              <a:rect b="b" l="l" r="r" t="t"/>
              <a:pathLst>
                <a:path extrusionOk="0" fill="none" h="19" w="20">
                  <a:moveTo>
                    <a:pt x="19" y="0"/>
                  </a:moveTo>
                  <a:lnTo>
                    <a:pt x="19" y="0"/>
                  </a:lnTo>
                  <a:lnTo>
                    <a:pt x="1" y="19"/>
                  </a:lnTo>
                  <a:lnTo>
                    <a:pt x="1" y="19"/>
                  </a:lnTo>
                  <a:lnTo>
                    <a:pt x="1" y="19"/>
                  </a:lnTo>
                  <a:lnTo>
                    <a:pt x="1" y="19"/>
                  </a:lnTo>
                  <a:lnTo>
                    <a:pt x="19" y="0"/>
                  </a:lnTo>
                  <a:lnTo>
                    <a:pt x="19"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4"/>
            <p:cNvSpPr/>
            <p:nvPr/>
          </p:nvSpPr>
          <p:spPr>
            <a:xfrm>
              <a:off x="2612879" y="2401073"/>
              <a:ext cx="741" cy="704"/>
            </a:xfrm>
            <a:custGeom>
              <a:rect b="b" l="l" r="r" t="t"/>
              <a:pathLst>
                <a:path extrusionOk="0" h="19" w="20">
                  <a:moveTo>
                    <a:pt x="19" y="0"/>
                  </a:moveTo>
                  <a:lnTo>
                    <a:pt x="19" y="0"/>
                  </a:lnTo>
                  <a:lnTo>
                    <a:pt x="1" y="19"/>
                  </a:lnTo>
                  <a:lnTo>
                    <a:pt x="1"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4"/>
            <p:cNvSpPr/>
            <p:nvPr/>
          </p:nvSpPr>
          <p:spPr>
            <a:xfrm>
              <a:off x="2612879" y="2401073"/>
              <a:ext cx="741" cy="704"/>
            </a:xfrm>
            <a:custGeom>
              <a:rect b="b" l="l" r="r" t="t"/>
              <a:pathLst>
                <a:path extrusionOk="0" fill="none" h="19" w="20">
                  <a:moveTo>
                    <a:pt x="19" y="0"/>
                  </a:moveTo>
                  <a:lnTo>
                    <a:pt x="19" y="0"/>
                  </a:lnTo>
                  <a:lnTo>
                    <a:pt x="1" y="19"/>
                  </a:lnTo>
                  <a:lnTo>
                    <a:pt x="1"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4"/>
            <p:cNvSpPr/>
            <p:nvPr/>
          </p:nvSpPr>
          <p:spPr>
            <a:xfrm>
              <a:off x="2612879" y="2403813"/>
              <a:ext cx="37" cy="37"/>
            </a:xfrm>
            <a:custGeom>
              <a:rect b="b" l="l" r="r" t="t"/>
              <a:pathLst>
                <a:path extrusionOk="0" h="1" w="1">
                  <a:moveTo>
                    <a:pt x="1" y="1"/>
                  </a:move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4"/>
            <p:cNvSpPr/>
            <p:nvPr/>
          </p:nvSpPr>
          <p:spPr>
            <a:xfrm>
              <a:off x="2612879" y="2403813"/>
              <a:ext cx="37" cy="37"/>
            </a:xfrm>
            <a:custGeom>
              <a:rect b="b" l="l" r="r" t="t"/>
              <a:pathLst>
                <a:path extrusionOk="0" fill="none" h="1" w="1">
                  <a:moveTo>
                    <a:pt x="1" y="1"/>
                  </a:move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4"/>
            <p:cNvSpPr/>
            <p:nvPr/>
          </p:nvSpPr>
          <p:spPr>
            <a:xfrm>
              <a:off x="2612879" y="2403110"/>
              <a:ext cx="37" cy="741"/>
            </a:xfrm>
            <a:custGeom>
              <a:rect b="b" l="l" r="r" t="t"/>
              <a:pathLst>
                <a:path extrusionOk="0" h="20" w="1">
                  <a:moveTo>
                    <a:pt x="1" y="1"/>
                  </a:moveTo>
                  <a:lnTo>
                    <a:pt x="1" y="1"/>
                  </a:lnTo>
                  <a:lnTo>
                    <a:pt x="1" y="20"/>
                  </a:lnTo>
                  <a:lnTo>
                    <a:pt x="1" y="20"/>
                  </a:lnTo>
                  <a:lnTo>
                    <a:pt x="1" y="20"/>
                  </a:lnTo>
                  <a:lnTo>
                    <a:pt x="1" y="20"/>
                  </a:lnTo>
                  <a:lnTo>
                    <a:pt x="1" y="20"/>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4"/>
            <p:cNvSpPr/>
            <p:nvPr/>
          </p:nvSpPr>
          <p:spPr>
            <a:xfrm>
              <a:off x="2612879" y="2403110"/>
              <a:ext cx="37" cy="741"/>
            </a:xfrm>
            <a:custGeom>
              <a:rect b="b" l="l" r="r" t="t"/>
              <a:pathLst>
                <a:path extrusionOk="0" fill="none" h="20" w="1">
                  <a:moveTo>
                    <a:pt x="1" y="1"/>
                  </a:moveTo>
                  <a:lnTo>
                    <a:pt x="1" y="1"/>
                  </a:lnTo>
                  <a:lnTo>
                    <a:pt x="1" y="20"/>
                  </a:lnTo>
                  <a:lnTo>
                    <a:pt x="1" y="20"/>
                  </a:lnTo>
                  <a:lnTo>
                    <a:pt x="1" y="20"/>
                  </a:lnTo>
                  <a:lnTo>
                    <a:pt x="1" y="20"/>
                  </a:lnTo>
                  <a:lnTo>
                    <a:pt x="1" y="20"/>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4"/>
            <p:cNvSpPr/>
            <p:nvPr/>
          </p:nvSpPr>
          <p:spPr>
            <a:xfrm>
              <a:off x="2612212" y="2405887"/>
              <a:ext cx="0" cy="741"/>
            </a:xfrm>
            <a:custGeom>
              <a:rect b="b" l="l" r="r" t="t"/>
              <a:pathLst>
                <a:path extrusionOk="0" h="20" w="0">
                  <a:moveTo>
                    <a:pt x="0" y="1"/>
                  </a:moveTo>
                  <a:lnTo>
                    <a:pt x="0" y="1"/>
                  </a:lnTo>
                  <a:lnTo>
                    <a:pt x="0" y="19"/>
                  </a:lnTo>
                  <a:lnTo>
                    <a:pt x="0" y="19"/>
                  </a:lnTo>
                  <a:lnTo>
                    <a:pt x="0" y="1"/>
                  </a:lnTo>
                  <a:lnTo>
                    <a:pt x="0" y="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4"/>
            <p:cNvSpPr/>
            <p:nvPr/>
          </p:nvSpPr>
          <p:spPr>
            <a:xfrm>
              <a:off x="2612212" y="2405887"/>
              <a:ext cx="0" cy="741"/>
            </a:xfrm>
            <a:custGeom>
              <a:rect b="b" l="l" r="r" t="t"/>
              <a:pathLst>
                <a:path extrusionOk="0" fill="none" h="20" w="0">
                  <a:moveTo>
                    <a:pt x="0" y="1"/>
                  </a:moveTo>
                  <a:lnTo>
                    <a:pt x="0" y="1"/>
                  </a:lnTo>
                  <a:lnTo>
                    <a:pt x="0" y="19"/>
                  </a:lnTo>
                  <a:lnTo>
                    <a:pt x="0" y="19"/>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4"/>
            <p:cNvSpPr/>
            <p:nvPr/>
          </p:nvSpPr>
          <p:spPr>
            <a:xfrm>
              <a:off x="2612212" y="2405887"/>
              <a:ext cx="0" cy="37"/>
            </a:xfrm>
            <a:custGeom>
              <a:rect b="b" l="l" r="r" t="t"/>
              <a:pathLst>
                <a:path extrusionOk="0" h="1" w="0">
                  <a:moveTo>
                    <a:pt x="0" y="1"/>
                  </a:moveTo>
                  <a:lnTo>
                    <a:pt x="0" y="1"/>
                  </a:lnTo>
                  <a:lnTo>
                    <a:pt x="0" y="1"/>
                  </a:lnTo>
                  <a:lnTo>
                    <a:pt x="0" y="1"/>
                  </a:lnTo>
                  <a:lnTo>
                    <a:pt x="0" y="1"/>
                  </a:lnTo>
                  <a:lnTo>
                    <a:pt x="0" y="1"/>
                  </a:lnTo>
                  <a:lnTo>
                    <a:pt x="0" y="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4"/>
            <p:cNvSpPr/>
            <p:nvPr/>
          </p:nvSpPr>
          <p:spPr>
            <a:xfrm>
              <a:off x="2612212" y="2405887"/>
              <a:ext cx="0" cy="37"/>
            </a:xfrm>
            <a:custGeom>
              <a:rect b="b" l="l" r="r" t="t"/>
              <a:pathLst>
                <a:path extrusionOk="0" fill="none" h="1" w="0">
                  <a:moveTo>
                    <a:pt x="0" y="1"/>
                  </a:moveTo>
                  <a:lnTo>
                    <a:pt x="0" y="1"/>
                  </a:lnTo>
                  <a:lnTo>
                    <a:pt x="0" y="1"/>
                  </a:ln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4"/>
            <p:cNvSpPr/>
            <p:nvPr/>
          </p:nvSpPr>
          <p:spPr>
            <a:xfrm>
              <a:off x="2611509" y="2407961"/>
              <a:ext cx="37" cy="741"/>
            </a:xfrm>
            <a:custGeom>
              <a:rect b="b" l="l" r="r" t="t"/>
              <a:pathLst>
                <a:path extrusionOk="0" h="20" w="1">
                  <a:moveTo>
                    <a:pt x="0" y="0"/>
                  </a:moveTo>
                  <a:lnTo>
                    <a:pt x="0" y="0"/>
                  </a:lnTo>
                  <a:lnTo>
                    <a:pt x="0" y="19"/>
                  </a:lnTo>
                  <a:lnTo>
                    <a:pt x="0" y="19"/>
                  </a:lnTo>
                  <a:lnTo>
                    <a:pt x="0" y="19"/>
                  </a:lnTo>
                  <a:lnTo>
                    <a:pt x="0" y="19"/>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4"/>
            <p:cNvSpPr/>
            <p:nvPr/>
          </p:nvSpPr>
          <p:spPr>
            <a:xfrm>
              <a:off x="2611509" y="2407961"/>
              <a:ext cx="37" cy="741"/>
            </a:xfrm>
            <a:custGeom>
              <a:rect b="b" l="l" r="r" t="t"/>
              <a:pathLst>
                <a:path extrusionOk="0" fill="none" h="20" w="1">
                  <a:moveTo>
                    <a:pt x="0" y="0"/>
                  </a:moveTo>
                  <a:lnTo>
                    <a:pt x="0" y="0"/>
                  </a:lnTo>
                  <a:lnTo>
                    <a:pt x="0" y="19"/>
                  </a:lnTo>
                  <a:lnTo>
                    <a:pt x="0" y="19"/>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4"/>
            <p:cNvSpPr/>
            <p:nvPr/>
          </p:nvSpPr>
          <p:spPr>
            <a:xfrm>
              <a:off x="2611509" y="2407961"/>
              <a:ext cx="37" cy="741"/>
            </a:xfrm>
            <a:custGeom>
              <a:rect b="b" l="l" r="r" t="t"/>
              <a:pathLst>
                <a:path extrusionOk="0" h="20" w="1">
                  <a:moveTo>
                    <a:pt x="0" y="0"/>
                  </a:moveTo>
                  <a:lnTo>
                    <a:pt x="0" y="0"/>
                  </a:lnTo>
                  <a:lnTo>
                    <a:pt x="0" y="0"/>
                  </a:lnTo>
                  <a:lnTo>
                    <a:pt x="0" y="0"/>
                  </a:lnTo>
                  <a:lnTo>
                    <a:pt x="0" y="0"/>
                  </a:lnTo>
                  <a:lnTo>
                    <a:pt x="0" y="19"/>
                  </a:lnTo>
                  <a:lnTo>
                    <a:pt x="0" y="19"/>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4"/>
            <p:cNvSpPr/>
            <p:nvPr/>
          </p:nvSpPr>
          <p:spPr>
            <a:xfrm>
              <a:off x="2611509" y="2407961"/>
              <a:ext cx="37" cy="741"/>
            </a:xfrm>
            <a:custGeom>
              <a:rect b="b" l="l" r="r" t="t"/>
              <a:pathLst>
                <a:path extrusionOk="0" fill="none" h="20" w="1">
                  <a:moveTo>
                    <a:pt x="0" y="0"/>
                  </a:moveTo>
                  <a:lnTo>
                    <a:pt x="0" y="0"/>
                  </a:lnTo>
                  <a:lnTo>
                    <a:pt x="0" y="0"/>
                  </a:lnTo>
                  <a:lnTo>
                    <a:pt x="0" y="0"/>
                  </a:ln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4"/>
            <p:cNvSpPr/>
            <p:nvPr/>
          </p:nvSpPr>
          <p:spPr>
            <a:xfrm>
              <a:off x="2610805" y="2410702"/>
              <a:ext cx="37" cy="37"/>
            </a:xfrm>
            <a:custGeom>
              <a:rect b="b" l="l" r="r" t="t"/>
              <a:pathLst>
                <a:path extrusionOk="0" h="1" w="1">
                  <a:moveTo>
                    <a:pt x="1" y="1"/>
                  </a:move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4"/>
            <p:cNvSpPr/>
            <p:nvPr/>
          </p:nvSpPr>
          <p:spPr>
            <a:xfrm>
              <a:off x="2610805" y="2410702"/>
              <a:ext cx="37" cy="37"/>
            </a:xfrm>
            <a:custGeom>
              <a:rect b="b" l="l" r="r" t="t"/>
              <a:pathLst>
                <a:path extrusionOk="0" fill="none" h="1" w="1">
                  <a:moveTo>
                    <a:pt x="1" y="1"/>
                  </a:move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4"/>
            <p:cNvSpPr/>
            <p:nvPr/>
          </p:nvSpPr>
          <p:spPr>
            <a:xfrm>
              <a:off x="2610805" y="2410702"/>
              <a:ext cx="37" cy="37"/>
            </a:xfrm>
            <a:custGeom>
              <a:rect b="b" l="l" r="r" t="t"/>
              <a:pathLst>
                <a:path extrusionOk="0" h="1" w="1">
                  <a:moveTo>
                    <a:pt x="1" y="1"/>
                  </a:moveTo>
                  <a:lnTo>
                    <a:pt x="1" y="1"/>
                  </a:ln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4"/>
            <p:cNvSpPr/>
            <p:nvPr/>
          </p:nvSpPr>
          <p:spPr>
            <a:xfrm>
              <a:off x="2610805" y="2410702"/>
              <a:ext cx="37" cy="37"/>
            </a:xfrm>
            <a:custGeom>
              <a:rect b="b" l="l" r="r" t="t"/>
              <a:pathLst>
                <a:path extrusionOk="0" fill="none" h="1" w="1">
                  <a:moveTo>
                    <a:pt x="1" y="1"/>
                  </a:moveTo>
                  <a:lnTo>
                    <a:pt x="1" y="1"/>
                  </a:ln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4"/>
            <p:cNvSpPr/>
            <p:nvPr/>
          </p:nvSpPr>
          <p:spPr>
            <a:xfrm>
              <a:off x="2011092" y="2269930"/>
              <a:ext cx="636335" cy="425162"/>
            </a:xfrm>
            <a:custGeom>
              <a:rect b="b" l="l" r="r" t="t"/>
              <a:pathLst>
                <a:path extrusionOk="0" h="11480" w="17182">
                  <a:moveTo>
                    <a:pt x="17181" y="0"/>
                  </a:moveTo>
                  <a:lnTo>
                    <a:pt x="15728" y="746"/>
                  </a:lnTo>
                  <a:lnTo>
                    <a:pt x="15020" y="1100"/>
                  </a:lnTo>
                  <a:lnTo>
                    <a:pt x="14312" y="1417"/>
                  </a:lnTo>
                  <a:lnTo>
                    <a:pt x="13958" y="1566"/>
                  </a:lnTo>
                  <a:lnTo>
                    <a:pt x="13603" y="1696"/>
                  </a:lnTo>
                  <a:lnTo>
                    <a:pt x="13249" y="1808"/>
                  </a:lnTo>
                  <a:lnTo>
                    <a:pt x="12877" y="1901"/>
                  </a:lnTo>
                  <a:lnTo>
                    <a:pt x="12504" y="1976"/>
                  </a:lnTo>
                  <a:lnTo>
                    <a:pt x="12131" y="2032"/>
                  </a:lnTo>
                  <a:lnTo>
                    <a:pt x="11740" y="2069"/>
                  </a:lnTo>
                  <a:lnTo>
                    <a:pt x="11349" y="2088"/>
                  </a:lnTo>
                  <a:lnTo>
                    <a:pt x="10901" y="2069"/>
                  </a:lnTo>
                  <a:lnTo>
                    <a:pt x="10417" y="2013"/>
                  </a:lnTo>
                  <a:lnTo>
                    <a:pt x="9932" y="1920"/>
                  </a:lnTo>
                  <a:lnTo>
                    <a:pt x="9429" y="1789"/>
                  </a:lnTo>
                  <a:lnTo>
                    <a:pt x="9262" y="1771"/>
                  </a:lnTo>
                  <a:lnTo>
                    <a:pt x="9131" y="1789"/>
                  </a:lnTo>
                  <a:lnTo>
                    <a:pt x="9001" y="1808"/>
                  </a:lnTo>
                  <a:lnTo>
                    <a:pt x="8852" y="1845"/>
                  </a:lnTo>
                  <a:lnTo>
                    <a:pt x="8703" y="1901"/>
                  </a:lnTo>
                  <a:lnTo>
                    <a:pt x="8386" y="2069"/>
                  </a:lnTo>
                  <a:lnTo>
                    <a:pt x="8069" y="2255"/>
                  </a:lnTo>
                  <a:lnTo>
                    <a:pt x="7752" y="2460"/>
                  </a:lnTo>
                  <a:lnTo>
                    <a:pt x="7435" y="2684"/>
                  </a:lnTo>
                  <a:lnTo>
                    <a:pt x="6914" y="3075"/>
                  </a:lnTo>
                  <a:lnTo>
                    <a:pt x="6988" y="3112"/>
                  </a:lnTo>
                  <a:lnTo>
                    <a:pt x="7174" y="3206"/>
                  </a:lnTo>
                  <a:lnTo>
                    <a:pt x="7286" y="3262"/>
                  </a:lnTo>
                  <a:lnTo>
                    <a:pt x="7398" y="3355"/>
                  </a:lnTo>
                  <a:lnTo>
                    <a:pt x="7510" y="3448"/>
                  </a:lnTo>
                  <a:lnTo>
                    <a:pt x="7584" y="3560"/>
                  </a:lnTo>
                  <a:lnTo>
                    <a:pt x="6969" y="3578"/>
                  </a:lnTo>
                  <a:lnTo>
                    <a:pt x="6373" y="3578"/>
                  </a:lnTo>
                  <a:lnTo>
                    <a:pt x="5795" y="3522"/>
                  </a:lnTo>
                  <a:lnTo>
                    <a:pt x="5218" y="3467"/>
                  </a:lnTo>
                  <a:lnTo>
                    <a:pt x="4640" y="3373"/>
                  </a:lnTo>
                  <a:lnTo>
                    <a:pt x="4584" y="3616"/>
                  </a:lnTo>
                  <a:lnTo>
                    <a:pt x="4547" y="3746"/>
                  </a:lnTo>
                  <a:lnTo>
                    <a:pt x="4491" y="3877"/>
                  </a:lnTo>
                  <a:lnTo>
                    <a:pt x="4361" y="4100"/>
                  </a:lnTo>
                  <a:lnTo>
                    <a:pt x="4193" y="4324"/>
                  </a:lnTo>
                  <a:lnTo>
                    <a:pt x="3988" y="4510"/>
                  </a:lnTo>
                  <a:lnTo>
                    <a:pt x="3783" y="4678"/>
                  </a:lnTo>
                  <a:lnTo>
                    <a:pt x="3541" y="4827"/>
                  </a:lnTo>
                  <a:lnTo>
                    <a:pt x="3298" y="4976"/>
                  </a:lnTo>
                  <a:lnTo>
                    <a:pt x="3038" y="5106"/>
                  </a:lnTo>
                  <a:lnTo>
                    <a:pt x="2497" y="5367"/>
                  </a:lnTo>
                  <a:lnTo>
                    <a:pt x="1957" y="5628"/>
                  </a:lnTo>
                  <a:lnTo>
                    <a:pt x="1696" y="5777"/>
                  </a:lnTo>
                  <a:lnTo>
                    <a:pt x="1435" y="5945"/>
                  </a:lnTo>
                  <a:lnTo>
                    <a:pt x="1211" y="6113"/>
                  </a:lnTo>
                  <a:lnTo>
                    <a:pt x="988" y="6318"/>
                  </a:lnTo>
                  <a:lnTo>
                    <a:pt x="764" y="6560"/>
                  </a:lnTo>
                  <a:lnTo>
                    <a:pt x="596" y="6821"/>
                  </a:lnTo>
                  <a:lnTo>
                    <a:pt x="447" y="7100"/>
                  </a:lnTo>
                  <a:lnTo>
                    <a:pt x="335" y="7399"/>
                  </a:lnTo>
                  <a:lnTo>
                    <a:pt x="242" y="7697"/>
                  </a:lnTo>
                  <a:lnTo>
                    <a:pt x="168" y="8013"/>
                  </a:lnTo>
                  <a:lnTo>
                    <a:pt x="112" y="8349"/>
                  </a:lnTo>
                  <a:lnTo>
                    <a:pt x="93" y="8684"/>
                  </a:lnTo>
                  <a:lnTo>
                    <a:pt x="56" y="9374"/>
                  </a:lnTo>
                  <a:lnTo>
                    <a:pt x="56" y="10082"/>
                  </a:lnTo>
                  <a:lnTo>
                    <a:pt x="37" y="10771"/>
                  </a:lnTo>
                  <a:lnTo>
                    <a:pt x="37" y="11126"/>
                  </a:lnTo>
                  <a:lnTo>
                    <a:pt x="0" y="11480"/>
                  </a:lnTo>
                  <a:lnTo>
                    <a:pt x="1193" y="11480"/>
                  </a:lnTo>
                  <a:lnTo>
                    <a:pt x="2795" y="11461"/>
                  </a:lnTo>
                  <a:lnTo>
                    <a:pt x="4379" y="11405"/>
                  </a:lnTo>
                  <a:lnTo>
                    <a:pt x="5982" y="11312"/>
                  </a:lnTo>
                  <a:lnTo>
                    <a:pt x="7566" y="11181"/>
                  </a:lnTo>
                  <a:lnTo>
                    <a:pt x="7734" y="10641"/>
                  </a:lnTo>
                  <a:lnTo>
                    <a:pt x="7920" y="10138"/>
                  </a:lnTo>
                  <a:lnTo>
                    <a:pt x="8125" y="9635"/>
                  </a:lnTo>
                  <a:lnTo>
                    <a:pt x="8330" y="9132"/>
                  </a:lnTo>
                  <a:lnTo>
                    <a:pt x="8535" y="8666"/>
                  </a:lnTo>
                  <a:lnTo>
                    <a:pt x="8758" y="8218"/>
                  </a:lnTo>
                  <a:lnTo>
                    <a:pt x="8982" y="7790"/>
                  </a:lnTo>
                  <a:lnTo>
                    <a:pt x="9206" y="7380"/>
                  </a:lnTo>
                  <a:lnTo>
                    <a:pt x="9522" y="7175"/>
                  </a:lnTo>
                  <a:lnTo>
                    <a:pt x="10044" y="6877"/>
                  </a:lnTo>
                  <a:lnTo>
                    <a:pt x="10790" y="6504"/>
                  </a:lnTo>
                  <a:lnTo>
                    <a:pt x="11684" y="6057"/>
                  </a:lnTo>
                  <a:lnTo>
                    <a:pt x="13808" y="4995"/>
                  </a:lnTo>
                  <a:lnTo>
                    <a:pt x="16175" y="3858"/>
                  </a:lnTo>
                  <a:lnTo>
                    <a:pt x="16194" y="3802"/>
                  </a:lnTo>
                  <a:lnTo>
                    <a:pt x="16212" y="3746"/>
                  </a:lnTo>
                  <a:lnTo>
                    <a:pt x="16212" y="3727"/>
                  </a:lnTo>
                  <a:lnTo>
                    <a:pt x="16231" y="3690"/>
                  </a:lnTo>
                  <a:lnTo>
                    <a:pt x="16231" y="3672"/>
                  </a:lnTo>
                  <a:lnTo>
                    <a:pt x="16250" y="3616"/>
                  </a:lnTo>
                  <a:lnTo>
                    <a:pt x="16250" y="3597"/>
                  </a:lnTo>
                  <a:lnTo>
                    <a:pt x="16250" y="3560"/>
                  </a:lnTo>
                  <a:lnTo>
                    <a:pt x="16268" y="3541"/>
                  </a:lnTo>
                  <a:lnTo>
                    <a:pt x="16268" y="3504"/>
                  </a:lnTo>
                  <a:lnTo>
                    <a:pt x="16287" y="3485"/>
                  </a:lnTo>
                  <a:lnTo>
                    <a:pt x="16287" y="3448"/>
                  </a:lnTo>
                  <a:lnTo>
                    <a:pt x="16306" y="3411"/>
                  </a:lnTo>
                  <a:lnTo>
                    <a:pt x="16306" y="3392"/>
                  </a:lnTo>
                  <a:lnTo>
                    <a:pt x="16324" y="3355"/>
                  </a:lnTo>
                  <a:lnTo>
                    <a:pt x="16324" y="3336"/>
                  </a:lnTo>
                  <a:lnTo>
                    <a:pt x="16343" y="3280"/>
                  </a:lnTo>
                  <a:lnTo>
                    <a:pt x="16343" y="3262"/>
                  </a:lnTo>
                  <a:lnTo>
                    <a:pt x="16361" y="3168"/>
                  </a:lnTo>
                  <a:lnTo>
                    <a:pt x="16660" y="2069"/>
                  </a:lnTo>
                  <a:lnTo>
                    <a:pt x="16660" y="2032"/>
                  </a:lnTo>
                  <a:lnTo>
                    <a:pt x="16678" y="2013"/>
                  </a:lnTo>
                  <a:lnTo>
                    <a:pt x="16678" y="1976"/>
                  </a:lnTo>
                  <a:lnTo>
                    <a:pt x="16678" y="1938"/>
                  </a:lnTo>
                  <a:lnTo>
                    <a:pt x="16697" y="1920"/>
                  </a:lnTo>
                  <a:lnTo>
                    <a:pt x="16697" y="1883"/>
                  </a:lnTo>
                  <a:lnTo>
                    <a:pt x="17125" y="243"/>
                  </a:lnTo>
                  <a:lnTo>
                    <a:pt x="1718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4"/>
            <p:cNvSpPr/>
            <p:nvPr/>
          </p:nvSpPr>
          <p:spPr>
            <a:xfrm>
              <a:off x="2011092" y="2269930"/>
              <a:ext cx="636335" cy="425162"/>
            </a:xfrm>
            <a:custGeom>
              <a:rect b="b" l="l" r="r" t="t"/>
              <a:pathLst>
                <a:path extrusionOk="0" fill="none" h="11480" w="17182">
                  <a:moveTo>
                    <a:pt x="17181" y="0"/>
                  </a:moveTo>
                  <a:lnTo>
                    <a:pt x="17181" y="0"/>
                  </a:lnTo>
                  <a:lnTo>
                    <a:pt x="15728" y="746"/>
                  </a:lnTo>
                  <a:lnTo>
                    <a:pt x="15020" y="1100"/>
                  </a:lnTo>
                  <a:lnTo>
                    <a:pt x="14312" y="1417"/>
                  </a:lnTo>
                  <a:lnTo>
                    <a:pt x="13958" y="1566"/>
                  </a:lnTo>
                  <a:lnTo>
                    <a:pt x="13603" y="1696"/>
                  </a:lnTo>
                  <a:lnTo>
                    <a:pt x="13249" y="1808"/>
                  </a:lnTo>
                  <a:lnTo>
                    <a:pt x="12877" y="1901"/>
                  </a:lnTo>
                  <a:lnTo>
                    <a:pt x="12504" y="1976"/>
                  </a:lnTo>
                  <a:lnTo>
                    <a:pt x="12131" y="2032"/>
                  </a:lnTo>
                  <a:lnTo>
                    <a:pt x="11740" y="2069"/>
                  </a:lnTo>
                  <a:lnTo>
                    <a:pt x="11349" y="2088"/>
                  </a:lnTo>
                  <a:lnTo>
                    <a:pt x="11349" y="2088"/>
                  </a:lnTo>
                  <a:lnTo>
                    <a:pt x="10901" y="2069"/>
                  </a:lnTo>
                  <a:lnTo>
                    <a:pt x="10417" y="2013"/>
                  </a:lnTo>
                  <a:lnTo>
                    <a:pt x="9932" y="1920"/>
                  </a:lnTo>
                  <a:lnTo>
                    <a:pt x="9429" y="1789"/>
                  </a:lnTo>
                  <a:lnTo>
                    <a:pt x="9429" y="1789"/>
                  </a:lnTo>
                  <a:lnTo>
                    <a:pt x="9262" y="1771"/>
                  </a:lnTo>
                  <a:lnTo>
                    <a:pt x="9262" y="1771"/>
                  </a:lnTo>
                  <a:lnTo>
                    <a:pt x="9131" y="1789"/>
                  </a:lnTo>
                  <a:lnTo>
                    <a:pt x="9001" y="1808"/>
                  </a:lnTo>
                  <a:lnTo>
                    <a:pt x="8852" y="1845"/>
                  </a:lnTo>
                  <a:lnTo>
                    <a:pt x="8703" y="1901"/>
                  </a:lnTo>
                  <a:lnTo>
                    <a:pt x="8386" y="2069"/>
                  </a:lnTo>
                  <a:lnTo>
                    <a:pt x="8069" y="2255"/>
                  </a:lnTo>
                  <a:lnTo>
                    <a:pt x="7752" y="2460"/>
                  </a:lnTo>
                  <a:lnTo>
                    <a:pt x="7435" y="2684"/>
                  </a:lnTo>
                  <a:lnTo>
                    <a:pt x="6914" y="3075"/>
                  </a:lnTo>
                  <a:lnTo>
                    <a:pt x="6914" y="3075"/>
                  </a:lnTo>
                  <a:lnTo>
                    <a:pt x="6988" y="3112"/>
                  </a:lnTo>
                  <a:lnTo>
                    <a:pt x="7174" y="3206"/>
                  </a:lnTo>
                  <a:lnTo>
                    <a:pt x="7286" y="3262"/>
                  </a:lnTo>
                  <a:lnTo>
                    <a:pt x="7398" y="3355"/>
                  </a:lnTo>
                  <a:lnTo>
                    <a:pt x="7510" y="3448"/>
                  </a:lnTo>
                  <a:lnTo>
                    <a:pt x="7584" y="3560"/>
                  </a:lnTo>
                  <a:lnTo>
                    <a:pt x="7584" y="3560"/>
                  </a:lnTo>
                  <a:lnTo>
                    <a:pt x="6969" y="3578"/>
                  </a:lnTo>
                  <a:lnTo>
                    <a:pt x="6969" y="3578"/>
                  </a:lnTo>
                  <a:lnTo>
                    <a:pt x="6373" y="3578"/>
                  </a:lnTo>
                  <a:lnTo>
                    <a:pt x="5795" y="3522"/>
                  </a:lnTo>
                  <a:lnTo>
                    <a:pt x="5218" y="3467"/>
                  </a:lnTo>
                  <a:lnTo>
                    <a:pt x="4640" y="3373"/>
                  </a:lnTo>
                  <a:lnTo>
                    <a:pt x="4640" y="3373"/>
                  </a:lnTo>
                  <a:lnTo>
                    <a:pt x="4584" y="3616"/>
                  </a:lnTo>
                  <a:lnTo>
                    <a:pt x="4584" y="3616"/>
                  </a:lnTo>
                  <a:lnTo>
                    <a:pt x="4547" y="3746"/>
                  </a:lnTo>
                  <a:lnTo>
                    <a:pt x="4491" y="3877"/>
                  </a:lnTo>
                  <a:lnTo>
                    <a:pt x="4361" y="4100"/>
                  </a:lnTo>
                  <a:lnTo>
                    <a:pt x="4193" y="4324"/>
                  </a:lnTo>
                  <a:lnTo>
                    <a:pt x="3988" y="4510"/>
                  </a:lnTo>
                  <a:lnTo>
                    <a:pt x="3783" y="4678"/>
                  </a:lnTo>
                  <a:lnTo>
                    <a:pt x="3541" y="4827"/>
                  </a:lnTo>
                  <a:lnTo>
                    <a:pt x="3298" y="4976"/>
                  </a:lnTo>
                  <a:lnTo>
                    <a:pt x="3038" y="5106"/>
                  </a:lnTo>
                  <a:lnTo>
                    <a:pt x="2497" y="5367"/>
                  </a:lnTo>
                  <a:lnTo>
                    <a:pt x="1957" y="5628"/>
                  </a:lnTo>
                  <a:lnTo>
                    <a:pt x="1696" y="5777"/>
                  </a:lnTo>
                  <a:lnTo>
                    <a:pt x="1435" y="5945"/>
                  </a:lnTo>
                  <a:lnTo>
                    <a:pt x="1211" y="6113"/>
                  </a:lnTo>
                  <a:lnTo>
                    <a:pt x="988" y="6318"/>
                  </a:lnTo>
                  <a:lnTo>
                    <a:pt x="988" y="6318"/>
                  </a:lnTo>
                  <a:lnTo>
                    <a:pt x="764" y="6560"/>
                  </a:lnTo>
                  <a:lnTo>
                    <a:pt x="596" y="6821"/>
                  </a:lnTo>
                  <a:lnTo>
                    <a:pt x="447" y="7100"/>
                  </a:lnTo>
                  <a:lnTo>
                    <a:pt x="335" y="7399"/>
                  </a:lnTo>
                  <a:lnTo>
                    <a:pt x="242" y="7697"/>
                  </a:lnTo>
                  <a:lnTo>
                    <a:pt x="168" y="8013"/>
                  </a:lnTo>
                  <a:lnTo>
                    <a:pt x="112" y="8349"/>
                  </a:lnTo>
                  <a:lnTo>
                    <a:pt x="93" y="8684"/>
                  </a:lnTo>
                  <a:lnTo>
                    <a:pt x="56" y="9374"/>
                  </a:lnTo>
                  <a:lnTo>
                    <a:pt x="56" y="10082"/>
                  </a:lnTo>
                  <a:lnTo>
                    <a:pt x="37" y="10771"/>
                  </a:lnTo>
                  <a:lnTo>
                    <a:pt x="37" y="11126"/>
                  </a:lnTo>
                  <a:lnTo>
                    <a:pt x="0" y="11480"/>
                  </a:lnTo>
                  <a:lnTo>
                    <a:pt x="0" y="11480"/>
                  </a:lnTo>
                  <a:lnTo>
                    <a:pt x="1006" y="11480"/>
                  </a:lnTo>
                  <a:lnTo>
                    <a:pt x="1006" y="11480"/>
                  </a:lnTo>
                  <a:lnTo>
                    <a:pt x="1025" y="11480"/>
                  </a:lnTo>
                  <a:lnTo>
                    <a:pt x="1025" y="11480"/>
                  </a:lnTo>
                  <a:lnTo>
                    <a:pt x="1025" y="11480"/>
                  </a:lnTo>
                  <a:lnTo>
                    <a:pt x="1062" y="11480"/>
                  </a:lnTo>
                  <a:lnTo>
                    <a:pt x="1062" y="11480"/>
                  </a:lnTo>
                  <a:lnTo>
                    <a:pt x="1081" y="11480"/>
                  </a:lnTo>
                  <a:lnTo>
                    <a:pt x="1081" y="11480"/>
                  </a:lnTo>
                  <a:lnTo>
                    <a:pt x="1099" y="11480"/>
                  </a:lnTo>
                  <a:lnTo>
                    <a:pt x="1099" y="11480"/>
                  </a:lnTo>
                  <a:lnTo>
                    <a:pt x="1099" y="11480"/>
                  </a:lnTo>
                  <a:lnTo>
                    <a:pt x="1099" y="11480"/>
                  </a:lnTo>
                  <a:lnTo>
                    <a:pt x="1118" y="11480"/>
                  </a:lnTo>
                  <a:lnTo>
                    <a:pt x="1118" y="11480"/>
                  </a:lnTo>
                  <a:lnTo>
                    <a:pt x="1118" y="11480"/>
                  </a:lnTo>
                  <a:lnTo>
                    <a:pt x="1118" y="11480"/>
                  </a:lnTo>
                  <a:lnTo>
                    <a:pt x="1137" y="11480"/>
                  </a:lnTo>
                  <a:lnTo>
                    <a:pt x="1137" y="11480"/>
                  </a:lnTo>
                  <a:lnTo>
                    <a:pt x="1155" y="11480"/>
                  </a:lnTo>
                  <a:lnTo>
                    <a:pt x="1155" y="11480"/>
                  </a:lnTo>
                  <a:lnTo>
                    <a:pt x="1155" y="11480"/>
                  </a:lnTo>
                  <a:lnTo>
                    <a:pt x="1155" y="11480"/>
                  </a:lnTo>
                  <a:lnTo>
                    <a:pt x="1174" y="11480"/>
                  </a:lnTo>
                  <a:lnTo>
                    <a:pt x="1174" y="11480"/>
                  </a:lnTo>
                  <a:lnTo>
                    <a:pt x="1174" y="11480"/>
                  </a:lnTo>
                  <a:lnTo>
                    <a:pt x="1193" y="11480"/>
                  </a:lnTo>
                  <a:lnTo>
                    <a:pt x="1193" y="11480"/>
                  </a:lnTo>
                  <a:lnTo>
                    <a:pt x="1193" y="11480"/>
                  </a:lnTo>
                  <a:lnTo>
                    <a:pt x="2795" y="11461"/>
                  </a:lnTo>
                  <a:lnTo>
                    <a:pt x="4379" y="11405"/>
                  </a:lnTo>
                  <a:lnTo>
                    <a:pt x="5982" y="11312"/>
                  </a:lnTo>
                  <a:lnTo>
                    <a:pt x="7566" y="11181"/>
                  </a:lnTo>
                  <a:lnTo>
                    <a:pt x="7566" y="11181"/>
                  </a:lnTo>
                  <a:lnTo>
                    <a:pt x="7734" y="10641"/>
                  </a:lnTo>
                  <a:lnTo>
                    <a:pt x="7920" y="10138"/>
                  </a:lnTo>
                  <a:lnTo>
                    <a:pt x="8125" y="9635"/>
                  </a:lnTo>
                  <a:lnTo>
                    <a:pt x="8330" y="9132"/>
                  </a:lnTo>
                  <a:lnTo>
                    <a:pt x="8535" y="8666"/>
                  </a:lnTo>
                  <a:lnTo>
                    <a:pt x="8758" y="8218"/>
                  </a:lnTo>
                  <a:lnTo>
                    <a:pt x="8982" y="7790"/>
                  </a:lnTo>
                  <a:lnTo>
                    <a:pt x="9206" y="7380"/>
                  </a:lnTo>
                  <a:lnTo>
                    <a:pt x="9206" y="7380"/>
                  </a:lnTo>
                  <a:lnTo>
                    <a:pt x="9522" y="7175"/>
                  </a:lnTo>
                  <a:lnTo>
                    <a:pt x="10044" y="6877"/>
                  </a:lnTo>
                  <a:lnTo>
                    <a:pt x="10790" y="6504"/>
                  </a:lnTo>
                  <a:lnTo>
                    <a:pt x="11684" y="6057"/>
                  </a:lnTo>
                  <a:lnTo>
                    <a:pt x="13808" y="4995"/>
                  </a:lnTo>
                  <a:lnTo>
                    <a:pt x="16175" y="3858"/>
                  </a:lnTo>
                  <a:lnTo>
                    <a:pt x="16175" y="3858"/>
                  </a:lnTo>
                  <a:lnTo>
                    <a:pt x="16194" y="3802"/>
                  </a:lnTo>
                  <a:lnTo>
                    <a:pt x="16194" y="3802"/>
                  </a:lnTo>
                  <a:lnTo>
                    <a:pt x="16194" y="3802"/>
                  </a:lnTo>
                  <a:lnTo>
                    <a:pt x="16194" y="3802"/>
                  </a:lnTo>
                  <a:lnTo>
                    <a:pt x="16194" y="3802"/>
                  </a:lnTo>
                  <a:lnTo>
                    <a:pt x="16194" y="3802"/>
                  </a:lnTo>
                  <a:lnTo>
                    <a:pt x="16212" y="3746"/>
                  </a:lnTo>
                  <a:lnTo>
                    <a:pt x="16212" y="3746"/>
                  </a:lnTo>
                  <a:lnTo>
                    <a:pt x="16212" y="3727"/>
                  </a:lnTo>
                  <a:lnTo>
                    <a:pt x="16212" y="3727"/>
                  </a:lnTo>
                  <a:lnTo>
                    <a:pt x="16212" y="3727"/>
                  </a:lnTo>
                  <a:lnTo>
                    <a:pt x="16212" y="3727"/>
                  </a:lnTo>
                  <a:lnTo>
                    <a:pt x="16231" y="3690"/>
                  </a:lnTo>
                  <a:lnTo>
                    <a:pt x="16231" y="3690"/>
                  </a:lnTo>
                  <a:lnTo>
                    <a:pt x="16231" y="3672"/>
                  </a:lnTo>
                  <a:lnTo>
                    <a:pt x="16231" y="3672"/>
                  </a:lnTo>
                  <a:lnTo>
                    <a:pt x="16231" y="3672"/>
                  </a:lnTo>
                  <a:lnTo>
                    <a:pt x="16231" y="3672"/>
                  </a:lnTo>
                  <a:lnTo>
                    <a:pt x="16250" y="3616"/>
                  </a:lnTo>
                  <a:lnTo>
                    <a:pt x="16250" y="3616"/>
                  </a:lnTo>
                  <a:lnTo>
                    <a:pt x="16250" y="3616"/>
                  </a:lnTo>
                  <a:lnTo>
                    <a:pt x="16250" y="3616"/>
                  </a:lnTo>
                  <a:lnTo>
                    <a:pt x="16250" y="3597"/>
                  </a:lnTo>
                  <a:lnTo>
                    <a:pt x="16250" y="3597"/>
                  </a:lnTo>
                  <a:lnTo>
                    <a:pt x="16250" y="3560"/>
                  </a:lnTo>
                  <a:lnTo>
                    <a:pt x="16250" y="3560"/>
                  </a:lnTo>
                  <a:lnTo>
                    <a:pt x="16268" y="3541"/>
                  </a:lnTo>
                  <a:lnTo>
                    <a:pt x="16268" y="3541"/>
                  </a:lnTo>
                  <a:lnTo>
                    <a:pt x="16268" y="3504"/>
                  </a:lnTo>
                  <a:lnTo>
                    <a:pt x="16268" y="3504"/>
                  </a:lnTo>
                  <a:lnTo>
                    <a:pt x="16287" y="3485"/>
                  </a:lnTo>
                  <a:lnTo>
                    <a:pt x="16287" y="3485"/>
                  </a:lnTo>
                  <a:lnTo>
                    <a:pt x="16287" y="3448"/>
                  </a:lnTo>
                  <a:lnTo>
                    <a:pt x="16287" y="3448"/>
                  </a:lnTo>
                  <a:lnTo>
                    <a:pt x="16306" y="3411"/>
                  </a:lnTo>
                  <a:lnTo>
                    <a:pt x="16306" y="3411"/>
                  </a:lnTo>
                  <a:lnTo>
                    <a:pt x="16306" y="3392"/>
                  </a:lnTo>
                  <a:lnTo>
                    <a:pt x="16306" y="3392"/>
                  </a:lnTo>
                  <a:lnTo>
                    <a:pt x="16324" y="3355"/>
                  </a:lnTo>
                  <a:lnTo>
                    <a:pt x="16324" y="3355"/>
                  </a:lnTo>
                  <a:lnTo>
                    <a:pt x="16324" y="3336"/>
                  </a:lnTo>
                  <a:lnTo>
                    <a:pt x="16324" y="3336"/>
                  </a:lnTo>
                  <a:lnTo>
                    <a:pt x="16343" y="3280"/>
                  </a:lnTo>
                  <a:lnTo>
                    <a:pt x="16343" y="3280"/>
                  </a:lnTo>
                  <a:lnTo>
                    <a:pt x="16343" y="3262"/>
                  </a:lnTo>
                  <a:lnTo>
                    <a:pt x="16343" y="3262"/>
                  </a:lnTo>
                  <a:lnTo>
                    <a:pt x="16361" y="3168"/>
                  </a:lnTo>
                  <a:lnTo>
                    <a:pt x="16361" y="3168"/>
                  </a:lnTo>
                  <a:lnTo>
                    <a:pt x="16361" y="3168"/>
                  </a:lnTo>
                  <a:lnTo>
                    <a:pt x="16361" y="3168"/>
                  </a:lnTo>
                  <a:lnTo>
                    <a:pt x="16660" y="2069"/>
                  </a:lnTo>
                  <a:lnTo>
                    <a:pt x="16660" y="2069"/>
                  </a:lnTo>
                  <a:lnTo>
                    <a:pt x="16660" y="2069"/>
                  </a:lnTo>
                  <a:lnTo>
                    <a:pt x="16660" y="2069"/>
                  </a:lnTo>
                  <a:lnTo>
                    <a:pt x="16660" y="2032"/>
                  </a:lnTo>
                  <a:lnTo>
                    <a:pt x="16660" y="2032"/>
                  </a:lnTo>
                  <a:lnTo>
                    <a:pt x="16678" y="2013"/>
                  </a:lnTo>
                  <a:lnTo>
                    <a:pt x="16678" y="2013"/>
                  </a:lnTo>
                  <a:lnTo>
                    <a:pt x="16678" y="1976"/>
                  </a:lnTo>
                  <a:lnTo>
                    <a:pt x="16678" y="1976"/>
                  </a:lnTo>
                  <a:lnTo>
                    <a:pt x="16678" y="1938"/>
                  </a:lnTo>
                  <a:lnTo>
                    <a:pt x="16678" y="1938"/>
                  </a:lnTo>
                  <a:lnTo>
                    <a:pt x="16697" y="1920"/>
                  </a:lnTo>
                  <a:lnTo>
                    <a:pt x="16697" y="1920"/>
                  </a:lnTo>
                  <a:lnTo>
                    <a:pt x="16697" y="1883"/>
                  </a:lnTo>
                  <a:lnTo>
                    <a:pt x="16697" y="1883"/>
                  </a:lnTo>
                  <a:lnTo>
                    <a:pt x="16697" y="1883"/>
                  </a:lnTo>
                  <a:lnTo>
                    <a:pt x="16697" y="1883"/>
                  </a:lnTo>
                  <a:lnTo>
                    <a:pt x="17125" y="243"/>
                  </a:lnTo>
                  <a:lnTo>
                    <a:pt x="17125" y="243"/>
                  </a:lnTo>
                  <a:lnTo>
                    <a:pt x="171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4"/>
            <p:cNvSpPr/>
            <p:nvPr/>
          </p:nvSpPr>
          <p:spPr>
            <a:xfrm>
              <a:off x="3385843" y="1947611"/>
              <a:ext cx="28332" cy="49738"/>
            </a:xfrm>
            <a:custGeom>
              <a:rect b="b" l="l" r="r" t="t"/>
              <a:pathLst>
                <a:path extrusionOk="0" h="1343" w="765">
                  <a:moveTo>
                    <a:pt x="1" y="1"/>
                  </a:moveTo>
                  <a:lnTo>
                    <a:pt x="38" y="392"/>
                  </a:lnTo>
                  <a:lnTo>
                    <a:pt x="57" y="784"/>
                  </a:lnTo>
                  <a:lnTo>
                    <a:pt x="75" y="914"/>
                  </a:lnTo>
                  <a:lnTo>
                    <a:pt x="131" y="1026"/>
                  </a:lnTo>
                  <a:lnTo>
                    <a:pt x="187" y="1138"/>
                  </a:lnTo>
                  <a:lnTo>
                    <a:pt x="280" y="1231"/>
                  </a:lnTo>
                  <a:lnTo>
                    <a:pt x="373" y="1287"/>
                  </a:lnTo>
                  <a:lnTo>
                    <a:pt x="485" y="1343"/>
                  </a:lnTo>
                  <a:lnTo>
                    <a:pt x="746" y="1343"/>
                  </a:lnTo>
                  <a:lnTo>
                    <a:pt x="765" y="225"/>
                  </a:lnTo>
                  <a:lnTo>
                    <a:pt x="746" y="169"/>
                  </a:lnTo>
                  <a:lnTo>
                    <a:pt x="727" y="131"/>
                  </a:lnTo>
                  <a:lnTo>
                    <a:pt x="672" y="94"/>
                  </a:lnTo>
                  <a:lnTo>
                    <a:pt x="616" y="75"/>
                  </a:lnTo>
                  <a:lnTo>
                    <a:pt x="1"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4"/>
            <p:cNvSpPr/>
            <p:nvPr/>
          </p:nvSpPr>
          <p:spPr>
            <a:xfrm>
              <a:off x="3319587" y="1938649"/>
              <a:ext cx="80107" cy="127030"/>
            </a:xfrm>
            <a:custGeom>
              <a:rect b="b" l="l" r="r" t="t"/>
              <a:pathLst>
                <a:path extrusionOk="0" h="3430" w="2163">
                  <a:moveTo>
                    <a:pt x="1827" y="1"/>
                  </a:moveTo>
                  <a:lnTo>
                    <a:pt x="1" y="75"/>
                  </a:lnTo>
                  <a:lnTo>
                    <a:pt x="19" y="2181"/>
                  </a:lnTo>
                  <a:lnTo>
                    <a:pt x="299" y="3430"/>
                  </a:lnTo>
                  <a:lnTo>
                    <a:pt x="1380" y="2721"/>
                  </a:lnTo>
                  <a:lnTo>
                    <a:pt x="1957" y="2572"/>
                  </a:lnTo>
                  <a:lnTo>
                    <a:pt x="2051" y="2535"/>
                  </a:lnTo>
                  <a:lnTo>
                    <a:pt x="2125" y="2479"/>
                  </a:lnTo>
                  <a:lnTo>
                    <a:pt x="2162" y="2405"/>
                  </a:lnTo>
                  <a:lnTo>
                    <a:pt x="2162" y="2293"/>
                  </a:lnTo>
                  <a:lnTo>
                    <a:pt x="2162" y="2125"/>
                  </a:lnTo>
                  <a:lnTo>
                    <a:pt x="2162" y="1976"/>
                  </a:lnTo>
                  <a:lnTo>
                    <a:pt x="2125" y="1473"/>
                  </a:lnTo>
                  <a:lnTo>
                    <a:pt x="2125" y="1324"/>
                  </a:lnTo>
                  <a:lnTo>
                    <a:pt x="2088" y="839"/>
                  </a:lnTo>
                  <a:lnTo>
                    <a:pt x="2088" y="690"/>
                  </a:lnTo>
                  <a:lnTo>
                    <a:pt x="2069" y="224"/>
                  </a:lnTo>
                  <a:lnTo>
                    <a:pt x="2051" y="131"/>
                  </a:lnTo>
                  <a:lnTo>
                    <a:pt x="1995" y="57"/>
                  </a:lnTo>
                  <a:lnTo>
                    <a:pt x="1920" y="19"/>
                  </a:lnTo>
                  <a:lnTo>
                    <a:pt x="1827"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4"/>
            <p:cNvSpPr/>
            <p:nvPr/>
          </p:nvSpPr>
          <p:spPr>
            <a:xfrm>
              <a:off x="3319587" y="1938649"/>
              <a:ext cx="80107" cy="127030"/>
            </a:xfrm>
            <a:custGeom>
              <a:rect b="b" l="l" r="r" t="t"/>
              <a:pathLst>
                <a:path extrusionOk="0" fill="none" h="3430" w="2163">
                  <a:moveTo>
                    <a:pt x="1957" y="2572"/>
                  </a:moveTo>
                  <a:lnTo>
                    <a:pt x="1380" y="2721"/>
                  </a:lnTo>
                  <a:lnTo>
                    <a:pt x="299" y="3430"/>
                  </a:lnTo>
                  <a:lnTo>
                    <a:pt x="19" y="2181"/>
                  </a:lnTo>
                  <a:lnTo>
                    <a:pt x="1" y="75"/>
                  </a:lnTo>
                  <a:lnTo>
                    <a:pt x="1827" y="1"/>
                  </a:lnTo>
                  <a:lnTo>
                    <a:pt x="1827" y="1"/>
                  </a:lnTo>
                  <a:lnTo>
                    <a:pt x="1920" y="19"/>
                  </a:lnTo>
                  <a:lnTo>
                    <a:pt x="1995" y="57"/>
                  </a:lnTo>
                  <a:lnTo>
                    <a:pt x="2051" y="131"/>
                  </a:lnTo>
                  <a:lnTo>
                    <a:pt x="2069" y="224"/>
                  </a:lnTo>
                  <a:lnTo>
                    <a:pt x="2088" y="690"/>
                  </a:lnTo>
                  <a:lnTo>
                    <a:pt x="2088" y="839"/>
                  </a:lnTo>
                  <a:lnTo>
                    <a:pt x="2125" y="1324"/>
                  </a:lnTo>
                  <a:lnTo>
                    <a:pt x="2125" y="1473"/>
                  </a:lnTo>
                  <a:lnTo>
                    <a:pt x="2162" y="1976"/>
                  </a:lnTo>
                  <a:lnTo>
                    <a:pt x="2162" y="2125"/>
                  </a:lnTo>
                  <a:lnTo>
                    <a:pt x="2162" y="2293"/>
                  </a:lnTo>
                  <a:lnTo>
                    <a:pt x="2162" y="2293"/>
                  </a:lnTo>
                  <a:lnTo>
                    <a:pt x="2162" y="2405"/>
                  </a:lnTo>
                  <a:lnTo>
                    <a:pt x="2125" y="2479"/>
                  </a:lnTo>
                  <a:lnTo>
                    <a:pt x="2051" y="2535"/>
                  </a:lnTo>
                  <a:lnTo>
                    <a:pt x="1957" y="257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4"/>
            <p:cNvSpPr/>
            <p:nvPr/>
          </p:nvSpPr>
          <p:spPr>
            <a:xfrm>
              <a:off x="3352030" y="1964203"/>
              <a:ext cx="44886" cy="5555"/>
            </a:xfrm>
            <a:custGeom>
              <a:rect b="b" l="l" r="r" t="t"/>
              <a:pathLst>
                <a:path extrusionOk="0" h="150" w="1212">
                  <a:moveTo>
                    <a:pt x="690" y="0"/>
                  </a:moveTo>
                  <a:lnTo>
                    <a:pt x="75" y="19"/>
                  </a:lnTo>
                  <a:lnTo>
                    <a:pt x="38" y="19"/>
                  </a:lnTo>
                  <a:lnTo>
                    <a:pt x="19" y="37"/>
                  </a:lnTo>
                  <a:lnTo>
                    <a:pt x="1" y="93"/>
                  </a:lnTo>
                  <a:lnTo>
                    <a:pt x="38" y="131"/>
                  </a:lnTo>
                  <a:lnTo>
                    <a:pt x="56" y="149"/>
                  </a:lnTo>
                  <a:lnTo>
                    <a:pt x="1212" y="149"/>
                  </a:lnTo>
                  <a:lnTo>
                    <a:pt x="121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4"/>
            <p:cNvSpPr/>
            <p:nvPr/>
          </p:nvSpPr>
          <p:spPr>
            <a:xfrm>
              <a:off x="3353400" y="1986980"/>
              <a:ext cx="44923" cy="6222"/>
            </a:xfrm>
            <a:custGeom>
              <a:rect b="b" l="l" r="r" t="t"/>
              <a:pathLst>
                <a:path extrusionOk="0" h="168" w="1213">
                  <a:moveTo>
                    <a:pt x="690" y="0"/>
                  </a:moveTo>
                  <a:lnTo>
                    <a:pt x="57" y="19"/>
                  </a:lnTo>
                  <a:lnTo>
                    <a:pt x="38" y="37"/>
                  </a:lnTo>
                  <a:lnTo>
                    <a:pt x="19" y="56"/>
                  </a:lnTo>
                  <a:lnTo>
                    <a:pt x="1" y="93"/>
                  </a:lnTo>
                  <a:lnTo>
                    <a:pt x="19" y="149"/>
                  </a:lnTo>
                  <a:lnTo>
                    <a:pt x="38" y="168"/>
                  </a:lnTo>
                  <a:lnTo>
                    <a:pt x="75" y="168"/>
                  </a:lnTo>
                  <a:lnTo>
                    <a:pt x="653" y="149"/>
                  </a:lnTo>
                  <a:lnTo>
                    <a:pt x="1212" y="168"/>
                  </a:lnTo>
                  <a:lnTo>
                    <a:pt x="1212" y="19"/>
                  </a:lnTo>
                  <a:lnTo>
                    <a:pt x="69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4"/>
            <p:cNvSpPr/>
            <p:nvPr/>
          </p:nvSpPr>
          <p:spPr>
            <a:xfrm>
              <a:off x="3354808" y="2011793"/>
              <a:ext cx="44886" cy="5592"/>
            </a:xfrm>
            <a:custGeom>
              <a:rect b="b" l="l" r="r" t="t"/>
              <a:pathLst>
                <a:path extrusionOk="0" h="151" w="1212">
                  <a:moveTo>
                    <a:pt x="56" y="1"/>
                  </a:moveTo>
                  <a:lnTo>
                    <a:pt x="37" y="20"/>
                  </a:lnTo>
                  <a:lnTo>
                    <a:pt x="19" y="38"/>
                  </a:lnTo>
                  <a:lnTo>
                    <a:pt x="0" y="76"/>
                  </a:lnTo>
                  <a:lnTo>
                    <a:pt x="19" y="131"/>
                  </a:lnTo>
                  <a:lnTo>
                    <a:pt x="37" y="150"/>
                  </a:lnTo>
                  <a:lnTo>
                    <a:pt x="75" y="150"/>
                  </a:lnTo>
                  <a:lnTo>
                    <a:pt x="690" y="131"/>
                  </a:lnTo>
                  <a:lnTo>
                    <a:pt x="1211" y="150"/>
                  </a:lnTo>
                  <a:lnTo>
                    <a:pt x="121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4"/>
            <p:cNvSpPr/>
            <p:nvPr/>
          </p:nvSpPr>
          <p:spPr>
            <a:xfrm>
              <a:off x="992398" y="2047681"/>
              <a:ext cx="732293" cy="395497"/>
            </a:xfrm>
            <a:custGeom>
              <a:rect b="b" l="l" r="r" t="t"/>
              <a:pathLst>
                <a:path extrusionOk="0" h="10679" w="19773">
                  <a:moveTo>
                    <a:pt x="560" y="1"/>
                  </a:moveTo>
                  <a:lnTo>
                    <a:pt x="1" y="1100"/>
                  </a:lnTo>
                  <a:lnTo>
                    <a:pt x="877" y="1697"/>
                  </a:lnTo>
                  <a:lnTo>
                    <a:pt x="1734" y="2237"/>
                  </a:lnTo>
                  <a:lnTo>
                    <a:pt x="2535" y="2759"/>
                  </a:lnTo>
                  <a:lnTo>
                    <a:pt x="3318" y="3243"/>
                  </a:lnTo>
                  <a:lnTo>
                    <a:pt x="4790" y="4101"/>
                  </a:lnTo>
                  <a:lnTo>
                    <a:pt x="6113" y="4846"/>
                  </a:lnTo>
                  <a:lnTo>
                    <a:pt x="7324" y="5480"/>
                  </a:lnTo>
                  <a:lnTo>
                    <a:pt x="8424" y="6001"/>
                  </a:lnTo>
                  <a:lnTo>
                    <a:pt x="9393" y="6449"/>
                  </a:lnTo>
                  <a:lnTo>
                    <a:pt x="10250" y="6784"/>
                  </a:lnTo>
                  <a:lnTo>
                    <a:pt x="10996" y="7064"/>
                  </a:lnTo>
                  <a:lnTo>
                    <a:pt x="11629" y="7269"/>
                  </a:lnTo>
                  <a:lnTo>
                    <a:pt x="12151" y="7418"/>
                  </a:lnTo>
                  <a:lnTo>
                    <a:pt x="12579" y="7511"/>
                  </a:lnTo>
                  <a:lnTo>
                    <a:pt x="12896" y="7585"/>
                  </a:lnTo>
                  <a:lnTo>
                    <a:pt x="13120" y="7604"/>
                  </a:lnTo>
                  <a:lnTo>
                    <a:pt x="13306" y="7623"/>
                  </a:lnTo>
                  <a:lnTo>
                    <a:pt x="15319" y="8573"/>
                  </a:lnTo>
                  <a:lnTo>
                    <a:pt x="19773" y="10679"/>
                  </a:lnTo>
                  <a:lnTo>
                    <a:pt x="19493" y="9654"/>
                  </a:lnTo>
                  <a:lnTo>
                    <a:pt x="19214" y="8610"/>
                  </a:lnTo>
                  <a:lnTo>
                    <a:pt x="18692" y="6523"/>
                  </a:lnTo>
                  <a:lnTo>
                    <a:pt x="16698" y="5815"/>
                  </a:lnTo>
                  <a:lnTo>
                    <a:pt x="15692" y="5480"/>
                  </a:lnTo>
                  <a:lnTo>
                    <a:pt x="14685" y="5163"/>
                  </a:lnTo>
                  <a:lnTo>
                    <a:pt x="14406" y="4958"/>
                  </a:lnTo>
                  <a:lnTo>
                    <a:pt x="13660" y="4473"/>
                  </a:lnTo>
                  <a:lnTo>
                    <a:pt x="13157" y="4157"/>
                  </a:lnTo>
                  <a:lnTo>
                    <a:pt x="12579" y="3821"/>
                  </a:lnTo>
                  <a:lnTo>
                    <a:pt x="11965" y="3486"/>
                  </a:lnTo>
                  <a:lnTo>
                    <a:pt x="11294" y="3169"/>
                  </a:lnTo>
                  <a:lnTo>
                    <a:pt x="10120" y="2722"/>
                  </a:lnTo>
                  <a:lnTo>
                    <a:pt x="8797" y="2274"/>
                  </a:lnTo>
                  <a:lnTo>
                    <a:pt x="7418" y="1846"/>
                  </a:lnTo>
                  <a:lnTo>
                    <a:pt x="5983" y="1417"/>
                  </a:lnTo>
                  <a:lnTo>
                    <a:pt x="4529" y="1007"/>
                  </a:lnTo>
                  <a:lnTo>
                    <a:pt x="3132" y="635"/>
                  </a:lnTo>
                  <a:lnTo>
                    <a:pt x="1790" y="299"/>
                  </a:lnTo>
                  <a:lnTo>
                    <a:pt x="560"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4"/>
            <p:cNvSpPr/>
            <p:nvPr/>
          </p:nvSpPr>
          <p:spPr>
            <a:xfrm>
              <a:off x="992398" y="2053903"/>
              <a:ext cx="732293" cy="389275"/>
            </a:xfrm>
            <a:custGeom>
              <a:rect b="b" l="l" r="r" t="t"/>
              <a:pathLst>
                <a:path extrusionOk="0" h="10511" w="19773">
                  <a:moveTo>
                    <a:pt x="467" y="1"/>
                  </a:moveTo>
                  <a:lnTo>
                    <a:pt x="1" y="932"/>
                  </a:lnTo>
                  <a:lnTo>
                    <a:pt x="877" y="1529"/>
                  </a:lnTo>
                  <a:lnTo>
                    <a:pt x="1734" y="2069"/>
                  </a:lnTo>
                  <a:lnTo>
                    <a:pt x="2535" y="2591"/>
                  </a:lnTo>
                  <a:lnTo>
                    <a:pt x="3318" y="3075"/>
                  </a:lnTo>
                  <a:lnTo>
                    <a:pt x="4790" y="3933"/>
                  </a:lnTo>
                  <a:lnTo>
                    <a:pt x="6113" y="4678"/>
                  </a:lnTo>
                  <a:lnTo>
                    <a:pt x="7324" y="5312"/>
                  </a:lnTo>
                  <a:lnTo>
                    <a:pt x="8424" y="5833"/>
                  </a:lnTo>
                  <a:lnTo>
                    <a:pt x="9393" y="6281"/>
                  </a:lnTo>
                  <a:lnTo>
                    <a:pt x="10250" y="6616"/>
                  </a:lnTo>
                  <a:lnTo>
                    <a:pt x="10996" y="6896"/>
                  </a:lnTo>
                  <a:lnTo>
                    <a:pt x="11629" y="7101"/>
                  </a:lnTo>
                  <a:lnTo>
                    <a:pt x="12151" y="7250"/>
                  </a:lnTo>
                  <a:lnTo>
                    <a:pt x="12579" y="7343"/>
                  </a:lnTo>
                  <a:lnTo>
                    <a:pt x="12896" y="7417"/>
                  </a:lnTo>
                  <a:lnTo>
                    <a:pt x="13120" y="7436"/>
                  </a:lnTo>
                  <a:lnTo>
                    <a:pt x="13306" y="7455"/>
                  </a:lnTo>
                  <a:lnTo>
                    <a:pt x="15319" y="8405"/>
                  </a:lnTo>
                  <a:lnTo>
                    <a:pt x="19773" y="10511"/>
                  </a:lnTo>
                  <a:lnTo>
                    <a:pt x="19307" y="8759"/>
                  </a:lnTo>
                  <a:lnTo>
                    <a:pt x="18859" y="7007"/>
                  </a:lnTo>
                  <a:lnTo>
                    <a:pt x="17685" y="6579"/>
                  </a:lnTo>
                  <a:lnTo>
                    <a:pt x="16493" y="6169"/>
                  </a:lnTo>
                  <a:lnTo>
                    <a:pt x="15300" y="5778"/>
                  </a:lnTo>
                  <a:lnTo>
                    <a:pt x="14704" y="5610"/>
                  </a:lnTo>
                  <a:lnTo>
                    <a:pt x="14089" y="5442"/>
                  </a:lnTo>
                  <a:lnTo>
                    <a:pt x="13735" y="5125"/>
                  </a:lnTo>
                  <a:lnTo>
                    <a:pt x="13381" y="4846"/>
                  </a:lnTo>
                  <a:lnTo>
                    <a:pt x="13027" y="4566"/>
                  </a:lnTo>
                  <a:lnTo>
                    <a:pt x="12654" y="4324"/>
                  </a:lnTo>
                  <a:lnTo>
                    <a:pt x="12263" y="4082"/>
                  </a:lnTo>
                  <a:lnTo>
                    <a:pt x="11871" y="3858"/>
                  </a:lnTo>
                  <a:lnTo>
                    <a:pt x="11461" y="3635"/>
                  </a:lnTo>
                  <a:lnTo>
                    <a:pt x="11070" y="3430"/>
                  </a:lnTo>
                  <a:lnTo>
                    <a:pt x="10641" y="3243"/>
                  </a:lnTo>
                  <a:lnTo>
                    <a:pt x="10232" y="3057"/>
                  </a:lnTo>
                  <a:lnTo>
                    <a:pt x="9374" y="2740"/>
                  </a:lnTo>
                  <a:lnTo>
                    <a:pt x="8498" y="2423"/>
                  </a:lnTo>
                  <a:lnTo>
                    <a:pt x="7604" y="2162"/>
                  </a:lnTo>
                  <a:lnTo>
                    <a:pt x="6710" y="1901"/>
                  </a:lnTo>
                  <a:lnTo>
                    <a:pt x="5796" y="1641"/>
                  </a:lnTo>
                  <a:lnTo>
                    <a:pt x="3989" y="1156"/>
                  </a:lnTo>
                  <a:lnTo>
                    <a:pt x="3094" y="895"/>
                  </a:lnTo>
                  <a:lnTo>
                    <a:pt x="2200" y="616"/>
                  </a:lnTo>
                  <a:lnTo>
                    <a:pt x="1324" y="318"/>
                  </a:lnTo>
                  <a:lnTo>
                    <a:pt x="4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4"/>
            <p:cNvSpPr/>
            <p:nvPr/>
          </p:nvSpPr>
          <p:spPr>
            <a:xfrm>
              <a:off x="1684626" y="2289263"/>
              <a:ext cx="401719" cy="271244"/>
            </a:xfrm>
            <a:custGeom>
              <a:rect b="b" l="l" r="r" t="t"/>
              <a:pathLst>
                <a:path extrusionOk="0" h="7324" w="10847">
                  <a:moveTo>
                    <a:pt x="1" y="0"/>
                  </a:moveTo>
                  <a:lnTo>
                    <a:pt x="523" y="2087"/>
                  </a:lnTo>
                  <a:lnTo>
                    <a:pt x="802" y="3131"/>
                  </a:lnTo>
                  <a:lnTo>
                    <a:pt x="1082" y="4156"/>
                  </a:lnTo>
                  <a:lnTo>
                    <a:pt x="2982" y="5088"/>
                  </a:lnTo>
                  <a:lnTo>
                    <a:pt x="4790" y="5963"/>
                  </a:lnTo>
                  <a:lnTo>
                    <a:pt x="6318" y="6727"/>
                  </a:lnTo>
                  <a:lnTo>
                    <a:pt x="7455" y="7324"/>
                  </a:lnTo>
                  <a:lnTo>
                    <a:pt x="8256" y="6206"/>
                  </a:lnTo>
                  <a:lnTo>
                    <a:pt x="9076" y="5088"/>
                  </a:lnTo>
                  <a:lnTo>
                    <a:pt x="9505" y="4529"/>
                  </a:lnTo>
                  <a:lnTo>
                    <a:pt x="9933" y="3988"/>
                  </a:lnTo>
                  <a:lnTo>
                    <a:pt x="10380" y="3466"/>
                  </a:lnTo>
                  <a:lnTo>
                    <a:pt x="10846" y="2945"/>
                  </a:lnTo>
                  <a:lnTo>
                    <a:pt x="10567" y="2814"/>
                  </a:lnTo>
                  <a:lnTo>
                    <a:pt x="10306" y="2646"/>
                  </a:lnTo>
                  <a:lnTo>
                    <a:pt x="10045" y="2460"/>
                  </a:lnTo>
                  <a:lnTo>
                    <a:pt x="9784" y="2255"/>
                  </a:lnTo>
                  <a:lnTo>
                    <a:pt x="9523" y="2069"/>
                  </a:lnTo>
                  <a:lnTo>
                    <a:pt x="9244" y="1882"/>
                  </a:lnTo>
                  <a:lnTo>
                    <a:pt x="8964" y="1733"/>
                  </a:lnTo>
                  <a:lnTo>
                    <a:pt x="8815" y="1659"/>
                  </a:lnTo>
                  <a:lnTo>
                    <a:pt x="8647" y="1603"/>
                  </a:lnTo>
                  <a:lnTo>
                    <a:pt x="8312" y="1472"/>
                  </a:lnTo>
                  <a:lnTo>
                    <a:pt x="7995" y="1379"/>
                  </a:lnTo>
                  <a:lnTo>
                    <a:pt x="7846" y="1323"/>
                  </a:lnTo>
                  <a:lnTo>
                    <a:pt x="7678" y="1305"/>
                  </a:lnTo>
                  <a:lnTo>
                    <a:pt x="7511" y="1286"/>
                  </a:lnTo>
                  <a:lnTo>
                    <a:pt x="7343" y="1267"/>
                  </a:lnTo>
                  <a:lnTo>
                    <a:pt x="7157" y="1249"/>
                  </a:lnTo>
                  <a:lnTo>
                    <a:pt x="6970" y="1230"/>
                  </a:lnTo>
                  <a:lnTo>
                    <a:pt x="6597" y="1249"/>
                  </a:lnTo>
                  <a:lnTo>
                    <a:pt x="6225" y="1286"/>
                  </a:lnTo>
                  <a:lnTo>
                    <a:pt x="5852" y="1361"/>
                  </a:lnTo>
                  <a:lnTo>
                    <a:pt x="5479" y="1416"/>
                  </a:lnTo>
                  <a:lnTo>
                    <a:pt x="5107" y="1454"/>
                  </a:lnTo>
                  <a:lnTo>
                    <a:pt x="4753" y="1472"/>
                  </a:lnTo>
                  <a:lnTo>
                    <a:pt x="4566" y="1454"/>
                  </a:lnTo>
                  <a:lnTo>
                    <a:pt x="4380" y="1435"/>
                  </a:lnTo>
                  <a:lnTo>
                    <a:pt x="3243" y="1100"/>
                  </a:lnTo>
                  <a:lnTo>
                    <a:pt x="2144" y="746"/>
                  </a:lnTo>
                  <a:lnTo>
                    <a:pt x="1063" y="373"/>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4"/>
            <p:cNvSpPr/>
            <p:nvPr/>
          </p:nvSpPr>
          <p:spPr>
            <a:xfrm>
              <a:off x="920624" y="1978684"/>
              <a:ext cx="28332" cy="49738"/>
            </a:xfrm>
            <a:custGeom>
              <a:rect b="b" l="l" r="r" t="t"/>
              <a:pathLst>
                <a:path extrusionOk="0" h="1343" w="765">
                  <a:moveTo>
                    <a:pt x="765" y="1"/>
                  </a:moveTo>
                  <a:lnTo>
                    <a:pt x="150" y="56"/>
                  </a:lnTo>
                  <a:lnTo>
                    <a:pt x="94" y="75"/>
                  </a:lnTo>
                  <a:lnTo>
                    <a:pt x="38" y="112"/>
                  </a:lnTo>
                  <a:lnTo>
                    <a:pt x="20" y="168"/>
                  </a:lnTo>
                  <a:lnTo>
                    <a:pt x="1" y="224"/>
                  </a:lnTo>
                  <a:lnTo>
                    <a:pt x="20" y="1324"/>
                  </a:lnTo>
                  <a:lnTo>
                    <a:pt x="150" y="1342"/>
                  </a:lnTo>
                  <a:lnTo>
                    <a:pt x="280" y="1324"/>
                  </a:lnTo>
                  <a:lnTo>
                    <a:pt x="392" y="1286"/>
                  </a:lnTo>
                  <a:lnTo>
                    <a:pt x="485" y="1212"/>
                  </a:lnTo>
                  <a:lnTo>
                    <a:pt x="579" y="1119"/>
                  </a:lnTo>
                  <a:lnTo>
                    <a:pt x="635" y="1025"/>
                  </a:lnTo>
                  <a:lnTo>
                    <a:pt x="690" y="895"/>
                  </a:lnTo>
                  <a:lnTo>
                    <a:pt x="709" y="783"/>
                  </a:lnTo>
                  <a:lnTo>
                    <a:pt x="728" y="392"/>
                  </a:lnTo>
                  <a:lnTo>
                    <a:pt x="765"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4"/>
            <p:cNvSpPr/>
            <p:nvPr/>
          </p:nvSpPr>
          <p:spPr>
            <a:xfrm>
              <a:off x="920624" y="1978684"/>
              <a:ext cx="28332" cy="49738"/>
            </a:xfrm>
            <a:custGeom>
              <a:rect b="b" l="l" r="r" t="t"/>
              <a:pathLst>
                <a:path extrusionOk="0" fill="none" h="1343" w="765">
                  <a:moveTo>
                    <a:pt x="765" y="1"/>
                  </a:moveTo>
                  <a:lnTo>
                    <a:pt x="765" y="1"/>
                  </a:lnTo>
                  <a:lnTo>
                    <a:pt x="150" y="56"/>
                  </a:lnTo>
                  <a:lnTo>
                    <a:pt x="150" y="56"/>
                  </a:lnTo>
                  <a:lnTo>
                    <a:pt x="94" y="75"/>
                  </a:lnTo>
                  <a:lnTo>
                    <a:pt x="38" y="112"/>
                  </a:lnTo>
                  <a:lnTo>
                    <a:pt x="20" y="168"/>
                  </a:lnTo>
                  <a:lnTo>
                    <a:pt x="1" y="224"/>
                  </a:lnTo>
                  <a:lnTo>
                    <a:pt x="1" y="224"/>
                  </a:lnTo>
                  <a:lnTo>
                    <a:pt x="20" y="1324"/>
                  </a:lnTo>
                  <a:lnTo>
                    <a:pt x="20" y="1324"/>
                  </a:lnTo>
                  <a:lnTo>
                    <a:pt x="20" y="1324"/>
                  </a:lnTo>
                  <a:lnTo>
                    <a:pt x="150" y="1342"/>
                  </a:lnTo>
                  <a:lnTo>
                    <a:pt x="280" y="1324"/>
                  </a:lnTo>
                  <a:lnTo>
                    <a:pt x="392" y="1286"/>
                  </a:lnTo>
                  <a:lnTo>
                    <a:pt x="485" y="1212"/>
                  </a:lnTo>
                  <a:lnTo>
                    <a:pt x="579" y="1119"/>
                  </a:lnTo>
                  <a:lnTo>
                    <a:pt x="635" y="1025"/>
                  </a:lnTo>
                  <a:lnTo>
                    <a:pt x="690" y="895"/>
                  </a:lnTo>
                  <a:lnTo>
                    <a:pt x="709" y="783"/>
                  </a:lnTo>
                  <a:lnTo>
                    <a:pt x="709" y="783"/>
                  </a:lnTo>
                  <a:lnTo>
                    <a:pt x="728" y="392"/>
                  </a:lnTo>
                  <a:lnTo>
                    <a:pt x="765" y="1"/>
                  </a:lnTo>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4"/>
            <p:cNvSpPr/>
            <p:nvPr/>
          </p:nvSpPr>
          <p:spPr>
            <a:xfrm>
              <a:off x="935142" y="1969721"/>
              <a:ext cx="80070" cy="127030"/>
            </a:xfrm>
            <a:custGeom>
              <a:rect b="b" l="l" r="r" t="t"/>
              <a:pathLst>
                <a:path extrusionOk="0" h="3430" w="2162">
                  <a:moveTo>
                    <a:pt x="243" y="0"/>
                  </a:moveTo>
                  <a:lnTo>
                    <a:pt x="168" y="56"/>
                  </a:lnTo>
                  <a:lnTo>
                    <a:pt x="112" y="131"/>
                  </a:lnTo>
                  <a:lnTo>
                    <a:pt x="93" y="205"/>
                  </a:lnTo>
                  <a:lnTo>
                    <a:pt x="75" y="690"/>
                  </a:lnTo>
                  <a:lnTo>
                    <a:pt x="75" y="839"/>
                  </a:lnTo>
                  <a:lnTo>
                    <a:pt x="38" y="1323"/>
                  </a:lnTo>
                  <a:lnTo>
                    <a:pt x="38" y="1454"/>
                  </a:lnTo>
                  <a:lnTo>
                    <a:pt x="19" y="1976"/>
                  </a:lnTo>
                  <a:lnTo>
                    <a:pt x="0" y="2106"/>
                  </a:lnTo>
                  <a:lnTo>
                    <a:pt x="0" y="2292"/>
                  </a:lnTo>
                  <a:lnTo>
                    <a:pt x="0" y="2386"/>
                  </a:lnTo>
                  <a:lnTo>
                    <a:pt x="56" y="2479"/>
                  </a:lnTo>
                  <a:lnTo>
                    <a:pt x="112" y="2535"/>
                  </a:lnTo>
                  <a:lnTo>
                    <a:pt x="205" y="2572"/>
                  </a:lnTo>
                  <a:lnTo>
                    <a:pt x="783" y="2721"/>
                  </a:lnTo>
                  <a:lnTo>
                    <a:pt x="1864" y="3429"/>
                  </a:lnTo>
                  <a:lnTo>
                    <a:pt x="2143" y="2162"/>
                  </a:lnTo>
                  <a:lnTo>
                    <a:pt x="2162" y="75"/>
                  </a:lnTo>
                  <a:lnTo>
                    <a:pt x="336" y="0"/>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4"/>
            <p:cNvSpPr/>
            <p:nvPr/>
          </p:nvSpPr>
          <p:spPr>
            <a:xfrm>
              <a:off x="937882" y="1994572"/>
              <a:ext cx="44923" cy="6222"/>
            </a:xfrm>
            <a:custGeom>
              <a:rect b="b" l="l" r="r" t="t"/>
              <a:pathLst>
                <a:path extrusionOk="0" h="168" w="1213">
                  <a:moveTo>
                    <a:pt x="523" y="0"/>
                  </a:moveTo>
                  <a:lnTo>
                    <a:pt x="1" y="19"/>
                  </a:lnTo>
                  <a:lnTo>
                    <a:pt x="1" y="168"/>
                  </a:lnTo>
                  <a:lnTo>
                    <a:pt x="523" y="149"/>
                  </a:lnTo>
                  <a:lnTo>
                    <a:pt x="1138" y="168"/>
                  </a:lnTo>
                  <a:lnTo>
                    <a:pt x="1156" y="168"/>
                  </a:lnTo>
                  <a:lnTo>
                    <a:pt x="1193" y="149"/>
                  </a:lnTo>
                  <a:lnTo>
                    <a:pt x="1212" y="93"/>
                  </a:lnTo>
                  <a:lnTo>
                    <a:pt x="1193" y="56"/>
                  </a:lnTo>
                  <a:lnTo>
                    <a:pt x="1175" y="37"/>
                  </a:lnTo>
                  <a:lnTo>
                    <a:pt x="1138" y="19"/>
                  </a:lnTo>
                  <a:lnTo>
                    <a:pt x="52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4"/>
            <p:cNvSpPr/>
            <p:nvPr/>
          </p:nvSpPr>
          <p:spPr>
            <a:xfrm>
              <a:off x="936512" y="2018015"/>
              <a:ext cx="44886" cy="6259"/>
            </a:xfrm>
            <a:custGeom>
              <a:rect b="b" l="l" r="r" t="t"/>
              <a:pathLst>
                <a:path extrusionOk="0" h="169" w="1212">
                  <a:moveTo>
                    <a:pt x="522" y="1"/>
                  </a:moveTo>
                  <a:lnTo>
                    <a:pt x="1" y="19"/>
                  </a:lnTo>
                  <a:lnTo>
                    <a:pt x="1" y="150"/>
                  </a:lnTo>
                  <a:lnTo>
                    <a:pt x="1137" y="150"/>
                  </a:lnTo>
                  <a:lnTo>
                    <a:pt x="1156" y="168"/>
                  </a:lnTo>
                  <a:lnTo>
                    <a:pt x="1175" y="150"/>
                  </a:lnTo>
                  <a:lnTo>
                    <a:pt x="1193" y="131"/>
                  </a:lnTo>
                  <a:lnTo>
                    <a:pt x="1212" y="94"/>
                  </a:lnTo>
                  <a:lnTo>
                    <a:pt x="1212" y="38"/>
                  </a:lnTo>
                  <a:lnTo>
                    <a:pt x="1193" y="19"/>
                  </a:lnTo>
                  <a:lnTo>
                    <a:pt x="1156" y="19"/>
                  </a:lnTo>
                  <a:lnTo>
                    <a:pt x="52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4"/>
            <p:cNvSpPr/>
            <p:nvPr/>
          </p:nvSpPr>
          <p:spPr>
            <a:xfrm>
              <a:off x="935142" y="2042162"/>
              <a:ext cx="44886" cy="6259"/>
            </a:xfrm>
            <a:custGeom>
              <a:rect b="b" l="l" r="r" t="t"/>
              <a:pathLst>
                <a:path extrusionOk="0" h="169" w="1212">
                  <a:moveTo>
                    <a:pt x="522" y="1"/>
                  </a:moveTo>
                  <a:lnTo>
                    <a:pt x="19" y="20"/>
                  </a:lnTo>
                  <a:lnTo>
                    <a:pt x="0" y="150"/>
                  </a:lnTo>
                  <a:lnTo>
                    <a:pt x="522" y="150"/>
                  </a:lnTo>
                  <a:lnTo>
                    <a:pt x="1137" y="169"/>
                  </a:lnTo>
                  <a:lnTo>
                    <a:pt x="1174" y="150"/>
                  </a:lnTo>
                  <a:lnTo>
                    <a:pt x="1193" y="131"/>
                  </a:lnTo>
                  <a:lnTo>
                    <a:pt x="1212" y="94"/>
                  </a:lnTo>
                  <a:lnTo>
                    <a:pt x="1193" y="38"/>
                  </a:lnTo>
                  <a:lnTo>
                    <a:pt x="1174" y="20"/>
                  </a:lnTo>
                  <a:lnTo>
                    <a:pt x="1156" y="20"/>
                  </a:lnTo>
                  <a:lnTo>
                    <a:pt x="52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4"/>
            <p:cNvSpPr/>
            <p:nvPr/>
          </p:nvSpPr>
          <p:spPr>
            <a:xfrm>
              <a:off x="2086311" y="2148454"/>
              <a:ext cx="136659" cy="238135"/>
            </a:xfrm>
            <a:custGeom>
              <a:rect b="b" l="l" r="r" t="t"/>
              <a:pathLst>
                <a:path extrusionOk="0" h="6430" w="3690">
                  <a:moveTo>
                    <a:pt x="1696" y="1"/>
                  </a:moveTo>
                  <a:lnTo>
                    <a:pt x="1510" y="19"/>
                  </a:lnTo>
                  <a:lnTo>
                    <a:pt x="1323" y="57"/>
                  </a:lnTo>
                  <a:lnTo>
                    <a:pt x="1156" y="113"/>
                  </a:lnTo>
                  <a:lnTo>
                    <a:pt x="988" y="187"/>
                  </a:lnTo>
                  <a:lnTo>
                    <a:pt x="839" y="262"/>
                  </a:lnTo>
                  <a:lnTo>
                    <a:pt x="708" y="373"/>
                  </a:lnTo>
                  <a:lnTo>
                    <a:pt x="597" y="485"/>
                  </a:lnTo>
                  <a:lnTo>
                    <a:pt x="503" y="597"/>
                  </a:lnTo>
                  <a:lnTo>
                    <a:pt x="429" y="709"/>
                  </a:lnTo>
                  <a:lnTo>
                    <a:pt x="354" y="839"/>
                  </a:lnTo>
                  <a:lnTo>
                    <a:pt x="242" y="1100"/>
                  </a:lnTo>
                  <a:lnTo>
                    <a:pt x="168" y="1398"/>
                  </a:lnTo>
                  <a:lnTo>
                    <a:pt x="112" y="1678"/>
                  </a:lnTo>
                  <a:lnTo>
                    <a:pt x="75" y="1995"/>
                  </a:lnTo>
                  <a:lnTo>
                    <a:pt x="56" y="2293"/>
                  </a:lnTo>
                  <a:lnTo>
                    <a:pt x="38" y="2591"/>
                  </a:lnTo>
                  <a:lnTo>
                    <a:pt x="19" y="4492"/>
                  </a:lnTo>
                  <a:lnTo>
                    <a:pt x="0" y="6430"/>
                  </a:lnTo>
                  <a:lnTo>
                    <a:pt x="2292" y="6430"/>
                  </a:lnTo>
                  <a:lnTo>
                    <a:pt x="2292" y="5610"/>
                  </a:lnTo>
                  <a:lnTo>
                    <a:pt x="2311" y="5218"/>
                  </a:lnTo>
                  <a:lnTo>
                    <a:pt x="2348" y="4827"/>
                  </a:lnTo>
                  <a:lnTo>
                    <a:pt x="2497" y="4846"/>
                  </a:lnTo>
                  <a:lnTo>
                    <a:pt x="2646" y="4864"/>
                  </a:lnTo>
                  <a:lnTo>
                    <a:pt x="2833" y="4864"/>
                  </a:lnTo>
                  <a:lnTo>
                    <a:pt x="3019" y="4827"/>
                  </a:lnTo>
                  <a:lnTo>
                    <a:pt x="3187" y="4790"/>
                  </a:lnTo>
                  <a:lnTo>
                    <a:pt x="3336" y="4734"/>
                  </a:lnTo>
                  <a:lnTo>
                    <a:pt x="3466" y="4641"/>
                  </a:lnTo>
                  <a:lnTo>
                    <a:pt x="3504" y="4604"/>
                  </a:lnTo>
                  <a:lnTo>
                    <a:pt x="3541" y="4548"/>
                  </a:lnTo>
                  <a:lnTo>
                    <a:pt x="3597" y="4417"/>
                  </a:lnTo>
                  <a:lnTo>
                    <a:pt x="3634" y="4305"/>
                  </a:lnTo>
                  <a:lnTo>
                    <a:pt x="3671" y="4044"/>
                  </a:lnTo>
                  <a:lnTo>
                    <a:pt x="3690" y="3784"/>
                  </a:lnTo>
                  <a:lnTo>
                    <a:pt x="3690" y="3523"/>
                  </a:lnTo>
                  <a:lnTo>
                    <a:pt x="3653" y="224"/>
                  </a:lnTo>
                  <a:lnTo>
                    <a:pt x="2907" y="75"/>
                  </a:lnTo>
                  <a:lnTo>
                    <a:pt x="2497" y="19"/>
                  </a:lnTo>
                  <a:lnTo>
                    <a:pt x="2087"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4"/>
            <p:cNvSpPr/>
            <p:nvPr/>
          </p:nvSpPr>
          <p:spPr>
            <a:xfrm>
              <a:off x="1472747" y="2023534"/>
              <a:ext cx="761958" cy="828214"/>
            </a:xfrm>
            <a:custGeom>
              <a:rect b="b" l="l" r="r" t="t"/>
              <a:pathLst>
                <a:path extrusionOk="0" h="22363" w="20574">
                  <a:moveTo>
                    <a:pt x="16493" y="1"/>
                  </a:moveTo>
                  <a:lnTo>
                    <a:pt x="16213" y="38"/>
                  </a:lnTo>
                  <a:lnTo>
                    <a:pt x="15934" y="75"/>
                  </a:lnTo>
                  <a:lnTo>
                    <a:pt x="15654" y="131"/>
                  </a:lnTo>
                  <a:lnTo>
                    <a:pt x="15393" y="224"/>
                  </a:lnTo>
                  <a:lnTo>
                    <a:pt x="15132" y="318"/>
                  </a:lnTo>
                  <a:lnTo>
                    <a:pt x="14871" y="448"/>
                  </a:lnTo>
                  <a:lnTo>
                    <a:pt x="14629" y="578"/>
                  </a:lnTo>
                  <a:lnTo>
                    <a:pt x="14387" y="728"/>
                  </a:lnTo>
                  <a:lnTo>
                    <a:pt x="14163" y="895"/>
                  </a:lnTo>
                  <a:lnTo>
                    <a:pt x="13940" y="1063"/>
                  </a:lnTo>
                  <a:lnTo>
                    <a:pt x="13735" y="1268"/>
                  </a:lnTo>
                  <a:lnTo>
                    <a:pt x="13548" y="1473"/>
                  </a:lnTo>
                  <a:lnTo>
                    <a:pt x="13362" y="1697"/>
                  </a:lnTo>
                  <a:lnTo>
                    <a:pt x="13213" y="1920"/>
                  </a:lnTo>
                  <a:lnTo>
                    <a:pt x="13064" y="2162"/>
                  </a:lnTo>
                  <a:lnTo>
                    <a:pt x="12933" y="2423"/>
                  </a:lnTo>
                  <a:lnTo>
                    <a:pt x="12822" y="2684"/>
                  </a:lnTo>
                  <a:lnTo>
                    <a:pt x="12728" y="2945"/>
                  </a:lnTo>
                  <a:lnTo>
                    <a:pt x="12561" y="3523"/>
                  </a:lnTo>
                  <a:lnTo>
                    <a:pt x="12393" y="4100"/>
                  </a:lnTo>
                  <a:lnTo>
                    <a:pt x="12225" y="4660"/>
                  </a:lnTo>
                  <a:lnTo>
                    <a:pt x="12132" y="4939"/>
                  </a:lnTo>
                  <a:lnTo>
                    <a:pt x="12020" y="5200"/>
                  </a:lnTo>
                  <a:lnTo>
                    <a:pt x="11909" y="5442"/>
                  </a:lnTo>
                  <a:lnTo>
                    <a:pt x="11759" y="5684"/>
                  </a:lnTo>
                  <a:lnTo>
                    <a:pt x="11610" y="5908"/>
                  </a:lnTo>
                  <a:lnTo>
                    <a:pt x="11443" y="6113"/>
                  </a:lnTo>
                  <a:lnTo>
                    <a:pt x="11238" y="6281"/>
                  </a:lnTo>
                  <a:lnTo>
                    <a:pt x="10995" y="6448"/>
                  </a:lnTo>
                  <a:lnTo>
                    <a:pt x="10735" y="6579"/>
                  </a:lnTo>
                  <a:lnTo>
                    <a:pt x="10455" y="6672"/>
                  </a:lnTo>
                  <a:lnTo>
                    <a:pt x="10157" y="6728"/>
                  </a:lnTo>
                  <a:lnTo>
                    <a:pt x="9859" y="6765"/>
                  </a:lnTo>
                  <a:lnTo>
                    <a:pt x="9542" y="6803"/>
                  </a:lnTo>
                  <a:lnTo>
                    <a:pt x="9225" y="6803"/>
                  </a:lnTo>
                  <a:lnTo>
                    <a:pt x="8610" y="6821"/>
                  </a:lnTo>
                  <a:lnTo>
                    <a:pt x="8293" y="6821"/>
                  </a:lnTo>
                  <a:lnTo>
                    <a:pt x="7995" y="6840"/>
                  </a:lnTo>
                  <a:lnTo>
                    <a:pt x="7697" y="6877"/>
                  </a:lnTo>
                  <a:lnTo>
                    <a:pt x="7418" y="6933"/>
                  </a:lnTo>
                  <a:lnTo>
                    <a:pt x="7157" y="7026"/>
                  </a:lnTo>
                  <a:lnTo>
                    <a:pt x="6914" y="7138"/>
                  </a:lnTo>
                  <a:lnTo>
                    <a:pt x="6803" y="7213"/>
                  </a:lnTo>
                  <a:lnTo>
                    <a:pt x="6691" y="7306"/>
                  </a:lnTo>
                  <a:lnTo>
                    <a:pt x="6579" y="7399"/>
                  </a:lnTo>
                  <a:lnTo>
                    <a:pt x="6486" y="7511"/>
                  </a:lnTo>
                  <a:lnTo>
                    <a:pt x="6374" y="7660"/>
                  </a:lnTo>
                  <a:lnTo>
                    <a:pt x="6262" y="7827"/>
                  </a:lnTo>
                  <a:lnTo>
                    <a:pt x="6188" y="8014"/>
                  </a:lnTo>
                  <a:lnTo>
                    <a:pt x="6132" y="8200"/>
                  </a:lnTo>
                  <a:lnTo>
                    <a:pt x="6094" y="8387"/>
                  </a:lnTo>
                  <a:lnTo>
                    <a:pt x="6057" y="8573"/>
                  </a:lnTo>
                  <a:lnTo>
                    <a:pt x="6020" y="8983"/>
                  </a:lnTo>
                  <a:lnTo>
                    <a:pt x="5964" y="9803"/>
                  </a:lnTo>
                  <a:lnTo>
                    <a:pt x="5927" y="10213"/>
                  </a:lnTo>
                  <a:lnTo>
                    <a:pt x="5889" y="10418"/>
                  </a:lnTo>
                  <a:lnTo>
                    <a:pt x="5852" y="10604"/>
                  </a:lnTo>
                  <a:lnTo>
                    <a:pt x="5778" y="10809"/>
                  </a:lnTo>
                  <a:lnTo>
                    <a:pt x="5703" y="11014"/>
                  </a:lnTo>
                  <a:lnTo>
                    <a:pt x="5610" y="11200"/>
                  </a:lnTo>
                  <a:lnTo>
                    <a:pt x="5498" y="11387"/>
                  </a:lnTo>
                  <a:lnTo>
                    <a:pt x="5368" y="11554"/>
                  </a:lnTo>
                  <a:lnTo>
                    <a:pt x="5237" y="11722"/>
                  </a:lnTo>
                  <a:lnTo>
                    <a:pt x="5088" y="11871"/>
                  </a:lnTo>
                  <a:lnTo>
                    <a:pt x="4939" y="12020"/>
                  </a:lnTo>
                  <a:lnTo>
                    <a:pt x="4604" y="12300"/>
                  </a:lnTo>
                  <a:lnTo>
                    <a:pt x="4250" y="12561"/>
                  </a:lnTo>
                  <a:lnTo>
                    <a:pt x="3858" y="12822"/>
                  </a:lnTo>
                  <a:lnTo>
                    <a:pt x="3467" y="13045"/>
                  </a:lnTo>
                  <a:lnTo>
                    <a:pt x="2647" y="13511"/>
                  </a:lnTo>
                  <a:lnTo>
                    <a:pt x="2237" y="13753"/>
                  </a:lnTo>
                  <a:lnTo>
                    <a:pt x="1864" y="14014"/>
                  </a:lnTo>
                  <a:lnTo>
                    <a:pt x="1492" y="14294"/>
                  </a:lnTo>
                  <a:lnTo>
                    <a:pt x="1138" y="14573"/>
                  </a:lnTo>
                  <a:lnTo>
                    <a:pt x="970" y="14741"/>
                  </a:lnTo>
                  <a:lnTo>
                    <a:pt x="821" y="14909"/>
                  </a:lnTo>
                  <a:lnTo>
                    <a:pt x="690" y="15076"/>
                  </a:lnTo>
                  <a:lnTo>
                    <a:pt x="560" y="15263"/>
                  </a:lnTo>
                  <a:lnTo>
                    <a:pt x="448" y="15431"/>
                  </a:lnTo>
                  <a:lnTo>
                    <a:pt x="355" y="15617"/>
                  </a:lnTo>
                  <a:lnTo>
                    <a:pt x="262" y="15785"/>
                  </a:lnTo>
                  <a:lnTo>
                    <a:pt x="187" y="15971"/>
                  </a:lnTo>
                  <a:lnTo>
                    <a:pt x="131" y="16176"/>
                  </a:lnTo>
                  <a:lnTo>
                    <a:pt x="94" y="16362"/>
                  </a:lnTo>
                  <a:lnTo>
                    <a:pt x="57" y="16549"/>
                  </a:lnTo>
                  <a:lnTo>
                    <a:pt x="19" y="16754"/>
                  </a:lnTo>
                  <a:lnTo>
                    <a:pt x="1" y="17145"/>
                  </a:lnTo>
                  <a:lnTo>
                    <a:pt x="38" y="17555"/>
                  </a:lnTo>
                  <a:lnTo>
                    <a:pt x="94" y="17946"/>
                  </a:lnTo>
                  <a:lnTo>
                    <a:pt x="187" y="18338"/>
                  </a:lnTo>
                  <a:lnTo>
                    <a:pt x="336" y="18729"/>
                  </a:lnTo>
                  <a:lnTo>
                    <a:pt x="504" y="19120"/>
                  </a:lnTo>
                  <a:lnTo>
                    <a:pt x="709" y="19493"/>
                  </a:lnTo>
                  <a:lnTo>
                    <a:pt x="933" y="19828"/>
                  </a:lnTo>
                  <a:lnTo>
                    <a:pt x="1193" y="20164"/>
                  </a:lnTo>
                  <a:lnTo>
                    <a:pt x="1473" y="20481"/>
                  </a:lnTo>
                  <a:lnTo>
                    <a:pt x="1771" y="20760"/>
                  </a:lnTo>
                  <a:lnTo>
                    <a:pt x="2107" y="21002"/>
                  </a:lnTo>
                  <a:lnTo>
                    <a:pt x="2442" y="21226"/>
                  </a:lnTo>
                  <a:lnTo>
                    <a:pt x="2796" y="21431"/>
                  </a:lnTo>
                  <a:lnTo>
                    <a:pt x="3169" y="21599"/>
                  </a:lnTo>
                  <a:lnTo>
                    <a:pt x="3541" y="21766"/>
                  </a:lnTo>
                  <a:lnTo>
                    <a:pt x="3933" y="21897"/>
                  </a:lnTo>
                  <a:lnTo>
                    <a:pt x="4324" y="22009"/>
                  </a:lnTo>
                  <a:lnTo>
                    <a:pt x="4715" y="22102"/>
                  </a:lnTo>
                  <a:lnTo>
                    <a:pt x="5125" y="22176"/>
                  </a:lnTo>
                  <a:lnTo>
                    <a:pt x="5535" y="22251"/>
                  </a:lnTo>
                  <a:lnTo>
                    <a:pt x="5945" y="22288"/>
                  </a:lnTo>
                  <a:lnTo>
                    <a:pt x="6355" y="22325"/>
                  </a:lnTo>
                  <a:lnTo>
                    <a:pt x="6784" y="22344"/>
                  </a:lnTo>
                  <a:lnTo>
                    <a:pt x="7622" y="22363"/>
                  </a:lnTo>
                  <a:lnTo>
                    <a:pt x="8442" y="22344"/>
                  </a:lnTo>
                  <a:lnTo>
                    <a:pt x="8871" y="22325"/>
                  </a:lnTo>
                  <a:lnTo>
                    <a:pt x="9281" y="22288"/>
                  </a:lnTo>
                  <a:lnTo>
                    <a:pt x="9710" y="22232"/>
                  </a:lnTo>
                  <a:lnTo>
                    <a:pt x="10138" y="22176"/>
                  </a:lnTo>
                  <a:lnTo>
                    <a:pt x="10567" y="22083"/>
                  </a:lnTo>
                  <a:lnTo>
                    <a:pt x="10977" y="21990"/>
                  </a:lnTo>
                  <a:lnTo>
                    <a:pt x="11387" y="21878"/>
                  </a:lnTo>
                  <a:lnTo>
                    <a:pt x="11778" y="21729"/>
                  </a:lnTo>
                  <a:lnTo>
                    <a:pt x="12151" y="21561"/>
                  </a:lnTo>
                  <a:lnTo>
                    <a:pt x="12523" y="21375"/>
                  </a:lnTo>
                  <a:lnTo>
                    <a:pt x="12859" y="21170"/>
                  </a:lnTo>
                  <a:lnTo>
                    <a:pt x="13176" y="20928"/>
                  </a:lnTo>
                  <a:lnTo>
                    <a:pt x="13474" y="20667"/>
                  </a:lnTo>
                  <a:lnTo>
                    <a:pt x="13735" y="20369"/>
                  </a:lnTo>
                  <a:lnTo>
                    <a:pt x="13847" y="20201"/>
                  </a:lnTo>
                  <a:lnTo>
                    <a:pt x="13958" y="20033"/>
                  </a:lnTo>
                  <a:lnTo>
                    <a:pt x="14070" y="19866"/>
                  </a:lnTo>
                  <a:lnTo>
                    <a:pt x="14163" y="19679"/>
                  </a:lnTo>
                  <a:lnTo>
                    <a:pt x="14238" y="19474"/>
                  </a:lnTo>
                  <a:lnTo>
                    <a:pt x="14312" y="19269"/>
                  </a:lnTo>
                  <a:lnTo>
                    <a:pt x="14387" y="19064"/>
                  </a:lnTo>
                  <a:lnTo>
                    <a:pt x="14424" y="18841"/>
                  </a:lnTo>
                  <a:lnTo>
                    <a:pt x="14499" y="18412"/>
                  </a:lnTo>
                  <a:lnTo>
                    <a:pt x="14555" y="17965"/>
                  </a:lnTo>
                  <a:lnTo>
                    <a:pt x="14573" y="17518"/>
                  </a:lnTo>
                  <a:lnTo>
                    <a:pt x="14592" y="17052"/>
                  </a:lnTo>
                  <a:lnTo>
                    <a:pt x="14592" y="16139"/>
                  </a:lnTo>
                  <a:lnTo>
                    <a:pt x="14611" y="15691"/>
                  </a:lnTo>
                  <a:lnTo>
                    <a:pt x="14629" y="15263"/>
                  </a:lnTo>
                  <a:lnTo>
                    <a:pt x="14685" y="14834"/>
                  </a:lnTo>
                  <a:lnTo>
                    <a:pt x="14760" y="14406"/>
                  </a:lnTo>
                  <a:lnTo>
                    <a:pt x="14816" y="14219"/>
                  </a:lnTo>
                  <a:lnTo>
                    <a:pt x="14871" y="14014"/>
                  </a:lnTo>
                  <a:lnTo>
                    <a:pt x="14946" y="13828"/>
                  </a:lnTo>
                  <a:lnTo>
                    <a:pt x="15039" y="13642"/>
                  </a:lnTo>
                  <a:lnTo>
                    <a:pt x="15132" y="13455"/>
                  </a:lnTo>
                  <a:lnTo>
                    <a:pt x="15244" y="13287"/>
                  </a:lnTo>
                  <a:lnTo>
                    <a:pt x="15375" y="13120"/>
                  </a:lnTo>
                  <a:lnTo>
                    <a:pt x="15524" y="12971"/>
                  </a:lnTo>
                  <a:lnTo>
                    <a:pt x="15747" y="12766"/>
                  </a:lnTo>
                  <a:lnTo>
                    <a:pt x="15971" y="12598"/>
                  </a:lnTo>
                  <a:lnTo>
                    <a:pt x="16232" y="12430"/>
                  </a:lnTo>
                  <a:lnTo>
                    <a:pt x="16493" y="12281"/>
                  </a:lnTo>
                  <a:lnTo>
                    <a:pt x="17033" y="12020"/>
                  </a:lnTo>
                  <a:lnTo>
                    <a:pt x="17574" y="11759"/>
                  </a:lnTo>
                  <a:lnTo>
                    <a:pt x="17834" y="11629"/>
                  </a:lnTo>
                  <a:lnTo>
                    <a:pt x="18077" y="11480"/>
                  </a:lnTo>
                  <a:lnTo>
                    <a:pt x="18319" y="11331"/>
                  </a:lnTo>
                  <a:lnTo>
                    <a:pt x="18524" y="11163"/>
                  </a:lnTo>
                  <a:lnTo>
                    <a:pt x="18729" y="10977"/>
                  </a:lnTo>
                  <a:lnTo>
                    <a:pt x="18897" y="10753"/>
                  </a:lnTo>
                  <a:lnTo>
                    <a:pt x="19027" y="10530"/>
                  </a:lnTo>
                  <a:lnTo>
                    <a:pt x="19083" y="10399"/>
                  </a:lnTo>
                  <a:lnTo>
                    <a:pt x="19120" y="10269"/>
                  </a:lnTo>
                  <a:lnTo>
                    <a:pt x="19176" y="10101"/>
                  </a:lnTo>
                  <a:lnTo>
                    <a:pt x="19195" y="9933"/>
                  </a:lnTo>
                  <a:lnTo>
                    <a:pt x="19213" y="9747"/>
                  </a:lnTo>
                  <a:lnTo>
                    <a:pt x="19213" y="9579"/>
                  </a:lnTo>
                  <a:lnTo>
                    <a:pt x="19176" y="9225"/>
                  </a:lnTo>
                  <a:lnTo>
                    <a:pt x="19120" y="8871"/>
                  </a:lnTo>
                  <a:lnTo>
                    <a:pt x="19046" y="8517"/>
                  </a:lnTo>
                  <a:lnTo>
                    <a:pt x="18990" y="8144"/>
                  </a:lnTo>
                  <a:lnTo>
                    <a:pt x="18952" y="7790"/>
                  </a:lnTo>
                  <a:lnTo>
                    <a:pt x="18934" y="7604"/>
                  </a:lnTo>
                  <a:lnTo>
                    <a:pt x="18952" y="7436"/>
                  </a:lnTo>
                  <a:lnTo>
                    <a:pt x="19008" y="7082"/>
                  </a:lnTo>
                  <a:lnTo>
                    <a:pt x="19083" y="6765"/>
                  </a:lnTo>
                  <a:lnTo>
                    <a:pt x="19213" y="6448"/>
                  </a:lnTo>
                  <a:lnTo>
                    <a:pt x="19344" y="6132"/>
                  </a:lnTo>
                  <a:lnTo>
                    <a:pt x="19493" y="5834"/>
                  </a:lnTo>
                  <a:lnTo>
                    <a:pt x="19661" y="5535"/>
                  </a:lnTo>
                  <a:lnTo>
                    <a:pt x="20015" y="4939"/>
                  </a:lnTo>
                  <a:lnTo>
                    <a:pt x="20164" y="4641"/>
                  </a:lnTo>
                  <a:lnTo>
                    <a:pt x="20313" y="4343"/>
                  </a:lnTo>
                  <a:lnTo>
                    <a:pt x="20425" y="4045"/>
                  </a:lnTo>
                  <a:lnTo>
                    <a:pt x="20518" y="3728"/>
                  </a:lnTo>
                  <a:lnTo>
                    <a:pt x="20574" y="3392"/>
                  </a:lnTo>
                  <a:lnTo>
                    <a:pt x="20574" y="3225"/>
                  </a:lnTo>
                  <a:lnTo>
                    <a:pt x="20574" y="3038"/>
                  </a:lnTo>
                  <a:lnTo>
                    <a:pt x="20574" y="2871"/>
                  </a:lnTo>
                  <a:lnTo>
                    <a:pt x="20536" y="2684"/>
                  </a:lnTo>
                  <a:lnTo>
                    <a:pt x="20499" y="2498"/>
                  </a:lnTo>
                  <a:lnTo>
                    <a:pt x="20443" y="2312"/>
                  </a:lnTo>
                  <a:lnTo>
                    <a:pt x="20350" y="2032"/>
                  </a:lnTo>
                  <a:lnTo>
                    <a:pt x="20201" y="1771"/>
                  </a:lnTo>
                  <a:lnTo>
                    <a:pt x="20033" y="1529"/>
                  </a:lnTo>
                  <a:lnTo>
                    <a:pt x="19828" y="1305"/>
                  </a:lnTo>
                  <a:lnTo>
                    <a:pt x="19623" y="1100"/>
                  </a:lnTo>
                  <a:lnTo>
                    <a:pt x="19381" y="895"/>
                  </a:lnTo>
                  <a:lnTo>
                    <a:pt x="19120" y="728"/>
                  </a:lnTo>
                  <a:lnTo>
                    <a:pt x="18841" y="578"/>
                  </a:lnTo>
                  <a:lnTo>
                    <a:pt x="18561" y="429"/>
                  </a:lnTo>
                  <a:lnTo>
                    <a:pt x="18263" y="318"/>
                  </a:lnTo>
                  <a:lnTo>
                    <a:pt x="17965" y="206"/>
                  </a:lnTo>
                  <a:lnTo>
                    <a:pt x="17667" y="131"/>
                  </a:lnTo>
                  <a:lnTo>
                    <a:pt x="17350" y="57"/>
                  </a:lnTo>
                  <a:lnTo>
                    <a:pt x="17070" y="19"/>
                  </a:lnTo>
                  <a:lnTo>
                    <a:pt x="16772"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4"/>
            <p:cNvSpPr/>
            <p:nvPr/>
          </p:nvSpPr>
          <p:spPr>
            <a:xfrm>
              <a:off x="1472747" y="2023534"/>
              <a:ext cx="761958" cy="828214"/>
            </a:xfrm>
            <a:custGeom>
              <a:rect b="b" l="l" r="r" t="t"/>
              <a:pathLst>
                <a:path extrusionOk="0" fill="none" h="22363" w="20574">
                  <a:moveTo>
                    <a:pt x="16493" y="1"/>
                  </a:moveTo>
                  <a:lnTo>
                    <a:pt x="16493" y="1"/>
                  </a:lnTo>
                  <a:lnTo>
                    <a:pt x="16213" y="38"/>
                  </a:lnTo>
                  <a:lnTo>
                    <a:pt x="15934" y="75"/>
                  </a:lnTo>
                  <a:lnTo>
                    <a:pt x="15654" y="131"/>
                  </a:lnTo>
                  <a:lnTo>
                    <a:pt x="15393" y="224"/>
                  </a:lnTo>
                  <a:lnTo>
                    <a:pt x="15132" y="318"/>
                  </a:lnTo>
                  <a:lnTo>
                    <a:pt x="14871" y="448"/>
                  </a:lnTo>
                  <a:lnTo>
                    <a:pt x="14629" y="578"/>
                  </a:lnTo>
                  <a:lnTo>
                    <a:pt x="14387" y="728"/>
                  </a:lnTo>
                  <a:lnTo>
                    <a:pt x="14163" y="895"/>
                  </a:lnTo>
                  <a:lnTo>
                    <a:pt x="13940" y="1063"/>
                  </a:lnTo>
                  <a:lnTo>
                    <a:pt x="13735" y="1268"/>
                  </a:lnTo>
                  <a:lnTo>
                    <a:pt x="13548" y="1473"/>
                  </a:lnTo>
                  <a:lnTo>
                    <a:pt x="13362" y="1697"/>
                  </a:lnTo>
                  <a:lnTo>
                    <a:pt x="13213" y="1920"/>
                  </a:lnTo>
                  <a:lnTo>
                    <a:pt x="13064" y="2162"/>
                  </a:lnTo>
                  <a:lnTo>
                    <a:pt x="12933" y="2423"/>
                  </a:lnTo>
                  <a:lnTo>
                    <a:pt x="12933" y="2423"/>
                  </a:lnTo>
                  <a:lnTo>
                    <a:pt x="12822" y="2684"/>
                  </a:lnTo>
                  <a:lnTo>
                    <a:pt x="12728" y="2945"/>
                  </a:lnTo>
                  <a:lnTo>
                    <a:pt x="12561" y="3523"/>
                  </a:lnTo>
                  <a:lnTo>
                    <a:pt x="12393" y="4100"/>
                  </a:lnTo>
                  <a:lnTo>
                    <a:pt x="12225" y="4660"/>
                  </a:lnTo>
                  <a:lnTo>
                    <a:pt x="12132" y="4939"/>
                  </a:lnTo>
                  <a:lnTo>
                    <a:pt x="12020" y="5200"/>
                  </a:lnTo>
                  <a:lnTo>
                    <a:pt x="11909" y="5442"/>
                  </a:lnTo>
                  <a:lnTo>
                    <a:pt x="11759" y="5684"/>
                  </a:lnTo>
                  <a:lnTo>
                    <a:pt x="11610" y="5908"/>
                  </a:lnTo>
                  <a:lnTo>
                    <a:pt x="11443" y="6113"/>
                  </a:lnTo>
                  <a:lnTo>
                    <a:pt x="11238" y="6281"/>
                  </a:lnTo>
                  <a:lnTo>
                    <a:pt x="10995" y="6448"/>
                  </a:lnTo>
                  <a:lnTo>
                    <a:pt x="10995" y="6448"/>
                  </a:lnTo>
                  <a:lnTo>
                    <a:pt x="10735" y="6579"/>
                  </a:lnTo>
                  <a:lnTo>
                    <a:pt x="10455" y="6672"/>
                  </a:lnTo>
                  <a:lnTo>
                    <a:pt x="10157" y="6728"/>
                  </a:lnTo>
                  <a:lnTo>
                    <a:pt x="9859" y="6765"/>
                  </a:lnTo>
                  <a:lnTo>
                    <a:pt x="9542" y="6803"/>
                  </a:lnTo>
                  <a:lnTo>
                    <a:pt x="9225" y="6803"/>
                  </a:lnTo>
                  <a:lnTo>
                    <a:pt x="8610" y="6821"/>
                  </a:lnTo>
                  <a:lnTo>
                    <a:pt x="8293" y="6821"/>
                  </a:lnTo>
                  <a:lnTo>
                    <a:pt x="7995" y="6840"/>
                  </a:lnTo>
                  <a:lnTo>
                    <a:pt x="7697" y="6877"/>
                  </a:lnTo>
                  <a:lnTo>
                    <a:pt x="7418" y="6933"/>
                  </a:lnTo>
                  <a:lnTo>
                    <a:pt x="7157" y="7026"/>
                  </a:lnTo>
                  <a:lnTo>
                    <a:pt x="6914" y="7138"/>
                  </a:lnTo>
                  <a:lnTo>
                    <a:pt x="6803" y="7213"/>
                  </a:lnTo>
                  <a:lnTo>
                    <a:pt x="6691" y="7306"/>
                  </a:lnTo>
                  <a:lnTo>
                    <a:pt x="6579" y="7399"/>
                  </a:lnTo>
                  <a:lnTo>
                    <a:pt x="6486" y="7511"/>
                  </a:lnTo>
                  <a:lnTo>
                    <a:pt x="6486" y="7511"/>
                  </a:lnTo>
                  <a:lnTo>
                    <a:pt x="6374" y="7660"/>
                  </a:lnTo>
                  <a:lnTo>
                    <a:pt x="6262" y="7827"/>
                  </a:lnTo>
                  <a:lnTo>
                    <a:pt x="6188" y="8014"/>
                  </a:lnTo>
                  <a:lnTo>
                    <a:pt x="6132" y="8200"/>
                  </a:lnTo>
                  <a:lnTo>
                    <a:pt x="6094" y="8387"/>
                  </a:lnTo>
                  <a:lnTo>
                    <a:pt x="6057" y="8573"/>
                  </a:lnTo>
                  <a:lnTo>
                    <a:pt x="6020" y="8983"/>
                  </a:lnTo>
                  <a:lnTo>
                    <a:pt x="5964" y="9803"/>
                  </a:lnTo>
                  <a:lnTo>
                    <a:pt x="5927" y="10213"/>
                  </a:lnTo>
                  <a:lnTo>
                    <a:pt x="5889" y="10418"/>
                  </a:lnTo>
                  <a:lnTo>
                    <a:pt x="5852" y="10604"/>
                  </a:lnTo>
                  <a:lnTo>
                    <a:pt x="5852" y="10604"/>
                  </a:lnTo>
                  <a:lnTo>
                    <a:pt x="5778" y="10809"/>
                  </a:lnTo>
                  <a:lnTo>
                    <a:pt x="5703" y="11014"/>
                  </a:lnTo>
                  <a:lnTo>
                    <a:pt x="5610" y="11200"/>
                  </a:lnTo>
                  <a:lnTo>
                    <a:pt x="5498" y="11387"/>
                  </a:lnTo>
                  <a:lnTo>
                    <a:pt x="5368" y="11554"/>
                  </a:lnTo>
                  <a:lnTo>
                    <a:pt x="5237" y="11722"/>
                  </a:lnTo>
                  <a:lnTo>
                    <a:pt x="5088" y="11871"/>
                  </a:lnTo>
                  <a:lnTo>
                    <a:pt x="4939" y="12020"/>
                  </a:lnTo>
                  <a:lnTo>
                    <a:pt x="4604" y="12300"/>
                  </a:lnTo>
                  <a:lnTo>
                    <a:pt x="4250" y="12561"/>
                  </a:lnTo>
                  <a:lnTo>
                    <a:pt x="3858" y="12822"/>
                  </a:lnTo>
                  <a:lnTo>
                    <a:pt x="3467" y="13045"/>
                  </a:lnTo>
                  <a:lnTo>
                    <a:pt x="2647" y="13511"/>
                  </a:lnTo>
                  <a:lnTo>
                    <a:pt x="2237" y="13753"/>
                  </a:lnTo>
                  <a:lnTo>
                    <a:pt x="1864" y="14014"/>
                  </a:lnTo>
                  <a:lnTo>
                    <a:pt x="1492" y="14294"/>
                  </a:lnTo>
                  <a:lnTo>
                    <a:pt x="1138" y="14573"/>
                  </a:lnTo>
                  <a:lnTo>
                    <a:pt x="970" y="14741"/>
                  </a:lnTo>
                  <a:lnTo>
                    <a:pt x="821" y="14909"/>
                  </a:lnTo>
                  <a:lnTo>
                    <a:pt x="690" y="15076"/>
                  </a:lnTo>
                  <a:lnTo>
                    <a:pt x="560" y="15263"/>
                  </a:lnTo>
                  <a:lnTo>
                    <a:pt x="560" y="15263"/>
                  </a:lnTo>
                  <a:lnTo>
                    <a:pt x="448" y="15431"/>
                  </a:lnTo>
                  <a:lnTo>
                    <a:pt x="355" y="15617"/>
                  </a:lnTo>
                  <a:lnTo>
                    <a:pt x="262" y="15785"/>
                  </a:lnTo>
                  <a:lnTo>
                    <a:pt x="187" y="15971"/>
                  </a:lnTo>
                  <a:lnTo>
                    <a:pt x="131" y="16176"/>
                  </a:lnTo>
                  <a:lnTo>
                    <a:pt x="94" y="16362"/>
                  </a:lnTo>
                  <a:lnTo>
                    <a:pt x="57" y="16549"/>
                  </a:lnTo>
                  <a:lnTo>
                    <a:pt x="19" y="16754"/>
                  </a:lnTo>
                  <a:lnTo>
                    <a:pt x="1" y="17145"/>
                  </a:lnTo>
                  <a:lnTo>
                    <a:pt x="38" y="17555"/>
                  </a:lnTo>
                  <a:lnTo>
                    <a:pt x="94" y="17946"/>
                  </a:lnTo>
                  <a:lnTo>
                    <a:pt x="187" y="18338"/>
                  </a:lnTo>
                  <a:lnTo>
                    <a:pt x="336" y="18729"/>
                  </a:lnTo>
                  <a:lnTo>
                    <a:pt x="504" y="19120"/>
                  </a:lnTo>
                  <a:lnTo>
                    <a:pt x="709" y="19493"/>
                  </a:lnTo>
                  <a:lnTo>
                    <a:pt x="933" y="19828"/>
                  </a:lnTo>
                  <a:lnTo>
                    <a:pt x="1193" y="20164"/>
                  </a:lnTo>
                  <a:lnTo>
                    <a:pt x="1473" y="20481"/>
                  </a:lnTo>
                  <a:lnTo>
                    <a:pt x="1771" y="20760"/>
                  </a:lnTo>
                  <a:lnTo>
                    <a:pt x="2107" y="21002"/>
                  </a:lnTo>
                  <a:lnTo>
                    <a:pt x="2107" y="21002"/>
                  </a:lnTo>
                  <a:lnTo>
                    <a:pt x="2442" y="21226"/>
                  </a:lnTo>
                  <a:lnTo>
                    <a:pt x="2796" y="21431"/>
                  </a:lnTo>
                  <a:lnTo>
                    <a:pt x="3169" y="21599"/>
                  </a:lnTo>
                  <a:lnTo>
                    <a:pt x="3541" y="21766"/>
                  </a:lnTo>
                  <a:lnTo>
                    <a:pt x="3933" y="21897"/>
                  </a:lnTo>
                  <a:lnTo>
                    <a:pt x="4324" y="22009"/>
                  </a:lnTo>
                  <a:lnTo>
                    <a:pt x="4715" y="22102"/>
                  </a:lnTo>
                  <a:lnTo>
                    <a:pt x="5125" y="22176"/>
                  </a:lnTo>
                  <a:lnTo>
                    <a:pt x="5535" y="22251"/>
                  </a:lnTo>
                  <a:lnTo>
                    <a:pt x="5945" y="22288"/>
                  </a:lnTo>
                  <a:lnTo>
                    <a:pt x="6355" y="22325"/>
                  </a:lnTo>
                  <a:lnTo>
                    <a:pt x="6784" y="22344"/>
                  </a:lnTo>
                  <a:lnTo>
                    <a:pt x="7622" y="22363"/>
                  </a:lnTo>
                  <a:lnTo>
                    <a:pt x="8442" y="22344"/>
                  </a:lnTo>
                  <a:lnTo>
                    <a:pt x="8442" y="22344"/>
                  </a:lnTo>
                  <a:lnTo>
                    <a:pt x="8871" y="22325"/>
                  </a:lnTo>
                  <a:lnTo>
                    <a:pt x="9281" y="22288"/>
                  </a:lnTo>
                  <a:lnTo>
                    <a:pt x="9710" y="22232"/>
                  </a:lnTo>
                  <a:lnTo>
                    <a:pt x="10138" y="22176"/>
                  </a:lnTo>
                  <a:lnTo>
                    <a:pt x="10567" y="22083"/>
                  </a:lnTo>
                  <a:lnTo>
                    <a:pt x="10977" y="21990"/>
                  </a:lnTo>
                  <a:lnTo>
                    <a:pt x="11387" y="21878"/>
                  </a:lnTo>
                  <a:lnTo>
                    <a:pt x="11778" y="21729"/>
                  </a:lnTo>
                  <a:lnTo>
                    <a:pt x="12151" y="21561"/>
                  </a:lnTo>
                  <a:lnTo>
                    <a:pt x="12523" y="21375"/>
                  </a:lnTo>
                  <a:lnTo>
                    <a:pt x="12859" y="21170"/>
                  </a:lnTo>
                  <a:lnTo>
                    <a:pt x="13176" y="20928"/>
                  </a:lnTo>
                  <a:lnTo>
                    <a:pt x="13474" y="20667"/>
                  </a:lnTo>
                  <a:lnTo>
                    <a:pt x="13735" y="20369"/>
                  </a:lnTo>
                  <a:lnTo>
                    <a:pt x="13847" y="20201"/>
                  </a:lnTo>
                  <a:lnTo>
                    <a:pt x="13958" y="20033"/>
                  </a:lnTo>
                  <a:lnTo>
                    <a:pt x="14070" y="19866"/>
                  </a:lnTo>
                  <a:lnTo>
                    <a:pt x="14163" y="19679"/>
                  </a:lnTo>
                  <a:lnTo>
                    <a:pt x="14163" y="19679"/>
                  </a:lnTo>
                  <a:lnTo>
                    <a:pt x="14238" y="19474"/>
                  </a:lnTo>
                  <a:lnTo>
                    <a:pt x="14312" y="19269"/>
                  </a:lnTo>
                  <a:lnTo>
                    <a:pt x="14387" y="19064"/>
                  </a:lnTo>
                  <a:lnTo>
                    <a:pt x="14424" y="18841"/>
                  </a:lnTo>
                  <a:lnTo>
                    <a:pt x="14499" y="18412"/>
                  </a:lnTo>
                  <a:lnTo>
                    <a:pt x="14555" y="17965"/>
                  </a:lnTo>
                  <a:lnTo>
                    <a:pt x="14573" y="17518"/>
                  </a:lnTo>
                  <a:lnTo>
                    <a:pt x="14592" y="17052"/>
                  </a:lnTo>
                  <a:lnTo>
                    <a:pt x="14592" y="16139"/>
                  </a:lnTo>
                  <a:lnTo>
                    <a:pt x="14611" y="15691"/>
                  </a:lnTo>
                  <a:lnTo>
                    <a:pt x="14629" y="15263"/>
                  </a:lnTo>
                  <a:lnTo>
                    <a:pt x="14685" y="14834"/>
                  </a:lnTo>
                  <a:lnTo>
                    <a:pt x="14760" y="14406"/>
                  </a:lnTo>
                  <a:lnTo>
                    <a:pt x="14816" y="14219"/>
                  </a:lnTo>
                  <a:lnTo>
                    <a:pt x="14871" y="14014"/>
                  </a:lnTo>
                  <a:lnTo>
                    <a:pt x="14946" y="13828"/>
                  </a:lnTo>
                  <a:lnTo>
                    <a:pt x="15039" y="13642"/>
                  </a:lnTo>
                  <a:lnTo>
                    <a:pt x="15132" y="13455"/>
                  </a:lnTo>
                  <a:lnTo>
                    <a:pt x="15244" y="13287"/>
                  </a:lnTo>
                  <a:lnTo>
                    <a:pt x="15375" y="13120"/>
                  </a:lnTo>
                  <a:lnTo>
                    <a:pt x="15524" y="12971"/>
                  </a:lnTo>
                  <a:lnTo>
                    <a:pt x="15524" y="12971"/>
                  </a:lnTo>
                  <a:lnTo>
                    <a:pt x="15747" y="12766"/>
                  </a:lnTo>
                  <a:lnTo>
                    <a:pt x="15971" y="12598"/>
                  </a:lnTo>
                  <a:lnTo>
                    <a:pt x="16232" y="12430"/>
                  </a:lnTo>
                  <a:lnTo>
                    <a:pt x="16493" y="12281"/>
                  </a:lnTo>
                  <a:lnTo>
                    <a:pt x="17033" y="12020"/>
                  </a:lnTo>
                  <a:lnTo>
                    <a:pt x="17574" y="11759"/>
                  </a:lnTo>
                  <a:lnTo>
                    <a:pt x="17834" y="11629"/>
                  </a:lnTo>
                  <a:lnTo>
                    <a:pt x="18077" y="11480"/>
                  </a:lnTo>
                  <a:lnTo>
                    <a:pt x="18319" y="11331"/>
                  </a:lnTo>
                  <a:lnTo>
                    <a:pt x="18524" y="11163"/>
                  </a:lnTo>
                  <a:lnTo>
                    <a:pt x="18729" y="10977"/>
                  </a:lnTo>
                  <a:lnTo>
                    <a:pt x="18897" y="10753"/>
                  </a:lnTo>
                  <a:lnTo>
                    <a:pt x="19027" y="10530"/>
                  </a:lnTo>
                  <a:lnTo>
                    <a:pt x="19083" y="10399"/>
                  </a:lnTo>
                  <a:lnTo>
                    <a:pt x="19120" y="10269"/>
                  </a:lnTo>
                  <a:lnTo>
                    <a:pt x="19120" y="10269"/>
                  </a:lnTo>
                  <a:lnTo>
                    <a:pt x="19176" y="10101"/>
                  </a:lnTo>
                  <a:lnTo>
                    <a:pt x="19195" y="9933"/>
                  </a:lnTo>
                  <a:lnTo>
                    <a:pt x="19213" y="9747"/>
                  </a:lnTo>
                  <a:lnTo>
                    <a:pt x="19213" y="9579"/>
                  </a:lnTo>
                  <a:lnTo>
                    <a:pt x="19176" y="9225"/>
                  </a:lnTo>
                  <a:lnTo>
                    <a:pt x="19120" y="8871"/>
                  </a:lnTo>
                  <a:lnTo>
                    <a:pt x="19046" y="8517"/>
                  </a:lnTo>
                  <a:lnTo>
                    <a:pt x="18990" y="8144"/>
                  </a:lnTo>
                  <a:lnTo>
                    <a:pt x="18952" y="7790"/>
                  </a:lnTo>
                  <a:lnTo>
                    <a:pt x="18934" y="7604"/>
                  </a:lnTo>
                  <a:lnTo>
                    <a:pt x="18952" y="7436"/>
                  </a:lnTo>
                  <a:lnTo>
                    <a:pt x="18952" y="7436"/>
                  </a:lnTo>
                  <a:lnTo>
                    <a:pt x="19008" y="7082"/>
                  </a:lnTo>
                  <a:lnTo>
                    <a:pt x="19083" y="6765"/>
                  </a:lnTo>
                  <a:lnTo>
                    <a:pt x="19213" y="6448"/>
                  </a:lnTo>
                  <a:lnTo>
                    <a:pt x="19344" y="6132"/>
                  </a:lnTo>
                  <a:lnTo>
                    <a:pt x="19493" y="5834"/>
                  </a:lnTo>
                  <a:lnTo>
                    <a:pt x="19661" y="5535"/>
                  </a:lnTo>
                  <a:lnTo>
                    <a:pt x="20015" y="4939"/>
                  </a:lnTo>
                  <a:lnTo>
                    <a:pt x="20164" y="4641"/>
                  </a:lnTo>
                  <a:lnTo>
                    <a:pt x="20313" y="4343"/>
                  </a:lnTo>
                  <a:lnTo>
                    <a:pt x="20425" y="4045"/>
                  </a:lnTo>
                  <a:lnTo>
                    <a:pt x="20518" y="3728"/>
                  </a:lnTo>
                  <a:lnTo>
                    <a:pt x="20574" y="3392"/>
                  </a:lnTo>
                  <a:lnTo>
                    <a:pt x="20574" y="3225"/>
                  </a:lnTo>
                  <a:lnTo>
                    <a:pt x="20574" y="3038"/>
                  </a:lnTo>
                  <a:lnTo>
                    <a:pt x="20574" y="2871"/>
                  </a:lnTo>
                  <a:lnTo>
                    <a:pt x="20536" y="2684"/>
                  </a:lnTo>
                  <a:lnTo>
                    <a:pt x="20499" y="2498"/>
                  </a:lnTo>
                  <a:lnTo>
                    <a:pt x="20443" y="2312"/>
                  </a:lnTo>
                  <a:lnTo>
                    <a:pt x="20443" y="2312"/>
                  </a:lnTo>
                  <a:lnTo>
                    <a:pt x="20350" y="2032"/>
                  </a:lnTo>
                  <a:lnTo>
                    <a:pt x="20201" y="1771"/>
                  </a:lnTo>
                  <a:lnTo>
                    <a:pt x="20033" y="1529"/>
                  </a:lnTo>
                  <a:lnTo>
                    <a:pt x="19828" y="1305"/>
                  </a:lnTo>
                  <a:lnTo>
                    <a:pt x="19623" y="1100"/>
                  </a:lnTo>
                  <a:lnTo>
                    <a:pt x="19381" y="895"/>
                  </a:lnTo>
                  <a:lnTo>
                    <a:pt x="19120" y="728"/>
                  </a:lnTo>
                  <a:lnTo>
                    <a:pt x="18841" y="578"/>
                  </a:lnTo>
                  <a:lnTo>
                    <a:pt x="18561" y="429"/>
                  </a:lnTo>
                  <a:lnTo>
                    <a:pt x="18263" y="318"/>
                  </a:lnTo>
                  <a:lnTo>
                    <a:pt x="17965" y="206"/>
                  </a:lnTo>
                  <a:lnTo>
                    <a:pt x="17667" y="131"/>
                  </a:lnTo>
                  <a:lnTo>
                    <a:pt x="17350" y="57"/>
                  </a:lnTo>
                  <a:lnTo>
                    <a:pt x="17070" y="19"/>
                  </a:lnTo>
                  <a:lnTo>
                    <a:pt x="16772" y="1"/>
                  </a:lnTo>
                  <a:lnTo>
                    <a:pt x="1649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4"/>
            <p:cNvSpPr/>
            <p:nvPr/>
          </p:nvSpPr>
          <p:spPr>
            <a:xfrm>
              <a:off x="861960" y="3251998"/>
              <a:ext cx="1418996" cy="1923487"/>
            </a:xfrm>
            <a:custGeom>
              <a:rect b="b" l="l" r="r" t="t"/>
              <a:pathLst>
                <a:path extrusionOk="0" h="51937" w="38315">
                  <a:moveTo>
                    <a:pt x="19474" y="1"/>
                  </a:moveTo>
                  <a:lnTo>
                    <a:pt x="9430" y="27357"/>
                  </a:lnTo>
                  <a:lnTo>
                    <a:pt x="9244" y="27543"/>
                  </a:lnTo>
                  <a:lnTo>
                    <a:pt x="8927" y="27860"/>
                  </a:lnTo>
                  <a:lnTo>
                    <a:pt x="8610" y="28196"/>
                  </a:lnTo>
                  <a:lnTo>
                    <a:pt x="8293" y="28550"/>
                  </a:lnTo>
                  <a:lnTo>
                    <a:pt x="7995" y="28904"/>
                  </a:lnTo>
                  <a:lnTo>
                    <a:pt x="7716" y="29276"/>
                  </a:lnTo>
                  <a:lnTo>
                    <a:pt x="7455" y="29649"/>
                  </a:lnTo>
                  <a:lnTo>
                    <a:pt x="7194" y="30022"/>
                  </a:lnTo>
                  <a:lnTo>
                    <a:pt x="6952" y="30413"/>
                  </a:lnTo>
                  <a:lnTo>
                    <a:pt x="6710" y="30805"/>
                  </a:lnTo>
                  <a:lnTo>
                    <a:pt x="6486" y="31215"/>
                  </a:lnTo>
                  <a:lnTo>
                    <a:pt x="6281" y="31624"/>
                  </a:lnTo>
                  <a:lnTo>
                    <a:pt x="6095" y="32053"/>
                  </a:lnTo>
                  <a:lnTo>
                    <a:pt x="5908" y="32482"/>
                  </a:lnTo>
                  <a:lnTo>
                    <a:pt x="5741" y="32910"/>
                  </a:lnTo>
                  <a:lnTo>
                    <a:pt x="5591" y="33339"/>
                  </a:lnTo>
                  <a:lnTo>
                    <a:pt x="5442" y="33786"/>
                  </a:lnTo>
                  <a:lnTo>
                    <a:pt x="1" y="51937"/>
                  </a:lnTo>
                  <a:lnTo>
                    <a:pt x="3243" y="51937"/>
                  </a:lnTo>
                  <a:lnTo>
                    <a:pt x="24357" y="12598"/>
                  </a:lnTo>
                  <a:lnTo>
                    <a:pt x="25046" y="26015"/>
                  </a:lnTo>
                  <a:lnTo>
                    <a:pt x="24394" y="27152"/>
                  </a:lnTo>
                  <a:lnTo>
                    <a:pt x="24189" y="27525"/>
                  </a:lnTo>
                  <a:lnTo>
                    <a:pt x="24003" y="27898"/>
                  </a:lnTo>
                  <a:lnTo>
                    <a:pt x="23835" y="28270"/>
                  </a:lnTo>
                  <a:lnTo>
                    <a:pt x="23667" y="28662"/>
                  </a:lnTo>
                  <a:lnTo>
                    <a:pt x="23500" y="29034"/>
                  </a:lnTo>
                  <a:lnTo>
                    <a:pt x="23369" y="29426"/>
                  </a:lnTo>
                  <a:lnTo>
                    <a:pt x="23220" y="29817"/>
                  </a:lnTo>
                  <a:lnTo>
                    <a:pt x="23108" y="30227"/>
                  </a:lnTo>
                  <a:lnTo>
                    <a:pt x="22996" y="30618"/>
                  </a:lnTo>
                  <a:lnTo>
                    <a:pt x="22903" y="31028"/>
                  </a:lnTo>
                  <a:lnTo>
                    <a:pt x="22810" y="31438"/>
                  </a:lnTo>
                  <a:lnTo>
                    <a:pt x="22736" y="31848"/>
                  </a:lnTo>
                  <a:lnTo>
                    <a:pt x="22680" y="32258"/>
                  </a:lnTo>
                  <a:lnTo>
                    <a:pt x="22624" y="32668"/>
                  </a:lnTo>
                  <a:lnTo>
                    <a:pt x="22586" y="33078"/>
                  </a:lnTo>
                  <a:lnTo>
                    <a:pt x="22549" y="33507"/>
                  </a:lnTo>
                  <a:lnTo>
                    <a:pt x="21617" y="51937"/>
                  </a:lnTo>
                  <a:lnTo>
                    <a:pt x="25139" y="51937"/>
                  </a:lnTo>
                  <a:lnTo>
                    <a:pt x="38314" y="225"/>
                  </a:lnTo>
                  <a:lnTo>
                    <a:pt x="19474"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4"/>
            <p:cNvSpPr/>
            <p:nvPr/>
          </p:nvSpPr>
          <p:spPr>
            <a:xfrm>
              <a:off x="940660" y="4183735"/>
              <a:ext cx="573524" cy="991760"/>
            </a:xfrm>
            <a:custGeom>
              <a:rect b="b" l="l" r="r" t="t"/>
              <a:pathLst>
                <a:path extrusionOk="0" h="26779" w="15486">
                  <a:moveTo>
                    <a:pt x="15486" y="0"/>
                  </a:moveTo>
                  <a:lnTo>
                    <a:pt x="14293" y="392"/>
                  </a:lnTo>
                  <a:lnTo>
                    <a:pt x="0" y="26779"/>
                  </a:lnTo>
                  <a:lnTo>
                    <a:pt x="1118" y="26779"/>
                  </a:lnTo>
                  <a:lnTo>
                    <a:pt x="154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4"/>
            <p:cNvSpPr/>
            <p:nvPr/>
          </p:nvSpPr>
          <p:spPr>
            <a:xfrm>
              <a:off x="940660" y="4183735"/>
              <a:ext cx="573524" cy="991760"/>
            </a:xfrm>
            <a:custGeom>
              <a:rect b="b" l="l" r="r" t="t"/>
              <a:pathLst>
                <a:path extrusionOk="0" fill="none" h="26779" w="15486">
                  <a:moveTo>
                    <a:pt x="15486" y="0"/>
                  </a:moveTo>
                  <a:lnTo>
                    <a:pt x="15486" y="0"/>
                  </a:lnTo>
                  <a:lnTo>
                    <a:pt x="14293" y="392"/>
                  </a:lnTo>
                  <a:lnTo>
                    <a:pt x="0" y="26779"/>
                  </a:lnTo>
                  <a:lnTo>
                    <a:pt x="1118" y="26779"/>
                  </a:lnTo>
                  <a:lnTo>
                    <a:pt x="154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4"/>
            <p:cNvSpPr/>
            <p:nvPr/>
          </p:nvSpPr>
          <p:spPr>
            <a:xfrm>
              <a:off x="1761918" y="3875230"/>
              <a:ext cx="362387" cy="1300262"/>
            </a:xfrm>
            <a:custGeom>
              <a:rect b="b" l="l" r="r" t="t"/>
              <a:pathLst>
                <a:path extrusionOk="0" h="35109" w="9785">
                  <a:moveTo>
                    <a:pt x="9784" y="0"/>
                  </a:moveTo>
                  <a:lnTo>
                    <a:pt x="8461" y="802"/>
                  </a:lnTo>
                  <a:lnTo>
                    <a:pt x="1" y="35109"/>
                  </a:lnTo>
                  <a:lnTo>
                    <a:pt x="839" y="35109"/>
                  </a:lnTo>
                  <a:lnTo>
                    <a:pt x="9784"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4"/>
            <p:cNvSpPr/>
            <p:nvPr/>
          </p:nvSpPr>
          <p:spPr>
            <a:xfrm>
              <a:off x="0" y="2036644"/>
              <a:ext cx="3407961" cy="2228544"/>
            </a:xfrm>
            <a:custGeom>
              <a:rect b="b" l="l" r="r" t="t"/>
              <a:pathLst>
                <a:path extrusionOk="0" h="60174" w="92020">
                  <a:moveTo>
                    <a:pt x="91348" y="1"/>
                  </a:moveTo>
                  <a:lnTo>
                    <a:pt x="91013" y="75"/>
                  </a:lnTo>
                  <a:lnTo>
                    <a:pt x="90454" y="448"/>
                  </a:lnTo>
                  <a:lnTo>
                    <a:pt x="90286" y="821"/>
                  </a:lnTo>
                  <a:lnTo>
                    <a:pt x="90081" y="1231"/>
                  </a:lnTo>
                  <a:lnTo>
                    <a:pt x="89839" y="1641"/>
                  </a:lnTo>
                  <a:lnTo>
                    <a:pt x="89596" y="2051"/>
                  </a:lnTo>
                  <a:lnTo>
                    <a:pt x="89298" y="2498"/>
                  </a:lnTo>
                  <a:lnTo>
                    <a:pt x="89000" y="2927"/>
                  </a:lnTo>
                  <a:lnTo>
                    <a:pt x="88665" y="3392"/>
                  </a:lnTo>
                  <a:lnTo>
                    <a:pt x="88311" y="3840"/>
                  </a:lnTo>
                  <a:lnTo>
                    <a:pt x="87938" y="4306"/>
                  </a:lnTo>
                  <a:lnTo>
                    <a:pt x="87547" y="4771"/>
                  </a:lnTo>
                  <a:lnTo>
                    <a:pt x="87137" y="5237"/>
                  </a:lnTo>
                  <a:lnTo>
                    <a:pt x="86708" y="5703"/>
                  </a:lnTo>
                  <a:lnTo>
                    <a:pt x="85795" y="6654"/>
                  </a:lnTo>
                  <a:lnTo>
                    <a:pt x="84826" y="7585"/>
                  </a:lnTo>
                  <a:lnTo>
                    <a:pt x="83820" y="8498"/>
                  </a:lnTo>
                  <a:lnTo>
                    <a:pt x="82795" y="9393"/>
                  </a:lnTo>
                  <a:lnTo>
                    <a:pt x="81733" y="10250"/>
                  </a:lnTo>
                  <a:lnTo>
                    <a:pt x="81192" y="10660"/>
                  </a:lnTo>
                  <a:lnTo>
                    <a:pt x="80652" y="11070"/>
                  </a:lnTo>
                  <a:lnTo>
                    <a:pt x="80111" y="11461"/>
                  </a:lnTo>
                  <a:lnTo>
                    <a:pt x="79571" y="11815"/>
                  </a:lnTo>
                  <a:lnTo>
                    <a:pt x="79031" y="12188"/>
                  </a:lnTo>
                  <a:lnTo>
                    <a:pt x="78490" y="12524"/>
                  </a:lnTo>
                  <a:lnTo>
                    <a:pt x="77950" y="12840"/>
                  </a:lnTo>
                  <a:lnTo>
                    <a:pt x="77428" y="13138"/>
                  </a:lnTo>
                  <a:lnTo>
                    <a:pt x="76906" y="13418"/>
                  </a:lnTo>
                  <a:lnTo>
                    <a:pt x="76403" y="13660"/>
                  </a:lnTo>
                  <a:lnTo>
                    <a:pt x="75788" y="13940"/>
                  </a:lnTo>
                  <a:lnTo>
                    <a:pt x="75173" y="14219"/>
                  </a:lnTo>
                  <a:lnTo>
                    <a:pt x="74558" y="14480"/>
                  </a:lnTo>
                  <a:lnTo>
                    <a:pt x="73943" y="14722"/>
                  </a:lnTo>
                  <a:lnTo>
                    <a:pt x="73310" y="14965"/>
                  </a:lnTo>
                  <a:lnTo>
                    <a:pt x="72676" y="15188"/>
                  </a:lnTo>
                  <a:lnTo>
                    <a:pt x="72042" y="15393"/>
                  </a:lnTo>
                  <a:lnTo>
                    <a:pt x="71409" y="15598"/>
                  </a:lnTo>
                  <a:lnTo>
                    <a:pt x="70123" y="15971"/>
                  </a:lnTo>
                  <a:lnTo>
                    <a:pt x="68837" y="16325"/>
                  </a:lnTo>
                  <a:lnTo>
                    <a:pt x="67533" y="16605"/>
                  </a:lnTo>
                  <a:lnTo>
                    <a:pt x="66210" y="16865"/>
                  </a:lnTo>
                  <a:lnTo>
                    <a:pt x="64887" y="17089"/>
                  </a:lnTo>
                  <a:lnTo>
                    <a:pt x="63564" y="17275"/>
                  </a:lnTo>
                  <a:lnTo>
                    <a:pt x="62222" y="17443"/>
                  </a:lnTo>
                  <a:lnTo>
                    <a:pt x="60880" y="17574"/>
                  </a:lnTo>
                  <a:lnTo>
                    <a:pt x="59538" y="17667"/>
                  </a:lnTo>
                  <a:lnTo>
                    <a:pt x="58197" y="17723"/>
                  </a:lnTo>
                  <a:lnTo>
                    <a:pt x="56855" y="17760"/>
                  </a:lnTo>
                  <a:lnTo>
                    <a:pt x="55495" y="17779"/>
                  </a:lnTo>
                  <a:lnTo>
                    <a:pt x="54321" y="17779"/>
                  </a:lnTo>
                  <a:lnTo>
                    <a:pt x="53128" y="17741"/>
                  </a:lnTo>
                  <a:lnTo>
                    <a:pt x="51935" y="17704"/>
                  </a:lnTo>
                  <a:lnTo>
                    <a:pt x="50761" y="17630"/>
                  </a:lnTo>
                  <a:lnTo>
                    <a:pt x="49569" y="17518"/>
                  </a:lnTo>
                  <a:lnTo>
                    <a:pt x="48395" y="17406"/>
                  </a:lnTo>
                  <a:lnTo>
                    <a:pt x="47202" y="17238"/>
                  </a:lnTo>
                  <a:lnTo>
                    <a:pt x="46047" y="17052"/>
                  </a:lnTo>
                  <a:lnTo>
                    <a:pt x="44873" y="16828"/>
                  </a:lnTo>
                  <a:lnTo>
                    <a:pt x="43717" y="16567"/>
                  </a:lnTo>
                  <a:lnTo>
                    <a:pt x="42581" y="16269"/>
                  </a:lnTo>
                  <a:lnTo>
                    <a:pt x="41463" y="15934"/>
                  </a:lnTo>
                  <a:lnTo>
                    <a:pt x="40904" y="15747"/>
                  </a:lnTo>
                  <a:lnTo>
                    <a:pt x="40345" y="15542"/>
                  </a:lnTo>
                  <a:lnTo>
                    <a:pt x="39785" y="15337"/>
                  </a:lnTo>
                  <a:lnTo>
                    <a:pt x="39245" y="15132"/>
                  </a:lnTo>
                  <a:lnTo>
                    <a:pt x="38705" y="14909"/>
                  </a:lnTo>
                  <a:lnTo>
                    <a:pt x="38164" y="14667"/>
                  </a:lnTo>
                  <a:lnTo>
                    <a:pt x="37624" y="14406"/>
                  </a:lnTo>
                  <a:lnTo>
                    <a:pt x="37083" y="14145"/>
                  </a:lnTo>
                  <a:lnTo>
                    <a:pt x="36618" y="13903"/>
                  </a:lnTo>
                  <a:lnTo>
                    <a:pt x="36152" y="13642"/>
                  </a:lnTo>
                  <a:lnTo>
                    <a:pt x="35686" y="13362"/>
                  </a:lnTo>
                  <a:lnTo>
                    <a:pt x="35239" y="13064"/>
                  </a:lnTo>
                  <a:lnTo>
                    <a:pt x="34791" y="12766"/>
                  </a:lnTo>
                  <a:lnTo>
                    <a:pt x="34344" y="12449"/>
                  </a:lnTo>
                  <a:lnTo>
                    <a:pt x="33897" y="12114"/>
                  </a:lnTo>
                  <a:lnTo>
                    <a:pt x="33468" y="11778"/>
                  </a:lnTo>
                  <a:lnTo>
                    <a:pt x="33040" y="11424"/>
                  </a:lnTo>
                  <a:lnTo>
                    <a:pt x="32630" y="11070"/>
                  </a:lnTo>
                  <a:lnTo>
                    <a:pt x="32220" y="10697"/>
                  </a:lnTo>
                  <a:lnTo>
                    <a:pt x="31810" y="10306"/>
                  </a:lnTo>
                  <a:lnTo>
                    <a:pt x="31418" y="9915"/>
                  </a:lnTo>
                  <a:lnTo>
                    <a:pt x="31046" y="9523"/>
                  </a:lnTo>
                  <a:lnTo>
                    <a:pt x="30673" y="9095"/>
                  </a:lnTo>
                  <a:lnTo>
                    <a:pt x="30300" y="8685"/>
                  </a:lnTo>
                  <a:lnTo>
                    <a:pt x="29946" y="8256"/>
                  </a:lnTo>
                  <a:lnTo>
                    <a:pt x="29611" y="7809"/>
                  </a:lnTo>
                  <a:lnTo>
                    <a:pt x="29275" y="7362"/>
                  </a:lnTo>
                  <a:lnTo>
                    <a:pt x="28959" y="6914"/>
                  </a:lnTo>
                  <a:lnTo>
                    <a:pt x="28660" y="6449"/>
                  </a:lnTo>
                  <a:lnTo>
                    <a:pt x="28362" y="5983"/>
                  </a:lnTo>
                  <a:lnTo>
                    <a:pt x="28083" y="5498"/>
                  </a:lnTo>
                  <a:lnTo>
                    <a:pt x="27803" y="5032"/>
                  </a:lnTo>
                  <a:lnTo>
                    <a:pt x="27561" y="4529"/>
                  </a:lnTo>
                  <a:lnTo>
                    <a:pt x="27319" y="4045"/>
                  </a:lnTo>
                  <a:lnTo>
                    <a:pt x="27095" y="3541"/>
                  </a:lnTo>
                  <a:lnTo>
                    <a:pt x="26871" y="3038"/>
                  </a:lnTo>
                  <a:lnTo>
                    <a:pt x="26685" y="2535"/>
                  </a:lnTo>
                  <a:lnTo>
                    <a:pt x="26499" y="2032"/>
                  </a:lnTo>
                  <a:lnTo>
                    <a:pt x="26331" y="1510"/>
                  </a:lnTo>
                  <a:lnTo>
                    <a:pt x="26182" y="1007"/>
                  </a:lnTo>
                  <a:lnTo>
                    <a:pt x="26033" y="914"/>
                  </a:lnTo>
                  <a:lnTo>
                    <a:pt x="25511" y="784"/>
                  </a:lnTo>
                  <a:lnTo>
                    <a:pt x="25399" y="1044"/>
                  </a:lnTo>
                  <a:lnTo>
                    <a:pt x="25288" y="1324"/>
                  </a:lnTo>
                  <a:lnTo>
                    <a:pt x="25157" y="1585"/>
                  </a:lnTo>
                  <a:lnTo>
                    <a:pt x="25008" y="1846"/>
                  </a:lnTo>
                  <a:lnTo>
                    <a:pt x="24691" y="2367"/>
                  </a:lnTo>
                  <a:lnTo>
                    <a:pt x="24337" y="2871"/>
                  </a:lnTo>
                  <a:lnTo>
                    <a:pt x="23946" y="3336"/>
                  </a:lnTo>
                  <a:lnTo>
                    <a:pt x="23554" y="3765"/>
                  </a:lnTo>
                  <a:lnTo>
                    <a:pt x="23145" y="4175"/>
                  </a:lnTo>
                  <a:lnTo>
                    <a:pt x="22716" y="4529"/>
                  </a:lnTo>
                  <a:lnTo>
                    <a:pt x="22138" y="4976"/>
                  </a:lnTo>
                  <a:lnTo>
                    <a:pt x="21542" y="5405"/>
                  </a:lnTo>
                  <a:lnTo>
                    <a:pt x="20331" y="6281"/>
                  </a:lnTo>
                  <a:lnTo>
                    <a:pt x="19753" y="6728"/>
                  </a:lnTo>
                  <a:lnTo>
                    <a:pt x="19175" y="7194"/>
                  </a:lnTo>
                  <a:lnTo>
                    <a:pt x="18914" y="7436"/>
                  </a:lnTo>
                  <a:lnTo>
                    <a:pt x="18654" y="7678"/>
                  </a:lnTo>
                  <a:lnTo>
                    <a:pt x="18393" y="7958"/>
                  </a:lnTo>
                  <a:lnTo>
                    <a:pt x="18150" y="8219"/>
                  </a:lnTo>
                  <a:lnTo>
                    <a:pt x="17852" y="8610"/>
                  </a:lnTo>
                  <a:lnTo>
                    <a:pt x="17554" y="9020"/>
                  </a:lnTo>
                  <a:lnTo>
                    <a:pt x="17312" y="9449"/>
                  </a:lnTo>
                  <a:lnTo>
                    <a:pt x="17070" y="9877"/>
                  </a:lnTo>
                  <a:lnTo>
                    <a:pt x="16865" y="10306"/>
                  </a:lnTo>
                  <a:lnTo>
                    <a:pt x="16678" y="10772"/>
                  </a:lnTo>
                  <a:lnTo>
                    <a:pt x="16511" y="11219"/>
                  </a:lnTo>
                  <a:lnTo>
                    <a:pt x="16361" y="11685"/>
                  </a:lnTo>
                  <a:lnTo>
                    <a:pt x="16231" y="12169"/>
                  </a:lnTo>
                  <a:lnTo>
                    <a:pt x="16119" y="12654"/>
                  </a:lnTo>
                  <a:lnTo>
                    <a:pt x="16007" y="13138"/>
                  </a:lnTo>
                  <a:lnTo>
                    <a:pt x="15914" y="13642"/>
                  </a:lnTo>
                  <a:lnTo>
                    <a:pt x="15746" y="14629"/>
                  </a:lnTo>
                  <a:lnTo>
                    <a:pt x="15597" y="15654"/>
                  </a:lnTo>
                  <a:lnTo>
                    <a:pt x="15318" y="17704"/>
                  </a:lnTo>
                  <a:lnTo>
                    <a:pt x="15150" y="18710"/>
                  </a:lnTo>
                  <a:lnTo>
                    <a:pt x="14964" y="19717"/>
                  </a:lnTo>
                  <a:lnTo>
                    <a:pt x="14852" y="20201"/>
                  </a:lnTo>
                  <a:lnTo>
                    <a:pt x="14722" y="20686"/>
                  </a:lnTo>
                  <a:lnTo>
                    <a:pt x="14572" y="21170"/>
                  </a:lnTo>
                  <a:lnTo>
                    <a:pt x="14423" y="21655"/>
                  </a:lnTo>
                  <a:lnTo>
                    <a:pt x="14237" y="22121"/>
                  </a:lnTo>
                  <a:lnTo>
                    <a:pt x="14051" y="22586"/>
                  </a:lnTo>
                  <a:lnTo>
                    <a:pt x="13827" y="23034"/>
                  </a:lnTo>
                  <a:lnTo>
                    <a:pt x="13585" y="23462"/>
                  </a:lnTo>
                  <a:lnTo>
                    <a:pt x="13324" y="23872"/>
                  </a:lnTo>
                  <a:lnTo>
                    <a:pt x="13063" y="24264"/>
                  </a:lnTo>
                  <a:lnTo>
                    <a:pt x="12765" y="24636"/>
                  </a:lnTo>
                  <a:lnTo>
                    <a:pt x="12467" y="25009"/>
                  </a:lnTo>
                  <a:lnTo>
                    <a:pt x="12150" y="25363"/>
                  </a:lnTo>
                  <a:lnTo>
                    <a:pt x="11815" y="25698"/>
                  </a:lnTo>
                  <a:lnTo>
                    <a:pt x="11460" y="26034"/>
                  </a:lnTo>
                  <a:lnTo>
                    <a:pt x="11106" y="26351"/>
                  </a:lnTo>
                  <a:lnTo>
                    <a:pt x="10752" y="26667"/>
                  </a:lnTo>
                  <a:lnTo>
                    <a:pt x="10361" y="26966"/>
                  </a:lnTo>
                  <a:lnTo>
                    <a:pt x="9597" y="27543"/>
                  </a:lnTo>
                  <a:lnTo>
                    <a:pt x="8814" y="28084"/>
                  </a:lnTo>
                  <a:lnTo>
                    <a:pt x="8013" y="28624"/>
                  </a:lnTo>
                  <a:lnTo>
                    <a:pt x="6392" y="29668"/>
                  </a:lnTo>
                  <a:lnTo>
                    <a:pt x="5590" y="30208"/>
                  </a:lnTo>
                  <a:lnTo>
                    <a:pt x="4808" y="30767"/>
                  </a:lnTo>
                  <a:lnTo>
                    <a:pt x="4062" y="31345"/>
                  </a:lnTo>
                  <a:lnTo>
                    <a:pt x="3690" y="31662"/>
                  </a:lnTo>
                  <a:lnTo>
                    <a:pt x="3317" y="31978"/>
                  </a:lnTo>
                  <a:lnTo>
                    <a:pt x="2982" y="32295"/>
                  </a:lnTo>
                  <a:lnTo>
                    <a:pt x="2646" y="32631"/>
                  </a:lnTo>
                  <a:lnTo>
                    <a:pt x="2311" y="32985"/>
                  </a:lnTo>
                  <a:lnTo>
                    <a:pt x="1994" y="33339"/>
                  </a:lnTo>
                  <a:lnTo>
                    <a:pt x="1696" y="33711"/>
                  </a:lnTo>
                  <a:lnTo>
                    <a:pt x="1416" y="34121"/>
                  </a:lnTo>
                  <a:lnTo>
                    <a:pt x="1155" y="34531"/>
                  </a:lnTo>
                  <a:lnTo>
                    <a:pt x="932" y="34941"/>
                  </a:lnTo>
                  <a:lnTo>
                    <a:pt x="708" y="35389"/>
                  </a:lnTo>
                  <a:lnTo>
                    <a:pt x="522" y="35836"/>
                  </a:lnTo>
                  <a:lnTo>
                    <a:pt x="354" y="36283"/>
                  </a:lnTo>
                  <a:lnTo>
                    <a:pt x="224" y="36749"/>
                  </a:lnTo>
                  <a:lnTo>
                    <a:pt x="112" y="37215"/>
                  </a:lnTo>
                  <a:lnTo>
                    <a:pt x="37" y="37681"/>
                  </a:lnTo>
                  <a:lnTo>
                    <a:pt x="0" y="38147"/>
                  </a:lnTo>
                  <a:lnTo>
                    <a:pt x="0" y="38612"/>
                  </a:lnTo>
                  <a:lnTo>
                    <a:pt x="19" y="39078"/>
                  </a:lnTo>
                  <a:lnTo>
                    <a:pt x="93" y="39544"/>
                  </a:lnTo>
                  <a:lnTo>
                    <a:pt x="205" y="40010"/>
                  </a:lnTo>
                  <a:lnTo>
                    <a:pt x="354" y="40457"/>
                  </a:lnTo>
                  <a:lnTo>
                    <a:pt x="540" y="40886"/>
                  </a:lnTo>
                  <a:lnTo>
                    <a:pt x="745" y="41296"/>
                  </a:lnTo>
                  <a:lnTo>
                    <a:pt x="988" y="41669"/>
                  </a:lnTo>
                  <a:lnTo>
                    <a:pt x="1267" y="42023"/>
                  </a:lnTo>
                  <a:lnTo>
                    <a:pt x="1249" y="42656"/>
                  </a:lnTo>
                  <a:lnTo>
                    <a:pt x="1249" y="43290"/>
                  </a:lnTo>
                  <a:lnTo>
                    <a:pt x="1286" y="43663"/>
                  </a:lnTo>
                  <a:lnTo>
                    <a:pt x="1323" y="44054"/>
                  </a:lnTo>
                  <a:lnTo>
                    <a:pt x="1360" y="44427"/>
                  </a:lnTo>
                  <a:lnTo>
                    <a:pt x="1435" y="44818"/>
                  </a:lnTo>
                  <a:lnTo>
                    <a:pt x="1491" y="45191"/>
                  </a:lnTo>
                  <a:lnTo>
                    <a:pt x="1584" y="45563"/>
                  </a:lnTo>
                  <a:lnTo>
                    <a:pt x="1770" y="46309"/>
                  </a:lnTo>
                  <a:lnTo>
                    <a:pt x="2013" y="47035"/>
                  </a:lnTo>
                  <a:lnTo>
                    <a:pt x="2292" y="47744"/>
                  </a:lnTo>
                  <a:lnTo>
                    <a:pt x="2609" y="48452"/>
                  </a:lnTo>
                  <a:lnTo>
                    <a:pt x="2963" y="49141"/>
                  </a:lnTo>
                  <a:lnTo>
                    <a:pt x="3354" y="49793"/>
                  </a:lnTo>
                  <a:lnTo>
                    <a:pt x="3783" y="50446"/>
                  </a:lnTo>
                  <a:lnTo>
                    <a:pt x="4230" y="51079"/>
                  </a:lnTo>
                  <a:lnTo>
                    <a:pt x="4715" y="51694"/>
                  </a:lnTo>
                  <a:lnTo>
                    <a:pt x="5218" y="52272"/>
                  </a:lnTo>
                  <a:lnTo>
                    <a:pt x="5758" y="52850"/>
                  </a:lnTo>
                  <a:lnTo>
                    <a:pt x="6317" y="53390"/>
                  </a:lnTo>
                  <a:lnTo>
                    <a:pt x="6895" y="53893"/>
                  </a:lnTo>
                  <a:lnTo>
                    <a:pt x="7491" y="54378"/>
                  </a:lnTo>
                  <a:lnTo>
                    <a:pt x="8106" y="54843"/>
                  </a:lnTo>
                  <a:lnTo>
                    <a:pt x="8740" y="55272"/>
                  </a:lnTo>
                  <a:lnTo>
                    <a:pt x="9373" y="55701"/>
                  </a:lnTo>
                  <a:lnTo>
                    <a:pt x="10044" y="56092"/>
                  </a:lnTo>
                  <a:lnTo>
                    <a:pt x="10715" y="56446"/>
                  </a:lnTo>
                  <a:lnTo>
                    <a:pt x="11405" y="56800"/>
                  </a:lnTo>
                  <a:lnTo>
                    <a:pt x="12113" y="57136"/>
                  </a:lnTo>
                  <a:lnTo>
                    <a:pt x="12821" y="57434"/>
                  </a:lnTo>
                  <a:lnTo>
                    <a:pt x="13529" y="57732"/>
                  </a:lnTo>
                  <a:lnTo>
                    <a:pt x="14256" y="57993"/>
                  </a:lnTo>
                  <a:lnTo>
                    <a:pt x="14982" y="58254"/>
                  </a:lnTo>
                  <a:lnTo>
                    <a:pt x="15728" y="58477"/>
                  </a:lnTo>
                  <a:lnTo>
                    <a:pt x="16473" y="58701"/>
                  </a:lnTo>
                  <a:lnTo>
                    <a:pt x="17219" y="58887"/>
                  </a:lnTo>
                  <a:lnTo>
                    <a:pt x="17964" y="59074"/>
                  </a:lnTo>
                  <a:lnTo>
                    <a:pt x="19287" y="59372"/>
                  </a:lnTo>
                  <a:lnTo>
                    <a:pt x="20610" y="59614"/>
                  </a:lnTo>
                  <a:lnTo>
                    <a:pt x="21933" y="59800"/>
                  </a:lnTo>
                  <a:lnTo>
                    <a:pt x="23256" y="59968"/>
                  </a:lnTo>
                  <a:lnTo>
                    <a:pt x="24598" y="60080"/>
                  </a:lnTo>
                  <a:lnTo>
                    <a:pt x="25940" y="60154"/>
                  </a:lnTo>
                  <a:lnTo>
                    <a:pt x="27281" y="60173"/>
                  </a:lnTo>
                  <a:lnTo>
                    <a:pt x="28623" y="60154"/>
                  </a:lnTo>
                  <a:lnTo>
                    <a:pt x="29946" y="60099"/>
                  </a:lnTo>
                  <a:lnTo>
                    <a:pt x="31288" y="60005"/>
                  </a:lnTo>
                  <a:lnTo>
                    <a:pt x="32630" y="59856"/>
                  </a:lnTo>
                  <a:lnTo>
                    <a:pt x="33953" y="59670"/>
                  </a:lnTo>
                  <a:lnTo>
                    <a:pt x="35276" y="59446"/>
                  </a:lnTo>
                  <a:lnTo>
                    <a:pt x="36580" y="59185"/>
                  </a:lnTo>
                  <a:lnTo>
                    <a:pt x="37885" y="58869"/>
                  </a:lnTo>
                  <a:lnTo>
                    <a:pt x="39189" y="58515"/>
                  </a:lnTo>
                  <a:lnTo>
                    <a:pt x="40494" y="58105"/>
                  </a:lnTo>
                  <a:lnTo>
                    <a:pt x="41798" y="57657"/>
                  </a:lnTo>
                  <a:lnTo>
                    <a:pt x="43084" y="57173"/>
                  </a:lnTo>
                  <a:lnTo>
                    <a:pt x="44351" y="56651"/>
                  </a:lnTo>
                  <a:lnTo>
                    <a:pt x="45618" y="56092"/>
                  </a:lnTo>
                  <a:lnTo>
                    <a:pt x="46867" y="55514"/>
                  </a:lnTo>
                  <a:lnTo>
                    <a:pt x="48097" y="54899"/>
                  </a:lnTo>
                  <a:lnTo>
                    <a:pt x="49327" y="54284"/>
                  </a:lnTo>
                  <a:lnTo>
                    <a:pt x="50538" y="53632"/>
                  </a:lnTo>
                  <a:lnTo>
                    <a:pt x="51749" y="52961"/>
                  </a:lnTo>
                  <a:lnTo>
                    <a:pt x="52960" y="52272"/>
                  </a:lnTo>
                  <a:lnTo>
                    <a:pt x="54153" y="51564"/>
                  </a:lnTo>
                  <a:lnTo>
                    <a:pt x="56520" y="50147"/>
                  </a:lnTo>
                  <a:lnTo>
                    <a:pt x="58868" y="48713"/>
                  </a:lnTo>
                  <a:lnTo>
                    <a:pt x="75210" y="38687"/>
                  </a:lnTo>
                  <a:lnTo>
                    <a:pt x="75676" y="38407"/>
                  </a:lnTo>
                  <a:lnTo>
                    <a:pt x="76123" y="38109"/>
                  </a:lnTo>
                  <a:lnTo>
                    <a:pt x="76571" y="37793"/>
                  </a:lnTo>
                  <a:lnTo>
                    <a:pt x="76999" y="37457"/>
                  </a:lnTo>
                  <a:lnTo>
                    <a:pt x="77409" y="37103"/>
                  </a:lnTo>
                  <a:lnTo>
                    <a:pt x="77596" y="36917"/>
                  </a:lnTo>
                  <a:lnTo>
                    <a:pt x="77782" y="36712"/>
                  </a:lnTo>
                  <a:lnTo>
                    <a:pt x="77931" y="36507"/>
                  </a:lnTo>
                  <a:lnTo>
                    <a:pt x="78099" y="36302"/>
                  </a:lnTo>
                  <a:lnTo>
                    <a:pt x="78229" y="36078"/>
                  </a:lnTo>
                  <a:lnTo>
                    <a:pt x="78360" y="35836"/>
                  </a:lnTo>
                  <a:lnTo>
                    <a:pt x="78453" y="35631"/>
                  </a:lnTo>
                  <a:lnTo>
                    <a:pt x="78546" y="35426"/>
                  </a:lnTo>
                  <a:lnTo>
                    <a:pt x="78602" y="35221"/>
                  </a:lnTo>
                  <a:lnTo>
                    <a:pt x="78676" y="34997"/>
                  </a:lnTo>
                  <a:lnTo>
                    <a:pt x="78751" y="34569"/>
                  </a:lnTo>
                  <a:lnTo>
                    <a:pt x="78807" y="34140"/>
                  </a:lnTo>
                  <a:lnTo>
                    <a:pt x="78826" y="33693"/>
                  </a:lnTo>
                  <a:lnTo>
                    <a:pt x="78826" y="33246"/>
                  </a:lnTo>
                  <a:lnTo>
                    <a:pt x="78788" y="32780"/>
                  </a:lnTo>
                  <a:lnTo>
                    <a:pt x="78751" y="32332"/>
                  </a:lnTo>
                  <a:lnTo>
                    <a:pt x="78621" y="31401"/>
                  </a:lnTo>
                  <a:lnTo>
                    <a:pt x="78509" y="30488"/>
                  </a:lnTo>
                  <a:lnTo>
                    <a:pt x="78453" y="30022"/>
                  </a:lnTo>
                  <a:lnTo>
                    <a:pt x="78416" y="29556"/>
                  </a:lnTo>
                  <a:lnTo>
                    <a:pt x="78397" y="29090"/>
                  </a:lnTo>
                  <a:lnTo>
                    <a:pt x="78416" y="28643"/>
                  </a:lnTo>
                  <a:lnTo>
                    <a:pt x="78453" y="28158"/>
                  </a:lnTo>
                  <a:lnTo>
                    <a:pt x="78527" y="27692"/>
                  </a:lnTo>
                  <a:lnTo>
                    <a:pt x="78621" y="27245"/>
                  </a:lnTo>
                  <a:lnTo>
                    <a:pt x="78751" y="26798"/>
                  </a:lnTo>
                  <a:lnTo>
                    <a:pt x="78919" y="26351"/>
                  </a:lnTo>
                  <a:lnTo>
                    <a:pt x="79086" y="25922"/>
                  </a:lnTo>
                  <a:lnTo>
                    <a:pt x="79291" y="25493"/>
                  </a:lnTo>
                  <a:lnTo>
                    <a:pt x="79515" y="25065"/>
                  </a:lnTo>
                  <a:lnTo>
                    <a:pt x="79757" y="24655"/>
                  </a:lnTo>
                  <a:lnTo>
                    <a:pt x="80037" y="24264"/>
                  </a:lnTo>
                  <a:lnTo>
                    <a:pt x="80298" y="23872"/>
                  </a:lnTo>
                  <a:lnTo>
                    <a:pt x="80596" y="23481"/>
                  </a:lnTo>
                  <a:lnTo>
                    <a:pt x="80894" y="23108"/>
                  </a:lnTo>
                  <a:lnTo>
                    <a:pt x="81211" y="22754"/>
                  </a:lnTo>
                  <a:lnTo>
                    <a:pt x="81546" y="22400"/>
                  </a:lnTo>
                  <a:lnTo>
                    <a:pt x="81882" y="22046"/>
                  </a:lnTo>
                  <a:lnTo>
                    <a:pt x="82553" y="21394"/>
                  </a:lnTo>
                  <a:lnTo>
                    <a:pt x="83261" y="20760"/>
                  </a:lnTo>
                  <a:lnTo>
                    <a:pt x="84696" y="19512"/>
                  </a:lnTo>
                  <a:lnTo>
                    <a:pt x="85422" y="18878"/>
                  </a:lnTo>
                  <a:lnTo>
                    <a:pt x="86112" y="18226"/>
                  </a:lnTo>
                  <a:lnTo>
                    <a:pt x="86801" y="17574"/>
                  </a:lnTo>
                  <a:lnTo>
                    <a:pt x="87137" y="17238"/>
                  </a:lnTo>
                  <a:lnTo>
                    <a:pt x="87453" y="16884"/>
                  </a:lnTo>
                  <a:lnTo>
                    <a:pt x="87808" y="16456"/>
                  </a:lnTo>
                  <a:lnTo>
                    <a:pt x="88162" y="16027"/>
                  </a:lnTo>
                  <a:lnTo>
                    <a:pt x="88497" y="15580"/>
                  </a:lnTo>
                  <a:lnTo>
                    <a:pt x="88832" y="15132"/>
                  </a:lnTo>
                  <a:lnTo>
                    <a:pt x="89131" y="14648"/>
                  </a:lnTo>
                  <a:lnTo>
                    <a:pt x="89429" y="14182"/>
                  </a:lnTo>
                  <a:lnTo>
                    <a:pt x="89708" y="13679"/>
                  </a:lnTo>
                  <a:lnTo>
                    <a:pt x="89969" y="13176"/>
                  </a:lnTo>
                  <a:lnTo>
                    <a:pt x="90211" y="12673"/>
                  </a:lnTo>
                  <a:lnTo>
                    <a:pt x="90454" y="12151"/>
                  </a:lnTo>
                  <a:lnTo>
                    <a:pt x="90659" y="11629"/>
                  </a:lnTo>
                  <a:lnTo>
                    <a:pt x="90864" y="11107"/>
                  </a:lnTo>
                  <a:lnTo>
                    <a:pt x="91050" y="10567"/>
                  </a:lnTo>
                  <a:lnTo>
                    <a:pt x="91236" y="10008"/>
                  </a:lnTo>
                  <a:lnTo>
                    <a:pt x="91385" y="9467"/>
                  </a:lnTo>
                  <a:lnTo>
                    <a:pt x="91516" y="8908"/>
                  </a:lnTo>
                  <a:lnTo>
                    <a:pt x="91646" y="8349"/>
                  </a:lnTo>
                  <a:lnTo>
                    <a:pt x="91739" y="7790"/>
                  </a:lnTo>
                  <a:lnTo>
                    <a:pt x="91833" y="7231"/>
                  </a:lnTo>
                  <a:lnTo>
                    <a:pt x="91907" y="6672"/>
                  </a:lnTo>
                  <a:lnTo>
                    <a:pt x="91963" y="6113"/>
                  </a:lnTo>
                  <a:lnTo>
                    <a:pt x="92000" y="5535"/>
                  </a:lnTo>
                  <a:lnTo>
                    <a:pt x="92019" y="4976"/>
                  </a:lnTo>
                  <a:lnTo>
                    <a:pt x="92019" y="4417"/>
                  </a:lnTo>
                  <a:lnTo>
                    <a:pt x="92000" y="3840"/>
                  </a:lnTo>
                  <a:lnTo>
                    <a:pt x="91963" y="3281"/>
                  </a:lnTo>
                  <a:lnTo>
                    <a:pt x="91907" y="2722"/>
                  </a:lnTo>
                  <a:lnTo>
                    <a:pt x="91833" y="2162"/>
                  </a:lnTo>
                  <a:lnTo>
                    <a:pt x="91739" y="1622"/>
                  </a:lnTo>
                  <a:lnTo>
                    <a:pt x="91628" y="1082"/>
                  </a:lnTo>
                  <a:lnTo>
                    <a:pt x="91497" y="541"/>
                  </a:lnTo>
                  <a:lnTo>
                    <a:pt x="91348"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4"/>
            <p:cNvSpPr/>
            <p:nvPr/>
          </p:nvSpPr>
          <p:spPr>
            <a:xfrm>
              <a:off x="0" y="2036644"/>
              <a:ext cx="3407961" cy="2228544"/>
            </a:xfrm>
            <a:custGeom>
              <a:rect b="b" l="l" r="r" t="t"/>
              <a:pathLst>
                <a:path extrusionOk="0" fill="none" h="60174" w="92020">
                  <a:moveTo>
                    <a:pt x="87453" y="16884"/>
                  </a:moveTo>
                  <a:lnTo>
                    <a:pt x="87453" y="16884"/>
                  </a:lnTo>
                  <a:lnTo>
                    <a:pt x="87137" y="17238"/>
                  </a:lnTo>
                  <a:lnTo>
                    <a:pt x="86801" y="17574"/>
                  </a:lnTo>
                  <a:lnTo>
                    <a:pt x="86112" y="18226"/>
                  </a:lnTo>
                  <a:lnTo>
                    <a:pt x="85422" y="18878"/>
                  </a:lnTo>
                  <a:lnTo>
                    <a:pt x="84696" y="19512"/>
                  </a:lnTo>
                  <a:lnTo>
                    <a:pt x="83261" y="20760"/>
                  </a:lnTo>
                  <a:lnTo>
                    <a:pt x="82553" y="21394"/>
                  </a:lnTo>
                  <a:lnTo>
                    <a:pt x="81882" y="22046"/>
                  </a:lnTo>
                  <a:lnTo>
                    <a:pt x="81882" y="22046"/>
                  </a:lnTo>
                  <a:lnTo>
                    <a:pt x="81546" y="22400"/>
                  </a:lnTo>
                  <a:lnTo>
                    <a:pt x="81211" y="22754"/>
                  </a:lnTo>
                  <a:lnTo>
                    <a:pt x="80894" y="23108"/>
                  </a:lnTo>
                  <a:lnTo>
                    <a:pt x="80596" y="23481"/>
                  </a:lnTo>
                  <a:lnTo>
                    <a:pt x="80298" y="23872"/>
                  </a:lnTo>
                  <a:lnTo>
                    <a:pt x="80037" y="24264"/>
                  </a:lnTo>
                  <a:lnTo>
                    <a:pt x="79757" y="24655"/>
                  </a:lnTo>
                  <a:lnTo>
                    <a:pt x="79515" y="25065"/>
                  </a:lnTo>
                  <a:lnTo>
                    <a:pt x="79291" y="25493"/>
                  </a:lnTo>
                  <a:lnTo>
                    <a:pt x="79086" y="25922"/>
                  </a:lnTo>
                  <a:lnTo>
                    <a:pt x="78919" y="26351"/>
                  </a:lnTo>
                  <a:lnTo>
                    <a:pt x="78751" y="26798"/>
                  </a:lnTo>
                  <a:lnTo>
                    <a:pt x="78621" y="27245"/>
                  </a:lnTo>
                  <a:lnTo>
                    <a:pt x="78527" y="27692"/>
                  </a:lnTo>
                  <a:lnTo>
                    <a:pt x="78453" y="28158"/>
                  </a:lnTo>
                  <a:lnTo>
                    <a:pt x="78416" y="28643"/>
                  </a:lnTo>
                  <a:lnTo>
                    <a:pt x="78416" y="28643"/>
                  </a:lnTo>
                  <a:lnTo>
                    <a:pt x="78397" y="29090"/>
                  </a:lnTo>
                  <a:lnTo>
                    <a:pt x="78416" y="29556"/>
                  </a:lnTo>
                  <a:lnTo>
                    <a:pt x="78453" y="30022"/>
                  </a:lnTo>
                  <a:lnTo>
                    <a:pt x="78509" y="30488"/>
                  </a:lnTo>
                  <a:lnTo>
                    <a:pt x="78621" y="31401"/>
                  </a:lnTo>
                  <a:lnTo>
                    <a:pt x="78751" y="32332"/>
                  </a:lnTo>
                  <a:lnTo>
                    <a:pt x="78788" y="32780"/>
                  </a:lnTo>
                  <a:lnTo>
                    <a:pt x="78826" y="33246"/>
                  </a:lnTo>
                  <a:lnTo>
                    <a:pt x="78826" y="33693"/>
                  </a:lnTo>
                  <a:lnTo>
                    <a:pt x="78807" y="34140"/>
                  </a:lnTo>
                  <a:lnTo>
                    <a:pt x="78751" y="34569"/>
                  </a:lnTo>
                  <a:lnTo>
                    <a:pt x="78676" y="34997"/>
                  </a:lnTo>
                  <a:lnTo>
                    <a:pt x="78602" y="35221"/>
                  </a:lnTo>
                  <a:lnTo>
                    <a:pt x="78546" y="35426"/>
                  </a:lnTo>
                  <a:lnTo>
                    <a:pt x="78453" y="35631"/>
                  </a:lnTo>
                  <a:lnTo>
                    <a:pt x="78360" y="35836"/>
                  </a:lnTo>
                  <a:lnTo>
                    <a:pt x="78360" y="35836"/>
                  </a:lnTo>
                  <a:lnTo>
                    <a:pt x="78229" y="36078"/>
                  </a:lnTo>
                  <a:lnTo>
                    <a:pt x="78099" y="36302"/>
                  </a:lnTo>
                  <a:lnTo>
                    <a:pt x="77931" y="36507"/>
                  </a:lnTo>
                  <a:lnTo>
                    <a:pt x="77782" y="36712"/>
                  </a:lnTo>
                  <a:lnTo>
                    <a:pt x="77596" y="36917"/>
                  </a:lnTo>
                  <a:lnTo>
                    <a:pt x="77409" y="37103"/>
                  </a:lnTo>
                  <a:lnTo>
                    <a:pt x="76999" y="37457"/>
                  </a:lnTo>
                  <a:lnTo>
                    <a:pt x="76571" y="37793"/>
                  </a:lnTo>
                  <a:lnTo>
                    <a:pt x="76123" y="38109"/>
                  </a:lnTo>
                  <a:lnTo>
                    <a:pt x="75676" y="38407"/>
                  </a:lnTo>
                  <a:lnTo>
                    <a:pt x="75210" y="38687"/>
                  </a:lnTo>
                  <a:lnTo>
                    <a:pt x="75210" y="38687"/>
                  </a:lnTo>
                  <a:lnTo>
                    <a:pt x="58868" y="48713"/>
                  </a:lnTo>
                  <a:lnTo>
                    <a:pt x="58868" y="48713"/>
                  </a:lnTo>
                  <a:lnTo>
                    <a:pt x="56520" y="50147"/>
                  </a:lnTo>
                  <a:lnTo>
                    <a:pt x="54153" y="51564"/>
                  </a:lnTo>
                  <a:lnTo>
                    <a:pt x="52960" y="52272"/>
                  </a:lnTo>
                  <a:lnTo>
                    <a:pt x="51749" y="52961"/>
                  </a:lnTo>
                  <a:lnTo>
                    <a:pt x="50538" y="53632"/>
                  </a:lnTo>
                  <a:lnTo>
                    <a:pt x="49327" y="54284"/>
                  </a:lnTo>
                  <a:lnTo>
                    <a:pt x="48097" y="54899"/>
                  </a:lnTo>
                  <a:lnTo>
                    <a:pt x="46867" y="55514"/>
                  </a:lnTo>
                  <a:lnTo>
                    <a:pt x="45618" y="56092"/>
                  </a:lnTo>
                  <a:lnTo>
                    <a:pt x="44351" y="56651"/>
                  </a:lnTo>
                  <a:lnTo>
                    <a:pt x="43084" y="57173"/>
                  </a:lnTo>
                  <a:lnTo>
                    <a:pt x="41798" y="57657"/>
                  </a:lnTo>
                  <a:lnTo>
                    <a:pt x="40494" y="58105"/>
                  </a:lnTo>
                  <a:lnTo>
                    <a:pt x="39189" y="58515"/>
                  </a:lnTo>
                  <a:lnTo>
                    <a:pt x="39189" y="58515"/>
                  </a:lnTo>
                  <a:lnTo>
                    <a:pt x="37885" y="58869"/>
                  </a:lnTo>
                  <a:lnTo>
                    <a:pt x="36580" y="59185"/>
                  </a:lnTo>
                  <a:lnTo>
                    <a:pt x="35276" y="59446"/>
                  </a:lnTo>
                  <a:lnTo>
                    <a:pt x="33953" y="59670"/>
                  </a:lnTo>
                  <a:lnTo>
                    <a:pt x="32630" y="59856"/>
                  </a:lnTo>
                  <a:lnTo>
                    <a:pt x="31288" y="60005"/>
                  </a:lnTo>
                  <a:lnTo>
                    <a:pt x="29946" y="60099"/>
                  </a:lnTo>
                  <a:lnTo>
                    <a:pt x="28623" y="60154"/>
                  </a:lnTo>
                  <a:lnTo>
                    <a:pt x="27281" y="60173"/>
                  </a:lnTo>
                  <a:lnTo>
                    <a:pt x="25940" y="60154"/>
                  </a:lnTo>
                  <a:lnTo>
                    <a:pt x="24598" y="60080"/>
                  </a:lnTo>
                  <a:lnTo>
                    <a:pt x="23256" y="59968"/>
                  </a:lnTo>
                  <a:lnTo>
                    <a:pt x="21933" y="59800"/>
                  </a:lnTo>
                  <a:lnTo>
                    <a:pt x="20610" y="59614"/>
                  </a:lnTo>
                  <a:lnTo>
                    <a:pt x="19287" y="59372"/>
                  </a:lnTo>
                  <a:lnTo>
                    <a:pt x="17964" y="59074"/>
                  </a:lnTo>
                  <a:lnTo>
                    <a:pt x="17964" y="59074"/>
                  </a:lnTo>
                  <a:lnTo>
                    <a:pt x="17219" y="58887"/>
                  </a:lnTo>
                  <a:lnTo>
                    <a:pt x="16473" y="58701"/>
                  </a:lnTo>
                  <a:lnTo>
                    <a:pt x="15728" y="58477"/>
                  </a:lnTo>
                  <a:lnTo>
                    <a:pt x="14982" y="58254"/>
                  </a:lnTo>
                  <a:lnTo>
                    <a:pt x="14256" y="57993"/>
                  </a:lnTo>
                  <a:lnTo>
                    <a:pt x="13529" y="57732"/>
                  </a:lnTo>
                  <a:lnTo>
                    <a:pt x="12821" y="57434"/>
                  </a:lnTo>
                  <a:lnTo>
                    <a:pt x="12113" y="57136"/>
                  </a:lnTo>
                  <a:lnTo>
                    <a:pt x="11405" y="56800"/>
                  </a:lnTo>
                  <a:lnTo>
                    <a:pt x="10715" y="56446"/>
                  </a:lnTo>
                  <a:lnTo>
                    <a:pt x="10044" y="56092"/>
                  </a:lnTo>
                  <a:lnTo>
                    <a:pt x="9373" y="55701"/>
                  </a:lnTo>
                  <a:lnTo>
                    <a:pt x="8740" y="55272"/>
                  </a:lnTo>
                  <a:lnTo>
                    <a:pt x="8106" y="54843"/>
                  </a:lnTo>
                  <a:lnTo>
                    <a:pt x="7491" y="54378"/>
                  </a:lnTo>
                  <a:lnTo>
                    <a:pt x="6895" y="53893"/>
                  </a:lnTo>
                  <a:lnTo>
                    <a:pt x="6895" y="53893"/>
                  </a:lnTo>
                  <a:lnTo>
                    <a:pt x="6317" y="53390"/>
                  </a:lnTo>
                  <a:lnTo>
                    <a:pt x="5758" y="52850"/>
                  </a:lnTo>
                  <a:lnTo>
                    <a:pt x="5218" y="52272"/>
                  </a:lnTo>
                  <a:lnTo>
                    <a:pt x="4715" y="51694"/>
                  </a:lnTo>
                  <a:lnTo>
                    <a:pt x="4230" y="51079"/>
                  </a:lnTo>
                  <a:lnTo>
                    <a:pt x="3783" y="50446"/>
                  </a:lnTo>
                  <a:lnTo>
                    <a:pt x="3354" y="49793"/>
                  </a:lnTo>
                  <a:lnTo>
                    <a:pt x="2963" y="49141"/>
                  </a:lnTo>
                  <a:lnTo>
                    <a:pt x="2609" y="48452"/>
                  </a:lnTo>
                  <a:lnTo>
                    <a:pt x="2292" y="47744"/>
                  </a:lnTo>
                  <a:lnTo>
                    <a:pt x="2013" y="47035"/>
                  </a:lnTo>
                  <a:lnTo>
                    <a:pt x="1770" y="46309"/>
                  </a:lnTo>
                  <a:lnTo>
                    <a:pt x="1584" y="45563"/>
                  </a:lnTo>
                  <a:lnTo>
                    <a:pt x="1491" y="45191"/>
                  </a:lnTo>
                  <a:lnTo>
                    <a:pt x="1435" y="44818"/>
                  </a:lnTo>
                  <a:lnTo>
                    <a:pt x="1360" y="44427"/>
                  </a:lnTo>
                  <a:lnTo>
                    <a:pt x="1323" y="44054"/>
                  </a:lnTo>
                  <a:lnTo>
                    <a:pt x="1286" y="43663"/>
                  </a:lnTo>
                  <a:lnTo>
                    <a:pt x="1249" y="43290"/>
                  </a:lnTo>
                  <a:lnTo>
                    <a:pt x="1249" y="43290"/>
                  </a:lnTo>
                  <a:lnTo>
                    <a:pt x="1249" y="42656"/>
                  </a:lnTo>
                  <a:lnTo>
                    <a:pt x="1267" y="42023"/>
                  </a:lnTo>
                  <a:lnTo>
                    <a:pt x="1267" y="42023"/>
                  </a:lnTo>
                  <a:lnTo>
                    <a:pt x="988" y="41669"/>
                  </a:lnTo>
                  <a:lnTo>
                    <a:pt x="745" y="41296"/>
                  </a:lnTo>
                  <a:lnTo>
                    <a:pt x="540" y="40886"/>
                  </a:lnTo>
                  <a:lnTo>
                    <a:pt x="354" y="40457"/>
                  </a:lnTo>
                  <a:lnTo>
                    <a:pt x="354" y="40457"/>
                  </a:lnTo>
                  <a:lnTo>
                    <a:pt x="205" y="40010"/>
                  </a:lnTo>
                  <a:lnTo>
                    <a:pt x="93" y="39544"/>
                  </a:lnTo>
                  <a:lnTo>
                    <a:pt x="19" y="39078"/>
                  </a:lnTo>
                  <a:lnTo>
                    <a:pt x="0" y="38612"/>
                  </a:lnTo>
                  <a:lnTo>
                    <a:pt x="0" y="38147"/>
                  </a:lnTo>
                  <a:lnTo>
                    <a:pt x="37" y="37681"/>
                  </a:lnTo>
                  <a:lnTo>
                    <a:pt x="112" y="37215"/>
                  </a:lnTo>
                  <a:lnTo>
                    <a:pt x="224" y="36749"/>
                  </a:lnTo>
                  <a:lnTo>
                    <a:pt x="354" y="36283"/>
                  </a:lnTo>
                  <a:lnTo>
                    <a:pt x="522" y="35836"/>
                  </a:lnTo>
                  <a:lnTo>
                    <a:pt x="708" y="35389"/>
                  </a:lnTo>
                  <a:lnTo>
                    <a:pt x="932" y="34941"/>
                  </a:lnTo>
                  <a:lnTo>
                    <a:pt x="1155" y="34531"/>
                  </a:lnTo>
                  <a:lnTo>
                    <a:pt x="1416" y="34121"/>
                  </a:lnTo>
                  <a:lnTo>
                    <a:pt x="1696" y="33711"/>
                  </a:lnTo>
                  <a:lnTo>
                    <a:pt x="1994" y="33339"/>
                  </a:lnTo>
                  <a:lnTo>
                    <a:pt x="1994" y="33339"/>
                  </a:lnTo>
                  <a:lnTo>
                    <a:pt x="2311" y="32985"/>
                  </a:lnTo>
                  <a:lnTo>
                    <a:pt x="2646" y="32631"/>
                  </a:lnTo>
                  <a:lnTo>
                    <a:pt x="2982" y="32295"/>
                  </a:lnTo>
                  <a:lnTo>
                    <a:pt x="3317" y="31978"/>
                  </a:lnTo>
                  <a:lnTo>
                    <a:pt x="3690" y="31662"/>
                  </a:lnTo>
                  <a:lnTo>
                    <a:pt x="4062" y="31345"/>
                  </a:lnTo>
                  <a:lnTo>
                    <a:pt x="4808" y="30767"/>
                  </a:lnTo>
                  <a:lnTo>
                    <a:pt x="5590" y="30208"/>
                  </a:lnTo>
                  <a:lnTo>
                    <a:pt x="6392" y="29668"/>
                  </a:lnTo>
                  <a:lnTo>
                    <a:pt x="8013" y="28624"/>
                  </a:lnTo>
                  <a:lnTo>
                    <a:pt x="8013" y="28624"/>
                  </a:lnTo>
                  <a:lnTo>
                    <a:pt x="8814" y="28084"/>
                  </a:lnTo>
                  <a:lnTo>
                    <a:pt x="9597" y="27543"/>
                  </a:lnTo>
                  <a:lnTo>
                    <a:pt x="10361" y="26966"/>
                  </a:lnTo>
                  <a:lnTo>
                    <a:pt x="10752" y="26667"/>
                  </a:lnTo>
                  <a:lnTo>
                    <a:pt x="11106" y="26351"/>
                  </a:lnTo>
                  <a:lnTo>
                    <a:pt x="11460" y="26034"/>
                  </a:lnTo>
                  <a:lnTo>
                    <a:pt x="11815" y="25698"/>
                  </a:lnTo>
                  <a:lnTo>
                    <a:pt x="12150" y="25363"/>
                  </a:lnTo>
                  <a:lnTo>
                    <a:pt x="12467" y="25009"/>
                  </a:lnTo>
                  <a:lnTo>
                    <a:pt x="12765" y="24636"/>
                  </a:lnTo>
                  <a:lnTo>
                    <a:pt x="13063" y="24264"/>
                  </a:lnTo>
                  <a:lnTo>
                    <a:pt x="13324" y="23872"/>
                  </a:lnTo>
                  <a:lnTo>
                    <a:pt x="13585" y="23462"/>
                  </a:lnTo>
                  <a:lnTo>
                    <a:pt x="13585" y="23462"/>
                  </a:lnTo>
                  <a:lnTo>
                    <a:pt x="13827" y="23034"/>
                  </a:lnTo>
                  <a:lnTo>
                    <a:pt x="14051" y="22586"/>
                  </a:lnTo>
                  <a:lnTo>
                    <a:pt x="14237" y="22121"/>
                  </a:lnTo>
                  <a:lnTo>
                    <a:pt x="14423" y="21655"/>
                  </a:lnTo>
                  <a:lnTo>
                    <a:pt x="14572" y="21170"/>
                  </a:lnTo>
                  <a:lnTo>
                    <a:pt x="14722" y="20686"/>
                  </a:lnTo>
                  <a:lnTo>
                    <a:pt x="14852" y="20201"/>
                  </a:lnTo>
                  <a:lnTo>
                    <a:pt x="14964" y="19717"/>
                  </a:lnTo>
                  <a:lnTo>
                    <a:pt x="15150" y="18710"/>
                  </a:lnTo>
                  <a:lnTo>
                    <a:pt x="15318" y="17704"/>
                  </a:lnTo>
                  <a:lnTo>
                    <a:pt x="15597" y="15654"/>
                  </a:lnTo>
                  <a:lnTo>
                    <a:pt x="15746" y="14629"/>
                  </a:lnTo>
                  <a:lnTo>
                    <a:pt x="15914" y="13642"/>
                  </a:lnTo>
                  <a:lnTo>
                    <a:pt x="16007" y="13138"/>
                  </a:lnTo>
                  <a:lnTo>
                    <a:pt x="16119" y="12654"/>
                  </a:lnTo>
                  <a:lnTo>
                    <a:pt x="16231" y="12169"/>
                  </a:lnTo>
                  <a:lnTo>
                    <a:pt x="16361" y="11685"/>
                  </a:lnTo>
                  <a:lnTo>
                    <a:pt x="16511" y="11219"/>
                  </a:lnTo>
                  <a:lnTo>
                    <a:pt x="16678" y="10772"/>
                  </a:lnTo>
                  <a:lnTo>
                    <a:pt x="16865" y="10306"/>
                  </a:lnTo>
                  <a:lnTo>
                    <a:pt x="17070" y="9877"/>
                  </a:lnTo>
                  <a:lnTo>
                    <a:pt x="17312" y="9449"/>
                  </a:lnTo>
                  <a:lnTo>
                    <a:pt x="17554" y="9020"/>
                  </a:lnTo>
                  <a:lnTo>
                    <a:pt x="17852" y="8610"/>
                  </a:lnTo>
                  <a:lnTo>
                    <a:pt x="18150" y="8219"/>
                  </a:lnTo>
                  <a:lnTo>
                    <a:pt x="18150" y="8219"/>
                  </a:lnTo>
                  <a:lnTo>
                    <a:pt x="18393" y="7958"/>
                  </a:lnTo>
                  <a:lnTo>
                    <a:pt x="18654" y="7678"/>
                  </a:lnTo>
                  <a:lnTo>
                    <a:pt x="18914" y="7436"/>
                  </a:lnTo>
                  <a:lnTo>
                    <a:pt x="19175" y="7194"/>
                  </a:lnTo>
                  <a:lnTo>
                    <a:pt x="19753" y="6728"/>
                  </a:lnTo>
                  <a:lnTo>
                    <a:pt x="20331" y="6281"/>
                  </a:lnTo>
                  <a:lnTo>
                    <a:pt x="21542" y="5405"/>
                  </a:lnTo>
                  <a:lnTo>
                    <a:pt x="22138" y="4976"/>
                  </a:lnTo>
                  <a:lnTo>
                    <a:pt x="22716" y="4529"/>
                  </a:lnTo>
                  <a:lnTo>
                    <a:pt x="22716" y="4529"/>
                  </a:lnTo>
                  <a:lnTo>
                    <a:pt x="23145" y="4175"/>
                  </a:lnTo>
                  <a:lnTo>
                    <a:pt x="23554" y="3765"/>
                  </a:lnTo>
                  <a:lnTo>
                    <a:pt x="23946" y="3336"/>
                  </a:lnTo>
                  <a:lnTo>
                    <a:pt x="24337" y="2871"/>
                  </a:lnTo>
                  <a:lnTo>
                    <a:pt x="24691" y="2367"/>
                  </a:lnTo>
                  <a:lnTo>
                    <a:pt x="25008" y="1846"/>
                  </a:lnTo>
                  <a:lnTo>
                    <a:pt x="25157" y="1585"/>
                  </a:lnTo>
                  <a:lnTo>
                    <a:pt x="25288" y="1324"/>
                  </a:lnTo>
                  <a:lnTo>
                    <a:pt x="25399" y="1044"/>
                  </a:lnTo>
                  <a:lnTo>
                    <a:pt x="25511" y="784"/>
                  </a:lnTo>
                  <a:lnTo>
                    <a:pt x="26033" y="914"/>
                  </a:lnTo>
                  <a:lnTo>
                    <a:pt x="26182" y="1007"/>
                  </a:lnTo>
                  <a:lnTo>
                    <a:pt x="26182" y="1007"/>
                  </a:lnTo>
                  <a:lnTo>
                    <a:pt x="26331" y="1510"/>
                  </a:lnTo>
                  <a:lnTo>
                    <a:pt x="26499" y="2032"/>
                  </a:lnTo>
                  <a:lnTo>
                    <a:pt x="26685" y="2535"/>
                  </a:lnTo>
                  <a:lnTo>
                    <a:pt x="26871" y="3038"/>
                  </a:lnTo>
                  <a:lnTo>
                    <a:pt x="27095" y="3541"/>
                  </a:lnTo>
                  <a:lnTo>
                    <a:pt x="27319" y="4045"/>
                  </a:lnTo>
                  <a:lnTo>
                    <a:pt x="27561" y="4529"/>
                  </a:lnTo>
                  <a:lnTo>
                    <a:pt x="27803" y="5032"/>
                  </a:lnTo>
                  <a:lnTo>
                    <a:pt x="28083" y="5498"/>
                  </a:lnTo>
                  <a:lnTo>
                    <a:pt x="28362" y="5983"/>
                  </a:lnTo>
                  <a:lnTo>
                    <a:pt x="28660" y="6449"/>
                  </a:lnTo>
                  <a:lnTo>
                    <a:pt x="28959" y="6914"/>
                  </a:lnTo>
                  <a:lnTo>
                    <a:pt x="29275" y="7362"/>
                  </a:lnTo>
                  <a:lnTo>
                    <a:pt x="29611" y="7809"/>
                  </a:lnTo>
                  <a:lnTo>
                    <a:pt x="29946" y="8256"/>
                  </a:lnTo>
                  <a:lnTo>
                    <a:pt x="30300" y="8685"/>
                  </a:lnTo>
                  <a:lnTo>
                    <a:pt x="30673" y="9095"/>
                  </a:lnTo>
                  <a:lnTo>
                    <a:pt x="31046" y="9523"/>
                  </a:lnTo>
                  <a:lnTo>
                    <a:pt x="31418" y="9915"/>
                  </a:lnTo>
                  <a:lnTo>
                    <a:pt x="31810" y="10306"/>
                  </a:lnTo>
                  <a:lnTo>
                    <a:pt x="32220" y="10697"/>
                  </a:lnTo>
                  <a:lnTo>
                    <a:pt x="32630" y="11070"/>
                  </a:lnTo>
                  <a:lnTo>
                    <a:pt x="33040" y="11424"/>
                  </a:lnTo>
                  <a:lnTo>
                    <a:pt x="33468" y="11778"/>
                  </a:lnTo>
                  <a:lnTo>
                    <a:pt x="33897" y="12114"/>
                  </a:lnTo>
                  <a:lnTo>
                    <a:pt x="34344" y="12449"/>
                  </a:lnTo>
                  <a:lnTo>
                    <a:pt x="34791" y="12766"/>
                  </a:lnTo>
                  <a:lnTo>
                    <a:pt x="35239" y="13064"/>
                  </a:lnTo>
                  <a:lnTo>
                    <a:pt x="35686" y="13362"/>
                  </a:lnTo>
                  <a:lnTo>
                    <a:pt x="36152" y="13642"/>
                  </a:lnTo>
                  <a:lnTo>
                    <a:pt x="36618" y="13903"/>
                  </a:lnTo>
                  <a:lnTo>
                    <a:pt x="37083" y="14145"/>
                  </a:lnTo>
                  <a:lnTo>
                    <a:pt x="37083" y="14145"/>
                  </a:lnTo>
                  <a:lnTo>
                    <a:pt x="37624" y="14406"/>
                  </a:lnTo>
                  <a:lnTo>
                    <a:pt x="38164" y="14667"/>
                  </a:lnTo>
                  <a:lnTo>
                    <a:pt x="38705" y="14909"/>
                  </a:lnTo>
                  <a:lnTo>
                    <a:pt x="39245" y="15132"/>
                  </a:lnTo>
                  <a:lnTo>
                    <a:pt x="39785" y="15337"/>
                  </a:lnTo>
                  <a:lnTo>
                    <a:pt x="40345" y="15542"/>
                  </a:lnTo>
                  <a:lnTo>
                    <a:pt x="40904" y="15747"/>
                  </a:lnTo>
                  <a:lnTo>
                    <a:pt x="41463" y="15934"/>
                  </a:lnTo>
                  <a:lnTo>
                    <a:pt x="42581" y="16269"/>
                  </a:lnTo>
                  <a:lnTo>
                    <a:pt x="43717" y="16567"/>
                  </a:lnTo>
                  <a:lnTo>
                    <a:pt x="44873" y="16828"/>
                  </a:lnTo>
                  <a:lnTo>
                    <a:pt x="46047" y="17052"/>
                  </a:lnTo>
                  <a:lnTo>
                    <a:pt x="47202" y="17238"/>
                  </a:lnTo>
                  <a:lnTo>
                    <a:pt x="48395" y="17406"/>
                  </a:lnTo>
                  <a:lnTo>
                    <a:pt x="49569" y="17518"/>
                  </a:lnTo>
                  <a:lnTo>
                    <a:pt x="50761" y="17630"/>
                  </a:lnTo>
                  <a:lnTo>
                    <a:pt x="51935" y="17704"/>
                  </a:lnTo>
                  <a:lnTo>
                    <a:pt x="53128" y="17741"/>
                  </a:lnTo>
                  <a:lnTo>
                    <a:pt x="54321" y="17779"/>
                  </a:lnTo>
                  <a:lnTo>
                    <a:pt x="55495" y="17779"/>
                  </a:lnTo>
                  <a:lnTo>
                    <a:pt x="55495" y="17779"/>
                  </a:lnTo>
                  <a:lnTo>
                    <a:pt x="56855" y="17760"/>
                  </a:lnTo>
                  <a:lnTo>
                    <a:pt x="58197" y="17723"/>
                  </a:lnTo>
                  <a:lnTo>
                    <a:pt x="59538" y="17667"/>
                  </a:lnTo>
                  <a:lnTo>
                    <a:pt x="60880" y="17574"/>
                  </a:lnTo>
                  <a:lnTo>
                    <a:pt x="62222" y="17443"/>
                  </a:lnTo>
                  <a:lnTo>
                    <a:pt x="63564" y="17275"/>
                  </a:lnTo>
                  <a:lnTo>
                    <a:pt x="64887" y="17089"/>
                  </a:lnTo>
                  <a:lnTo>
                    <a:pt x="66210" y="16865"/>
                  </a:lnTo>
                  <a:lnTo>
                    <a:pt x="67533" y="16605"/>
                  </a:lnTo>
                  <a:lnTo>
                    <a:pt x="68837" y="16325"/>
                  </a:lnTo>
                  <a:lnTo>
                    <a:pt x="70123" y="15971"/>
                  </a:lnTo>
                  <a:lnTo>
                    <a:pt x="71409" y="15598"/>
                  </a:lnTo>
                  <a:lnTo>
                    <a:pt x="72042" y="15393"/>
                  </a:lnTo>
                  <a:lnTo>
                    <a:pt x="72676" y="15188"/>
                  </a:lnTo>
                  <a:lnTo>
                    <a:pt x="73310" y="14965"/>
                  </a:lnTo>
                  <a:lnTo>
                    <a:pt x="73943" y="14722"/>
                  </a:lnTo>
                  <a:lnTo>
                    <a:pt x="74558" y="14480"/>
                  </a:lnTo>
                  <a:lnTo>
                    <a:pt x="75173" y="14219"/>
                  </a:lnTo>
                  <a:lnTo>
                    <a:pt x="75788" y="13940"/>
                  </a:lnTo>
                  <a:lnTo>
                    <a:pt x="76403" y="13660"/>
                  </a:lnTo>
                  <a:lnTo>
                    <a:pt x="76403" y="13660"/>
                  </a:lnTo>
                  <a:lnTo>
                    <a:pt x="76906" y="13418"/>
                  </a:lnTo>
                  <a:lnTo>
                    <a:pt x="77428" y="13138"/>
                  </a:lnTo>
                  <a:lnTo>
                    <a:pt x="77950" y="12840"/>
                  </a:lnTo>
                  <a:lnTo>
                    <a:pt x="78490" y="12524"/>
                  </a:lnTo>
                  <a:lnTo>
                    <a:pt x="79031" y="12188"/>
                  </a:lnTo>
                  <a:lnTo>
                    <a:pt x="79571" y="11815"/>
                  </a:lnTo>
                  <a:lnTo>
                    <a:pt x="80111" y="11461"/>
                  </a:lnTo>
                  <a:lnTo>
                    <a:pt x="80652" y="11070"/>
                  </a:lnTo>
                  <a:lnTo>
                    <a:pt x="81192" y="10660"/>
                  </a:lnTo>
                  <a:lnTo>
                    <a:pt x="81733" y="10250"/>
                  </a:lnTo>
                  <a:lnTo>
                    <a:pt x="82795" y="9393"/>
                  </a:lnTo>
                  <a:lnTo>
                    <a:pt x="83820" y="8498"/>
                  </a:lnTo>
                  <a:lnTo>
                    <a:pt x="84826" y="7585"/>
                  </a:lnTo>
                  <a:lnTo>
                    <a:pt x="85795" y="6654"/>
                  </a:lnTo>
                  <a:lnTo>
                    <a:pt x="86708" y="5703"/>
                  </a:lnTo>
                  <a:lnTo>
                    <a:pt x="87137" y="5237"/>
                  </a:lnTo>
                  <a:lnTo>
                    <a:pt x="87547" y="4771"/>
                  </a:lnTo>
                  <a:lnTo>
                    <a:pt x="87938" y="4306"/>
                  </a:lnTo>
                  <a:lnTo>
                    <a:pt x="88311" y="3840"/>
                  </a:lnTo>
                  <a:lnTo>
                    <a:pt x="88665" y="3392"/>
                  </a:lnTo>
                  <a:lnTo>
                    <a:pt x="89000" y="2927"/>
                  </a:lnTo>
                  <a:lnTo>
                    <a:pt x="89298" y="2498"/>
                  </a:lnTo>
                  <a:lnTo>
                    <a:pt x="89596" y="2051"/>
                  </a:lnTo>
                  <a:lnTo>
                    <a:pt x="89839" y="1641"/>
                  </a:lnTo>
                  <a:lnTo>
                    <a:pt x="90081" y="1231"/>
                  </a:lnTo>
                  <a:lnTo>
                    <a:pt x="90286" y="821"/>
                  </a:lnTo>
                  <a:lnTo>
                    <a:pt x="90454" y="448"/>
                  </a:lnTo>
                  <a:lnTo>
                    <a:pt x="91013" y="75"/>
                  </a:lnTo>
                  <a:lnTo>
                    <a:pt x="91348" y="1"/>
                  </a:lnTo>
                  <a:lnTo>
                    <a:pt x="91348" y="1"/>
                  </a:lnTo>
                  <a:lnTo>
                    <a:pt x="91497" y="541"/>
                  </a:lnTo>
                  <a:lnTo>
                    <a:pt x="91628" y="1082"/>
                  </a:lnTo>
                  <a:lnTo>
                    <a:pt x="91739" y="1622"/>
                  </a:lnTo>
                  <a:lnTo>
                    <a:pt x="91833" y="2162"/>
                  </a:lnTo>
                  <a:lnTo>
                    <a:pt x="91907" y="2722"/>
                  </a:lnTo>
                  <a:lnTo>
                    <a:pt x="91963" y="3281"/>
                  </a:lnTo>
                  <a:lnTo>
                    <a:pt x="92000" y="3840"/>
                  </a:lnTo>
                  <a:lnTo>
                    <a:pt x="92019" y="4417"/>
                  </a:lnTo>
                  <a:lnTo>
                    <a:pt x="92019" y="4976"/>
                  </a:lnTo>
                  <a:lnTo>
                    <a:pt x="92000" y="5535"/>
                  </a:lnTo>
                  <a:lnTo>
                    <a:pt x="91963" y="6113"/>
                  </a:lnTo>
                  <a:lnTo>
                    <a:pt x="91907" y="6672"/>
                  </a:lnTo>
                  <a:lnTo>
                    <a:pt x="91833" y="7231"/>
                  </a:lnTo>
                  <a:lnTo>
                    <a:pt x="91739" y="7790"/>
                  </a:lnTo>
                  <a:lnTo>
                    <a:pt x="91646" y="8349"/>
                  </a:lnTo>
                  <a:lnTo>
                    <a:pt x="91516" y="8908"/>
                  </a:lnTo>
                  <a:lnTo>
                    <a:pt x="91385" y="9467"/>
                  </a:lnTo>
                  <a:lnTo>
                    <a:pt x="91236" y="10008"/>
                  </a:lnTo>
                  <a:lnTo>
                    <a:pt x="91050" y="10567"/>
                  </a:lnTo>
                  <a:lnTo>
                    <a:pt x="90864" y="11107"/>
                  </a:lnTo>
                  <a:lnTo>
                    <a:pt x="90659" y="11629"/>
                  </a:lnTo>
                  <a:lnTo>
                    <a:pt x="90454" y="12151"/>
                  </a:lnTo>
                  <a:lnTo>
                    <a:pt x="90211" y="12673"/>
                  </a:lnTo>
                  <a:lnTo>
                    <a:pt x="89969" y="13176"/>
                  </a:lnTo>
                  <a:lnTo>
                    <a:pt x="89708" y="13679"/>
                  </a:lnTo>
                  <a:lnTo>
                    <a:pt x="89429" y="14182"/>
                  </a:lnTo>
                  <a:lnTo>
                    <a:pt x="89131" y="14648"/>
                  </a:lnTo>
                  <a:lnTo>
                    <a:pt x="88832" y="15132"/>
                  </a:lnTo>
                  <a:lnTo>
                    <a:pt x="88497" y="15580"/>
                  </a:lnTo>
                  <a:lnTo>
                    <a:pt x="88162" y="16027"/>
                  </a:lnTo>
                  <a:lnTo>
                    <a:pt x="87808" y="16456"/>
                  </a:lnTo>
                  <a:lnTo>
                    <a:pt x="87453" y="1688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4"/>
            <p:cNvSpPr/>
            <p:nvPr/>
          </p:nvSpPr>
          <p:spPr>
            <a:xfrm>
              <a:off x="0" y="2225747"/>
              <a:ext cx="813696" cy="1424514"/>
            </a:xfrm>
            <a:custGeom>
              <a:rect b="b" l="l" r="r" t="t"/>
              <a:pathLst>
                <a:path extrusionOk="0" h="38464" w="21971">
                  <a:moveTo>
                    <a:pt x="1267" y="38463"/>
                  </a:moveTo>
                  <a:lnTo>
                    <a:pt x="1267" y="38463"/>
                  </a:lnTo>
                  <a:lnTo>
                    <a:pt x="1267" y="38463"/>
                  </a:lnTo>
                  <a:lnTo>
                    <a:pt x="1267" y="38463"/>
                  </a:lnTo>
                  <a:lnTo>
                    <a:pt x="1267" y="38463"/>
                  </a:lnTo>
                  <a:close/>
                  <a:moveTo>
                    <a:pt x="1267" y="38426"/>
                  </a:moveTo>
                  <a:lnTo>
                    <a:pt x="1267" y="38426"/>
                  </a:lnTo>
                  <a:lnTo>
                    <a:pt x="1267" y="38426"/>
                  </a:lnTo>
                  <a:lnTo>
                    <a:pt x="1267" y="38426"/>
                  </a:lnTo>
                  <a:lnTo>
                    <a:pt x="1267" y="38426"/>
                  </a:lnTo>
                  <a:close/>
                  <a:moveTo>
                    <a:pt x="1267" y="38407"/>
                  </a:moveTo>
                  <a:lnTo>
                    <a:pt x="1267" y="38407"/>
                  </a:lnTo>
                  <a:lnTo>
                    <a:pt x="1267" y="38407"/>
                  </a:lnTo>
                  <a:lnTo>
                    <a:pt x="1267" y="38407"/>
                  </a:lnTo>
                  <a:lnTo>
                    <a:pt x="1267" y="38407"/>
                  </a:lnTo>
                  <a:close/>
                  <a:moveTo>
                    <a:pt x="1267" y="38370"/>
                  </a:moveTo>
                  <a:lnTo>
                    <a:pt x="1267" y="38370"/>
                  </a:lnTo>
                  <a:lnTo>
                    <a:pt x="1267" y="38389"/>
                  </a:lnTo>
                  <a:lnTo>
                    <a:pt x="1267" y="38389"/>
                  </a:lnTo>
                  <a:lnTo>
                    <a:pt x="1267" y="38370"/>
                  </a:lnTo>
                  <a:close/>
                  <a:moveTo>
                    <a:pt x="1267" y="38352"/>
                  </a:moveTo>
                  <a:lnTo>
                    <a:pt x="1267" y="38352"/>
                  </a:lnTo>
                  <a:lnTo>
                    <a:pt x="1267" y="38370"/>
                  </a:lnTo>
                  <a:lnTo>
                    <a:pt x="1267" y="38370"/>
                  </a:lnTo>
                  <a:lnTo>
                    <a:pt x="1267" y="38352"/>
                  </a:lnTo>
                  <a:close/>
                  <a:moveTo>
                    <a:pt x="1267" y="38333"/>
                  </a:moveTo>
                  <a:lnTo>
                    <a:pt x="1267" y="38333"/>
                  </a:lnTo>
                  <a:lnTo>
                    <a:pt x="1267" y="38352"/>
                  </a:lnTo>
                  <a:lnTo>
                    <a:pt x="1267" y="38352"/>
                  </a:lnTo>
                  <a:lnTo>
                    <a:pt x="1267" y="38333"/>
                  </a:lnTo>
                  <a:close/>
                  <a:moveTo>
                    <a:pt x="1267" y="38296"/>
                  </a:moveTo>
                  <a:lnTo>
                    <a:pt x="1267" y="38296"/>
                  </a:lnTo>
                  <a:lnTo>
                    <a:pt x="1267" y="38314"/>
                  </a:lnTo>
                  <a:lnTo>
                    <a:pt x="1267" y="38314"/>
                  </a:lnTo>
                  <a:lnTo>
                    <a:pt x="1267" y="38296"/>
                  </a:lnTo>
                  <a:close/>
                  <a:moveTo>
                    <a:pt x="1267" y="38277"/>
                  </a:moveTo>
                  <a:lnTo>
                    <a:pt x="1267" y="38277"/>
                  </a:lnTo>
                  <a:lnTo>
                    <a:pt x="1267" y="38296"/>
                  </a:lnTo>
                  <a:lnTo>
                    <a:pt x="1267" y="38296"/>
                  </a:lnTo>
                  <a:lnTo>
                    <a:pt x="1267" y="38277"/>
                  </a:lnTo>
                  <a:close/>
                  <a:moveTo>
                    <a:pt x="1267" y="38258"/>
                  </a:moveTo>
                  <a:lnTo>
                    <a:pt x="1267" y="38258"/>
                  </a:lnTo>
                  <a:lnTo>
                    <a:pt x="1267" y="38277"/>
                  </a:lnTo>
                  <a:lnTo>
                    <a:pt x="1267" y="38277"/>
                  </a:lnTo>
                  <a:lnTo>
                    <a:pt x="1267" y="38258"/>
                  </a:lnTo>
                  <a:close/>
                  <a:moveTo>
                    <a:pt x="1267" y="38240"/>
                  </a:moveTo>
                  <a:lnTo>
                    <a:pt x="1267" y="38240"/>
                  </a:lnTo>
                  <a:lnTo>
                    <a:pt x="1267" y="38258"/>
                  </a:lnTo>
                  <a:lnTo>
                    <a:pt x="1267" y="38258"/>
                  </a:lnTo>
                  <a:lnTo>
                    <a:pt x="1267" y="38240"/>
                  </a:lnTo>
                  <a:close/>
                  <a:moveTo>
                    <a:pt x="1267" y="38202"/>
                  </a:moveTo>
                  <a:lnTo>
                    <a:pt x="1267" y="38202"/>
                  </a:lnTo>
                  <a:lnTo>
                    <a:pt x="1267" y="38221"/>
                  </a:lnTo>
                  <a:lnTo>
                    <a:pt x="1267" y="38221"/>
                  </a:lnTo>
                  <a:lnTo>
                    <a:pt x="1267" y="38202"/>
                  </a:lnTo>
                  <a:close/>
                  <a:moveTo>
                    <a:pt x="1249" y="38184"/>
                  </a:moveTo>
                  <a:lnTo>
                    <a:pt x="1249" y="38184"/>
                  </a:lnTo>
                  <a:lnTo>
                    <a:pt x="1249" y="38202"/>
                  </a:lnTo>
                  <a:lnTo>
                    <a:pt x="1249" y="38202"/>
                  </a:lnTo>
                  <a:lnTo>
                    <a:pt x="1249" y="38184"/>
                  </a:lnTo>
                  <a:close/>
                  <a:moveTo>
                    <a:pt x="18169" y="3113"/>
                  </a:moveTo>
                  <a:lnTo>
                    <a:pt x="18169" y="3113"/>
                  </a:lnTo>
                  <a:lnTo>
                    <a:pt x="18150"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0" y="33357"/>
                  </a:lnTo>
                  <a:lnTo>
                    <a:pt x="0" y="33022"/>
                  </a:lnTo>
                  <a:lnTo>
                    <a:pt x="19" y="32687"/>
                  </a:lnTo>
                  <a:lnTo>
                    <a:pt x="75" y="32332"/>
                  </a:lnTo>
                  <a:lnTo>
                    <a:pt x="130" y="31997"/>
                  </a:lnTo>
                  <a:lnTo>
                    <a:pt x="224" y="31662"/>
                  </a:lnTo>
                  <a:lnTo>
                    <a:pt x="317" y="31308"/>
                  </a:lnTo>
                  <a:lnTo>
                    <a:pt x="429" y="30991"/>
                  </a:lnTo>
                  <a:lnTo>
                    <a:pt x="540" y="30655"/>
                  </a:lnTo>
                  <a:lnTo>
                    <a:pt x="689" y="30320"/>
                  </a:lnTo>
                  <a:lnTo>
                    <a:pt x="839" y="30003"/>
                  </a:lnTo>
                  <a:lnTo>
                    <a:pt x="1006" y="29686"/>
                  </a:lnTo>
                  <a:lnTo>
                    <a:pt x="1174" y="29388"/>
                  </a:lnTo>
                  <a:lnTo>
                    <a:pt x="1379" y="29090"/>
                  </a:lnTo>
                  <a:lnTo>
                    <a:pt x="1565" y="28792"/>
                  </a:lnTo>
                  <a:lnTo>
                    <a:pt x="1789" y="28512"/>
                  </a:lnTo>
                  <a:lnTo>
                    <a:pt x="1994" y="28233"/>
                  </a:lnTo>
                  <a:lnTo>
                    <a:pt x="1994" y="28233"/>
                  </a:lnTo>
                  <a:lnTo>
                    <a:pt x="2311" y="27879"/>
                  </a:lnTo>
                  <a:lnTo>
                    <a:pt x="2646" y="27525"/>
                  </a:lnTo>
                  <a:lnTo>
                    <a:pt x="2982" y="27189"/>
                  </a:lnTo>
                  <a:lnTo>
                    <a:pt x="3317" y="26872"/>
                  </a:lnTo>
                  <a:lnTo>
                    <a:pt x="3690" y="26556"/>
                  </a:lnTo>
                  <a:lnTo>
                    <a:pt x="4062" y="26239"/>
                  </a:lnTo>
                  <a:lnTo>
                    <a:pt x="4808" y="25661"/>
                  </a:lnTo>
                  <a:lnTo>
                    <a:pt x="5590" y="25102"/>
                  </a:lnTo>
                  <a:lnTo>
                    <a:pt x="6392" y="24562"/>
                  </a:lnTo>
                  <a:lnTo>
                    <a:pt x="8013" y="23518"/>
                  </a:lnTo>
                  <a:lnTo>
                    <a:pt x="8013" y="23518"/>
                  </a:lnTo>
                  <a:lnTo>
                    <a:pt x="8814" y="22978"/>
                  </a:lnTo>
                  <a:lnTo>
                    <a:pt x="9597" y="22437"/>
                  </a:lnTo>
                  <a:lnTo>
                    <a:pt x="10361" y="21860"/>
                  </a:lnTo>
                  <a:lnTo>
                    <a:pt x="10752" y="21561"/>
                  </a:lnTo>
                  <a:lnTo>
                    <a:pt x="11106" y="21245"/>
                  </a:lnTo>
                  <a:lnTo>
                    <a:pt x="11460" y="20928"/>
                  </a:lnTo>
                  <a:lnTo>
                    <a:pt x="11815" y="20592"/>
                  </a:lnTo>
                  <a:lnTo>
                    <a:pt x="12150" y="20257"/>
                  </a:lnTo>
                  <a:lnTo>
                    <a:pt x="12467" y="19903"/>
                  </a:lnTo>
                  <a:lnTo>
                    <a:pt x="12765" y="19530"/>
                  </a:lnTo>
                  <a:lnTo>
                    <a:pt x="13063" y="19158"/>
                  </a:lnTo>
                  <a:lnTo>
                    <a:pt x="13324" y="18766"/>
                  </a:lnTo>
                  <a:lnTo>
                    <a:pt x="13585" y="18356"/>
                  </a:lnTo>
                  <a:lnTo>
                    <a:pt x="13585" y="18356"/>
                  </a:lnTo>
                  <a:lnTo>
                    <a:pt x="13827" y="17928"/>
                  </a:lnTo>
                  <a:lnTo>
                    <a:pt x="14051" y="17480"/>
                  </a:lnTo>
                  <a:lnTo>
                    <a:pt x="14237" y="17015"/>
                  </a:lnTo>
                  <a:lnTo>
                    <a:pt x="14423" y="16549"/>
                  </a:lnTo>
                  <a:lnTo>
                    <a:pt x="14572" y="16064"/>
                  </a:lnTo>
                  <a:lnTo>
                    <a:pt x="14722" y="15580"/>
                  </a:lnTo>
                  <a:lnTo>
                    <a:pt x="14852" y="15095"/>
                  </a:lnTo>
                  <a:lnTo>
                    <a:pt x="14964" y="14611"/>
                  </a:lnTo>
                  <a:lnTo>
                    <a:pt x="15150" y="13604"/>
                  </a:lnTo>
                  <a:lnTo>
                    <a:pt x="15318" y="12598"/>
                  </a:lnTo>
                  <a:lnTo>
                    <a:pt x="15597" y="10548"/>
                  </a:lnTo>
                  <a:lnTo>
                    <a:pt x="15746" y="9523"/>
                  </a:lnTo>
                  <a:lnTo>
                    <a:pt x="15914" y="8536"/>
                  </a:lnTo>
                  <a:lnTo>
                    <a:pt x="16007" y="8032"/>
                  </a:lnTo>
                  <a:lnTo>
                    <a:pt x="16119" y="7548"/>
                  </a:lnTo>
                  <a:lnTo>
                    <a:pt x="16231" y="7063"/>
                  </a:lnTo>
                  <a:lnTo>
                    <a:pt x="16361" y="6579"/>
                  </a:lnTo>
                  <a:lnTo>
                    <a:pt x="16511" y="6113"/>
                  </a:lnTo>
                  <a:lnTo>
                    <a:pt x="16678" y="5666"/>
                  </a:lnTo>
                  <a:lnTo>
                    <a:pt x="16865" y="5200"/>
                  </a:lnTo>
                  <a:lnTo>
                    <a:pt x="17070" y="4771"/>
                  </a:lnTo>
                  <a:lnTo>
                    <a:pt x="17312" y="4343"/>
                  </a:lnTo>
                  <a:lnTo>
                    <a:pt x="17554" y="3914"/>
                  </a:lnTo>
                  <a:lnTo>
                    <a:pt x="17852" y="3504"/>
                  </a:lnTo>
                  <a:lnTo>
                    <a:pt x="18150" y="3113"/>
                  </a:lnTo>
                  <a:lnTo>
                    <a:pt x="18150" y="3113"/>
                  </a:lnTo>
                  <a:lnTo>
                    <a:pt x="18169" y="3113"/>
                  </a:lnTo>
                  <a:close/>
                  <a:moveTo>
                    <a:pt x="18188" y="3094"/>
                  </a:moveTo>
                  <a:lnTo>
                    <a:pt x="18188" y="3094"/>
                  </a:lnTo>
                  <a:lnTo>
                    <a:pt x="18169" y="3094"/>
                  </a:lnTo>
                  <a:lnTo>
                    <a:pt x="18169" y="3094"/>
                  </a:lnTo>
                  <a:lnTo>
                    <a:pt x="18188" y="3094"/>
                  </a:lnTo>
                  <a:close/>
                  <a:moveTo>
                    <a:pt x="18188" y="3076"/>
                  </a:moveTo>
                  <a:lnTo>
                    <a:pt x="18188" y="3076"/>
                  </a:lnTo>
                  <a:lnTo>
                    <a:pt x="18188" y="3076"/>
                  </a:lnTo>
                  <a:lnTo>
                    <a:pt x="18188" y="3076"/>
                  </a:lnTo>
                  <a:lnTo>
                    <a:pt x="18188" y="3076"/>
                  </a:lnTo>
                  <a:close/>
                  <a:moveTo>
                    <a:pt x="18206" y="3057"/>
                  </a:moveTo>
                  <a:lnTo>
                    <a:pt x="18206" y="3057"/>
                  </a:lnTo>
                  <a:lnTo>
                    <a:pt x="18206" y="3057"/>
                  </a:lnTo>
                  <a:lnTo>
                    <a:pt x="18206" y="3057"/>
                  </a:lnTo>
                  <a:lnTo>
                    <a:pt x="18206" y="3057"/>
                  </a:lnTo>
                  <a:close/>
                  <a:moveTo>
                    <a:pt x="18225" y="3038"/>
                  </a:moveTo>
                  <a:lnTo>
                    <a:pt x="18225" y="3038"/>
                  </a:lnTo>
                  <a:lnTo>
                    <a:pt x="18206" y="3057"/>
                  </a:lnTo>
                  <a:lnTo>
                    <a:pt x="18206" y="3057"/>
                  </a:lnTo>
                  <a:lnTo>
                    <a:pt x="18225" y="3038"/>
                  </a:lnTo>
                  <a:close/>
                  <a:moveTo>
                    <a:pt x="18244" y="3020"/>
                  </a:moveTo>
                  <a:lnTo>
                    <a:pt x="18244" y="3020"/>
                  </a:lnTo>
                  <a:lnTo>
                    <a:pt x="18225" y="3038"/>
                  </a:lnTo>
                  <a:lnTo>
                    <a:pt x="18225" y="3038"/>
                  </a:lnTo>
                  <a:lnTo>
                    <a:pt x="18244" y="3020"/>
                  </a:lnTo>
                  <a:close/>
                  <a:moveTo>
                    <a:pt x="18262" y="3001"/>
                  </a:moveTo>
                  <a:lnTo>
                    <a:pt x="18262" y="3001"/>
                  </a:lnTo>
                  <a:lnTo>
                    <a:pt x="18244" y="3020"/>
                  </a:lnTo>
                  <a:lnTo>
                    <a:pt x="18244" y="3020"/>
                  </a:lnTo>
                  <a:lnTo>
                    <a:pt x="18262" y="3001"/>
                  </a:lnTo>
                  <a:close/>
                  <a:moveTo>
                    <a:pt x="18262" y="2982"/>
                  </a:moveTo>
                  <a:lnTo>
                    <a:pt x="18262" y="2982"/>
                  </a:lnTo>
                  <a:lnTo>
                    <a:pt x="18262" y="3001"/>
                  </a:lnTo>
                  <a:lnTo>
                    <a:pt x="18262" y="3001"/>
                  </a:lnTo>
                  <a:lnTo>
                    <a:pt x="18262" y="2982"/>
                  </a:lnTo>
                  <a:close/>
                  <a:moveTo>
                    <a:pt x="18281" y="2964"/>
                  </a:moveTo>
                  <a:lnTo>
                    <a:pt x="18281" y="2964"/>
                  </a:lnTo>
                  <a:lnTo>
                    <a:pt x="18281" y="2982"/>
                  </a:lnTo>
                  <a:lnTo>
                    <a:pt x="18281" y="2982"/>
                  </a:lnTo>
                  <a:lnTo>
                    <a:pt x="18281" y="2964"/>
                  </a:lnTo>
                  <a:close/>
                  <a:moveTo>
                    <a:pt x="18355" y="2889"/>
                  </a:moveTo>
                  <a:lnTo>
                    <a:pt x="18355" y="2889"/>
                  </a:lnTo>
                  <a:lnTo>
                    <a:pt x="18281" y="2964"/>
                  </a:lnTo>
                  <a:lnTo>
                    <a:pt x="18281" y="2964"/>
                  </a:lnTo>
                  <a:lnTo>
                    <a:pt x="18355" y="2889"/>
                  </a:lnTo>
                  <a:close/>
                  <a:moveTo>
                    <a:pt x="21971" y="1"/>
                  </a:moveTo>
                  <a:lnTo>
                    <a:pt x="21971" y="1"/>
                  </a:lnTo>
                  <a:lnTo>
                    <a:pt x="21020" y="672"/>
                  </a:lnTo>
                  <a:lnTo>
                    <a:pt x="20070" y="1361"/>
                  </a:lnTo>
                  <a:lnTo>
                    <a:pt x="19623" y="1715"/>
                  </a:lnTo>
                  <a:lnTo>
                    <a:pt x="19175" y="2088"/>
                  </a:lnTo>
                  <a:lnTo>
                    <a:pt x="18747" y="2479"/>
                  </a:lnTo>
                  <a:lnTo>
                    <a:pt x="18355" y="2889"/>
                  </a:lnTo>
                  <a:lnTo>
                    <a:pt x="18355" y="2889"/>
                  </a:lnTo>
                  <a:lnTo>
                    <a:pt x="18747" y="2479"/>
                  </a:lnTo>
                  <a:lnTo>
                    <a:pt x="19175" y="2088"/>
                  </a:lnTo>
                  <a:lnTo>
                    <a:pt x="19623" y="1715"/>
                  </a:lnTo>
                  <a:lnTo>
                    <a:pt x="20070" y="1361"/>
                  </a:lnTo>
                  <a:lnTo>
                    <a:pt x="21020" y="672"/>
                  </a:lnTo>
                  <a:lnTo>
                    <a:pt x="21971" y="1"/>
                  </a:lnTo>
                  <a:lnTo>
                    <a:pt x="21971" y="1"/>
                  </a:lnTo>
                  <a:lnTo>
                    <a:pt x="21971" y="1"/>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4"/>
            <p:cNvSpPr/>
            <p:nvPr/>
          </p:nvSpPr>
          <p:spPr>
            <a:xfrm>
              <a:off x="46924" y="3650240"/>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4"/>
            <p:cNvSpPr/>
            <p:nvPr/>
          </p:nvSpPr>
          <p:spPr>
            <a:xfrm>
              <a:off x="46924" y="3648870"/>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4"/>
            <p:cNvSpPr/>
            <p:nvPr/>
          </p:nvSpPr>
          <p:spPr>
            <a:xfrm>
              <a:off x="46924" y="3648166"/>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4"/>
            <p:cNvSpPr/>
            <p:nvPr/>
          </p:nvSpPr>
          <p:spPr>
            <a:xfrm>
              <a:off x="46924" y="3646796"/>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4"/>
            <p:cNvSpPr/>
            <p:nvPr/>
          </p:nvSpPr>
          <p:spPr>
            <a:xfrm>
              <a:off x="46924" y="3646092"/>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4"/>
            <p:cNvSpPr/>
            <p:nvPr/>
          </p:nvSpPr>
          <p:spPr>
            <a:xfrm>
              <a:off x="46924" y="3645389"/>
              <a:ext cx="37" cy="741"/>
            </a:xfrm>
            <a:custGeom>
              <a:rect b="b" l="l" r="r" t="t"/>
              <a:pathLst>
                <a:path extrusionOk="0" fill="none" h="20" w="1">
                  <a:moveTo>
                    <a:pt x="0" y="1"/>
                  </a:moveTo>
                  <a:lnTo>
                    <a:pt x="0" y="1"/>
                  </a:lnTo>
                  <a:lnTo>
                    <a:pt x="0" y="20"/>
                  </a:lnTo>
                  <a:lnTo>
                    <a:pt x="0" y="20"/>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4"/>
            <p:cNvSpPr/>
            <p:nvPr/>
          </p:nvSpPr>
          <p:spPr>
            <a:xfrm>
              <a:off x="46924" y="3644018"/>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4"/>
            <p:cNvSpPr/>
            <p:nvPr/>
          </p:nvSpPr>
          <p:spPr>
            <a:xfrm>
              <a:off x="46924" y="3643352"/>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4"/>
            <p:cNvSpPr/>
            <p:nvPr/>
          </p:nvSpPr>
          <p:spPr>
            <a:xfrm>
              <a:off x="46924" y="3642648"/>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4"/>
            <p:cNvSpPr/>
            <p:nvPr/>
          </p:nvSpPr>
          <p:spPr>
            <a:xfrm>
              <a:off x="46924" y="3641944"/>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4"/>
            <p:cNvSpPr/>
            <p:nvPr/>
          </p:nvSpPr>
          <p:spPr>
            <a:xfrm>
              <a:off x="46924" y="3640574"/>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4"/>
            <p:cNvSpPr/>
            <p:nvPr/>
          </p:nvSpPr>
          <p:spPr>
            <a:xfrm>
              <a:off x="46220" y="3639870"/>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4"/>
            <p:cNvSpPr/>
            <p:nvPr/>
          </p:nvSpPr>
          <p:spPr>
            <a:xfrm>
              <a:off x="0" y="2341001"/>
              <a:ext cx="672889" cy="1120161"/>
            </a:xfrm>
            <a:custGeom>
              <a:rect b="b" l="l" r="r" t="t"/>
              <a:pathLst>
                <a:path extrusionOk="0" fill="none" h="30246" w="18169">
                  <a:moveTo>
                    <a:pt x="18169" y="1"/>
                  </a:moveTo>
                  <a:lnTo>
                    <a:pt x="18169" y="1"/>
                  </a:lnTo>
                  <a:lnTo>
                    <a:pt x="18150" y="1"/>
                  </a:lnTo>
                  <a:lnTo>
                    <a:pt x="18150" y="1"/>
                  </a:lnTo>
                  <a:lnTo>
                    <a:pt x="17852" y="392"/>
                  </a:lnTo>
                  <a:lnTo>
                    <a:pt x="17554" y="802"/>
                  </a:lnTo>
                  <a:lnTo>
                    <a:pt x="17312" y="1231"/>
                  </a:lnTo>
                  <a:lnTo>
                    <a:pt x="17070" y="1659"/>
                  </a:lnTo>
                  <a:lnTo>
                    <a:pt x="16865" y="2088"/>
                  </a:lnTo>
                  <a:lnTo>
                    <a:pt x="16678" y="2554"/>
                  </a:lnTo>
                  <a:lnTo>
                    <a:pt x="16511" y="3001"/>
                  </a:lnTo>
                  <a:lnTo>
                    <a:pt x="16361" y="3467"/>
                  </a:lnTo>
                  <a:lnTo>
                    <a:pt x="16231" y="3951"/>
                  </a:lnTo>
                  <a:lnTo>
                    <a:pt x="16119" y="4436"/>
                  </a:lnTo>
                  <a:lnTo>
                    <a:pt x="16007" y="4920"/>
                  </a:lnTo>
                  <a:lnTo>
                    <a:pt x="15914" y="5424"/>
                  </a:lnTo>
                  <a:lnTo>
                    <a:pt x="15746" y="6411"/>
                  </a:lnTo>
                  <a:lnTo>
                    <a:pt x="15597" y="7436"/>
                  </a:lnTo>
                  <a:lnTo>
                    <a:pt x="15318" y="9486"/>
                  </a:lnTo>
                  <a:lnTo>
                    <a:pt x="15150" y="10492"/>
                  </a:lnTo>
                  <a:lnTo>
                    <a:pt x="14964" y="11499"/>
                  </a:lnTo>
                  <a:lnTo>
                    <a:pt x="14852" y="11983"/>
                  </a:lnTo>
                  <a:lnTo>
                    <a:pt x="14722" y="12468"/>
                  </a:lnTo>
                  <a:lnTo>
                    <a:pt x="14572" y="12952"/>
                  </a:lnTo>
                  <a:lnTo>
                    <a:pt x="14423" y="13437"/>
                  </a:lnTo>
                  <a:lnTo>
                    <a:pt x="14237" y="13903"/>
                  </a:lnTo>
                  <a:lnTo>
                    <a:pt x="14051" y="14368"/>
                  </a:lnTo>
                  <a:lnTo>
                    <a:pt x="13827" y="14816"/>
                  </a:lnTo>
                  <a:lnTo>
                    <a:pt x="13585" y="15244"/>
                  </a:lnTo>
                  <a:lnTo>
                    <a:pt x="13585" y="15244"/>
                  </a:lnTo>
                  <a:lnTo>
                    <a:pt x="13324" y="15654"/>
                  </a:lnTo>
                  <a:lnTo>
                    <a:pt x="13063" y="16046"/>
                  </a:lnTo>
                  <a:lnTo>
                    <a:pt x="12765" y="16418"/>
                  </a:lnTo>
                  <a:lnTo>
                    <a:pt x="12467" y="16791"/>
                  </a:lnTo>
                  <a:lnTo>
                    <a:pt x="12150" y="17145"/>
                  </a:lnTo>
                  <a:lnTo>
                    <a:pt x="11815" y="17480"/>
                  </a:lnTo>
                  <a:lnTo>
                    <a:pt x="11460" y="17816"/>
                  </a:lnTo>
                  <a:lnTo>
                    <a:pt x="11106" y="18133"/>
                  </a:lnTo>
                  <a:lnTo>
                    <a:pt x="10752" y="18449"/>
                  </a:lnTo>
                  <a:lnTo>
                    <a:pt x="10361" y="18748"/>
                  </a:lnTo>
                  <a:lnTo>
                    <a:pt x="9597" y="19325"/>
                  </a:lnTo>
                  <a:lnTo>
                    <a:pt x="8814" y="19866"/>
                  </a:lnTo>
                  <a:lnTo>
                    <a:pt x="8013" y="20406"/>
                  </a:lnTo>
                  <a:lnTo>
                    <a:pt x="8013" y="20406"/>
                  </a:lnTo>
                  <a:lnTo>
                    <a:pt x="6392" y="21450"/>
                  </a:lnTo>
                  <a:lnTo>
                    <a:pt x="5590" y="21990"/>
                  </a:lnTo>
                  <a:lnTo>
                    <a:pt x="4808" y="22549"/>
                  </a:lnTo>
                  <a:lnTo>
                    <a:pt x="4062" y="23127"/>
                  </a:lnTo>
                  <a:lnTo>
                    <a:pt x="3690" y="23444"/>
                  </a:lnTo>
                  <a:lnTo>
                    <a:pt x="3317" y="23760"/>
                  </a:lnTo>
                  <a:lnTo>
                    <a:pt x="2982" y="24077"/>
                  </a:lnTo>
                  <a:lnTo>
                    <a:pt x="2646" y="24413"/>
                  </a:lnTo>
                  <a:lnTo>
                    <a:pt x="2311" y="24767"/>
                  </a:lnTo>
                  <a:lnTo>
                    <a:pt x="1994" y="25121"/>
                  </a:lnTo>
                  <a:lnTo>
                    <a:pt x="1994" y="25121"/>
                  </a:lnTo>
                  <a:lnTo>
                    <a:pt x="1789" y="25400"/>
                  </a:lnTo>
                  <a:lnTo>
                    <a:pt x="1565" y="25680"/>
                  </a:lnTo>
                  <a:lnTo>
                    <a:pt x="1379" y="25978"/>
                  </a:lnTo>
                  <a:lnTo>
                    <a:pt x="1174" y="26276"/>
                  </a:lnTo>
                  <a:lnTo>
                    <a:pt x="1006" y="26574"/>
                  </a:lnTo>
                  <a:lnTo>
                    <a:pt x="839" y="26891"/>
                  </a:lnTo>
                  <a:lnTo>
                    <a:pt x="689" y="27208"/>
                  </a:lnTo>
                  <a:lnTo>
                    <a:pt x="540" y="27543"/>
                  </a:lnTo>
                  <a:lnTo>
                    <a:pt x="429" y="27879"/>
                  </a:lnTo>
                  <a:lnTo>
                    <a:pt x="317" y="28196"/>
                  </a:lnTo>
                  <a:lnTo>
                    <a:pt x="224" y="28550"/>
                  </a:lnTo>
                  <a:lnTo>
                    <a:pt x="130" y="28885"/>
                  </a:lnTo>
                  <a:lnTo>
                    <a:pt x="75" y="29220"/>
                  </a:lnTo>
                  <a:lnTo>
                    <a:pt x="19" y="29575"/>
                  </a:lnTo>
                  <a:lnTo>
                    <a:pt x="0" y="29910"/>
                  </a:lnTo>
                  <a:lnTo>
                    <a:pt x="0" y="30245"/>
                  </a:lnTo>
                  <a:lnTo>
                    <a:pt x="0" y="30245"/>
                  </a:lnTo>
                  <a:lnTo>
                    <a:pt x="0" y="29910"/>
                  </a:lnTo>
                  <a:lnTo>
                    <a:pt x="19" y="29575"/>
                  </a:lnTo>
                  <a:lnTo>
                    <a:pt x="75" y="29220"/>
                  </a:lnTo>
                  <a:lnTo>
                    <a:pt x="130" y="28885"/>
                  </a:lnTo>
                  <a:lnTo>
                    <a:pt x="224" y="28550"/>
                  </a:lnTo>
                  <a:lnTo>
                    <a:pt x="317" y="28196"/>
                  </a:lnTo>
                  <a:lnTo>
                    <a:pt x="429" y="27879"/>
                  </a:lnTo>
                  <a:lnTo>
                    <a:pt x="540" y="27543"/>
                  </a:lnTo>
                  <a:lnTo>
                    <a:pt x="689" y="27208"/>
                  </a:lnTo>
                  <a:lnTo>
                    <a:pt x="839" y="26891"/>
                  </a:lnTo>
                  <a:lnTo>
                    <a:pt x="1006" y="26574"/>
                  </a:lnTo>
                  <a:lnTo>
                    <a:pt x="1174" y="26276"/>
                  </a:lnTo>
                  <a:lnTo>
                    <a:pt x="1379" y="25978"/>
                  </a:lnTo>
                  <a:lnTo>
                    <a:pt x="1565" y="25680"/>
                  </a:lnTo>
                  <a:lnTo>
                    <a:pt x="1789" y="25400"/>
                  </a:lnTo>
                  <a:lnTo>
                    <a:pt x="1994" y="25121"/>
                  </a:lnTo>
                  <a:lnTo>
                    <a:pt x="1994" y="25121"/>
                  </a:lnTo>
                  <a:lnTo>
                    <a:pt x="2311" y="24767"/>
                  </a:lnTo>
                  <a:lnTo>
                    <a:pt x="2646" y="24413"/>
                  </a:lnTo>
                  <a:lnTo>
                    <a:pt x="2982" y="24077"/>
                  </a:lnTo>
                  <a:lnTo>
                    <a:pt x="3317" y="23760"/>
                  </a:lnTo>
                  <a:lnTo>
                    <a:pt x="3690" y="23444"/>
                  </a:lnTo>
                  <a:lnTo>
                    <a:pt x="4062" y="23127"/>
                  </a:lnTo>
                  <a:lnTo>
                    <a:pt x="4808" y="22549"/>
                  </a:lnTo>
                  <a:lnTo>
                    <a:pt x="5590" y="21990"/>
                  </a:lnTo>
                  <a:lnTo>
                    <a:pt x="6392" y="21450"/>
                  </a:lnTo>
                  <a:lnTo>
                    <a:pt x="8013" y="20406"/>
                  </a:lnTo>
                  <a:lnTo>
                    <a:pt x="8013" y="20406"/>
                  </a:lnTo>
                  <a:lnTo>
                    <a:pt x="8814" y="19866"/>
                  </a:lnTo>
                  <a:lnTo>
                    <a:pt x="9597" y="19325"/>
                  </a:lnTo>
                  <a:lnTo>
                    <a:pt x="10361" y="18748"/>
                  </a:lnTo>
                  <a:lnTo>
                    <a:pt x="10752" y="18449"/>
                  </a:lnTo>
                  <a:lnTo>
                    <a:pt x="11106" y="18133"/>
                  </a:lnTo>
                  <a:lnTo>
                    <a:pt x="11460" y="17816"/>
                  </a:lnTo>
                  <a:lnTo>
                    <a:pt x="11815" y="17480"/>
                  </a:lnTo>
                  <a:lnTo>
                    <a:pt x="12150" y="17145"/>
                  </a:lnTo>
                  <a:lnTo>
                    <a:pt x="12467" y="16791"/>
                  </a:lnTo>
                  <a:lnTo>
                    <a:pt x="12765" y="16418"/>
                  </a:lnTo>
                  <a:lnTo>
                    <a:pt x="13063" y="16046"/>
                  </a:lnTo>
                  <a:lnTo>
                    <a:pt x="13324" y="15654"/>
                  </a:lnTo>
                  <a:lnTo>
                    <a:pt x="13585" y="15244"/>
                  </a:lnTo>
                  <a:lnTo>
                    <a:pt x="13585" y="15244"/>
                  </a:lnTo>
                  <a:lnTo>
                    <a:pt x="13827" y="14816"/>
                  </a:lnTo>
                  <a:lnTo>
                    <a:pt x="14051" y="14368"/>
                  </a:lnTo>
                  <a:lnTo>
                    <a:pt x="14237" y="13903"/>
                  </a:lnTo>
                  <a:lnTo>
                    <a:pt x="14423" y="13437"/>
                  </a:lnTo>
                  <a:lnTo>
                    <a:pt x="14572" y="12952"/>
                  </a:lnTo>
                  <a:lnTo>
                    <a:pt x="14722" y="12468"/>
                  </a:lnTo>
                  <a:lnTo>
                    <a:pt x="14852" y="11983"/>
                  </a:lnTo>
                  <a:lnTo>
                    <a:pt x="14964" y="11499"/>
                  </a:lnTo>
                  <a:lnTo>
                    <a:pt x="15150" y="10492"/>
                  </a:lnTo>
                  <a:lnTo>
                    <a:pt x="15318" y="9486"/>
                  </a:lnTo>
                  <a:lnTo>
                    <a:pt x="15597" y="7436"/>
                  </a:lnTo>
                  <a:lnTo>
                    <a:pt x="15746" y="6411"/>
                  </a:lnTo>
                  <a:lnTo>
                    <a:pt x="15914" y="5424"/>
                  </a:lnTo>
                  <a:lnTo>
                    <a:pt x="16007" y="4920"/>
                  </a:lnTo>
                  <a:lnTo>
                    <a:pt x="16119" y="4436"/>
                  </a:lnTo>
                  <a:lnTo>
                    <a:pt x="16231" y="3951"/>
                  </a:lnTo>
                  <a:lnTo>
                    <a:pt x="16361" y="3467"/>
                  </a:lnTo>
                  <a:lnTo>
                    <a:pt x="16511" y="3001"/>
                  </a:lnTo>
                  <a:lnTo>
                    <a:pt x="16678" y="2554"/>
                  </a:lnTo>
                  <a:lnTo>
                    <a:pt x="16865" y="2088"/>
                  </a:lnTo>
                  <a:lnTo>
                    <a:pt x="17070" y="1659"/>
                  </a:lnTo>
                  <a:lnTo>
                    <a:pt x="17312" y="1231"/>
                  </a:lnTo>
                  <a:lnTo>
                    <a:pt x="17554" y="802"/>
                  </a:lnTo>
                  <a:lnTo>
                    <a:pt x="17852" y="392"/>
                  </a:lnTo>
                  <a:lnTo>
                    <a:pt x="18150" y="1"/>
                  </a:lnTo>
                  <a:lnTo>
                    <a:pt x="18150" y="1"/>
                  </a:lnTo>
                  <a:lnTo>
                    <a:pt x="1816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4"/>
            <p:cNvSpPr/>
            <p:nvPr/>
          </p:nvSpPr>
          <p:spPr>
            <a:xfrm>
              <a:off x="672895" y="2340335"/>
              <a:ext cx="704" cy="37"/>
            </a:xfrm>
            <a:custGeom>
              <a:rect b="b" l="l" r="r" t="t"/>
              <a:pathLst>
                <a:path extrusionOk="0" fill="none" h="1" w="19">
                  <a:moveTo>
                    <a:pt x="19" y="0"/>
                  </a:moveTo>
                  <a:lnTo>
                    <a:pt x="19" y="0"/>
                  </a:lnTo>
                  <a:lnTo>
                    <a:pt x="0" y="0"/>
                  </a:lnTo>
                  <a:lnTo>
                    <a:pt x="0"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4"/>
            <p:cNvSpPr/>
            <p:nvPr/>
          </p:nvSpPr>
          <p:spPr>
            <a:xfrm>
              <a:off x="673561" y="2339631"/>
              <a:ext cx="37" cy="37"/>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4"/>
            <p:cNvSpPr/>
            <p:nvPr/>
          </p:nvSpPr>
          <p:spPr>
            <a:xfrm>
              <a:off x="674265" y="2338927"/>
              <a:ext cx="37" cy="37"/>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4"/>
            <p:cNvSpPr/>
            <p:nvPr/>
          </p:nvSpPr>
          <p:spPr>
            <a:xfrm>
              <a:off x="674265" y="2338261"/>
              <a:ext cx="704" cy="704"/>
            </a:xfrm>
            <a:custGeom>
              <a:rect b="b" l="l" r="r" t="t"/>
              <a:pathLst>
                <a:path extrusionOk="0" fill="none" h="19" w="19">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4"/>
            <p:cNvSpPr/>
            <p:nvPr/>
          </p:nvSpPr>
          <p:spPr>
            <a:xfrm>
              <a:off x="674932" y="2337557"/>
              <a:ext cx="741" cy="741"/>
            </a:xfrm>
            <a:custGeom>
              <a:rect b="b" l="l" r="r" t="t"/>
              <a:pathLst>
                <a:path extrusionOk="0" fill="none" h="20" w="20">
                  <a:moveTo>
                    <a:pt x="20" y="1"/>
                  </a:moveTo>
                  <a:lnTo>
                    <a:pt x="20" y="1"/>
                  </a:lnTo>
                  <a:lnTo>
                    <a:pt x="1" y="19"/>
                  </a:lnTo>
                  <a:lnTo>
                    <a:pt x="1" y="19"/>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4"/>
            <p:cNvSpPr/>
            <p:nvPr/>
          </p:nvSpPr>
          <p:spPr>
            <a:xfrm>
              <a:off x="675635" y="2336890"/>
              <a:ext cx="741" cy="704"/>
            </a:xfrm>
            <a:custGeom>
              <a:rect b="b" l="l" r="r" t="t"/>
              <a:pathLst>
                <a:path extrusionOk="0" fill="none" h="19" w="20">
                  <a:moveTo>
                    <a:pt x="19" y="0"/>
                  </a:moveTo>
                  <a:lnTo>
                    <a:pt x="19" y="0"/>
                  </a:lnTo>
                  <a:lnTo>
                    <a:pt x="1" y="19"/>
                  </a:lnTo>
                  <a:lnTo>
                    <a:pt x="1"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4"/>
            <p:cNvSpPr/>
            <p:nvPr/>
          </p:nvSpPr>
          <p:spPr>
            <a:xfrm>
              <a:off x="676339" y="2336187"/>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4"/>
            <p:cNvSpPr/>
            <p:nvPr/>
          </p:nvSpPr>
          <p:spPr>
            <a:xfrm>
              <a:off x="677006" y="2335483"/>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4"/>
            <p:cNvSpPr/>
            <p:nvPr/>
          </p:nvSpPr>
          <p:spPr>
            <a:xfrm>
              <a:off x="677006" y="2332742"/>
              <a:ext cx="2815" cy="2778"/>
            </a:xfrm>
            <a:custGeom>
              <a:rect b="b" l="l" r="r" t="t"/>
              <a:pathLst>
                <a:path extrusionOk="0" fill="none" h="75" w="76">
                  <a:moveTo>
                    <a:pt x="75" y="0"/>
                  </a:moveTo>
                  <a:lnTo>
                    <a:pt x="75" y="0"/>
                  </a:lnTo>
                  <a:lnTo>
                    <a:pt x="1" y="75"/>
                  </a:lnTo>
                  <a:lnTo>
                    <a:pt x="1" y="75"/>
                  </a:lnTo>
                  <a:lnTo>
                    <a:pt x="7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4"/>
            <p:cNvSpPr/>
            <p:nvPr/>
          </p:nvSpPr>
          <p:spPr>
            <a:xfrm>
              <a:off x="679783" y="2225747"/>
              <a:ext cx="133919" cy="107031"/>
            </a:xfrm>
            <a:custGeom>
              <a:rect b="b" l="l" r="r" t="t"/>
              <a:pathLst>
                <a:path extrusionOk="0" fill="none" h="2890" w="3616">
                  <a:moveTo>
                    <a:pt x="3616" y="1"/>
                  </a:moveTo>
                  <a:lnTo>
                    <a:pt x="3616" y="1"/>
                  </a:lnTo>
                  <a:lnTo>
                    <a:pt x="2665" y="672"/>
                  </a:lnTo>
                  <a:lnTo>
                    <a:pt x="1715" y="1361"/>
                  </a:lnTo>
                  <a:lnTo>
                    <a:pt x="1268" y="1715"/>
                  </a:lnTo>
                  <a:lnTo>
                    <a:pt x="820" y="2088"/>
                  </a:lnTo>
                  <a:lnTo>
                    <a:pt x="392" y="2479"/>
                  </a:lnTo>
                  <a:lnTo>
                    <a:pt x="0" y="2889"/>
                  </a:lnTo>
                  <a:lnTo>
                    <a:pt x="0" y="2889"/>
                  </a:lnTo>
                  <a:lnTo>
                    <a:pt x="392" y="2479"/>
                  </a:lnTo>
                  <a:lnTo>
                    <a:pt x="820" y="2088"/>
                  </a:lnTo>
                  <a:lnTo>
                    <a:pt x="1268" y="1715"/>
                  </a:lnTo>
                  <a:lnTo>
                    <a:pt x="1715" y="1361"/>
                  </a:lnTo>
                  <a:lnTo>
                    <a:pt x="2665" y="672"/>
                  </a:lnTo>
                  <a:lnTo>
                    <a:pt x="3616" y="1"/>
                  </a:lnTo>
                  <a:lnTo>
                    <a:pt x="3616" y="1"/>
                  </a:lnTo>
                  <a:lnTo>
                    <a:pt x="361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4"/>
            <p:cNvSpPr/>
            <p:nvPr/>
          </p:nvSpPr>
          <p:spPr>
            <a:xfrm>
              <a:off x="0" y="2225747"/>
              <a:ext cx="813696" cy="1661242"/>
            </a:xfrm>
            <a:custGeom>
              <a:rect b="b" l="l" r="r" t="t"/>
              <a:pathLst>
                <a:path extrusionOk="0" h="44856" w="21971">
                  <a:moveTo>
                    <a:pt x="21971" y="1"/>
                  </a:moveTo>
                  <a:lnTo>
                    <a:pt x="21020" y="672"/>
                  </a:lnTo>
                  <a:lnTo>
                    <a:pt x="20070" y="1361"/>
                  </a:lnTo>
                  <a:lnTo>
                    <a:pt x="19623" y="1715"/>
                  </a:lnTo>
                  <a:lnTo>
                    <a:pt x="19175" y="2088"/>
                  </a:lnTo>
                  <a:lnTo>
                    <a:pt x="18747" y="2479"/>
                  </a:lnTo>
                  <a:lnTo>
                    <a:pt x="18355" y="2889"/>
                  </a:lnTo>
                  <a:lnTo>
                    <a:pt x="18281" y="2964"/>
                  </a:lnTo>
                  <a:lnTo>
                    <a:pt x="18281" y="2982"/>
                  </a:lnTo>
                  <a:lnTo>
                    <a:pt x="18262" y="2982"/>
                  </a:lnTo>
                  <a:lnTo>
                    <a:pt x="18262" y="3001"/>
                  </a:lnTo>
                  <a:lnTo>
                    <a:pt x="18244" y="3020"/>
                  </a:lnTo>
                  <a:lnTo>
                    <a:pt x="18225" y="3038"/>
                  </a:lnTo>
                  <a:lnTo>
                    <a:pt x="18206" y="3057"/>
                  </a:lnTo>
                  <a:lnTo>
                    <a:pt x="18188" y="3076"/>
                  </a:lnTo>
                  <a:lnTo>
                    <a:pt x="18188" y="3094"/>
                  </a:lnTo>
                  <a:lnTo>
                    <a:pt x="18169" y="3094"/>
                  </a:lnTo>
                  <a:lnTo>
                    <a:pt x="18169"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19" y="33879"/>
                  </a:lnTo>
                  <a:lnTo>
                    <a:pt x="37" y="34121"/>
                  </a:lnTo>
                  <a:lnTo>
                    <a:pt x="75" y="34364"/>
                  </a:lnTo>
                  <a:lnTo>
                    <a:pt x="130" y="34625"/>
                  </a:lnTo>
                  <a:lnTo>
                    <a:pt x="186" y="34867"/>
                  </a:lnTo>
                  <a:lnTo>
                    <a:pt x="261" y="35109"/>
                  </a:lnTo>
                  <a:lnTo>
                    <a:pt x="354" y="35351"/>
                  </a:lnTo>
                  <a:lnTo>
                    <a:pt x="540" y="35780"/>
                  </a:lnTo>
                  <a:lnTo>
                    <a:pt x="745" y="36190"/>
                  </a:lnTo>
                  <a:lnTo>
                    <a:pt x="988" y="36563"/>
                  </a:lnTo>
                  <a:lnTo>
                    <a:pt x="1267" y="36917"/>
                  </a:lnTo>
                  <a:lnTo>
                    <a:pt x="1249" y="37289"/>
                  </a:lnTo>
                  <a:lnTo>
                    <a:pt x="1249" y="37662"/>
                  </a:lnTo>
                  <a:lnTo>
                    <a:pt x="1249" y="38184"/>
                  </a:lnTo>
                  <a:lnTo>
                    <a:pt x="1249" y="38202"/>
                  </a:lnTo>
                  <a:lnTo>
                    <a:pt x="1267" y="38202"/>
                  </a:lnTo>
                  <a:lnTo>
                    <a:pt x="1267" y="38221"/>
                  </a:lnTo>
                  <a:lnTo>
                    <a:pt x="1267" y="38240"/>
                  </a:lnTo>
                  <a:lnTo>
                    <a:pt x="1267" y="38258"/>
                  </a:lnTo>
                  <a:lnTo>
                    <a:pt x="1267" y="38277"/>
                  </a:lnTo>
                  <a:lnTo>
                    <a:pt x="1267" y="38296"/>
                  </a:lnTo>
                  <a:lnTo>
                    <a:pt x="1267" y="38314"/>
                  </a:lnTo>
                  <a:lnTo>
                    <a:pt x="1267" y="38333"/>
                  </a:lnTo>
                  <a:lnTo>
                    <a:pt x="1267" y="38352"/>
                  </a:lnTo>
                  <a:lnTo>
                    <a:pt x="1267" y="38370"/>
                  </a:lnTo>
                  <a:lnTo>
                    <a:pt x="1267" y="38389"/>
                  </a:lnTo>
                  <a:lnTo>
                    <a:pt x="1267" y="38407"/>
                  </a:lnTo>
                  <a:lnTo>
                    <a:pt x="1267" y="38426"/>
                  </a:lnTo>
                  <a:lnTo>
                    <a:pt x="1267" y="38463"/>
                  </a:lnTo>
                  <a:lnTo>
                    <a:pt x="1304" y="38892"/>
                  </a:lnTo>
                  <a:lnTo>
                    <a:pt x="1360" y="39302"/>
                  </a:lnTo>
                  <a:lnTo>
                    <a:pt x="1435" y="39731"/>
                  </a:lnTo>
                  <a:lnTo>
                    <a:pt x="1509" y="40140"/>
                  </a:lnTo>
                  <a:lnTo>
                    <a:pt x="1603" y="40569"/>
                  </a:lnTo>
                  <a:lnTo>
                    <a:pt x="1714" y="40979"/>
                  </a:lnTo>
                  <a:lnTo>
                    <a:pt x="1845" y="41389"/>
                  </a:lnTo>
                  <a:lnTo>
                    <a:pt x="1975" y="41780"/>
                  </a:lnTo>
                  <a:lnTo>
                    <a:pt x="2124" y="42190"/>
                  </a:lnTo>
                  <a:lnTo>
                    <a:pt x="2273" y="42582"/>
                  </a:lnTo>
                  <a:lnTo>
                    <a:pt x="2441" y="42973"/>
                  </a:lnTo>
                  <a:lnTo>
                    <a:pt x="2628" y="43364"/>
                  </a:lnTo>
                  <a:lnTo>
                    <a:pt x="2814" y="43737"/>
                  </a:lnTo>
                  <a:lnTo>
                    <a:pt x="3019" y="44128"/>
                  </a:lnTo>
                  <a:lnTo>
                    <a:pt x="3242" y="44501"/>
                  </a:lnTo>
                  <a:lnTo>
                    <a:pt x="3466" y="44855"/>
                  </a:lnTo>
                  <a:lnTo>
                    <a:pt x="3298" y="44427"/>
                  </a:lnTo>
                  <a:lnTo>
                    <a:pt x="3131" y="43979"/>
                  </a:lnTo>
                  <a:lnTo>
                    <a:pt x="2982" y="43551"/>
                  </a:lnTo>
                  <a:lnTo>
                    <a:pt x="2851" y="43103"/>
                  </a:lnTo>
                  <a:lnTo>
                    <a:pt x="2721" y="42638"/>
                  </a:lnTo>
                  <a:lnTo>
                    <a:pt x="2609" y="42190"/>
                  </a:lnTo>
                  <a:lnTo>
                    <a:pt x="2516" y="41724"/>
                  </a:lnTo>
                  <a:lnTo>
                    <a:pt x="2423" y="41259"/>
                  </a:lnTo>
                  <a:lnTo>
                    <a:pt x="2367" y="40774"/>
                  </a:lnTo>
                  <a:lnTo>
                    <a:pt x="2292" y="40308"/>
                  </a:lnTo>
                  <a:lnTo>
                    <a:pt x="2255" y="39824"/>
                  </a:lnTo>
                  <a:lnTo>
                    <a:pt x="2218" y="39339"/>
                  </a:lnTo>
                  <a:lnTo>
                    <a:pt x="2199" y="38855"/>
                  </a:lnTo>
                  <a:lnTo>
                    <a:pt x="2199" y="38352"/>
                  </a:lnTo>
                  <a:lnTo>
                    <a:pt x="2199" y="37848"/>
                  </a:lnTo>
                  <a:lnTo>
                    <a:pt x="2236" y="37345"/>
                  </a:lnTo>
                  <a:lnTo>
                    <a:pt x="3615" y="37345"/>
                  </a:lnTo>
                  <a:lnTo>
                    <a:pt x="3336" y="37084"/>
                  </a:lnTo>
                  <a:lnTo>
                    <a:pt x="3093" y="36823"/>
                  </a:lnTo>
                  <a:lnTo>
                    <a:pt x="2870" y="36544"/>
                  </a:lnTo>
                  <a:lnTo>
                    <a:pt x="2665" y="36264"/>
                  </a:lnTo>
                  <a:lnTo>
                    <a:pt x="2460" y="35985"/>
                  </a:lnTo>
                  <a:lnTo>
                    <a:pt x="2292" y="35687"/>
                  </a:lnTo>
                  <a:lnTo>
                    <a:pt x="2143" y="35389"/>
                  </a:lnTo>
                  <a:lnTo>
                    <a:pt x="2013" y="35090"/>
                  </a:lnTo>
                  <a:lnTo>
                    <a:pt x="1901" y="34792"/>
                  </a:lnTo>
                  <a:lnTo>
                    <a:pt x="1789" y="34494"/>
                  </a:lnTo>
                  <a:lnTo>
                    <a:pt x="1714" y="34196"/>
                  </a:lnTo>
                  <a:lnTo>
                    <a:pt x="1659" y="33898"/>
                  </a:lnTo>
                  <a:lnTo>
                    <a:pt x="1621" y="33581"/>
                  </a:lnTo>
                  <a:lnTo>
                    <a:pt x="1603" y="33283"/>
                  </a:lnTo>
                  <a:lnTo>
                    <a:pt x="1603" y="32985"/>
                  </a:lnTo>
                  <a:lnTo>
                    <a:pt x="1603" y="32687"/>
                  </a:lnTo>
                  <a:lnTo>
                    <a:pt x="1640" y="32370"/>
                  </a:lnTo>
                  <a:lnTo>
                    <a:pt x="1696" y="32090"/>
                  </a:lnTo>
                  <a:lnTo>
                    <a:pt x="1752" y="31792"/>
                  </a:lnTo>
                  <a:lnTo>
                    <a:pt x="1845" y="31494"/>
                  </a:lnTo>
                  <a:lnTo>
                    <a:pt x="1957" y="31214"/>
                  </a:lnTo>
                  <a:lnTo>
                    <a:pt x="2068" y="30916"/>
                  </a:lnTo>
                  <a:lnTo>
                    <a:pt x="2199" y="30637"/>
                  </a:lnTo>
                  <a:lnTo>
                    <a:pt x="2367" y="30376"/>
                  </a:lnTo>
                  <a:lnTo>
                    <a:pt x="2534" y="30096"/>
                  </a:lnTo>
                  <a:lnTo>
                    <a:pt x="2721" y="29835"/>
                  </a:lnTo>
                  <a:lnTo>
                    <a:pt x="2926" y="29593"/>
                  </a:lnTo>
                  <a:lnTo>
                    <a:pt x="3149" y="29351"/>
                  </a:lnTo>
                  <a:lnTo>
                    <a:pt x="3392" y="29109"/>
                  </a:lnTo>
                  <a:lnTo>
                    <a:pt x="3652" y="28885"/>
                  </a:lnTo>
                  <a:lnTo>
                    <a:pt x="3913" y="28661"/>
                  </a:lnTo>
                  <a:lnTo>
                    <a:pt x="4211" y="28456"/>
                  </a:lnTo>
                  <a:lnTo>
                    <a:pt x="4938" y="27935"/>
                  </a:lnTo>
                  <a:lnTo>
                    <a:pt x="5646" y="27394"/>
                  </a:lnTo>
                  <a:lnTo>
                    <a:pt x="6354" y="26854"/>
                  </a:lnTo>
                  <a:lnTo>
                    <a:pt x="7044" y="26313"/>
                  </a:lnTo>
                  <a:lnTo>
                    <a:pt x="7696" y="25754"/>
                  </a:lnTo>
                  <a:lnTo>
                    <a:pt x="8348" y="25177"/>
                  </a:lnTo>
                  <a:lnTo>
                    <a:pt x="8982" y="24599"/>
                  </a:lnTo>
                  <a:lnTo>
                    <a:pt x="9597" y="24021"/>
                  </a:lnTo>
                  <a:lnTo>
                    <a:pt x="10175" y="23425"/>
                  </a:lnTo>
                  <a:lnTo>
                    <a:pt x="10752" y="22810"/>
                  </a:lnTo>
                  <a:lnTo>
                    <a:pt x="11311" y="22195"/>
                  </a:lnTo>
                  <a:lnTo>
                    <a:pt x="11833" y="21561"/>
                  </a:lnTo>
                  <a:lnTo>
                    <a:pt x="12355" y="20928"/>
                  </a:lnTo>
                  <a:lnTo>
                    <a:pt x="12839" y="20276"/>
                  </a:lnTo>
                  <a:lnTo>
                    <a:pt x="13324" y="19605"/>
                  </a:lnTo>
                  <a:lnTo>
                    <a:pt x="13771" y="18934"/>
                  </a:lnTo>
                  <a:lnTo>
                    <a:pt x="14200" y="18244"/>
                  </a:lnTo>
                  <a:lnTo>
                    <a:pt x="14610" y="17555"/>
                  </a:lnTo>
                  <a:lnTo>
                    <a:pt x="15001" y="16828"/>
                  </a:lnTo>
                  <a:lnTo>
                    <a:pt x="15355" y="16120"/>
                  </a:lnTo>
                  <a:lnTo>
                    <a:pt x="15691" y="15375"/>
                  </a:lnTo>
                  <a:lnTo>
                    <a:pt x="16007" y="14629"/>
                  </a:lnTo>
                  <a:lnTo>
                    <a:pt x="16306" y="13847"/>
                  </a:lnTo>
                  <a:lnTo>
                    <a:pt x="16585" y="13083"/>
                  </a:lnTo>
                  <a:lnTo>
                    <a:pt x="16827" y="12281"/>
                  </a:lnTo>
                  <a:lnTo>
                    <a:pt x="17051" y="11480"/>
                  </a:lnTo>
                  <a:lnTo>
                    <a:pt x="17237" y="10641"/>
                  </a:lnTo>
                  <a:lnTo>
                    <a:pt x="17424" y="9821"/>
                  </a:lnTo>
                  <a:lnTo>
                    <a:pt x="17573" y="8964"/>
                  </a:lnTo>
                  <a:lnTo>
                    <a:pt x="17685" y="8088"/>
                  </a:lnTo>
                  <a:lnTo>
                    <a:pt x="17778" y="7213"/>
                  </a:lnTo>
                  <a:lnTo>
                    <a:pt x="17852" y="6299"/>
                  </a:lnTo>
                  <a:lnTo>
                    <a:pt x="17871" y="6076"/>
                  </a:lnTo>
                  <a:lnTo>
                    <a:pt x="17889" y="5852"/>
                  </a:lnTo>
                  <a:lnTo>
                    <a:pt x="17983" y="5424"/>
                  </a:lnTo>
                  <a:lnTo>
                    <a:pt x="18113" y="4995"/>
                  </a:lnTo>
                  <a:lnTo>
                    <a:pt x="18281" y="4585"/>
                  </a:lnTo>
                  <a:lnTo>
                    <a:pt x="18486" y="4175"/>
                  </a:lnTo>
                  <a:lnTo>
                    <a:pt x="18709" y="3784"/>
                  </a:lnTo>
                  <a:lnTo>
                    <a:pt x="18952" y="3374"/>
                  </a:lnTo>
                  <a:lnTo>
                    <a:pt x="19231" y="3001"/>
                  </a:lnTo>
                  <a:lnTo>
                    <a:pt x="19529" y="2610"/>
                  </a:lnTo>
                  <a:lnTo>
                    <a:pt x="19865" y="2237"/>
                  </a:lnTo>
                  <a:lnTo>
                    <a:pt x="20536" y="1492"/>
                  </a:lnTo>
                  <a:lnTo>
                    <a:pt x="21244" y="746"/>
                  </a:lnTo>
                  <a:lnTo>
                    <a:pt x="219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4"/>
            <p:cNvSpPr/>
            <p:nvPr/>
          </p:nvSpPr>
          <p:spPr>
            <a:xfrm>
              <a:off x="0" y="2225747"/>
              <a:ext cx="813696" cy="1661242"/>
            </a:xfrm>
            <a:custGeom>
              <a:rect b="b" l="l" r="r" t="t"/>
              <a:pathLst>
                <a:path extrusionOk="0" fill="none" h="44856" w="21971">
                  <a:moveTo>
                    <a:pt x="21971" y="1"/>
                  </a:moveTo>
                  <a:lnTo>
                    <a:pt x="21971" y="1"/>
                  </a:lnTo>
                  <a:lnTo>
                    <a:pt x="21020" y="672"/>
                  </a:lnTo>
                  <a:lnTo>
                    <a:pt x="20070" y="1361"/>
                  </a:lnTo>
                  <a:lnTo>
                    <a:pt x="19623" y="1715"/>
                  </a:lnTo>
                  <a:lnTo>
                    <a:pt x="19175" y="2088"/>
                  </a:lnTo>
                  <a:lnTo>
                    <a:pt x="18747" y="2479"/>
                  </a:lnTo>
                  <a:lnTo>
                    <a:pt x="18355" y="2889"/>
                  </a:lnTo>
                  <a:lnTo>
                    <a:pt x="18355" y="2889"/>
                  </a:lnTo>
                  <a:lnTo>
                    <a:pt x="18355" y="2889"/>
                  </a:lnTo>
                  <a:lnTo>
                    <a:pt x="18355" y="2889"/>
                  </a:lnTo>
                  <a:lnTo>
                    <a:pt x="18281" y="2964"/>
                  </a:lnTo>
                  <a:lnTo>
                    <a:pt x="18281" y="2964"/>
                  </a:lnTo>
                  <a:lnTo>
                    <a:pt x="18281" y="2964"/>
                  </a:lnTo>
                  <a:lnTo>
                    <a:pt x="18281" y="2964"/>
                  </a:lnTo>
                  <a:lnTo>
                    <a:pt x="18281" y="2982"/>
                  </a:lnTo>
                  <a:lnTo>
                    <a:pt x="18281" y="2982"/>
                  </a:lnTo>
                  <a:lnTo>
                    <a:pt x="18262" y="2982"/>
                  </a:lnTo>
                  <a:lnTo>
                    <a:pt x="18262" y="2982"/>
                  </a:lnTo>
                  <a:lnTo>
                    <a:pt x="18262" y="3001"/>
                  </a:lnTo>
                  <a:lnTo>
                    <a:pt x="18262" y="3001"/>
                  </a:lnTo>
                  <a:lnTo>
                    <a:pt x="18262" y="3001"/>
                  </a:lnTo>
                  <a:lnTo>
                    <a:pt x="18262" y="3001"/>
                  </a:lnTo>
                  <a:lnTo>
                    <a:pt x="18244" y="3020"/>
                  </a:lnTo>
                  <a:lnTo>
                    <a:pt x="18244" y="3020"/>
                  </a:lnTo>
                  <a:lnTo>
                    <a:pt x="18244" y="3020"/>
                  </a:lnTo>
                  <a:lnTo>
                    <a:pt x="18244" y="3020"/>
                  </a:lnTo>
                  <a:lnTo>
                    <a:pt x="18225" y="3038"/>
                  </a:lnTo>
                  <a:lnTo>
                    <a:pt x="18225" y="3038"/>
                  </a:lnTo>
                  <a:lnTo>
                    <a:pt x="18225" y="3038"/>
                  </a:lnTo>
                  <a:lnTo>
                    <a:pt x="18225" y="3038"/>
                  </a:lnTo>
                  <a:lnTo>
                    <a:pt x="18206" y="3057"/>
                  </a:lnTo>
                  <a:lnTo>
                    <a:pt x="18206" y="3057"/>
                  </a:lnTo>
                  <a:lnTo>
                    <a:pt x="18206" y="3057"/>
                  </a:lnTo>
                  <a:lnTo>
                    <a:pt x="18206" y="3057"/>
                  </a:lnTo>
                  <a:lnTo>
                    <a:pt x="18206" y="3057"/>
                  </a:lnTo>
                  <a:lnTo>
                    <a:pt x="18206" y="3057"/>
                  </a:lnTo>
                  <a:lnTo>
                    <a:pt x="18188" y="3076"/>
                  </a:lnTo>
                  <a:lnTo>
                    <a:pt x="18188" y="3076"/>
                  </a:lnTo>
                  <a:lnTo>
                    <a:pt x="18188" y="3076"/>
                  </a:lnTo>
                  <a:lnTo>
                    <a:pt x="18188" y="3076"/>
                  </a:lnTo>
                  <a:lnTo>
                    <a:pt x="18188" y="3094"/>
                  </a:lnTo>
                  <a:lnTo>
                    <a:pt x="18188" y="3094"/>
                  </a:lnTo>
                  <a:lnTo>
                    <a:pt x="18169" y="3094"/>
                  </a:lnTo>
                  <a:lnTo>
                    <a:pt x="18169" y="3094"/>
                  </a:lnTo>
                  <a:lnTo>
                    <a:pt x="18169" y="3113"/>
                  </a:lnTo>
                  <a:lnTo>
                    <a:pt x="18169" y="3113"/>
                  </a:lnTo>
                  <a:lnTo>
                    <a:pt x="18150"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0" y="33357"/>
                  </a:lnTo>
                  <a:lnTo>
                    <a:pt x="19" y="33879"/>
                  </a:lnTo>
                  <a:lnTo>
                    <a:pt x="37" y="34121"/>
                  </a:lnTo>
                  <a:lnTo>
                    <a:pt x="75" y="34364"/>
                  </a:lnTo>
                  <a:lnTo>
                    <a:pt x="130" y="34625"/>
                  </a:lnTo>
                  <a:lnTo>
                    <a:pt x="186" y="34867"/>
                  </a:lnTo>
                  <a:lnTo>
                    <a:pt x="261" y="35109"/>
                  </a:lnTo>
                  <a:lnTo>
                    <a:pt x="354" y="35351"/>
                  </a:lnTo>
                  <a:lnTo>
                    <a:pt x="354" y="35351"/>
                  </a:lnTo>
                  <a:lnTo>
                    <a:pt x="540" y="35780"/>
                  </a:lnTo>
                  <a:lnTo>
                    <a:pt x="745" y="36190"/>
                  </a:lnTo>
                  <a:lnTo>
                    <a:pt x="988" y="36563"/>
                  </a:lnTo>
                  <a:lnTo>
                    <a:pt x="1267" y="36917"/>
                  </a:lnTo>
                  <a:lnTo>
                    <a:pt x="1267" y="36917"/>
                  </a:lnTo>
                  <a:lnTo>
                    <a:pt x="1267" y="36917"/>
                  </a:lnTo>
                  <a:lnTo>
                    <a:pt x="1267" y="36917"/>
                  </a:lnTo>
                  <a:lnTo>
                    <a:pt x="1249" y="37289"/>
                  </a:lnTo>
                  <a:lnTo>
                    <a:pt x="1249" y="37662"/>
                  </a:lnTo>
                  <a:lnTo>
                    <a:pt x="1249" y="37662"/>
                  </a:lnTo>
                  <a:lnTo>
                    <a:pt x="1249" y="38184"/>
                  </a:lnTo>
                  <a:lnTo>
                    <a:pt x="1249" y="38184"/>
                  </a:lnTo>
                  <a:lnTo>
                    <a:pt x="1249" y="38184"/>
                  </a:lnTo>
                  <a:lnTo>
                    <a:pt x="1249" y="38202"/>
                  </a:lnTo>
                  <a:lnTo>
                    <a:pt x="1249" y="38202"/>
                  </a:lnTo>
                  <a:lnTo>
                    <a:pt x="1267" y="38202"/>
                  </a:lnTo>
                  <a:lnTo>
                    <a:pt x="1267" y="38202"/>
                  </a:lnTo>
                  <a:lnTo>
                    <a:pt x="1267" y="38221"/>
                  </a:lnTo>
                  <a:lnTo>
                    <a:pt x="1267" y="38221"/>
                  </a:lnTo>
                  <a:lnTo>
                    <a:pt x="1267" y="38240"/>
                  </a:lnTo>
                  <a:lnTo>
                    <a:pt x="1267" y="38240"/>
                  </a:lnTo>
                  <a:lnTo>
                    <a:pt x="1267" y="38258"/>
                  </a:lnTo>
                  <a:lnTo>
                    <a:pt x="1267" y="38258"/>
                  </a:lnTo>
                  <a:lnTo>
                    <a:pt x="1267" y="38258"/>
                  </a:lnTo>
                  <a:lnTo>
                    <a:pt x="1267" y="38258"/>
                  </a:lnTo>
                  <a:lnTo>
                    <a:pt x="1267" y="38277"/>
                  </a:lnTo>
                  <a:lnTo>
                    <a:pt x="1267" y="38277"/>
                  </a:lnTo>
                  <a:lnTo>
                    <a:pt x="1267" y="38277"/>
                  </a:lnTo>
                  <a:lnTo>
                    <a:pt x="1267" y="38277"/>
                  </a:lnTo>
                  <a:lnTo>
                    <a:pt x="1267" y="38296"/>
                  </a:lnTo>
                  <a:lnTo>
                    <a:pt x="1267" y="38296"/>
                  </a:lnTo>
                  <a:lnTo>
                    <a:pt x="1267" y="38296"/>
                  </a:lnTo>
                  <a:lnTo>
                    <a:pt x="1267" y="38296"/>
                  </a:lnTo>
                  <a:lnTo>
                    <a:pt x="1267" y="38314"/>
                  </a:lnTo>
                  <a:lnTo>
                    <a:pt x="1267" y="38314"/>
                  </a:lnTo>
                  <a:lnTo>
                    <a:pt x="1267" y="38333"/>
                  </a:lnTo>
                  <a:lnTo>
                    <a:pt x="1267" y="38333"/>
                  </a:lnTo>
                  <a:lnTo>
                    <a:pt x="1267" y="38352"/>
                  </a:lnTo>
                  <a:lnTo>
                    <a:pt x="1267" y="38352"/>
                  </a:lnTo>
                  <a:lnTo>
                    <a:pt x="1267" y="38352"/>
                  </a:lnTo>
                  <a:lnTo>
                    <a:pt x="1267" y="38352"/>
                  </a:lnTo>
                  <a:lnTo>
                    <a:pt x="1267" y="38370"/>
                  </a:lnTo>
                  <a:lnTo>
                    <a:pt x="1267" y="38370"/>
                  </a:lnTo>
                  <a:lnTo>
                    <a:pt x="1267" y="38370"/>
                  </a:lnTo>
                  <a:lnTo>
                    <a:pt x="1267" y="38370"/>
                  </a:lnTo>
                  <a:lnTo>
                    <a:pt x="1267" y="38389"/>
                  </a:lnTo>
                  <a:lnTo>
                    <a:pt x="1267" y="38389"/>
                  </a:lnTo>
                  <a:lnTo>
                    <a:pt x="1267" y="38407"/>
                  </a:lnTo>
                  <a:lnTo>
                    <a:pt x="1267" y="38407"/>
                  </a:lnTo>
                  <a:lnTo>
                    <a:pt x="1267" y="38407"/>
                  </a:lnTo>
                  <a:lnTo>
                    <a:pt x="1267" y="38407"/>
                  </a:lnTo>
                  <a:lnTo>
                    <a:pt x="1267" y="38426"/>
                  </a:lnTo>
                  <a:lnTo>
                    <a:pt x="1267" y="38426"/>
                  </a:lnTo>
                  <a:lnTo>
                    <a:pt x="1267" y="38426"/>
                  </a:lnTo>
                  <a:lnTo>
                    <a:pt x="1267" y="38426"/>
                  </a:lnTo>
                  <a:lnTo>
                    <a:pt x="1267" y="38463"/>
                  </a:lnTo>
                  <a:lnTo>
                    <a:pt x="1267" y="38463"/>
                  </a:lnTo>
                  <a:lnTo>
                    <a:pt x="1267" y="38463"/>
                  </a:lnTo>
                  <a:lnTo>
                    <a:pt x="1267" y="38463"/>
                  </a:lnTo>
                  <a:lnTo>
                    <a:pt x="1304" y="38892"/>
                  </a:lnTo>
                  <a:lnTo>
                    <a:pt x="1360" y="39302"/>
                  </a:lnTo>
                  <a:lnTo>
                    <a:pt x="1435" y="39731"/>
                  </a:lnTo>
                  <a:lnTo>
                    <a:pt x="1509" y="40140"/>
                  </a:lnTo>
                  <a:lnTo>
                    <a:pt x="1603" y="40569"/>
                  </a:lnTo>
                  <a:lnTo>
                    <a:pt x="1714" y="40979"/>
                  </a:lnTo>
                  <a:lnTo>
                    <a:pt x="1845" y="41389"/>
                  </a:lnTo>
                  <a:lnTo>
                    <a:pt x="1975" y="41780"/>
                  </a:lnTo>
                  <a:lnTo>
                    <a:pt x="2124" y="42190"/>
                  </a:lnTo>
                  <a:lnTo>
                    <a:pt x="2273" y="42582"/>
                  </a:lnTo>
                  <a:lnTo>
                    <a:pt x="2441" y="42973"/>
                  </a:lnTo>
                  <a:lnTo>
                    <a:pt x="2628" y="43364"/>
                  </a:lnTo>
                  <a:lnTo>
                    <a:pt x="2814" y="43737"/>
                  </a:lnTo>
                  <a:lnTo>
                    <a:pt x="3019" y="44128"/>
                  </a:lnTo>
                  <a:lnTo>
                    <a:pt x="3242" y="44501"/>
                  </a:lnTo>
                  <a:lnTo>
                    <a:pt x="3466" y="44855"/>
                  </a:lnTo>
                  <a:lnTo>
                    <a:pt x="3466" y="44855"/>
                  </a:lnTo>
                  <a:lnTo>
                    <a:pt x="3298" y="44427"/>
                  </a:lnTo>
                  <a:lnTo>
                    <a:pt x="3131" y="43979"/>
                  </a:lnTo>
                  <a:lnTo>
                    <a:pt x="2982" y="43551"/>
                  </a:lnTo>
                  <a:lnTo>
                    <a:pt x="2851" y="43103"/>
                  </a:lnTo>
                  <a:lnTo>
                    <a:pt x="2721" y="42638"/>
                  </a:lnTo>
                  <a:lnTo>
                    <a:pt x="2609" y="42190"/>
                  </a:lnTo>
                  <a:lnTo>
                    <a:pt x="2516" y="41724"/>
                  </a:lnTo>
                  <a:lnTo>
                    <a:pt x="2423" y="41259"/>
                  </a:lnTo>
                  <a:lnTo>
                    <a:pt x="2367" y="40774"/>
                  </a:lnTo>
                  <a:lnTo>
                    <a:pt x="2292" y="40308"/>
                  </a:lnTo>
                  <a:lnTo>
                    <a:pt x="2255" y="39824"/>
                  </a:lnTo>
                  <a:lnTo>
                    <a:pt x="2218" y="39339"/>
                  </a:lnTo>
                  <a:lnTo>
                    <a:pt x="2199" y="38855"/>
                  </a:lnTo>
                  <a:lnTo>
                    <a:pt x="2199" y="38352"/>
                  </a:lnTo>
                  <a:lnTo>
                    <a:pt x="2199" y="37848"/>
                  </a:lnTo>
                  <a:lnTo>
                    <a:pt x="2236" y="37345"/>
                  </a:lnTo>
                  <a:lnTo>
                    <a:pt x="2236" y="37345"/>
                  </a:lnTo>
                  <a:lnTo>
                    <a:pt x="3615" y="37345"/>
                  </a:lnTo>
                  <a:lnTo>
                    <a:pt x="3615" y="37345"/>
                  </a:lnTo>
                  <a:lnTo>
                    <a:pt x="3336" y="37084"/>
                  </a:lnTo>
                  <a:lnTo>
                    <a:pt x="3093" y="36823"/>
                  </a:lnTo>
                  <a:lnTo>
                    <a:pt x="2870" y="36544"/>
                  </a:lnTo>
                  <a:lnTo>
                    <a:pt x="2665" y="36264"/>
                  </a:lnTo>
                  <a:lnTo>
                    <a:pt x="2460" y="35985"/>
                  </a:lnTo>
                  <a:lnTo>
                    <a:pt x="2292" y="35687"/>
                  </a:lnTo>
                  <a:lnTo>
                    <a:pt x="2143" y="35389"/>
                  </a:lnTo>
                  <a:lnTo>
                    <a:pt x="2013" y="35090"/>
                  </a:lnTo>
                  <a:lnTo>
                    <a:pt x="1901" y="34792"/>
                  </a:lnTo>
                  <a:lnTo>
                    <a:pt x="1789" y="34494"/>
                  </a:lnTo>
                  <a:lnTo>
                    <a:pt x="1714" y="34196"/>
                  </a:lnTo>
                  <a:lnTo>
                    <a:pt x="1659" y="33898"/>
                  </a:lnTo>
                  <a:lnTo>
                    <a:pt x="1621" y="33581"/>
                  </a:lnTo>
                  <a:lnTo>
                    <a:pt x="1603" y="33283"/>
                  </a:lnTo>
                  <a:lnTo>
                    <a:pt x="1603" y="32985"/>
                  </a:lnTo>
                  <a:lnTo>
                    <a:pt x="1603" y="32687"/>
                  </a:lnTo>
                  <a:lnTo>
                    <a:pt x="1640" y="32370"/>
                  </a:lnTo>
                  <a:lnTo>
                    <a:pt x="1696" y="32090"/>
                  </a:lnTo>
                  <a:lnTo>
                    <a:pt x="1752" y="31792"/>
                  </a:lnTo>
                  <a:lnTo>
                    <a:pt x="1845" y="31494"/>
                  </a:lnTo>
                  <a:lnTo>
                    <a:pt x="1957" y="31214"/>
                  </a:lnTo>
                  <a:lnTo>
                    <a:pt x="2068" y="30916"/>
                  </a:lnTo>
                  <a:lnTo>
                    <a:pt x="2199" y="30637"/>
                  </a:lnTo>
                  <a:lnTo>
                    <a:pt x="2367" y="30376"/>
                  </a:lnTo>
                  <a:lnTo>
                    <a:pt x="2534" y="30096"/>
                  </a:lnTo>
                  <a:lnTo>
                    <a:pt x="2721" y="29835"/>
                  </a:lnTo>
                  <a:lnTo>
                    <a:pt x="2926" y="29593"/>
                  </a:lnTo>
                  <a:lnTo>
                    <a:pt x="3149" y="29351"/>
                  </a:lnTo>
                  <a:lnTo>
                    <a:pt x="3392" y="29109"/>
                  </a:lnTo>
                  <a:lnTo>
                    <a:pt x="3652" y="28885"/>
                  </a:lnTo>
                  <a:lnTo>
                    <a:pt x="3913" y="28661"/>
                  </a:lnTo>
                  <a:lnTo>
                    <a:pt x="4211" y="28456"/>
                  </a:lnTo>
                  <a:lnTo>
                    <a:pt x="4211" y="28456"/>
                  </a:lnTo>
                  <a:lnTo>
                    <a:pt x="4938" y="27935"/>
                  </a:lnTo>
                  <a:lnTo>
                    <a:pt x="5646" y="27394"/>
                  </a:lnTo>
                  <a:lnTo>
                    <a:pt x="6354" y="26854"/>
                  </a:lnTo>
                  <a:lnTo>
                    <a:pt x="7044" y="26313"/>
                  </a:lnTo>
                  <a:lnTo>
                    <a:pt x="7696" y="25754"/>
                  </a:lnTo>
                  <a:lnTo>
                    <a:pt x="8348" y="25177"/>
                  </a:lnTo>
                  <a:lnTo>
                    <a:pt x="8982" y="24599"/>
                  </a:lnTo>
                  <a:lnTo>
                    <a:pt x="9597" y="24021"/>
                  </a:lnTo>
                  <a:lnTo>
                    <a:pt x="10175" y="23425"/>
                  </a:lnTo>
                  <a:lnTo>
                    <a:pt x="10752" y="22810"/>
                  </a:lnTo>
                  <a:lnTo>
                    <a:pt x="11311" y="22195"/>
                  </a:lnTo>
                  <a:lnTo>
                    <a:pt x="11833" y="21561"/>
                  </a:lnTo>
                  <a:lnTo>
                    <a:pt x="12355" y="20928"/>
                  </a:lnTo>
                  <a:lnTo>
                    <a:pt x="12839" y="20276"/>
                  </a:lnTo>
                  <a:lnTo>
                    <a:pt x="13324" y="19605"/>
                  </a:lnTo>
                  <a:lnTo>
                    <a:pt x="13771" y="18934"/>
                  </a:lnTo>
                  <a:lnTo>
                    <a:pt x="14200" y="18244"/>
                  </a:lnTo>
                  <a:lnTo>
                    <a:pt x="14610" y="17555"/>
                  </a:lnTo>
                  <a:lnTo>
                    <a:pt x="15001" y="16828"/>
                  </a:lnTo>
                  <a:lnTo>
                    <a:pt x="15355" y="16120"/>
                  </a:lnTo>
                  <a:lnTo>
                    <a:pt x="15691" y="15375"/>
                  </a:lnTo>
                  <a:lnTo>
                    <a:pt x="16007" y="14629"/>
                  </a:lnTo>
                  <a:lnTo>
                    <a:pt x="16306" y="13847"/>
                  </a:lnTo>
                  <a:lnTo>
                    <a:pt x="16585" y="13083"/>
                  </a:lnTo>
                  <a:lnTo>
                    <a:pt x="16827" y="12281"/>
                  </a:lnTo>
                  <a:lnTo>
                    <a:pt x="17051" y="11480"/>
                  </a:lnTo>
                  <a:lnTo>
                    <a:pt x="17237" y="10641"/>
                  </a:lnTo>
                  <a:lnTo>
                    <a:pt x="17424" y="9821"/>
                  </a:lnTo>
                  <a:lnTo>
                    <a:pt x="17573" y="8964"/>
                  </a:lnTo>
                  <a:lnTo>
                    <a:pt x="17685" y="8088"/>
                  </a:lnTo>
                  <a:lnTo>
                    <a:pt x="17778" y="7213"/>
                  </a:lnTo>
                  <a:lnTo>
                    <a:pt x="17852" y="6299"/>
                  </a:lnTo>
                  <a:lnTo>
                    <a:pt x="17852" y="6299"/>
                  </a:lnTo>
                  <a:lnTo>
                    <a:pt x="17871" y="6076"/>
                  </a:lnTo>
                  <a:lnTo>
                    <a:pt x="17889" y="5852"/>
                  </a:lnTo>
                  <a:lnTo>
                    <a:pt x="17983" y="5424"/>
                  </a:lnTo>
                  <a:lnTo>
                    <a:pt x="18113" y="4995"/>
                  </a:lnTo>
                  <a:lnTo>
                    <a:pt x="18281" y="4585"/>
                  </a:lnTo>
                  <a:lnTo>
                    <a:pt x="18486" y="4175"/>
                  </a:lnTo>
                  <a:lnTo>
                    <a:pt x="18709" y="3784"/>
                  </a:lnTo>
                  <a:lnTo>
                    <a:pt x="18952" y="3374"/>
                  </a:lnTo>
                  <a:lnTo>
                    <a:pt x="19231" y="3001"/>
                  </a:lnTo>
                  <a:lnTo>
                    <a:pt x="19529" y="2610"/>
                  </a:lnTo>
                  <a:lnTo>
                    <a:pt x="19865" y="2237"/>
                  </a:lnTo>
                  <a:lnTo>
                    <a:pt x="20536" y="1492"/>
                  </a:lnTo>
                  <a:lnTo>
                    <a:pt x="21244" y="746"/>
                  </a:lnTo>
                  <a:lnTo>
                    <a:pt x="2197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4"/>
            <p:cNvSpPr/>
            <p:nvPr/>
          </p:nvSpPr>
          <p:spPr>
            <a:xfrm>
              <a:off x="608009" y="2745428"/>
              <a:ext cx="1170528" cy="1198156"/>
            </a:xfrm>
            <a:custGeom>
              <a:rect b="b" l="l" r="r" t="t"/>
              <a:pathLst>
                <a:path extrusionOk="0" h="32352" w="31606">
                  <a:moveTo>
                    <a:pt x="15970" y="1"/>
                  </a:moveTo>
                  <a:lnTo>
                    <a:pt x="15374" y="20"/>
                  </a:lnTo>
                  <a:lnTo>
                    <a:pt x="14778" y="57"/>
                  </a:lnTo>
                  <a:lnTo>
                    <a:pt x="14163" y="131"/>
                  </a:lnTo>
                  <a:lnTo>
                    <a:pt x="13343" y="262"/>
                  </a:lnTo>
                  <a:lnTo>
                    <a:pt x="12523" y="411"/>
                  </a:lnTo>
                  <a:lnTo>
                    <a:pt x="11740" y="616"/>
                  </a:lnTo>
                  <a:lnTo>
                    <a:pt x="10976" y="858"/>
                  </a:lnTo>
                  <a:lnTo>
                    <a:pt x="10212" y="1138"/>
                  </a:lnTo>
                  <a:lnTo>
                    <a:pt x="9485" y="1454"/>
                  </a:lnTo>
                  <a:lnTo>
                    <a:pt x="8759" y="1790"/>
                  </a:lnTo>
                  <a:lnTo>
                    <a:pt x="8069" y="2163"/>
                  </a:lnTo>
                  <a:lnTo>
                    <a:pt x="7398" y="2573"/>
                  </a:lnTo>
                  <a:lnTo>
                    <a:pt x="6746" y="3020"/>
                  </a:lnTo>
                  <a:lnTo>
                    <a:pt x="6131" y="3486"/>
                  </a:lnTo>
                  <a:lnTo>
                    <a:pt x="5535" y="3989"/>
                  </a:lnTo>
                  <a:lnTo>
                    <a:pt x="4957" y="4511"/>
                  </a:lnTo>
                  <a:lnTo>
                    <a:pt x="4417" y="5070"/>
                  </a:lnTo>
                  <a:lnTo>
                    <a:pt x="3895" y="5647"/>
                  </a:lnTo>
                  <a:lnTo>
                    <a:pt x="3392" y="6244"/>
                  </a:lnTo>
                  <a:lnTo>
                    <a:pt x="2945" y="6859"/>
                  </a:lnTo>
                  <a:lnTo>
                    <a:pt x="2497" y="7511"/>
                  </a:lnTo>
                  <a:lnTo>
                    <a:pt x="2106" y="8182"/>
                  </a:lnTo>
                  <a:lnTo>
                    <a:pt x="1733" y="8871"/>
                  </a:lnTo>
                  <a:lnTo>
                    <a:pt x="1398" y="9561"/>
                  </a:lnTo>
                  <a:lnTo>
                    <a:pt x="1100" y="10287"/>
                  </a:lnTo>
                  <a:lnTo>
                    <a:pt x="820" y="11014"/>
                  </a:lnTo>
                  <a:lnTo>
                    <a:pt x="597" y="11778"/>
                  </a:lnTo>
                  <a:lnTo>
                    <a:pt x="392" y="12542"/>
                  </a:lnTo>
                  <a:lnTo>
                    <a:pt x="243" y="13306"/>
                  </a:lnTo>
                  <a:lnTo>
                    <a:pt x="112" y="14108"/>
                  </a:lnTo>
                  <a:lnTo>
                    <a:pt x="38" y="14909"/>
                  </a:lnTo>
                  <a:lnTo>
                    <a:pt x="0" y="15710"/>
                  </a:lnTo>
                  <a:lnTo>
                    <a:pt x="0" y="16530"/>
                  </a:lnTo>
                  <a:lnTo>
                    <a:pt x="38" y="17350"/>
                  </a:lnTo>
                  <a:lnTo>
                    <a:pt x="112" y="18170"/>
                  </a:lnTo>
                  <a:lnTo>
                    <a:pt x="243" y="19009"/>
                  </a:lnTo>
                  <a:lnTo>
                    <a:pt x="410" y="19810"/>
                  </a:lnTo>
                  <a:lnTo>
                    <a:pt x="597" y="20593"/>
                  </a:lnTo>
                  <a:lnTo>
                    <a:pt x="839" y="21375"/>
                  </a:lnTo>
                  <a:lnTo>
                    <a:pt x="1118" y="22121"/>
                  </a:lnTo>
                  <a:lnTo>
                    <a:pt x="1435" y="22866"/>
                  </a:lnTo>
                  <a:lnTo>
                    <a:pt x="1771" y="23574"/>
                  </a:lnTo>
                  <a:lnTo>
                    <a:pt x="2162" y="24264"/>
                  </a:lnTo>
                  <a:lnTo>
                    <a:pt x="2572" y="24934"/>
                  </a:lnTo>
                  <a:lnTo>
                    <a:pt x="3001" y="25587"/>
                  </a:lnTo>
                  <a:lnTo>
                    <a:pt x="3466" y="26202"/>
                  </a:lnTo>
                  <a:lnTo>
                    <a:pt x="3970" y="26817"/>
                  </a:lnTo>
                  <a:lnTo>
                    <a:pt x="4491" y="27376"/>
                  </a:lnTo>
                  <a:lnTo>
                    <a:pt x="5050" y="27935"/>
                  </a:lnTo>
                  <a:lnTo>
                    <a:pt x="5628" y="28457"/>
                  </a:lnTo>
                  <a:lnTo>
                    <a:pt x="6224" y="28941"/>
                  </a:lnTo>
                  <a:lnTo>
                    <a:pt x="6858" y="29407"/>
                  </a:lnTo>
                  <a:lnTo>
                    <a:pt x="7492" y="29835"/>
                  </a:lnTo>
                  <a:lnTo>
                    <a:pt x="8162" y="30227"/>
                  </a:lnTo>
                  <a:lnTo>
                    <a:pt x="8852" y="30600"/>
                  </a:lnTo>
                  <a:lnTo>
                    <a:pt x="9541" y="30935"/>
                  </a:lnTo>
                  <a:lnTo>
                    <a:pt x="10268" y="31233"/>
                  </a:lnTo>
                  <a:lnTo>
                    <a:pt x="11014" y="31513"/>
                  </a:lnTo>
                  <a:lnTo>
                    <a:pt x="11759" y="31736"/>
                  </a:lnTo>
                  <a:lnTo>
                    <a:pt x="12523" y="31941"/>
                  </a:lnTo>
                  <a:lnTo>
                    <a:pt x="13306" y="32090"/>
                  </a:lnTo>
                  <a:lnTo>
                    <a:pt x="14088" y="32221"/>
                  </a:lnTo>
                  <a:lnTo>
                    <a:pt x="14890" y="32295"/>
                  </a:lnTo>
                  <a:lnTo>
                    <a:pt x="15691" y="32351"/>
                  </a:lnTo>
                  <a:lnTo>
                    <a:pt x="16511" y="32351"/>
                  </a:lnTo>
                  <a:lnTo>
                    <a:pt x="17331" y="32314"/>
                  </a:lnTo>
                  <a:lnTo>
                    <a:pt x="18169" y="32221"/>
                  </a:lnTo>
                  <a:lnTo>
                    <a:pt x="18766" y="32146"/>
                  </a:lnTo>
                  <a:lnTo>
                    <a:pt x="19362" y="32034"/>
                  </a:lnTo>
                  <a:lnTo>
                    <a:pt x="19958" y="31904"/>
                  </a:lnTo>
                  <a:lnTo>
                    <a:pt x="20536" y="31755"/>
                  </a:lnTo>
                  <a:lnTo>
                    <a:pt x="21095" y="31569"/>
                  </a:lnTo>
                  <a:lnTo>
                    <a:pt x="21673" y="31382"/>
                  </a:lnTo>
                  <a:lnTo>
                    <a:pt x="22213" y="31177"/>
                  </a:lnTo>
                  <a:lnTo>
                    <a:pt x="22754" y="30954"/>
                  </a:lnTo>
                  <a:lnTo>
                    <a:pt x="23275" y="30693"/>
                  </a:lnTo>
                  <a:lnTo>
                    <a:pt x="23797" y="30432"/>
                  </a:lnTo>
                  <a:lnTo>
                    <a:pt x="24300" y="30152"/>
                  </a:lnTo>
                  <a:lnTo>
                    <a:pt x="24803" y="29854"/>
                  </a:lnTo>
                  <a:lnTo>
                    <a:pt x="25269" y="29537"/>
                  </a:lnTo>
                  <a:lnTo>
                    <a:pt x="25754" y="29202"/>
                  </a:lnTo>
                  <a:lnTo>
                    <a:pt x="26201" y="28848"/>
                  </a:lnTo>
                  <a:lnTo>
                    <a:pt x="26648" y="28494"/>
                  </a:lnTo>
                  <a:lnTo>
                    <a:pt x="27077" y="28121"/>
                  </a:lnTo>
                  <a:lnTo>
                    <a:pt x="27487" y="27730"/>
                  </a:lnTo>
                  <a:lnTo>
                    <a:pt x="27878" y="27320"/>
                  </a:lnTo>
                  <a:lnTo>
                    <a:pt x="28269" y="26891"/>
                  </a:lnTo>
                  <a:lnTo>
                    <a:pt x="28642" y="26463"/>
                  </a:lnTo>
                  <a:lnTo>
                    <a:pt x="28996" y="26015"/>
                  </a:lnTo>
                  <a:lnTo>
                    <a:pt x="29332" y="25549"/>
                  </a:lnTo>
                  <a:lnTo>
                    <a:pt x="29667" y="25084"/>
                  </a:lnTo>
                  <a:lnTo>
                    <a:pt x="29965" y="24599"/>
                  </a:lnTo>
                  <a:lnTo>
                    <a:pt x="30245" y="24115"/>
                  </a:lnTo>
                  <a:lnTo>
                    <a:pt x="30524" y="23611"/>
                  </a:lnTo>
                  <a:lnTo>
                    <a:pt x="30785" y="23090"/>
                  </a:lnTo>
                  <a:lnTo>
                    <a:pt x="31009" y="22568"/>
                  </a:lnTo>
                  <a:lnTo>
                    <a:pt x="31232" y="22046"/>
                  </a:lnTo>
                  <a:lnTo>
                    <a:pt x="31437" y="21506"/>
                  </a:lnTo>
                  <a:lnTo>
                    <a:pt x="31605" y="20965"/>
                  </a:lnTo>
                  <a:lnTo>
                    <a:pt x="31437" y="21338"/>
                  </a:lnTo>
                  <a:lnTo>
                    <a:pt x="31251" y="21711"/>
                  </a:lnTo>
                  <a:lnTo>
                    <a:pt x="31065" y="22083"/>
                  </a:lnTo>
                  <a:lnTo>
                    <a:pt x="30860" y="22437"/>
                  </a:lnTo>
                  <a:lnTo>
                    <a:pt x="30636" y="22791"/>
                  </a:lnTo>
                  <a:lnTo>
                    <a:pt x="30412" y="23127"/>
                  </a:lnTo>
                  <a:lnTo>
                    <a:pt x="30170" y="23462"/>
                  </a:lnTo>
                  <a:lnTo>
                    <a:pt x="29909" y="23798"/>
                  </a:lnTo>
                  <a:lnTo>
                    <a:pt x="29648" y="24115"/>
                  </a:lnTo>
                  <a:lnTo>
                    <a:pt x="29388" y="24431"/>
                  </a:lnTo>
                  <a:lnTo>
                    <a:pt x="29089" y="24748"/>
                  </a:lnTo>
                  <a:lnTo>
                    <a:pt x="28810" y="25028"/>
                  </a:lnTo>
                  <a:lnTo>
                    <a:pt x="28512" y="25326"/>
                  </a:lnTo>
                  <a:lnTo>
                    <a:pt x="28195" y="25605"/>
                  </a:lnTo>
                  <a:lnTo>
                    <a:pt x="27878" y="25866"/>
                  </a:lnTo>
                  <a:lnTo>
                    <a:pt x="27543" y="26127"/>
                  </a:lnTo>
                  <a:lnTo>
                    <a:pt x="27207" y="26369"/>
                  </a:lnTo>
                  <a:lnTo>
                    <a:pt x="26872" y="26612"/>
                  </a:lnTo>
                  <a:lnTo>
                    <a:pt x="26518" y="26835"/>
                  </a:lnTo>
                  <a:lnTo>
                    <a:pt x="26164" y="27059"/>
                  </a:lnTo>
                  <a:lnTo>
                    <a:pt x="25791" y="27264"/>
                  </a:lnTo>
                  <a:lnTo>
                    <a:pt x="25418" y="27450"/>
                  </a:lnTo>
                  <a:lnTo>
                    <a:pt x="25027" y="27637"/>
                  </a:lnTo>
                  <a:lnTo>
                    <a:pt x="24636" y="27804"/>
                  </a:lnTo>
                  <a:lnTo>
                    <a:pt x="24244" y="27953"/>
                  </a:lnTo>
                  <a:lnTo>
                    <a:pt x="23834" y="28102"/>
                  </a:lnTo>
                  <a:lnTo>
                    <a:pt x="23424" y="28233"/>
                  </a:lnTo>
                  <a:lnTo>
                    <a:pt x="22996" y="28345"/>
                  </a:lnTo>
                  <a:lnTo>
                    <a:pt x="22586" y="28457"/>
                  </a:lnTo>
                  <a:lnTo>
                    <a:pt x="22157" y="28550"/>
                  </a:lnTo>
                  <a:lnTo>
                    <a:pt x="21710" y="28624"/>
                  </a:lnTo>
                  <a:lnTo>
                    <a:pt x="21281" y="28680"/>
                  </a:lnTo>
                  <a:lnTo>
                    <a:pt x="20611" y="28755"/>
                  </a:lnTo>
                  <a:lnTo>
                    <a:pt x="19940" y="28773"/>
                  </a:lnTo>
                  <a:lnTo>
                    <a:pt x="19287" y="28773"/>
                  </a:lnTo>
                  <a:lnTo>
                    <a:pt x="18635" y="28736"/>
                  </a:lnTo>
                  <a:lnTo>
                    <a:pt x="17983" y="28680"/>
                  </a:lnTo>
                  <a:lnTo>
                    <a:pt x="17349" y="28587"/>
                  </a:lnTo>
                  <a:lnTo>
                    <a:pt x="16734" y="28457"/>
                  </a:lnTo>
                  <a:lnTo>
                    <a:pt x="16119" y="28289"/>
                  </a:lnTo>
                  <a:lnTo>
                    <a:pt x="15505" y="28102"/>
                  </a:lnTo>
                  <a:lnTo>
                    <a:pt x="14908" y="27879"/>
                  </a:lnTo>
                  <a:lnTo>
                    <a:pt x="14331" y="27637"/>
                  </a:lnTo>
                  <a:lnTo>
                    <a:pt x="13772" y="27376"/>
                  </a:lnTo>
                  <a:lnTo>
                    <a:pt x="13212" y="27078"/>
                  </a:lnTo>
                  <a:lnTo>
                    <a:pt x="12672" y="26761"/>
                  </a:lnTo>
                  <a:lnTo>
                    <a:pt x="12150" y="26407"/>
                  </a:lnTo>
                  <a:lnTo>
                    <a:pt x="11647" y="26034"/>
                  </a:lnTo>
                  <a:lnTo>
                    <a:pt x="11163" y="25643"/>
                  </a:lnTo>
                  <a:lnTo>
                    <a:pt x="10697" y="25214"/>
                  </a:lnTo>
                  <a:lnTo>
                    <a:pt x="10250" y="24767"/>
                  </a:lnTo>
                  <a:lnTo>
                    <a:pt x="9840" y="24320"/>
                  </a:lnTo>
                  <a:lnTo>
                    <a:pt x="9430" y="23835"/>
                  </a:lnTo>
                  <a:lnTo>
                    <a:pt x="9057" y="23332"/>
                  </a:lnTo>
                  <a:lnTo>
                    <a:pt x="8703" y="22810"/>
                  </a:lnTo>
                  <a:lnTo>
                    <a:pt x="8367" y="22270"/>
                  </a:lnTo>
                  <a:lnTo>
                    <a:pt x="8069" y="21711"/>
                  </a:lnTo>
                  <a:lnTo>
                    <a:pt x="7790" y="21133"/>
                  </a:lnTo>
                  <a:lnTo>
                    <a:pt x="7529" y="20537"/>
                  </a:lnTo>
                  <a:lnTo>
                    <a:pt x="7305" y="19922"/>
                  </a:lnTo>
                  <a:lnTo>
                    <a:pt x="7119" y="19307"/>
                  </a:lnTo>
                  <a:lnTo>
                    <a:pt x="6951" y="18673"/>
                  </a:lnTo>
                  <a:lnTo>
                    <a:pt x="6821" y="18021"/>
                  </a:lnTo>
                  <a:lnTo>
                    <a:pt x="6728" y="17350"/>
                  </a:lnTo>
                  <a:lnTo>
                    <a:pt x="6653" y="16679"/>
                  </a:lnTo>
                  <a:lnTo>
                    <a:pt x="6616" y="16027"/>
                  </a:lnTo>
                  <a:lnTo>
                    <a:pt x="6616" y="15356"/>
                  </a:lnTo>
                  <a:lnTo>
                    <a:pt x="6653" y="14704"/>
                  </a:lnTo>
                  <a:lnTo>
                    <a:pt x="6728" y="14070"/>
                  </a:lnTo>
                  <a:lnTo>
                    <a:pt x="6821" y="13437"/>
                  </a:lnTo>
                  <a:lnTo>
                    <a:pt x="6951" y="12803"/>
                  </a:lnTo>
                  <a:lnTo>
                    <a:pt x="7119" y="12188"/>
                  </a:lnTo>
                  <a:lnTo>
                    <a:pt x="7305" y="11592"/>
                  </a:lnTo>
                  <a:lnTo>
                    <a:pt x="7510" y="10996"/>
                  </a:lnTo>
                  <a:lnTo>
                    <a:pt x="7752" y="10418"/>
                  </a:lnTo>
                  <a:lnTo>
                    <a:pt x="8032" y="9840"/>
                  </a:lnTo>
                  <a:lnTo>
                    <a:pt x="8330" y="9281"/>
                  </a:lnTo>
                  <a:lnTo>
                    <a:pt x="8647" y="8759"/>
                  </a:lnTo>
                  <a:lnTo>
                    <a:pt x="9001" y="8238"/>
                  </a:lnTo>
                  <a:lnTo>
                    <a:pt x="9374" y="7734"/>
                  </a:lnTo>
                  <a:lnTo>
                    <a:pt x="9765" y="7250"/>
                  </a:lnTo>
                  <a:lnTo>
                    <a:pt x="10194" y="6784"/>
                  </a:lnTo>
                  <a:lnTo>
                    <a:pt x="10622" y="6337"/>
                  </a:lnTo>
                  <a:lnTo>
                    <a:pt x="11088" y="5908"/>
                  </a:lnTo>
                  <a:lnTo>
                    <a:pt x="11573" y="5517"/>
                  </a:lnTo>
                  <a:lnTo>
                    <a:pt x="12076" y="5126"/>
                  </a:lnTo>
                  <a:lnTo>
                    <a:pt x="12598" y="4771"/>
                  </a:lnTo>
                  <a:lnTo>
                    <a:pt x="13138" y="4436"/>
                  </a:lnTo>
                  <a:lnTo>
                    <a:pt x="13697" y="4138"/>
                  </a:lnTo>
                  <a:lnTo>
                    <a:pt x="14275" y="3858"/>
                  </a:lnTo>
                  <a:lnTo>
                    <a:pt x="14871" y="3616"/>
                  </a:lnTo>
                  <a:lnTo>
                    <a:pt x="15467" y="3392"/>
                  </a:lnTo>
                  <a:lnTo>
                    <a:pt x="16101" y="3188"/>
                  </a:lnTo>
                  <a:lnTo>
                    <a:pt x="16734" y="3038"/>
                  </a:lnTo>
                  <a:lnTo>
                    <a:pt x="17387" y="2908"/>
                  </a:lnTo>
                  <a:lnTo>
                    <a:pt x="18058" y="2796"/>
                  </a:lnTo>
                  <a:lnTo>
                    <a:pt x="18486" y="2759"/>
                  </a:lnTo>
                  <a:lnTo>
                    <a:pt x="18933" y="2722"/>
                  </a:lnTo>
                  <a:lnTo>
                    <a:pt x="19362" y="2703"/>
                  </a:lnTo>
                  <a:lnTo>
                    <a:pt x="20238" y="2703"/>
                  </a:lnTo>
                  <a:lnTo>
                    <a:pt x="20666" y="2740"/>
                  </a:lnTo>
                  <a:lnTo>
                    <a:pt x="21095" y="2778"/>
                  </a:lnTo>
                  <a:lnTo>
                    <a:pt x="21524" y="2833"/>
                  </a:lnTo>
                  <a:lnTo>
                    <a:pt x="21952" y="2889"/>
                  </a:lnTo>
                  <a:lnTo>
                    <a:pt x="22362" y="2983"/>
                  </a:lnTo>
                  <a:lnTo>
                    <a:pt x="22772" y="3076"/>
                  </a:lnTo>
                  <a:lnTo>
                    <a:pt x="23182" y="3188"/>
                  </a:lnTo>
                  <a:lnTo>
                    <a:pt x="23592" y="3299"/>
                  </a:lnTo>
                  <a:lnTo>
                    <a:pt x="23983" y="3430"/>
                  </a:lnTo>
                  <a:lnTo>
                    <a:pt x="24375" y="3579"/>
                  </a:lnTo>
                  <a:lnTo>
                    <a:pt x="24766" y="3728"/>
                  </a:lnTo>
                  <a:lnTo>
                    <a:pt x="25139" y="3896"/>
                  </a:lnTo>
                  <a:lnTo>
                    <a:pt x="25511" y="4082"/>
                  </a:lnTo>
                  <a:lnTo>
                    <a:pt x="25884" y="4287"/>
                  </a:lnTo>
                  <a:lnTo>
                    <a:pt x="26238" y="4492"/>
                  </a:lnTo>
                  <a:lnTo>
                    <a:pt x="26592" y="4697"/>
                  </a:lnTo>
                  <a:lnTo>
                    <a:pt x="26946" y="4921"/>
                  </a:lnTo>
                  <a:lnTo>
                    <a:pt x="27282" y="5163"/>
                  </a:lnTo>
                  <a:lnTo>
                    <a:pt x="27617" y="5405"/>
                  </a:lnTo>
                  <a:lnTo>
                    <a:pt x="27953" y="5666"/>
                  </a:lnTo>
                  <a:lnTo>
                    <a:pt x="28251" y="5945"/>
                  </a:lnTo>
                  <a:lnTo>
                    <a:pt x="28568" y="6206"/>
                  </a:lnTo>
                  <a:lnTo>
                    <a:pt x="28866" y="6505"/>
                  </a:lnTo>
                  <a:lnTo>
                    <a:pt x="29164" y="6803"/>
                  </a:lnTo>
                  <a:lnTo>
                    <a:pt x="29443" y="7101"/>
                  </a:lnTo>
                  <a:lnTo>
                    <a:pt x="29704" y="7418"/>
                  </a:lnTo>
                  <a:lnTo>
                    <a:pt x="29965" y="7753"/>
                  </a:lnTo>
                  <a:lnTo>
                    <a:pt x="29667" y="7269"/>
                  </a:lnTo>
                  <a:lnTo>
                    <a:pt x="29332" y="6784"/>
                  </a:lnTo>
                  <a:lnTo>
                    <a:pt x="28996" y="6318"/>
                  </a:lnTo>
                  <a:lnTo>
                    <a:pt x="28642" y="5871"/>
                  </a:lnTo>
                  <a:lnTo>
                    <a:pt x="28269" y="5442"/>
                  </a:lnTo>
                  <a:lnTo>
                    <a:pt x="27878" y="5032"/>
                  </a:lnTo>
                  <a:lnTo>
                    <a:pt x="27468" y="4622"/>
                  </a:lnTo>
                  <a:lnTo>
                    <a:pt x="27058" y="4231"/>
                  </a:lnTo>
                  <a:lnTo>
                    <a:pt x="26630" y="3858"/>
                  </a:lnTo>
                  <a:lnTo>
                    <a:pt x="26182" y="3486"/>
                  </a:lnTo>
                  <a:lnTo>
                    <a:pt x="25735" y="3150"/>
                  </a:lnTo>
                  <a:lnTo>
                    <a:pt x="25269" y="2815"/>
                  </a:lnTo>
                  <a:lnTo>
                    <a:pt x="24803" y="2498"/>
                  </a:lnTo>
                  <a:lnTo>
                    <a:pt x="24300" y="2200"/>
                  </a:lnTo>
                  <a:lnTo>
                    <a:pt x="23816" y="1920"/>
                  </a:lnTo>
                  <a:lnTo>
                    <a:pt x="23294" y="1659"/>
                  </a:lnTo>
                  <a:lnTo>
                    <a:pt x="22791" y="1417"/>
                  </a:lnTo>
                  <a:lnTo>
                    <a:pt x="22250" y="1194"/>
                  </a:lnTo>
                  <a:lnTo>
                    <a:pt x="21729" y="989"/>
                  </a:lnTo>
                  <a:lnTo>
                    <a:pt x="21170" y="802"/>
                  </a:lnTo>
                  <a:lnTo>
                    <a:pt x="20629" y="635"/>
                  </a:lnTo>
                  <a:lnTo>
                    <a:pt x="20070" y="485"/>
                  </a:lnTo>
                  <a:lnTo>
                    <a:pt x="19492" y="355"/>
                  </a:lnTo>
                  <a:lnTo>
                    <a:pt x="18933" y="243"/>
                  </a:lnTo>
                  <a:lnTo>
                    <a:pt x="18337" y="150"/>
                  </a:lnTo>
                  <a:lnTo>
                    <a:pt x="17759" y="75"/>
                  </a:lnTo>
                  <a:lnTo>
                    <a:pt x="17163" y="38"/>
                  </a:lnTo>
                  <a:lnTo>
                    <a:pt x="1658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4"/>
            <p:cNvSpPr/>
            <p:nvPr/>
          </p:nvSpPr>
          <p:spPr>
            <a:xfrm>
              <a:off x="1624591" y="3156780"/>
              <a:ext cx="273318" cy="270578"/>
            </a:xfrm>
            <a:custGeom>
              <a:rect b="b" l="l" r="r" t="t"/>
              <a:pathLst>
                <a:path extrusionOk="0" h="7306" w="7380">
                  <a:moveTo>
                    <a:pt x="3355" y="0"/>
                  </a:moveTo>
                  <a:lnTo>
                    <a:pt x="2814" y="2796"/>
                  </a:lnTo>
                  <a:lnTo>
                    <a:pt x="0" y="3131"/>
                  </a:lnTo>
                  <a:lnTo>
                    <a:pt x="2498" y="4510"/>
                  </a:lnTo>
                  <a:lnTo>
                    <a:pt x="1957" y="7305"/>
                  </a:lnTo>
                  <a:lnTo>
                    <a:pt x="4026" y="5367"/>
                  </a:lnTo>
                  <a:lnTo>
                    <a:pt x="6504" y="6728"/>
                  </a:lnTo>
                  <a:lnTo>
                    <a:pt x="5311" y="4156"/>
                  </a:lnTo>
                  <a:lnTo>
                    <a:pt x="7380" y="2218"/>
                  </a:lnTo>
                  <a:lnTo>
                    <a:pt x="7380" y="2218"/>
                  </a:lnTo>
                  <a:lnTo>
                    <a:pt x="4566" y="2572"/>
                  </a:lnTo>
                  <a:lnTo>
                    <a:pt x="3355" y="0"/>
                  </a:lnTo>
                  <a:close/>
                </a:path>
              </a:pathLst>
            </a:custGeom>
            <a:gradFill>
              <a:gsLst>
                <a:gs pos="0">
                  <a:schemeClr val="accent3"/>
                </a:gs>
                <a:gs pos="100000">
                  <a:schemeClr val="accent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4"/>
            <p:cNvSpPr/>
            <p:nvPr/>
          </p:nvSpPr>
          <p:spPr>
            <a:xfrm>
              <a:off x="1624591" y="3156780"/>
              <a:ext cx="273318" cy="270578"/>
            </a:xfrm>
            <a:custGeom>
              <a:rect b="b" l="l" r="r" t="t"/>
              <a:pathLst>
                <a:path extrusionOk="0" fill="none" h="7306" w="7380">
                  <a:moveTo>
                    <a:pt x="3355" y="0"/>
                  </a:moveTo>
                  <a:lnTo>
                    <a:pt x="4566" y="2572"/>
                  </a:lnTo>
                  <a:lnTo>
                    <a:pt x="7380" y="2218"/>
                  </a:lnTo>
                  <a:lnTo>
                    <a:pt x="5311" y="4156"/>
                  </a:lnTo>
                  <a:lnTo>
                    <a:pt x="6504" y="6728"/>
                  </a:lnTo>
                  <a:lnTo>
                    <a:pt x="4026" y="5367"/>
                  </a:lnTo>
                  <a:lnTo>
                    <a:pt x="1957" y="7305"/>
                  </a:lnTo>
                  <a:lnTo>
                    <a:pt x="2498" y="4510"/>
                  </a:lnTo>
                  <a:lnTo>
                    <a:pt x="0" y="3131"/>
                  </a:lnTo>
                  <a:lnTo>
                    <a:pt x="2814" y="2796"/>
                  </a:lnTo>
                  <a:lnTo>
                    <a:pt x="335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4"/>
            <p:cNvSpPr/>
            <p:nvPr/>
          </p:nvSpPr>
          <p:spPr>
            <a:xfrm>
              <a:off x="665303" y="2037348"/>
              <a:ext cx="2718480" cy="2227840"/>
            </a:xfrm>
            <a:custGeom>
              <a:rect b="b" l="l" r="r" t="t"/>
              <a:pathLst>
                <a:path extrusionOk="0" h="60155" w="73403">
                  <a:moveTo>
                    <a:pt x="9522" y="60154"/>
                  </a:moveTo>
                  <a:lnTo>
                    <a:pt x="9522" y="60154"/>
                  </a:lnTo>
                  <a:lnTo>
                    <a:pt x="9522" y="60154"/>
                  </a:lnTo>
                  <a:lnTo>
                    <a:pt x="9522" y="60154"/>
                  </a:lnTo>
                  <a:lnTo>
                    <a:pt x="9522" y="60154"/>
                  </a:lnTo>
                  <a:lnTo>
                    <a:pt x="9522" y="60154"/>
                  </a:lnTo>
                  <a:close/>
                  <a:moveTo>
                    <a:pt x="14871" y="59819"/>
                  </a:moveTo>
                  <a:lnTo>
                    <a:pt x="14871" y="59819"/>
                  </a:lnTo>
                  <a:lnTo>
                    <a:pt x="13529" y="59968"/>
                  </a:lnTo>
                  <a:lnTo>
                    <a:pt x="12206" y="60080"/>
                  </a:lnTo>
                  <a:lnTo>
                    <a:pt x="10864" y="60135"/>
                  </a:lnTo>
                  <a:lnTo>
                    <a:pt x="9522" y="60154"/>
                  </a:lnTo>
                  <a:lnTo>
                    <a:pt x="9522" y="60154"/>
                  </a:lnTo>
                  <a:lnTo>
                    <a:pt x="10864" y="60135"/>
                  </a:lnTo>
                  <a:lnTo>
                    <a:pt x="12206" y="60080"/>
                  </a:lnTo>
                  <a:lnTo>
                    <a:pt x="13529" y="59968"/>
                  </a:lnTo>
                  <a:lnTo>
                    <a:pt x="14871" y="59819"/>
                  </a:lnTo>
                  <a:lnTo>
                    <a:pt x="14871" y="59819"/>
                  </a:lnTo>
                  <a:close/>
                  <a:moveTo>
                    <a:pt x="0" y="59055"/>
                  </a:moveTo>
                  <a:lnTo>
                    <a:pt x="0" y="59055"/>
                  </a:lnTo>
                  <a:lnTo>
                    <a:pt x="56" y="59073"/>
                  </a:lnTo>
                  <a:lnTo>
                    <a:pt x="56" y="59073"/>
                  </a:lnTo>
                  <a:lnTo>
                    <a:pt x="0" y="59055"/>
                  </a:lnTo>
                  <a:close/>
                  <a:moveTo>
                    <a:pt x="41146" y="48545"/>
                  </a:moveTo>
                  <a:lnTo>
                    <a:pt x="41146" y="48545"/>
                  </a:lnTo>
                  <a:lnTo>
                    <a:pt x="40904" y="48694"/>
                  </a:lnTo>
                  <a:lnTo>
                    <a:pt x="40904" y="48694"/>
                  </a:lnTo>
                  <a:lnTo>
                    <a:pt x="41146" y="48545"/>
                  </a:lnTo>
                  <a:close/>
                  <a:moveTo>
                    <a:pt x="7510" y="858"/>
                  </a:moveTo>
                  <a:lnTo>
                    <a:pt x="7510" y="858"/>
                  </a:lnTo>
                  <a:lnTo>
                    <a:pt x="7342" y="1268"/>
                  </a:lnTo>
                  <a:lnTo>
                    <a:pt x="7137" y="1678"/>
                  </a:lnTo>
                  <a:lnTo>
                    <a:pt x="6895" y="2069"/>
                  </a:lnTo>
                  <a:lnTo>
                    <a:pt x="6653" y="2460"/>
                  </a:lnTo>
                  <a:lnTo>
                    <a:pt x="6373" y="2833"/>
                  </a:lnTo>
                  <a:lnTo>
                    <a:pt x="6094" y="3187"/>
                  </a:lnTo>
                  <a:lnTo>
                    <a:pt x="5795" y="3541"/>
                  </a:lnTo>
                  <a:lnTo>
                    <a:pt x="5479" y="3858"/>
                  </a:lnTo>
                  <a:lnTo>
                    <a:pt x="5479" y="3858"/>
                  </a:lnTo>
                  <a:lnTo>
                    <a:pt x="5479" y="3858"/>
                  </a:lnTo>
                  <a:lnTo>
                    <a:pt x="5479" y="3858"/>
                  </a:lnTo>
                  <a:lnTo>
                    <a:pt x="5795" y="3541"/>
                  </a:lnTo>
                  <a:lnTo>
                    <a:pt x="6094" y="3187"/>
                  </a:lnTo>
                  <a:lnTo>
                    <a:pt x="6373" y="2833"/>
                  </a:lnTo>
                  <a:lnTo>
                    <a:pt x="6653" y="2460"/>
                  </a:lnTo>
                  <a:lnTo>
                    <a:pt x="6895" y="2069"/>
                  </a:lnTo>
                  <a:lnTo>
                    <a:pt x="7137" y="1678"/>
                  </a:lnTo>
                  <a:lnTo>
                    <a:pt x="7342" y="1268"/>
                  </a:lnTo>
                  <a:lnTo>
                    <a:pt x="7510" y="858"/>
                  </a:lnTo>
                  <a:close/>
                  <a:moveTo>
                    <a:pt x="7510" y="839"/>
                  </a:moveTo>
                  <a:lnTo>
                    <a:pt x="7510" y="839"/>
                  </a:lnTo>
                  <a:lnTo>
                    <a:pt x="7510" y="858"/>
                  </a:lnTo>
                  <a:lnTo>
                    <a:pt x="7510" y="858"/>
                  </a:lnTo>
                  <a:lnTo>
                    <a:pt x="7510" y="839"/>
                  </a:lnTo>
                  <a:close/>
                  <a:moveTo>
                    <a:pt x="7529" y="820"/>
                  </a:moveTo>
                  <a:lnTo>
                    <a:pt x="7529" y="820"/>
                  </a:lnTo>
                  <a:lnTo>
                    <a:pt x="7510" y="839"/>
                  </a:lnTo>
                  <a:lnTo>
                    <a:pt x="7510" y="839"/>
                  </a:lnTo>
                  <a:lnTo>
                    <a:pt x="7529" y="820"/>
                  </a:lnTo>
                  <a:close/>
                  <a:moveTo>
                    <a:pt x="7529" y="820"/>
                  </a:moveTo>
                  <a:lnTo>
                    <a:pt x="7529" y="820"/>
                  </a:lnTo>
                  <a:lnTo>
                    <a:pt x="7529" y="820"/>
                  </a:lnTo>
                  <a:lnTo>
                    <a:pt x="7529" y="820"/>
                  </a:lnTo>
                  <a:lnTo>
                    <a:pt x="7529" y="820"/>
                  </a:lnTo>
                  <a:close/>
                  <a:moveTo>
                    <a:pt x="7529" y="802"/>
                  </a:moveTo>
                  <a:lnTo>
                    <a:pt x="7529" y="802"/>
                  </a:lnTo>
                  <a:lnTo>
                    <a:pt x="7529" y="820"/>
                  </a:lnTo>
                  <a:lnTo>
                    <a:pt x="7529" y="820"/>
                  </a:lnTo>
                  <a:lnTo>
                    <a:pt x="7529" y="802"/>
                  </a:lnTo>
                  <a:close/>
                  <a:moveTo>
                    <a:pt x="7529" y="783"/>
                  </a:moveTo>
                  <a:lnTo>
                    <a:pt x="7529" y="783"/>
                  </a:lnTo>
                  <a:lnTo>
                    <a:pt x="7529" y="802"/>
                  </a:lnTo>
                  <a:lnTo>
                    <a:pt x="7529" y="802"/>
                  </a:lnTo>
                  <a:lnTo>
                    <a:pt x="7529" y="783"/>
                  </a:lnTo>
                  <a:close/>
                  <a:moveTo>
                    <a:pt x="7547" y="783"/>
                  </a:moveTo>
                  <a:lnTo>
                    <a:pt x="7547" y="783"/>
                  </a:lnTo>
                  <a:lnTo>
                    <a:pt x="7529" y="783"/>
                  </a:lnTo>
                  <a:lnTo>
                    <a:pt x="7529" y="783"/>
                  </a:lnTo>
                  <a:lnTo>
                    <a:pt x="7547" y="783"/>
                  </a:lnTo>
                  <a:close/>
                  <a:moveTo>
                    <a:pt x="7547" y="765"/>
                  </a:moveTo>
                  <a:lnTo>
                    <a:pt x="7547" y="765"/>
                  </a:lnTo>
                  <a:lnTo>
                    <a:pt x="7547" y="765"/>
                  </a:lnTo>
                  <a:lnTo>
                    <a:pt x="7547" y="765"/>
                  </a:lnTo>
                  <a:lnTo>
                    <a:pt x="7547" y="765"/>
                  </a:lnTo>
                  <a:lnTo>
                    <a:pt x="7547" y="765"/>
                  </a:lnTo>
                  <a:close/>
                  <a:moveTo>
                    <a:pt x="73384" y="38"/>
                  </a:moveTo>
                  <a:lnTo>
                    <a:pt x="73384" y="38"/>
                  </a:lnTo>
                  <a:lnTo>
                    <a:pt x="73403" y="38"/>
                  </a:lnTo>
                  <a:lnTo>
                    <a:pt x="73403" y="38"/>
                  </a:lnTo>
                  <a:lnTo>
                    <a:pt x="73384" y="38"/>
                  </a:lnTo>
                  <a:close/>
                  <a:moveTo>
                    <a:pt x="73384" y="19"/>
                  </a:moveTo>
                  <a:lnTo>
                    <a:pt x="73384" y="19"/>
                  </a:lnTo>
                  <a:lnTo>
                    <a:pt x="73384" y="19"/>
                  </a:lnTo>
                  <a:lnTo>
                    <a:pt x="73384" y="19"/>
                  </a:lnTo>
                  <a:lnTo>
                    <a:pt x="73384" y="19"/>
                  </a:lnTo>
                  <a:close/>
                  <a:moveTo>
                    <a:pt x="73384" y="0"/>
                  </a:moveTo>
                  <a:lnTo>
                    <a:pt x="73384" y="0"/>
                  </a:lnTo>
                  <a:lnTo>
                    <a:pt x="73384" y="0"/>
                  </a:lnTo>
                  <a:lnTo>
                    <a:pt x="73384" y="0"/>
                  </a:lnTo>
                  <a:lnTo>
                    <a:pt x="73384"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4"/>
            <p:cNvSpPr/>
            <p:nvPr/>
          </p:nvSpPr>
          <p:spPr>
            <a:xfrm>
              <a:off x="1017953" y="4265176"/>
              <a:ext cx="37" cy="37"/>
            </a:xfrm>
            <a:custGeom>
              <a:rect b="b" l="l" r="r" t="t"/>
              <a:pathLst>
                <a:path extrusionOk="0" fill="none" h="1" w="1">
                  <a:moveTo>
                    <a:pt x="0" y="0"/>
                  </a:moveTo>
                  <a:lnTo>
                    <a:pt x="0" y="0"/>
                  </a:ln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4"/>
            <p:cNvSpPr/>
            <p:nvPr/>
          </p:nvSpPr>
          <p:spPr>
            <a:xfrm>
              <a:off x="1017953" y="4252732"/>
              <a:ext cx="198100" cy="12481"/>
            </a:xfrm>
            <a:custGeom>
              <a:rect b="b" l="l" r="r" t="t"/>
              <a:pathLst>
                <a:path extrusionOk="0" fill="none" h="337" w="5349">
                  <a:moveTo>
                    <a:pt x="5349" y="1"/>
                  </a:moveTo>
                  <a:lnTo>
                    <a:pt x="5349" y="1"/>
                  </a:lnTo>
                  <a:lnTo>
                    <a:pt x="4007" y="150"/>
                  </a:lnTo>
                  <a:lnTo>
                    <a:pt x="2684" y="262"/>
                  </a:lnTo>
                  <a:lnTo>
                    <a:pt x="1342" y="317"/>
                  </a:lnTo>
                  <a:lnTo>
                    <a:pt x="0" y="336"/>
                  </a:lnTo>
                  <a:lnTo>
                    <a:pt x="0" y="336"/>
                  </a:lnTo>
                  <a:lnTo>
                    <a:pt x="1342" y="317"/>
                  </a:lnTo>
                  <a:lnTo>
                    <a:pt x="2684" y="262"/>
                  </a:lnTo>
                  <a:lnTo>
                    <a:pt x="4007" y="150"/>
                  </a:lnTo>
                  <a:lnTo>
                    <a:pt x="5349" y="1"/>
                  </a:lnTo>
                  <a:lnTo>
                    <a:pt x="534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4"/>
            <p:cNvSpPr/>
            <p:nvPr/>
          </p:nvSpPr>
          <p:spPr>
            <a:xfrm>
              <a:off x="665303" y="4224437"/>
              <a:ext cx="2074" cy="741"/>
            </a:xfrm>
            <a:custGeom>
              <a:rect b="b" l="l" r="r" t="t"/>
              <a:pathLst>
                <a:path extrusionOk="0" fill="none" h="20" w="56">
                  <a:moveTo>
                    <a:pt x="0" y="1"/>
                  </a:moveTo>
                  <a:lnTo>
                    <a:pt x="0" y="1"/>
                  </a:lnTo>
                  <a:lnTo>
                    <a:pt x="56" y="19"/>
                  </a:lnTo>
                  <a:lnTo>
                    <a:pt x="56"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4"/>
            <p:cNvSpPr/>
            <p:nvPr/>
          </p:nvSpPr>
          <p:spPr>
            <a:xfrm>
              <a:off x="2180158" y="3835195"/>
              <a:ext cx="9000" cy="5555"/>
            </a:xfrm>
            <a:custGeom>
              <a:rect b="b" l="l" r="r" t="t"/>
              <a:pathLst>
                <a:path extrusionOk="0" fill="none" h="150" w="243">
                  <a:moveTo>
                    <a:pt x="243" y="1"/>
                  </a:moveTo>
                  <a:lnTo>
                    <a:pt x="243" y="1"/>
                  </a:lnTo>
                  <a:lnTo>
                    <a:pt x="1" y="150"/>
                  </a:lnTo>
                  <a:lnTo>
                    <a:pt x="1" y="150"/>
                  </a:lnTo>
                  <a:lnTo>
                    <a:pt x="24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4"/>
            <p:cNvSpPr/>
            <p:nvPr/>
          </p:nvSpPr>
          <p:spPr>
            <a:xfrm>
              <a:off x="868182" y="2069087"/>
              <a:ext cx="75255" cy="111142"/>
            </a:xfrm>
            <a:custGeom>
              <a:rect b="b" l="l" r="r" t="t"/>
              <a:pathLst>
                <a:path extrusionOk="0" fill="none" h="3001" w="2032">
                  <a:moveTo>
                    <a:pt x="2032" y="1"/>
                  </a:moveTo>
                  <a:lnTo>
                    <a:pt x="2032" y="1"/>
                  </a:lnTo>
                  <a:lnTo>
                    <a:pt x="1864" y="411"/>
                  </a:lnTo>
                  <a:lnTo>
                    <a:pt x="1659" y="821"/>
                  </a:lnTo>
                  <a:lnTo>
                    <a:pt x="1417" y="1212"/>
                  </a:lnTo>
                  <a:lnTo>
                    <a:pt x="1175" y="1603"/>
                  </a:lnTo>
                  <a:lnTo>
                    <a:pt x="895" y="1976"/>
                  </a:lnTo>
                  <a:lnTo>
                    <a:pt x="616" y="2330"/>
                  </a:lnTo>
                  <a:lnTo>
                    <a:pt x="317" y="2684"/>
                  </a:lnTo>
                  <a:lnTo>
                    <a:pt x="1" y="3001"/>
                  </a:lnTo>
                  <a:lnTo>
                    <a:pt x="1" y="3001"/>
                  </a:lnTo>
                  <a:lnTo>
                    <a:pt x="1" y="3001"/>
                  </a:lnTo>
                  <a:lnTo>
                    <a:pt x="1" y="3001"/>
                  </a:lnTo>
                  <a:lnTo>
                    <a:pt x="317" y="2684"/>
                  </a:lnTo>
                  <a:lnTo>
                    <a:pt x="616" y="2330"/>
                  </a:lnTo>
                  <a:lnTo>
                    <a:pt x="895" y="1976"/>
                  </a:lnTo>
                  <a:lnTo>
                    <a:pt x="1175" y="1603"/>
                  </a:lnTo>
                  <a:lnTo>
                    <a:pt x="1417" y="1212"/>
                  </a:lnTo>
                  <a:lnTo>
                    <a:pt x="1659" y="821"/>
                  </a:lnTo>
                  <a:lnTo>
                    <a:pt x="1864" y="411"/>
                  </a:lnTo>
                  <a:lnTo>
                    <a:pt x="203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4"/>
            <p:cNvSpPr/>
            <p:nvPr/>
          </p:nvSpPr>
          <p:spPr>
            <a:xfrm>
              <a:off x="943401" y="2068421"/>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4"/>
            <p:cNvSpPr/>
            <p:nvPr/>
          </p:nvSpPr>
          <p:spPr>
            <a:xfrm>
              <a:off x="943401" y="2067717"/>
              <a:ext cx="741" cy="741"/>
            </a:xfrm>
            <a:custGeom>
              <a:rect b="b" l="l" r="r" t="t"/>
              <a:pathLst>
                <a:path extrusionOk="0" fill="none" h="20" w="20">
                  <a:moveTo>
                    <a:pt x="20" y="0"/>
                  </a:moveTo>
                  <a:lnTo>
                    <a:pt x="20" y="0"/>
                  </a:lnTo>
                  <a:lnTo>
                    <a:pt x="1" y="19"/>
                  </a:lnTo>
                  <a:lnTo>
                    <a:pt x="1" y="19"/>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4"/>
            <p:cNvSpPr/>
            <p:nvPr/>
          </p:nvSpPr>
          <p:spPr>
            <a:xfrm>
              <a:off x="944104" y="2067717"/>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4"/>
            <p:cNvSpPr/>
            <p:nvPr/>
          </p:nvSpPr>
          <p:spPr>
            <a:xfrm>
              <a:off x="944104" y="2067013"/>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4"/>
            <p:cNvSpPr/>
            <p:nvPr/>
          </p:nvSpPr>
          <p:spPr>
            <a:xfrm>
              <a:off x="944104" y="2066347"/>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4"/>
            <p:cNvSpPr/>
            <p:nvPr/>
          </p:nvSpPr>
          <p:spPr>
            <a:xfrm>
              <a:off x="944104" y="2066347"/>
              <a:ext cx="741" cy="37"/>
            </a:xfrm>
            <a:custGeom>
              <a:rect b="b" l="l" r="r" t="t"/>
              <a:pathLst>
                <a:path extrusionOk="0" fill="none" h="1" w="20">
                  <a:moveTo>
                    <a:pt x="19" y="0"/>
                  </a:moveTo>
                  <a:lnTo>
                    <a:pt x="19" y="0"/>
                  </a:lnTo>
                  <a:lnTo>
                    <a:pt x="1" y="0"/>
                  </a:lnTo>
                  <a:lnTo>
                    <a:pt x="1"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4"/>
            <p:cNvSpPr/>
            <p:nvPr/>
          </p:nvSpPr>
          <p:spPr>
            <a:xfrm>
              <a:off x="944808" y="2065643"/>
              <a:ext cx="37" cy="37"/>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4"/>
            <p:cNvSpPr/>
            <p:nvPr/>
          </p:nvSpPr>
          <p:spPr>
            <a:xfrm>
              <a:off x="3383103" y="2038718"/>
              <a:ext cx="704" cy="37"/>
            </a:xfrm>
            <a:custGeom>
              <a:rect b="b" l="l" r="r" t="t"/>
              <a:pathLst>
                <a:path extrusionOk="0" fill="none" h="1" w="19">
                  <a:moveTo>
                    <a:pt x="0" y="1"/>
                  </a:moveTo>
                  <a:lnTo>
                    <a:pt x="0" y="1"/>
                  </a:lnTo>
                  <a:lnTo>
                    <a:pt x="19" y="1"/>
                  </a:lnTo>
                  <a:lnTo>
                    <a:pt x="19"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4"/>
            <p:cNvSpPr/>
            <p:nvPr/>
          </p:nvSpPr>
          <p:spPr>
            <a:xfrm>
              <a:off x="3383103" y="2038052"/>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4"/>
            <p:cNvSpPr/>
            <p:nvPr/>
          </p:nvSpPr>
          <p:spPr>
            <a:xfrm>
              <a:off x="3383103" y="2037348"/>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4"/>
            <p:cNvSpPr/>
            <p:nvPr/>
          </p:nvSpPr>
          <p:spPr>
            <a:xfrm>
              <a:off x="2048350" y="2684023"/>
              <a:ext cx="242950" cy="11073"/>
            </a:xfrm>
            <a:custGeom>
              <a:rect b="b" l="l" r="r" t="t"/>
              <a:pathLst>
                <a:path extrusionOk="0" h="299" w="6560">
                  <a:moveTo>
                    <a:pt x="0" y="299"/>
                  </a:moveTo>
                  <a:lnTo>
                    <a:pt x="0" y="299"/>
                  </a:lnTo>
                  <a:lnTo>
                    <a:pt x="19" y="299"/>
                  </a:lnTo>
                  <a:lnTo>
                    <a:pt x="19" y="299"/>
                  </a:lnTo>
                  <a:lnTo>
                    <a:pt x="19" y="299"/>
                  </a:lnTo>
                  <a:lnTo>
                    <a:pt x="0" y="299"/>
                  </a:lnTo>
                  <a:close/>
                  <a:moveTo>
                    <a:pt x="56" y="299"/>
                  </a:moveTo>
                  <a:lnTo>
                    <a:pt x="56" y="299"/>
                  </a:lnTo>
                  <a:lnTo>
                    <a:pt x="19" y="299"/>
                  </a:lnTo>
                  <a:lnTo>
                    <a:pt x="19" y="299"/>
                  </a:lnTo>
                  <a:lnTo>
                    <a:pt x="56" y="299"/>
                  </a:lnTo>
                  <a:close/>
                  <a:moveTo>
                    <a:pt x="93" y="299"/>
                  </a:moveTo>
                  <a:lnTo>
                    <a:pt x="93" y="299"/>
                  </a:lnTo>
                  <a:lnTo>
                    <a:pt x="75" y="299"/>
                  </a:lnTo>
                  <a:lnTo>
                    <a:pt x="75" y="299"/>
                  </a:lnTo>
                  <a:lnTo>
                    <a:pt x="93" y="299"/>
                  </a:lnTo>
                  <a:close/>
                  <a:moveTo>
                    <a:pt x="112" y="299"/>
                  </a:moveTo>
                  <a:lnTo>
                    <a:pt x="112" y="299"/>
                  </a:lnTo>
                  <a:lnTo>
                    <a:pt x="93" y="299"/>
                  </a:lnTo>
                  <a:lnTo>
                    <a:pt x="93" y="299"/>
                  </a:lnTo>
                  <a:lnTo>
                    <a:pt x="112" y="299"/>
                  </a:lnTo>
                  <a:close/>
                  <a:moveTo>
                    <a:pt x="131" y="299"/>
                  </a:moveTo>
                  <a:lnTo>
                    <a:pt x="131" y="299"/>
                  </a:lnTo>
                  <a:lnTo>
                    <a:pt x="112" y="299"/>
                  </a:lnTo>
                  <a:lnTo>
                    <a:pt x="112" y="299"/>
                  </a:lnTo>
                  <a:lnTo>
                    <a:pt x="131" y="299"/>
                  </a:lnTo>
                  <a:close/>
                  <a:moveTo>
                    <a:pt x="149" y="299"/>
                  </a:moveTo>
                  <a:lnTo>
                    <a:pt x="149" y="299"/>
                  </a:lnTo>
                  <a:lnTo>
                    <a:pt x="149" y="299"/>
                  </a:lnTo>
                  <a:lnTo>
                    <a:pt x="149" y="299"/>
                  </a:lnTo>
                  <a:lnTo>
                    <a:pt x="149" y="299"/>
                  </a:lnTo>
                  <a:close/>
                  <a:moveTo>
                    <a:pt x="168" y="299"/>
                  </a:moveTo>
                  <a:lnTo>
                    <a:pt x="168" y="299"/>
                  </a:lnTo>
                  <a:lnTo>
                    <a:pt x="168" y="299"/>
                  </a:lnTo>
                  <a:close/>
                  <a:moveTo>
                    <a:pt x="6560" y="0"/>
                  </a:moveTo>
                  <a:lnTo>
                    <a:pt x="6560" y="0"/>
                  </a:lnTo>
                  <a:lnTo>
                    <a:pt x="4976" y="131"/>
                  </a:lnTo>
                  <a:lnTo>
                    <a:pt x="3373" y="224"/>
                  </a:lnTo>
                  <a:lnTo>
                    <a:pt x="1789" y="280"/>
                  </a:lnTo>
                  <a:lnTo>
                    <a:pt x="187" y="299"/>
                  </a:lnTo>
                  <a:lnTo>
                    <a:pt x="187" y="299"/>
                  </a:lnTo>
                  <a:lnTo>
                    <a:pt x="187" y="299"/>
                  </a:lnTo>
                  <a:lnTo>
                    <a:pt x="187" y="299"/>
                  </a:lnTo>
                  <a:lnTo>
                    <a:pt x="1789" y="280"/>
                  </a:lnTo>
                  <a:lnTo>
                    <a:pt x="3373" y="224"/>
                  </a:lnTo>
                  <a:lnTo>
                    <a:pt x="4976" y="131"/>
                  </a:lnTo>
                  <a:lnTo>
                    <a:pt x="6560" y="0"/>
                  </a:lnTo>
                  <a:lnTo>
                    <a:pt x="6560" y="0"/>
                  </a:lnTo>
                  <a:close/>
                </a:path>
              </a:pathLst>
            </a:custGeom>
            <a:solidFill>
              <a:srgbClr val="5F5F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4"/>
            <p:cNvSpPr/>
            <p:nvPr/>
          </p:nvSpPr>
          <p:spPr>
            <a:xfrm>
              <a:off x="2048350" y="2695060"/>
              <a:ext cx="704" cy="37"/>
            </a:xfrm>
            <a:custGeom>
              <a:rect b="b" l="l" r="r" t="t"/>
              <a:pathLst>
                <a:path extrusionOk="0" fill="none" h="1" w="19">
                  <a:moveTo>
                    <a:pt x="0" y="1"/>
                  </a:moveTo>
                  <a:lnTo>
                    <a:pt x="0" y="1"/>
                  </a:lnTo>
                  <a:lnTo>
                    <a:pt x="19" y="1"/>
                  </a:lnTo>
                  <a:lnTo>
                    <a:pt x="19" y="1"/>
                  </a:lnTo>
                  <a:lnTo>
                    <a:pt x="19"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4"/>
            <p:cNvSpPr/>
            <p:nvPr/>
          </p:nvSpPr>
          <p:spPr>
            <a:xfrm>
              <a:off x="2049016" y="2695060"/>
              <a:ext cx="1444" cy="37"/>
            </a:xfrm>
            <a:custGeom>
              <a:rect b="b" l="l" r="r" t="t"/>
              <a:pathLst>
                <a:path extrusionOk="0" fill="none" h="1" w="39">
                  <a:moveTo>
                    <a:pt x="38" y="1"/>
                  </a:moveTo>
                  <a:lnTo>
                    <a:pt x="38" y="1"/>
                  </a:lnTo>
                  <a:lnTo>
                    <a:pt x="1" y="1"/>
                  </a:lnTo>
                  <a:lnTo>
                    <a:pt x="1" y="1"/>
                  </a:lnTo>
                  <a:lnTo>
                    <a:pt x="3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4"/>
            <p:cNvSpPr/>
            <p:nvPr/>
          </p:nvSpPr>
          <p:spPr>
            <a:xfrm>
              <a:off x="2051090" y="2695060"/>
              <a:ext cx="741" cy="37"/>
            </a:xfrm>
            <a:custGeom>
              <a:rect b="b" l="l" r="r" t="t"/>
              <a:pathLst>
                <a:path extrusionOk="0" fill="none" h="1" w="20">
                  <a:moveTo>
                    <a:pt x="19" y="1"/>
                  </a:moveTo>
                  <a:lnTo>
                    <a:pt x="19" y="1"/>
                  </a:lnTo>
                  <a:lnTo>
                    <a:pt x="1" y="1"/>
                  </a:lnTo>
                  <a:lnTo>
                    <a:pt x="1"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4"/>
            <p:cNvSpPr/>
            <p:nvPr/>
          </p:nvSpPr>
          <p:spPr>
            <a:xfrm>
              <a:off x="2051794" y="2695060"/>
              <a:ext cx="741" cy="37"/>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4"/>
            <p:cNvSpPr/>
            <p:nvPr/>
          </p:nvSpPr>
          <p:spPr>
            <a:xfrm>
              <a:off x="2052498" y="2695060"/>
              <a:ext cx="704" cy="37"/>
            </a:xfrm>
            <a:custGeom>
              <a:rect b="b" l="l" r="r" t="t"/>
              <a:pathLst>
                <a:path extrusionOk="0" fill="none" h="1" w="19">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4"/>
            <p:cNvSpPr/>
            <p:nvPr/>
          </p:nvSpPr>
          <p:spPr>
            <a:xfrm>
              <a:off x="2053868" y="2695060"/>
              <a:ext cx="37" cy="37"/>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4"/>
            <p:cNvSpPr/>
            <p:nvPr/>
          </p:nvSpPr>
          <p:spPr>
            <a:xfrm>
              <a:off x="2054572" y="2695060"/>
              <a:ext cx="37" cy="37"/>
            </a:xfrm>
            <a:custGeom>
              <a:rect b="b" l="l" r="r" t="t"/>
              <a:pathLst>
                <a:path extrusionOk="0" fill="none" h="1" w="1">
                  <a:moveTo>
                    <a:pt x="0" y="1"/>
                  </a:move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4"/>
            <p:cNvSpPr/>
            <p:nvPr/>
          </p:nvSpPr>
          <p:spPr>
            <a:xfrm>
              <a:off x="2055238" y="2684023"/>
              <a:ext cx="236061" cy="11073"/>
            </a:xfrm>
            <a:custGeom>
              <a:rect b="b" l="l" r="r" t="t"/>
              <a:pathLst>
                <a:path extrusionOk="0" fill="none" h="299" w="6374">
                  <a:moveTo>
                    <a:pt x="6374" y="0"/>
                  </a:moveTo>
                  <a:lnTo>
                    <a:pt x="6374" y="0"/>
                  </a:lnTo>
                  <a:lnTo>
                    <a:pt x="4790" y="131"/>
                  </a:lnTo>
                  <a:lnTo>
                    <a:pt x="3187" y="224"/>
                  </a:lnTo>
                  <a:lnTo>
                    <a:pt x="1603" y="280"/>
                  </a:lnTo>
                  <a:lnTo>
                    <a:pt x="1" y="299"/>
                  </a:lnTo>
                  <a:lnTo>
                    <a:pt x="1" y="299"/>
                  </a:lnTo>
                  <a:lnTo>
                    <a:pt x="1" y="299"/>
                  </a:lnTo>
                  <a:lnTo>
                    <a:pt x="1" y="299"/>
                  </a:lnTo>
                  <a:lnTo>
                    <a:pt x="1603" y="280"/>
                  </a:lnTo>
                  <a:lnTo>
                    <a:pt x="3187" y="224"/>
                  </a:lnTo>
                  <a:lnTo>
                    <a:pt x="4790" y="131"/>
                  </a:lnTo>
                  <a:lnTo>
                    <a:pt x="6374" y="0"/>
                  </a:lnTo>
                  <a:lnTo>
                    <a:pt x="637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4"/>
            <p:cNvSpPr/>
            <p:nvPr/>
          </p:nvSpPr>
          <p:spPr>
            <a:xfrm>
              <a:off x="944808" y="2065643"/>
              <a:ext cx="24850" cy="8333"/>
            </a:xfrm>
            <a:custGeom>
              <a:rect b="b" l="l" r="r" t="t"/>
              <a:pathLst>
                <a:path extrusionOk="0" h="225" w="671">
                  <a:moveTo>
                    <a:pt x="0" y="1"/>
                  </a:moveTo>
                  <a:lnTo>
                    <a:pt x="0" y="1"/>
                  </a:lnTo>
                  <a:lnTo>
                    <a:pt x="0" y="1"/>
                  </a:lnTo>
                  <a:lnTo>
                    <a:pt x="0" y="1"/>
                  </a:lnTo>
                  <a:lnTo>
                    <a:pt x="0" y="1"/>
                  </a:lnTo>
                  <a:lnTo>
                    <a:pt x="0" y="1"/>
                  </a:lnTo>
                  <a:lnTo>
                    <a:pt x="522" y="131"/>
                  </a:lnTo>
                  <a:lnTo>
                    <a:pt x="671" y="224"/>
                  </a:lnTo>
                  <a:lnTo>
                    <a:pt x="671" y="224"/>
                  </a:lnTo>
                  <a:lnTo>
                    <a:pt x="671" y="224"/>
                  </a:lnTo>
                  <a:lnTo>
                    <a:pt x="671" y="224"/>
                  </a:lnTo>
                  <a:lnTo>
                    <a:pt x="671" y="224"/>
                  </a:lnTo>
                  <a:lnTo>
                    <a:pt x="671" y="224"/>
                  </a:lnTo>
                  <a:lnTo>
                    <a:pt x="522" y="13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4"/>
            <p:cNvSpPr/>
            <p:nvPr/>
          </p:nvSpPr>
          <p:spPr>
            <a:xfrm>
              <a:off x="944808" y="2065643"/>
              <a:ext cx="24850" cy="8333"/>
            </a:xfrm>
            <a:custGeom>
              <a:rect b="b" l="l" r="r" t="t"/>
              <a:pathLst>
                <a:path extrusionOk="0" fill="none" h="225" w="671">
                  <a:moveTo>
                    <a:pt x="0" y="1"/>
                  </a:moveTo>
                  <a:lnTo>
                    <a:pt x="0" y="1"/>
                  </a:lnTo>
                  <a:lnTo>
                    <a:pt x="0" y="1"/>
                  </a:lnTo>
                  <a:lnTo>
                    <a:pt x="0" y="1"/>
                  </a:lnTo>
                  <a:lnTo>
                    <a:pt x="0" y="1"/>
                  </a:lnTo>
                  <a:lnTo>
                    <a:pt x="0" y="1"/>
                  </a:lnTo>
                  <a:lnTo>
                    <a:pt x="522" y="131"/>
                  </a:lnTo>
                  <a:lnTo>
                    <a:pt x="671" y="224"/>
                  </a:lnTo>
                  <a:lnTo>
                    <a:pt x="671" y="224"/>
                  </a:lnTo>
                  <a:lnTo>
                    <a:pt x="671" y="224"/>
                  </a:lnTo>
                  <a:lnTo>
                    <a:pt x="671" y="224"/>
                  </a:lnTo>
                  <a:lnTo>
                    <a:pt x="671" y="224"/>
                  </a:lnTo>
                  <a:lnTo>
                    <a:pt x="671" y="224"/>
                  </a:lnTo>
                  <a:lnTo>
                    <a:pt x="522" y="13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4"/>
            <p:cNvSpPr/>
            <p:nvPr/>
          </p:nvSpPr>
          <p:spPr>
            <a:xfrm>
              <a:off x="1216018" y="4204438"/>
              <a:ext cx="232617" cy="48331"/>
            </a:xfrm>
            <a:custGeom>
              <a:rect b="b" l="l" r="r" t="t"/>
              <a:pathLst>
                <a:path extrusionOk="0" h="1305" w="6281">
                  <a:moveTo>
                    <a:pt x="6281" y="0"/>
                  </a:moveTo>
                  <a:lnTo>
                    <a:pt x="6281" y="0"/>
                  </a:lnTo>
                  <a:lnTo>
                    <a:pt x="5517" y="205"/>
                  </a:lnTo>
                  <a:lnTo>
                    <a:pt x="4734" y="410"/>
                  </a:lnTo>
                  <a:lnTo>
                    <a:pt x="3951" y="597"/>
                  </a:lnTo>
                  <a:lnTo>
                    <a:pt x="3169" y="764"/>
                  </a:lnTo>
                  <a:lnTo>
                    <a:pt x="2386" y="932"/>
                  </a:lnTo>
                  <a:lnTo>
                    <a:pt x="1585" y="1062"/>
                  </a:lnTo>
                  <a:lnTo>
                    <a:pt x="802" y="1193"/>
                  </a:lnTo>
                  <a:lnTo>
                    <a:pt x="1" y="1305"/>
                  </a:lnTo>
                  <a:lnTo>
                    <a:pt x="1" y="1305"/>
                  </a:lnTo>
                  <a:lnTo>
                    <a:pt x="1" y="1305"/>
                  </a:lnTo>
                  <a:lnTo>
                    <a:pt x="802" y="1193"/>
                  </a:lnTo>
                  <a:lnTo>
                    <a:pt x="1585" y="1062"/>
                  </a:lnTo>
                  <a:lnTo>
                    <a:pt x="2386" y="932"/>
                  </a:lnTo>
                  <a:lnTo>
                    <a:pt x="3169" y="764"/>
                  </a:lnTo>
                  <a:lnTo>
                    <a:pt x="3951" y="597"/>
                  </a:lnTo>
                  <a:lnTo>
                    <a:pt x="4734" y="410"/>
                  </a:lnTo>
                  <a:lnTo>
                    <a:pt x="5517" y="205"/>
                  </a:lnTo>
                  <a:lnTo>
                    <a:pt x="6281" y="0"/>
                  </a:lnTo>
                  <a:close/>
                </a:path>
              </a:pathLst>
            </a:custGeom>
            <a:solidFill>
              <a:srgbClr val="4028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4"/>
            <p:cNvSpPr/>
            <p:nvPr/>
          </p:nvSpPr>
          <p:spPr>
            <a:xfrm>
              <a:off x="1216018" y="4204438"/>
              <a:ext cx="232617" cy="48331"/>
            </a:xfrm>
            <a:custGeom>
              <a:rect b="b" l="l" r="r" t="t"/>
              <a:pathLst>
                <a:path extrusionOk="0" fill="none" h="1305" w="6281">
                  <a:moveTo>
                    <a:pt x="6281" y="0"/>
                  </a:moveTo>
                  <a:lnTo>
                    <a:pt x="6281" y="0"/>
                  </a:lnTo>
                  <a:lnTo>
                    <a:pt x="5517" y="205"/>
                  </a:lnTo>
                  <a:lnTo>
                    <a:pt x="4734" y="410"/>
                  </a:lnTo>
                  <a:lnTo>
                    <a:pt x="3951" y="597"/>
                  </a:lnTo>
                  <a:lnTo>
                    <a:pt x="3169" y="764"/>
                  </a:lnTo>
                  <a:lnTo>
                    <a:pt x="2386" y="932"/>
                  </a:lnTo>
                  <a:lnTo>
                    <a:pt x="1585" y="1062"/>
                  </a:lnTo>
                  <a:lnTo>
                    <a:pt x="802" y="1193"/>
                  </a:lnTo>
                  <a:lnTo>
                    <a:pt x="1" y="1305"/>
                  </a:lnTo>
                  <a:lnTo>
                    <a:pt x="1" y="1305"/>
                  </a:lnTo>
                  <a:lnTo>
                    <a:pt x="1" y="1305"/>
                  </a:lnTo>
                  <a:lnTo>
                    <a:pt x="802" y="1193"/>
                  </a:lnTo>
                  <a:lnTo>
                    <a:pt x="1585" y="1062"/>
                  </a:lnTo>
                  <a:lnTo>
                    <a:pt x="2386" y="932"/>
                  </a:lnTo>
                  <a:lnTo>
                    <a:pt x="3169" y="764"/>
                  </a:lnTo>
                  <a:lnTo>
                    <a:pt x="3951" y="597"/>
                  </a:lnTo>
                  <a:lnTo>
                    <a:pt x="4734" y="410"/>
                  </a:lnTo>
                  <a:lnTo>
                    <a:pt x="5517" y="205"/>
                  </a:lnTo>
                  <a:lnTo>
                    <a:pt x="62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4"/>
            <p:cNvSpPr/>
            <p:nvPr/>
          </p:nvSpPr>
          <p:spPr>
            <a:xfrm>
              <a:off x="175955" y="2036644"/>
              <a:ext cx="3226452" cy="2228544"/>
            </a:xfrm>
            <a:custGeom>
              <a:rect b="b" l="l" r="r" t="t"/>
              <a:pathLst>
                <a:path extrusionOk="0" h="60174" w="87119">
                  <a:moveTo>
                    <a:pt x="42470" y="30245"/>
                  </a:moveTo>
                  <a:lnTo>
                    <a:pt x="43681" y="32817"/>
                  </a:lnTo>
                  <a:lnTo>
                    <a:pt x="46495" y="32463"/>
                  </a:lnTo>
                  <a:lnTo>
                    <a:pt x="46495" y="32463"/>
                  </a:lnTo>
                  <a:lnTo>
                    <a:pt x="44426" y="34401"/>
                  </a:lnTo>
                  <a:lnTo>
                    <a:pt x="45619" y="36973"/>
                  </a:lnTo>
                  <a:lnTo>
                    <a:pt x="43141" y="35612"/>
                  </a:lnTo>
                  <a:lnTo>
                    <a:pt x="41072" y="37550"/>
                  </a:lnTo>
                  <a:lnTo>
                    <a:pt x="41613" y="34755"/>
                  </a:lnTo>
                  <a:lnTo>
                    <a:pt x="39115" y="33376"/>
                  </a:lnTo>
                  <a:lnTo>
                    <a:pt x="41929" y="33041"/>
                  </a:lnTo>
                  <a:lnTo>
                    <a:pt x="42470" y="30245"/>
                  </a:lnTo>
                  <a:close/>
                  <a:moveTo>
                    <a:pt x="86597" y="1"/>
                  </a:moveTo>
                  <a:lnTo>
                    <a:pt x="86262" y="75"/>
                  </a:lnTo>
                  <a:lnTo>
                    <a:pt x="85703" y="448"/>
                  </a:lnTo>
                  <a:lnTo>
                    <a:pt x="85535" y="821"/>
                  </a:lnTo>
                  <a:lnTo>
                    <a:pt x="85330" y="1231"/>
                  </a:lnTo>
                  <a:lnTo>
                    <a:pt x="85088" y="1641"/>
                  </a:lnTo>
                  <a:lnTo>
                    <a:pt x="84845" y="2051"/>
                  </a:lnTo>
                  <a:lnTo>
                    <a:pt x="84547" y="2498"/>
                  </a:lnTo>
                  <a:lnTo>
                    <a:pt x="84249" y="2927"/>
                  </a:lnTo>
                  <a:lnTo>
                    <a:pt x="83914" y="3392"/>
                  </a:lnTo>
                  <a:lnTo>
                    <a:pt x="83560" y="3840"/>
                  </a:lnTo>
                  <a:lnTo>
                    <a:pt x="83187" y="4306"/>
                  </a:lnTo>
                  <a:lnTo>
                    <a:pt x="82796" y="4771"/>
                  </a:lnTo>
                  <a:lnTo>
                    <a:pt x="82386" y="5237"/>
                  </a:lnTo>
                  <a:lnTo>
                    <a:pt x="81957" y="5703"/>
                  </a:lnTo>
                  <a:lnTo>
                    <a:pt x="81044" y="6654"/>
                  </a:lnTo>
                  <a:lnTo>
                    <a:pt x="80075" y="7585"/>
                  </a:lnTo>
                  <a:lnTo>
                    <a:pt x="79069" y="8498"/>
                  </a:lnTo>
                  <a:lnTo>
                    <a:pt x="78044" y="9393"/>
                  </a:lnTo>
                  <a:lnTo>
                    <a:pt x="76982" y="10250"/>
                  </a:lnTo>
                  <a:lnTo>
                    <a:pt x="76441" y="10660"/>
                  </a:lnTo>
                  <a:lnTo>
                    <a:pt x="75901" y="11070"/>
                  </a:lnTo>
                  <a:lnTo>
                    <a:pt x="75360" y="11461"/>
                  </a:lnTo>
                  <a:lnTo>
                    <a:pt x="74820" y="11815"/>
                  </a:lnTo>
                  <a:lnTo>
                    <a:pt x="74280" y="12188"/>
                  </a:lnTo>
                  <a:lnTo>
                    <a:pt x="73739" y="12524"/>
                  </a:lnTo>
                  <a:lnTo>
                    <a:pt x="73199" y="12840"/>
                  </a:lnTo>
                  <a:lnTo>
                    <a:pt x="72677" y="13138"/>
                  </a:lnTo>
                  <a:lnTo>
                    <a:pt x="72155" y="13418"/>
                  </a:lnTo>
                  <a:lnTo>
                    <a:pt x="71652" y="13660"/>
                  </a:lnTo>
                  <a:lnTo>
                    <a:pt x="70795" y="14052"/>
                  </a:lnTo>
                  <a:lnTo>
                    <a:pt x="69919" y="14424"/>
                  </a:lnTo>
                  <a:lnTo>
                    <a:pt x="69043" y="14778"/>
                  </a:lnTo>
                  <a:lnTo>
                    <a:pt x="68167" y="15114"/>
                  </a:lnTo>
                  <a:lnTo>
                    <a:pt x="67273" y="15412"/>
                  </a:lnTo>
                  <a:lnTo>
                    <a:pt x="66378" y="15691"/>
                  </a:lnTo>
                  <a:lnTo>
                    <a:pt x="65465" y="15952"/>
                  </a:lnTo>
                  <a:lnTo>
                    <a:pt x="64552" y="16195"/>
                  </a:lnTo>
                  <a:lnTo>
                    <a:pt x="63639" y="16418"/>
                  </a:lnTo>
                  <a:lnTo>
                    <a:pt x="62726" y="16623"/>
                  </a:lnTo>
                  <a:lnTo>
                    <a:pt x="61794" y="16810"/>
                  </a:lnTo>
                  <a:lnTo>
                    <a:pt x="60862" y="16977"/>
                  </a:lnTo>
                  <a:lnTo>
                    <a:pt x="59931" y="17126"/>
                  </a:lnTo>
                  <a:lnTo>
                    <a:pt x="58999" y="17257"/>
                  </a:lnTo>
                  <a:lnTo>
                    <a:pt x="58049" y="17369"/>
                  </a:lnTo>
                  <a:lnTo>
                    <a:pt x="57117" y="17480"/>
                  </a:lnTo>
                  <a:lnTo>
                    <a:pt x="55533" y="17611"/>
                  </a:lnTo>
                  <a:lnTo>
                    <a:pt x="53930" y="17704"/>
                  </a:lnTo>
                  <a:lnTo>
                    <a:pt x="52346" y="17760"/>
                  </a:lnTo>
                  <a:lnTo>
                    <a:pt x="50744" y="17779"/>
                  </a:lnTo>
                  <a:lnTo>
                    <a:pt x="49383" y="17779"/>
                  </a:lnTo>
                  <a:lnTo>
                    <a:pt x="48209" y="17741"/>
                  </a:lnTo>
                  <a:lnTo>
                    <a:pt x="47035" y="17685"/>
                  </a:lnTo>
                  <a:lnTo>
                    <a:pt x="45861" y="17611"/>
                  </a:lnTo>
                  <a:lnTo>
                    <a:pt x="44687" y="17518"/>
                  </a:lnTo>
                  <a:lnTo>
                    <a:pt x="43513" y="17387"/>
                  </a:lnTo>
                  <a:lnTo>
                    <a:pt x="42358" y="17220"/>
                  </a:lnTo>
                  <a:lnTo>
                    <a:pt x="41203" y="17033"/>
                  </a:lnTo>
                  <a:lnTo>
                    <a:pt x="40047" y="16810"/>
                  </a:lnTo>
                  <a:lnTo>
                    <a:pt x="38911" y="16549"/>
                  </a:lnTo>
                  <a:lnTo>
                    <a:pt x="37774" y="16251"/>
                  </a:lnTo>
                  <a:lnTo>
                    <a:pt x="36656" y="15915"/>
                  </a:lnTo>
                  <a:lnTo>
                    <a:pt x="35556" y="15542"/>
                  </a:lnTo>
                  <a:lnTo>
                    <a:pt x="35016" y="15337"/>
                  </a:lnTo>
                  <a:lnTo>
                    <a:pt x="34475" y="15114"/>
                  </a:lnTo>
                  <a:lnTo>
                    <a:pt x="33935" y="14890"/>
                  </a:lnTo>
                  <a:lnTo>
                    <a:pt x="33395" y="14648"/>
                  </a:lnTo>
                  <a:lnTo>
                    <a:pt x="32873" y="14406"/>
                  </a:lnTo>
                  <a:lnTo>
                    <a:pt x="32332" y="14145"/>
                  </a:lnTo>
                  <a:lnTo>
                    <a:pt x="31867" y="13903"/>
                  </a:lnTo>
                  <a:lnTo>
                    <a:pt x="31401" y="13642"/>
                  </a:lnTo>
                  <a:lnTo>
                    <a:pt x="30935" y="13362"/>
                  </a:lnTo>
                  <a:lnTo>
                    <a:pt x="30488" y="13064"/>
                  </a:lnTo>
                  <a:lnTo>
                    <a:pt x="30040" y="12766"/>
                  </a:lnTo>
                  <a:lnTo>
                    <a:pt x="29593" y="12449"/>
                  </a:lnTo>
                  <a:lnTo>
                    <a:pt x="29146" y="12114"/>
                  </a:lnTo>
                  <a:lnTo>
                    <a:pt x="28717" y="11778"/>
                  </a:lnTo>
                  <a:lnTo>
                    <a:pt x="28289" y="11424"/>
                  </a:lnTo>
                  <a:lnTo>
                    <a:pt x="27879" y="11070"/>
                  </a:lnTo>
                  <a:lnTo>
                    <a:pt x="27469" y="10697"/>
                  </a:lnTo>
                  <a:lnTo>
                    <a:pt x="27059" y="10306"/>
                  </a:lnTo>
                  <a:lnTo>
                    <a:pt x="26667" y="9915"/>
                  </a:lnTo>
                  <a:lnTo>
                    <a:pt x="26295" y="9523"/>
                  </a:lnTo>
                  <a:lnTo>
                    <a:pt x="25922" y="9095"/>
                  </a:lnTo>
                  <a:lnTo>
                    <a:pt x="25549" y="8685"/>
                  </a:lnTo>
                  <a:lnTo>
                    <a:pt x="25195" y="8256"/>
                  </a:lnTo>
                  <a:lnTo>
                    <a:pt x="24860" y="7809"/>
                  </a:lnTo>
                  <a:lnTo>
                    <a:pt x="24524" y="7362"/>
                  </a:lnTo>
                  <a:lnTo>
                    <a:pt x="24208" y="6914"/>
                  </a:lnTo>
                  <a:lnTo>
                    <a:pt x="23909" y="6449"/>
                  </a:lnTo>
                  <a:lnTo>
                    <a:pt x="23611" y="5983"/>
                  </a:lnTo>
                  <a:lnTo>
                    <a:pt x="23332" y="5498"/>
                  </a:lnTo>
                  <a:lnTo>
                    <a:pt x="23052" y="5032"/>
                  </a:lnTo>
                  <a:lnTo>
                    <a:pt x="22810" y="4529"/>
                  </a:lnTo>
                  <a:lnTo>
                    <a:pt x="22568" y="4045"/>
                  </a:lnTo>
                  <a:lnTo>
                    <a:pt x="22344" y="3541"/>
                  </a:lnTo>
                  <a:lnTo>
                    <a:pt x="22120" y="3038"/>
                  </a:lnTo>
                  <a:lnTo>
                    <a:pt x="21934" y="2535"/>
                  </a:lnTo>
                  <a:lnTo>
                    <a:pt x="21748" y="2032"/>
                  </a:lnTo>
                  <a:lnTo>
                    <a:pt x="21580" y="1510"/>
                  </a:lnTo>
                  <a:lnTo>
                    <a:pt x="21431" y="1007"/>
                  </a:lnTo>
                  <a:lnTo>
                    <a:pt x="21282" y="914"/>
                  </a:lnTo>
                  <a:lnTo>
                    <a:pt x="20760" y="784"/>
                  </a:lnTo>
                  <a:lnTo>
                    <a:pt x="20760" y="802"/>
                  </a:lnTo>
                  <a:lnTo>
                    <a:pt x="20742" y="802"/>
                  </a:lnTo>
                  <a:lnTo>
                    <a:pt x="20742" y="821"/>
                  </a:lnTo>
                  <a:lnTo>
                    <a:pt x="20742" y="839"/>
                  </a:lnTo>
                  <a:lnTo>
                    <a:pt x="20723" y="858"/>
                  </a:lnTo>
                  <a:lnTo>
                    <a:pt x="20723" y="877"/>
                  </a:lnTo>
                  <a:lnTo>
                    <a:pt x="20555" y="1287"/>
                  </a:lnTo>
                  <a:lnTo>
                    <a:pt x="20350" y="1697"/>
                  </a:lnTo>
                  <a:lnTo>
                    <a:pt x="20108" y="2088"/>
                  </a:lnTo>
                  <a:lnTo>
                    <a:pt x="19866" y="2479"/>
                  </a:lnTo>
                  <a:lnTo>
                    <a:pt x="19586" y="2852"/>
                  </a:lnTo>
                  <a:lnTo>
                    <a:pt x="19307" y="3206"/>
                  </a:lnTo>
                  <a:lnTo>
                    <a:pt x="19008" y="3560"/>
                  </a:lnTo>
                  <a:lnTo>
                    <a:pt x="18692" y="3877"/>
                  </a:lnTo>
                  <a:lnTo>
                    <a:pt x="18636" y="4920"/>
                  </a:lnTo>
                  <a:lnTo>
                    <a:pt x="18617" y="5983"/>
                  </a:lnTo>
                  <a:lnTo>
                    <a:pt x="18636" y="7026"/>
                  </a:lnTo>
                  <a:lnTo>
                    <a:pt x="18692" y="8070"/>
                  </a:lnTo>
                  <a:lnTo>
                    <a:pt x="18803" y="9113"/>
                  </a:lnTo>
                  <a:lnTo>
                    <a:pt x="18953" y="10157"/>
                  </a:lnTo>
                  <a:lnTo>
                    <a:pt x="19139" y="11182"/>
                  </a:lnTo>
                  <a:lnTo>
                    <a:pt x="19363" y="12207"/>
                  </a:lnTo>
                  <a:lnTo>
                    <a:pt x="19642" y="13213"/>
                  </a:lnTo>
                  <a:lnTo>
                    <a:pt x="19959" y="14219"/>
                  </a:lnTo>
                  <a:lnTo>
                    <a:pt x="20313" y="15207"/>
                  </a:lnTo>
                  <a:lnTo>
                    <a:pt x="20704" y="16195"/>
                  </a:lnTo>
                  <a:lnTo>
                    <a:pt x="21133" y="17164"/>
                  </a:lnTo>
                  <a:lnTo>
                    <a:pt x="21599" y="18114"/>
                  </a:lnTo>
                  <a:lnTo>
                    <a:pt x="22102" y="19064"/>
                  </a:lnTo>
                  <a:lnTo>
                    <a:pt x="22661" y="19996"/>
                  </a:lnTo>
                  <a:lnTo>
                    <a:pt x="23425" y="19754"/>
                  </a:lnTo>
                  <a:lnTo>
                    <a:pt x="24208" y="19549"/>
                  </a:lnTo>
                  <a:lnTo>
                    <a:pt x="25009" y="19381"/>
                  </a:lnTo>
                  <a:lnTo>
                    <a:pt x="25829" y="19269"/>
                  </a:lnTo>
                  <a:lnTo>
                    <a:pt x="26332" y="19213"/>
                  </a:lnTo>
                  <a:lnTo>
                    <a:pt x="26835" y="19176"/>
                  </a:lnTo>
                  <a:lnTo>
                    <a:pt x="27338" y="19158"/>
                  </a:lnTo>
                  <a:lnTo>
                    <a:pt x="27841" y="19139"/>
                  </a:lnTo>
                  <a:lnTo>
                    <a:pt x="28382" y="19158"/>
                  </a:lnTo>
                  <a:lnTo>
                    <a:pt x="28922" y="19176"/>
                  </a:lnTo>
                  <a:lnTo>
                    <a:pt x="29444" y="19213"/>
                  </a:lnTo>
                  <a:lnTo>
                    <a:pt x="29966" y="19288"/>
                  </a:lnTo>
                  <a:lnTo>
                    <a:pt x="30488" y="19363"/>
                  </a:lnTo>
                  <a:lnTo>
                    <a:pt x="30991" y="19456"/>
                  </a:lnTo>
                  <a:lnTo>
                    <a:pt x="31512" y="19568"/>
                  </a:lnTo>
                  <a:lnTo>
                    <a:pt x="32016" y="19698"/>
                  </a:lnTo>
                  <a:lnTo>
                    <a:pt x="32519" y="19828"/>
                  </a:lnTo>
                  <a:lnTo>
                    <a:pt x="33003" y="19996"/>
                  </a:lnTo>
                  <a:lnTo>
                    <a:pt x="33488" y="20164"/>
                  </a:lnTo>
                  <a:lnTo>
                    <a:pt x="33972" y="20350"/>
                  </a:lnTo>
                  <a:lnTo>
                    <a:pt x="34438" y="20555"/>
                  </a:lnTo>
                  <a:lnTo>
                    <a:pt x="34904" y="20779"/>
                  </a:lnTo>
                  <a:lnTo>
                    <a:pt x="35351" y="21002"/>
                  </a:lnTo>
                  <a:lnTo>
                    <a:pt x="35817" y="21245"/>
                  </a:lnTo>
                  <a:lnTo>
                    <a:pt x="36246" y="21506"/>
                  </a:lnTo>
                  <a:lnTo>
                    <a:pt x="36674" y="21785"/>
                  </a:lnTo>
                  <a:lnTo>
                    <a:pt x="37103" y="22065"/>
                  </a:lnTo>
                  <a:lnTo>
                    <a:pt x="37513" y="22363"/>
                  </a:lnTo>
                  <a:lnTo>
                    <a:pt x="37923" y="22680"/>
                  </a:lnTo>
                  <a:lnTo>
                    <a:pt x="38314" y="22996"/>
                  </a:lnTo>
                  <a:lnTo>
                    <a:pt x="38706" y="23350"/>
                  </a:lnTo>
                  <a:lnTo>
                    <a:pt x="39078" y="23686"/>
                  </a:lnTo>
                  <a:lnTo>
                    <a:pt x="39432" y="24059"/>
                  </a:lnTo>
                  <a:lnTo>
                    <a:pt x="39786" y="24431"/>
                  </a:lnTo>
                  <a:lnTo>
                    <a:pt x="40122" y="24804"/>
                  </a:lnTo>
                  <a:lnTo>
                    <a:pt x="40457" y="25195"/>
                  </a:lnTo>
                  <a:lnTo>
                    <a:pt x="40774" y="25605"/>
                  </a:lnTo>
                  <a:lnTo>
                    <a:pt x="41072" y="26015"/>
                  </a:lnTo>
                  <a:lnTo>
                    <a:pt x="41352" y="26444"/>
                  </a:lnTo>
                  <a:lnTo>
                    <a:pt x="41631" y="26891"/>
                  </a:lnTo>
                  <a:lnTo>
                    <a:pt x="41165" y="26313"/>
                  </a:lnTo>
                  <a:lnTo>
                    <a:pt x="40662" y="25773"/>
                  </a:lnTo>
                  <a:lnTo>
                    <a:pt x="40140" y="25270"/>
                  </a:lnTo>
                  <a:lnTo>
                    <a:pt x="39581" y="24785"/>
                  </a:lnTo>
                  <a:lnTo>
                    <a:pt x="39004" y="24338"/>
                  </a:lnTo>
                  <a:lnTo>
                    <a:pt x="38407" y="23928"/>
                  </a:lnTo>
                  <a:lnTo>
                    <a:pt x="37774" y="23537"/>
                  </a:lnTo>
                  <a:lnTo>
                    <a:pt x="37122" y="23201"/>
                  </a:lnTo>
                  <a:lnTo>
                    <a:pt x="36451" y="22885"/>
                  </a:lnTo>
                  <a:lnTo>
                    <a:pt x="35780" y="22624"/>
                  </a:lnTo>
                  <a:lnTo>
                    <a:pt x="35072" y="22381"/>
                  </a:lnTo>
                  <a:lnTo>
                    <a:pt x="34345" y="22195"/>
                  </a:lnTo>
                  <a:lnTo>
                    <a:pt x="33618" y="22027"/>
                  </a:lnTo>
                  <a:lnTo>
                    <a:pt x="32873" y="21934"/>
                  </a:lnTo>
                  <a:lnTo>
                    <a:pt x="32500" y="21878"/>
                  </a:lnTo>
                  <a:lnTo>
                    <a:pt x="32109" y="21860"/>
                  </a:lnTo>
                  <a:lnTo>
                    <a:pt x="31736" y="21841"/>
                  </a:lnTo>
                  <a:lnTo>
                    <a:pt x="30935" y="21841"/>
                  </a:lnTo>
                  <a:lnTo>
                    <a:pt x="30525" y="21860"/>
                  </a:lnTo>
                  <a:lnTo>
                    <a:pt x="30133" y="21897"/>
                  </a:lnTo>
                  <a:lnTo>
                    <a:pt x="29724" y="21934"/>
                  </a:lnTo>
                  <a:lnTo>
                    <a:pt x="29109" y="22027"/>
                  </a:lnTo>
                  <a:lnTo>
                    <a:pt x="28512" y="22139"/>
                  </a:lnTo>
                  <a:lnTo>
                    <a:pt x="27916" y="22288"/>
                  </a:lnTo>
                  <a:lnTo>
                    <a:pt x="27338" y="22456"/>
                  </a:lnTo>
                  <a:lnTo>
                    <a:pt x="26779" y="22661"/>
                  </a:lnTo>
                  <a:lnTo>
                    <a:pt x="26220" y="22866"/>
                  </a:lnTo>
                  <a:lnTo>
                    <a:pt x="25680" y="23108"/>
                  </a:lnTo>
                  <a:lnTo>
                    <a:pt x="25158" y="23388"/>
                  </a:lnTo>
                  <a:lnTo>
                    <a:pt x="25475" y="23704"/>
                  </a:lnTo>
                  <a:lnTo>
                    <a:pt x="25792" y="24003"/>
                  </a:lnTo>
                  <a:lnTo>
                    <a:pt x="26108" y="24282"/>
                  </a:lnTo>
                  <a:lnTo>
                    <a:pt x="26444" y="24562"/>
                  </a:lnTo>
                  <a:lnTo>
                    <a:pt x="26779" y="24823"/>
                  </a:lnTo>
                  <a:lnTo>
                    <a:pt x="27115" y="25083"/>
                  </a:lnTo>
                  <a:lnTo>
                    <a:pt x="27804" y="25568"/>
                  </a:lnTo>
                  <a:lnTo>
                    <a:pt x="28512" y="26034"/>
                  </a:lnTo>
                  <a:lnTo>
                    <a:pt x="29258" y="26444"/>
                  </a:lnTo>
                  <a:lnTo>
                    <a:pt x="30003" y="26854"/>
                  </a:lnTo>
                  <a:lnTo>
                    <a:pt x="30748" y="27227"/>
                  </a:lnTo>
                  <a:lnTo>
                    <a:pt x="31531" y="27599"/>
                  </a:lnTo>
                  <a:lnTo>
                    <a:pt x="32295" y="27953"/>
                  </a:lnTo>
                  <a:lnTo>
                    <a:pt x="33860" y="28643"/>
                  </a:lnTo>
                  <a:lnTo>
                    <a:pt x="35426" y="29351"/>
                  </a:lnTo>
                  <a:lnTo>
                    <a:pt x="36208" y="29705"/>
                  </a:lnTo>
                  <a:lnTo>
                    <a:pt x="36972" y="30096"/>
                  </a:lnTo>
                  <a:lnTo>
                    <a:pt x="37233" y="30245"/>
                  </a:lnTo>
                  <a:lnTo>
                    <a:pt x="37494" y="30432"/>
                  </a:lnTo>
                  <a:lnTo>
                    <a:pt x="37737" y="30637"/>
                  </a:lnTo>
                  <a:lnTo>
                    <a:pt x="37979" y="30879"/>
                  </a:lnTo>
                  <a:lnTo>
                    <a:pt x="38202" y="31140"/>
                  </a:lnTo>
                  <a:lnTo>
                    <a:pt x="38407" y="31419"/>
                  </a:lnTo>
                  <a:lnTo>
                    <a:pt x="38575" y="31699"/>
                  </a:lnTo>
                  <a:lnTo>
                    <a:pt x="38743" y="31997"/>
                  </a:lnTo>
                  <a:lnTo>
                    <a:pt x="38873" y="32277"/>
                  </a:lnTo>
                  <a:lnTo>
                    <a:pt x="38966" y="32575"/>
                  </a:lnTo>
                  <a:lnTo>
                    <a:pt x="39041" y="32836"/>
                  </a:lnTo>
                  <a:lnTo>
                    <a:pt x="39060" y="33097"/>
                  </a:lnTo>
                  <a:lnTo>
                    <a:pt x="39060" y="33227"/>
                  </a:lnTo>
                  <a:lnTo>
                    <a:pt x="39041" y="33339"/>
                  </a:lnTo>
                  <a:lnTo>
                    <a:pt x="39022" y="33451"/>
                  </a:lnTo>
                  <a:lnTo>
                    <a:pt x="38985" y="33544"/>
                  </a:lnTo>
                  <a:lnTo>
                    <a:pt x="38929" y="33656"/>
                  </a:lnTo>
                  <a:lnTo>
                    <a:pt x="38873" y="33730"/>
                  </a:lnTo>
                  <a:lnTo>
                    <a:pt x="38780" y="33823"/>
                  </a:lnTo>
                  <a:lnTo>
                    <a:pt x="38706" y="33879"/>
                  </a:lnTo>
                  <a:lnTo>
                    <a:pt x="38314" y="34103"/>
                  </a:lnTo>
                  <a:lnTo>
                    <a:pt x="37942" y="34289"/>
                  </a:lnTo>
                  <a:lnTo>
                    <a:pt x="37569" y="34475"/>
                  </a:lnTo>
                  <a:lnTo>
                    <a:pt x="37177" y="34643"/>
                  </a:lnTo>
                  <a:lnTo>
                    <a:pt x="36786" y="34792"/>
                  </a:lnTo>
                  <a:lnTo>
                    <a:pt x="36413" y="34941"/>
                  </a:lnTo>
                  <a:lnTo>
                    <a:pt x="36022" y="35053"/>
                  </a:lnTo>
                  <a:lnTo>
                    <a:pt x="35631" y="35165"/>
                  </a:lnTo>
                  <a:lnTo>
                    <a:pt x="35239" y="35258"/>
                  </a:lnTo>
                  <a:lnTo>
                    <a:pt x="34848" y="35333"/>
                  </a:lnTo>
                  <a:lnTo>
                    <a:pt x="34457" y="35407"/>
                  </a:lnTo>
                  <a:lnTo>
                    <a:pt x="34065" y="35463"/>
                  </a:lnTo>
                  <a:lnTo>
                    <a:pt x="33655" y="35500"/>
                  </a:lnTo>
                  <a:lnTo>
                    <a:pt x="33264" y="35538"/>
                  </a:lnTo>
                  <a:lnTo>
                    <a:pt x="32873" y="35556"/>
                  </a:lnTo>
                  <a:lnTo>
                    <a:pt x="32034" y="35556"/>
                  </a:lnTo>
                  <a:lnTo>
                    <a:pt x="31606" y="35538"/>
                  </a:lnTo>
                  <a:lnTo>
                    <a:pt x="31177" y="35500"/>
                  </a:lnTo>
                  <a:lnTo>
                    <a:pt x="30748" y="35463"/>
                  </a:lnTo>
                  <a:lnTo>
                    <a:pt x="29891" y="35333"/>
                  </a:lnTo>
                  <a:lnTo>
                    <a:pt x="29034" y="35165"/>
                  </a:lnTo>
                  <a:lnTo>
                    <a:pt x="28177" y="34979"/>
                  </a:lnTo>
                  <a:lnTo>
                    <a:pt x="27301" y="34736"/>
                  </a:lnTo>
                  <a:lnTo>
                    <a:pt x="26444" y="34457"/>
                  </a:lnTo>
                  <a:lnTo>
                    <a:pt x="25587" y="34159"/>
                  </a:lnTo>
                  <a:lnTo>
                    <a:pt x="24729" y="33842"/>
                  </a:lnTo>
                  <a:lnTo>
                    <a:pt x="23872" y="33488"/>
                  </a:lnTo>
                  <a:lnTo>
                    <a:pt x="23034" y="33115"/>
                  </a:lnTo>
                  <a:lnTo>
                    <a:pt x="22176" y="32724"/>
                  </a:lnTo>
                  <a:lnTo>
                    <a:pt x="21338" y="32314"/>
                  </a:lnTo>
                  <a:lnTo>
                    <a:pt x="20499" y="31904"/>
                  </a:lnTo>
                  <a:lnTo>
                    <a:pt x="18859" y="31047"/>
                  </a:lnTo>
                  <a:lnTo>
                    <a:pt x="18673" y="31699"/>
                  </a:lnTo>
                  <a:lnTo>
                    <a:pt x="18524" y="32351"/>
                  </a:lnTo>
                  <a:lnTo>
                    <a:pt x="18412" y="33022"/>
                  </a:lnTo>
                  <a:lnTo>
                    <a:pt x="18338" y="33693"/>
                  </a:lnTo>
                  <a:lnTo>
                    <a:pt x="18300" y="34382"/>
                  </a:lnTo>
                  <a:lnTo>
                    <a:pt x="18282" y="35090"/>
                  </a:lnTo>
                  <a:lnTo>
                    <a:pt x="18319" y="35780"/>
                  </a:lnTo>
                  <a:lnTo>
                    <a:pt x="18394" y="36488"/>
                  </a:lnTo>
                  <a:lnTo>
                    <a:pt x="18487" y="37103"/>
                  </a:lnTo>
                  <a:lnTo>
                    <a:pt x="18599" y="37699"/>
                  </a:lnTo>
                  <a:lnTo>
                    <a:pt x="18748" y="38296"/>
                  </a:lnTo>
                  <a:lnTo>
                    <a:pt x="18915" y="38873"/>
                  </a:lnTo>
                  <a:lnTo>
                    <a:pt x="19102" y="39451"/>
                  </a:lnTo>
                  <a:lnTo>
                    <a:pt x="19325" y="39991"/>
                  </a:lnTo>
                  <a:lnTo>
                    <a:pt x="19568" y="40532"/>
                  </a:lnTo>
                  <a:lnTo>
                    <a:pt x="19847" y="41054"/>
                  </a:lnTo>
                  <a:lnTo>
                    <a:pt x="20127" y="41575"/>
                  </a:lnTo>
                  <a:lnTo>
                    <a:pt x="20443" y="42060"/>
                  </a:lnTo>
                  <a:lnTo>
                    <a:pt x="20779" y="42544"/>
                  </a:lnTo>
                  <a:lnTo>
                    <a:pt x="21133" y="43010"/>
                  </a:lnTo>
                  <a:lnTo>
                    <a:pt x="21506" y="43458"/>
                  </a:lnTo>
                  <a:lnTo>
                    <a:pt x="21897" y="43886"/>
                  </a:lnTo>
                  <a:lnTo>
                    <a:pt x="22307" y="44296"/>
                  </a:lnTo>
                  <a:lnTo>
                    <a:pt x="22735" y="44687"/>
                  </a:lnTo>
                  <a:lnTo>
                    <a:pt x="23164" y="45060"/>
                  </a:lnTo>
                  <a:lnTo>
                    <a:pt x="23630" y="45396"/>
                  </a:lnTo>
                  <a:lnTo>
                    <a:pt x="24096" y="45731"/>
                  </a:lnTo>
                  <a:lnTo>
                    <a:pt x="24599" y="46048"/>
                  </a:lnTo>
                  <a:lnTo>
                    <a:pt x="25083" y="46327"/>
                  </a:lnTo>
                  <a:lnTo>
                    <a:pt x="25605" y="46607"/>
                  </a:lnTo>
                  <a:lnTo>
                    <a:pt x="26127" y="46849"/>
                  </a:lnTo>
                  <a:lnTo>
                    <a:pt x="26667" y="47054"/>
                  </a:lnTo>
                  <a:lnTo>
                    <a:pt x="27226" y="47259"/>
                  </a:lnTo>
                  <a:lnTo>
                    <a:pt x="27785" y="47427"/>
                  </a:lnTo>
                  <a:lnTo>
                    <a:pt x="28345" y="47576"/>
                  </a:lnTo>
                  <a:lnTo>
                    <a:pt x="28922" y="47706"/>
                  </a:lnTo>
                  <a:lnTo>
                    <a:pt x="29519" y="47799"/>
                  </a:lnTo>
                  <a:lnTo>
                    <a:pt x="30115" y="47855"/>
                  </a:lnTo>
                  <a:lnTo>
                    <a:pt x="30711" y="47911"/>
                  </a:lnTo>
                  <a:lnTo>
                    <a:pt x="31717" y="47911"/>
                  </a:lnTo>
                  <a:lnTo>
                    <a:pt x="32127" y="47893"/>
                  </a:lnTo>
                  <a:lnTo>
                    <a:pt x="32537" y="47855"/>
                  </a:lnTo>
                  <a:lnTo>
                    <a:pt x="32947" y="47818"/>
                  </a:lnTo>
                  <a:lnTo>
                    <a:pt x="33693" y="47706"/>
                  </a:lnTo>
                  <a:lnTo>
                    <a:pt x="34420" y="47557"/>
                  </a:lnTo>
                  <a:lnTo>
                    <a:pt x="35128" y="47352"/>
                  </a:lnTo>
                  <a:lnTo>
                    <a:pt x="35817" y="47129"/>
                  </a:lnTo>
                  <a:lnTo>
                    <a:pt x="36488" y="46849"/>
                  </a:lnTo>
                  <a:lnTo>
                    <a:pt x="37140" y="46551"/>
                  </a:lnTo>
                  <a:lnTo>
                    <a:pt x="37774" y="46216"/>
                  </a:lnTo>
                  <a:lnTo>
                    <a:pt x="38389" y="45843"/>
                  </a:lnTo>
                  <a:lnTo>
                    <a:pt x="38966" y="45451"/>
                  </a:lnTo>
                  <a:lnTo>
                    <a:pt x="39544" y="45004"/>
                  </a:lnTo>
                  <a:lnTo>
                    <a:pt x="40066" y="44557"/>
                  </a:lnTo>
                  <a:lnTo>
                    <a:pt x="40588" y="44072"/>
                  </a:lnTo>
                  <a:lnTo>
                    <a:pt x="41072" y="43551"/>
                  </a:lnTo>
                  <a:lnTo>
                    <a:pt x="41519" y="43010"/>
                  </a:lnTo>
                  <a:lnTo>
                    <a:pt x="41948" y="42451"/>
                  </a:lnTo>
                  <a:lnTo>
                    <a:pt x="42339" y="41874"/>
                  </a:lnTo>
                  <a:lnTo>
                    <a:pt x="39880" y="41985"/>
                  </a:lnTo>
                  <a:lnTo>
                    <a:pt x="38650" y="42023"/>
                  </a:lnTo>
                  <a:lnTo>
                    <a:pt x="37420" y="42041"/>
                  </a:lnTo>
                  <a:lnTo>
                    <a:pt x="36637" y="42041"/>
                  </a:lnTo>
                  <a:lnTo>
                    <a:pt x="35854" y="42023"/>
                  </a:lnTo>
                  <a:lnTo>
                    <a:pt x="35053" y="41967"/>
                  </a:lnTo>
                  <a:lnTo>
                    <a:pt x="34270" y="41911"/>
                  </a:lnTo>
                  <a:lnTo>
                    <a:pt x="33488" y="41836"/>
                  </a:lnTo>
                  <a:lnTo>
                    <a:pt x="32705" y="41743"/>
                  </a:lnTo>
                  <a:lnTo>
                    <a:pt x="31922" y="41613"/>
                  </a:lnTo>
                  <a:lnTo>
                    <a:pt x="31121" y="41445"/>
                  </a:lnTo>
                  <a:lnTo>
                    <a:pt x="30842" y="41389"/>
                  </a:lnTo>
                  <a:lnTo>
                    <a:pt x="30525" y="41333"/>
                  </a:lnTo>
                  <a:lnTo>
                    <a:pt x="30171" y="41277"/>
                  </a:lnTo>
                  <a:lnTo>
                    <a:pt x="29835" y="41203"/>
                  </a:lnTo>
                  <a:lnTo>
                    <a:pt x="29686" y="41147"/>
                  </a:lnTo>
                  <a:lnTo>
                    <a:pt x="29537" y="41072"/>
                  </a:lnTo>
                  <a:lnTo>
                    <a:pt x="29407" y="40998"/>
                  </a:lnTo>
                  <a:lnTo>
                    <a:pt x="29295" y="40923"/>
                  </a:lnTo>
                  <a:lnTo>
                    <a:pt x="29202" y="40811"/>
                  </a:lnTo>
                  <a:lnTo>
                    <a:pt x="29127" y="40700"/>
                  </a:lnTo>
                  <a:lnTo>
                    <a:pt x="29090" y="40569"/>
                  </a:lnTo>
                  <a:lnTo>
                    <a:pt x="29071" y="40420"/>
                  </a:lnTo>
                  <a:lnTo>
                    <a:pt x="29090" y="40178"/>
                  </a:lnTo>
                  <a:lnTo>
                    <a:pt x="29127" y="39936"/>
                  </a:lnTo>
                  <a:lnTo>
                    <a:pt x="29202" y="39731"/>
                  </a:lnTo>
                  <a:lnTo>
                    <a:pt x="29276" y="39526"/>
                  </a:lnTo>
                  <a:lnTo>
                    <a:pt x="29369" y="39358"/>
                  </a:lnTo>
                  <a:lnTo>
                    <a:pt x="29481" y="39190"/>
                  </a:lnTo>
                  <a:lnTo>
                    <a:pt x="29593" y="39041"/>
                  </a:lnTo>
                  <a:lnTo>
                    <a:pt x="29724" y="38911"/>
                  </a:lnTo>
                  <a:lnTo>
                    <a:pt x="29873" y="38780"/>
                  </a:lnTo>
                  <a:lnTo>
                    <a:pt x="30040" y="38668"/>
                  </a:lnTo>
                  <a:lnTo>
                    <a:pt x="30208" y="38575"/>
                  </a:lnTo>
                  <a:lnTo>
                    <a:pt x="30376" y="38501"/>
                  </a:lnTo>
                  <a:lnTo>
                    <a:pt x="30562" y="38426"/>
                  </a:lnTo>
                  <a:lnTo>
                    <a:pt x="30767" y="38352"/>
                  </a:lnTo>
                  <a:lnTo>
                    <a:pt x="31177" y="38240"/>
                  </a:lnTo>
                  <a:lnTo>
                    <a:pt x="31606" y="38165"/>
                  </a:lnTo>
                  <a:lnTo>
                    <a:pt x="32034" y="38128"/>
                  </a:lnTo>
                  <a:lnTo>
                    <a:pt x="32481" y="38091"/>
                  </a:lnTo>
                  <a:lnTo>
                    <a:pt x="32929" y="38072"/>
                  </a:lnTo>
                  <a:lnTo>
                    <a:pt x="33805" y="38053"/>
                  </a:lnTo>
                  <a:lnTo>
                    <a:pt x="34196" y="38035"/>
                  </a:lnTo>
                  <a:lnTo>
                    <a:pt x="34569" y="38016"/>
                  </a:lnTo>
                  <a:lnTo>
                    <a:pt x="36637" y="37923"/>
                  </a:lnTo>
                  <a:lnTo>
                    <a:pt x="38706" y="37867"/>
                  </a:lnTo>
                  <a:lnTo>
                    <a:pt x="42824" y="37774"/>
                  </a:lnTo>
                  <a:lnTo>
                    <a:pt x="44874" y="37718"/>
                  </a:lnTo>
                  <a:lnTo>
                    <a:pt x="46924" y="37662"/>
                  </a:lnTo>
                  <a:lnTo>
                    <a:pt x="48955" y="37569"/>
                  </a:lnTo>
                  <a:lnTo>
                    <a:pt x="51005" y="37438"/>
                  </a:lnTo>
                  <a:lnTo>
                    <a:pt x="52011" y="37345"/>
                  </a:lnTo>
                  <a:lnTo>
                    <a:pt x="53017" y="37252"/>
                  </a:lnTo>
                  <a:lnTo>
                    <a:pt x="54042" y="37140"/>
                  </a:lnTo>
                  <a:lnTo>
                    <a:pt x="55048" y="37028"/>
                  </a:lnTo>
                  <a:lnTo>
                    <a:pt x="56055" y="36879"/>
                  </a:lnTo>
                  <a:lnTo>
                    <a:pt x="57042" y="36712"/>
                  </a:lnTo>
                  <a:lnTo>
                    <a:pt x="58049" y="36544"/>
                  </a:lnTo>
                  <a:lnTo>
                    <a:pt x="59055" y="36339"/>
                  </a:lnTo>
                  <a:lnTo>
                    <a:pt x="60042" y="36115"/>
                  </a:lnTo>
                  <a:lnTo>
                    <a:pt x="61030" y="35873"/>
                  </a:lnTo>
                  <a:lnTo>
                    <a:pt x="62018" y="35612"/>
                  </a:lnTo>
                  <a:lnTo>
                    <a:pt x="63005" y="35333"/>
                  </a:lnTo>
                  <a:lnTo>
                    <a:pt x="63993" y="35016"/>
                  </a:lnTo>
                  <a:lnTo>
                    <a:pt x="64962" y="34662"/>
                  </a:lnTo>
                  <a:lnTo>
                    <a:pt x="65931" y="34289"/>
                  </a:lnTo>
                  <a:lnTo>
                    <a:pt x="66900" y="33879"/>
                  </a:lnTo>
                  <a:lnTo>
                    <a:pt x="67124" y="33786"/>
                  </a:lnTo>
                  <a:lnTo>
                    <a:pt x="67310" y="33656"/>
                  </a:lnTo>
                  <a:lnTo>
                    <a:pt x="67496" y="33506"/>
                  </a:lnTo>
                  <a:lnTo>
                    <a:pt x="67645" y="33357"/>
                  </a:lnTo>
                  <a:lnTo>
                    <a:pt x="67795" y="33171"/>
                  </a:lnTo>
                  <a:lnTo>
                    <a:pt x="67906" y="32985"/>
                  </a:lnTo>
                  <a:lnTo>
                    <a:pt x="68000" y="32780"/>
                  </a:lnTo>
                  <a:lnTo>
                    <a:pt x="68093" y="32575"/>
                  </a:lnTo>
                  <a:lnTo>
                    <a:pt x="68149" y="32351"/>
                  </a:lnTo>
                  <a:lnTo>
                    <a:pt x="68205" y="32127"/>
                  </a:lnTo>
                  <a:lnTo>
                    <a:pt x="68223" y="31885"/>
                  </a:lnTo>
                  <a:lnTo>
                    <a:pt x="68242" y="31643"/>
                  </a:lnTo>
                  <a:lnTo>
                    <a:pt x="68223" y="31382"/>
                  </a:lnTo>
                  <a:lnTo>
                    <a:pt x="68205" y="31140"/>
                  </a:lnTo>
                  <a:lnTo>
                    <a:pt x="68167" y="30879"/>
                  </a:lnTo>
                  <a:lnTo>
                    <a:pt x="68111" y="30618"/>
                  </a:lnTo>
                  <a:lnTo>
                    <a:pt x="68037" y="30394"/>
                  </a:lnTo>
                  <a:lnTo>
                    <a:pt x="67944" y="30208"/>
                  </a:lnTo>
                  <a:lnTo>
                    <a:pt x="67832" y="30040"/>
                  </a:lnTo>
                  <a:lnTo>
                    <a:pt x="67701" y="29891"/>
                  </a:lnTo>
                  <a:lnTo>
                    <a:pt x="67571" y="29761"/>
                  </a:lnTo>
                  <a:lnTo>
                    <a:pt x="67422" y="29649"/>
                  </a:lnTo>
                  <a:lnTo>
                    <a:pt x="67273" y="29537"/>
                  </a:lnTo>
                  <a:lnTo>
                    <a:pt x="67105" y="29463"/>
                  </a:lnTo>
                  <a:lnTo>
                    <a:pt x="66937" y="29388"/>
                  </a:lnTo>
                  <a:lnTo>
                    <a:pt x="66751" y="29314"/>
                  </a:lnTo>
                  <a:lnTo>
                    <a:pt x="66397" y="29220"/>
                  </a:lnTo>
                  <a:lnTo>
                    <a:pt x="66043" y="29127"/>
                  </a:lnTo>
                  <a:lnTo>
                    <a:pt x="65707" y="29071"/>
                  </a:lnTo>
                  <a:lnTo>
                    <a:pt x="65279" y="28960"/>
                  </a:lnTo>
                  <a:lnTo>
                    <a:pt x="64850" y="28885"/>
                  </a:lnTo>
                  <a:lnTo>
                    <a:pt x="64403" y="28810"/>
                  </a:lnTo>
                  <a:lnTo>
                    <a:pt x="63974" y="28755"/>
                  </a:lnTo>
                  <a:lnTo>
                    <a:pt x="63546" y="28717"/>
                  </a:lnTo>
                  <a:lnTo>
                    <a:pt x="63099" y="28699"/>
                  </a:lnTo>
                  <a:lnTo>
                    <a:pt x="62223" y="28680"/>
                  </a:lnTo>
                  <a:lnTo>
                    <a:pt x="61701" y="28680"/>
                  </a:lnTo>
                  <a:lnTo>
                    <a:pt x="61179" y="28699"/>
                  </a:lnTo>
                  <a:lnTo>
                    <a:pt x="60154" y="28755"/>
                  </a:lnTo>
                  <a:lnTo>
                    <a:pt x="59111" y="28848"/>
                  </a:lnTo>
                  <a:lnTo>
                    <a:pt x="58086" y="28941"/>
                  </a:lnTo>
                  <a:lnTo>
                    <a:pt x="57042" y="29053"/>
                  </a:lnTo>
                  <a:lnTo>
                    <a:pt x="56017" y="29146"/>
                  </a:lnTo>
                  <a:lnTo>
                    <a:pt x="55011" y="29202"/>
                  </a:lnTo>
                  <a:lnTo>
                    <a:pt x="54508" y="29220"/>
                  </a:lnTo>
                  <a:lnTo>
                    <a:pt x="54005" y="29220"/>
                  </a:lnTo>
                  <a:lnTo>
                    <a:pt x="53148" y="29202"/>
                  </a:lnTo>
                  <a:lnTo>
                    <a:pt x="52738" y="29183"/>
                  </a:lnTo>
                  <a:lnTo>
                    <a:pt x="52328" y="29146"/>
                  </a:lnTo>
                  <a:lnTo>
                    <a:pt x="51918" y="29090"/>
                  </a:lnTo>
                  <a:lnTo>
                    <a:pt x="51508" y="29015"/>
                  </a:lnTo>
                  <a:lnTo>
                    <a:pt x="51098" y="28941"/>
                  </a:lnTo>
                  <a:lnTo>
                    <a:pt x="50688" y="28848"/>
                  </a:lnTo>
                  <a:lnTo>
                    <a:pt x="50296" y="28717"/>
                  </a:lnTo>
                  <a:lnTo>
                    <a:pt x="49905" y="28587"/>
                  </a:lnTo>
                  <a:lnTo>
                    <a:pt x="49514" y="28438"/>
                  </a:lnTo>
                  <a:lnTo>
                    <a:pt x="49122" y="28270"/>
                  </a:lnTo>
                  <a:lnTo>
                    <a:pt x="48750" y="28065"/>
                  </a:lnTo>
                  <a:lnTo>
                    <a:pt x="48377" y="27860"/>
                  </a:lnTo>
                  <a:lnTo>
                    <a:pt x="48004" y="27618"/>
                  </a:lnTo>
                  <a:lnTo>
                    <a:pt x="47650" y="27357"/>
                  </a:lnTo>
                  <a:lnTo>
                    <a:pt x="47501" y="27208"/>
                  </a:lnTo>
                  <a:lnTo>
                    <a:pt x="47427" y="27077"/>
                  </a:lnTo>
                  <a:lnTo>
                    <a:pt x="47371" y="26928"/>
                  </a:lnTo>
                  <a:lnTo>
                    <a:pt x="47371" y="26779"/>
                  </a:lnTo>
                  <a:lnTo>
                    <a:pt x="47408" y="26630"/>
                  </a:lnTo>
                  <a:lnTo>
                    <a:pt x="47483" y="26500"/>
                  </a:lnTo>
                  <a:lnTo>
                    <a:pt x="47576" y="26351"/>
                  </a:lnTo>
                  <a:lnTo>
                    <a:pt x="47706" y="26202"/>
                  </a:lnTo>
                  <a:lnTo>
                    <a:pt x="47855" y="26071"/>
                  </a:lnTo>
                  <a:lnTo>
                    <a:pt x="48023" y="25941"/>
                  </a:lnTo>
                  <a:lnTo>
                    <a:pt x="48209" y="25829"/>
                  </a:lnTo>
                  <a:lnTo>
                    <a:pt x="48396" y="25736"/>
                  </a:lnTo>
                  <a:lnTo>
                    <a:pt x="48582" y="25643"/>
                  </a:lnTo>
                  <a:lnTo>
                    <a:pt x="48787" y="25549"/>
                  </a:lnTo>
                  <a:lnTo>
                    <a:pt x="48992" y="25493"/>
                  </a:lnTo>
                  <a:lnTo>
                    <a:pt x="49197" y="25456"/>
                  </a:lnTo>
                  <a:lnTo>
                    <a:pt x="52439" y="24767"/>
                  </a:lnTo>
                  <a:lnTo>
                    <a:pt x="55645" y="24077"/>
                  </a:lnTo>
                  <a:lnTo>
                    <a:pt x="57229" y="23742"/>
                  </a:lnTo>
                  <a:lnTo>
                    <a:pt x="58794" y="23369"/>
                  </a:lnTo>
                  <a:lnTo>
                    <a:pt x="60359" y="22996"/>
                  </a:lnTo>
                  <a:lnTo>
                    <a:pt x="61906" y="22605"/>
                  </a:lnTo>
                  <a:lnTo>
                    <a:pt x="63434" y="22176"/>
                  </a:lnTo>
                  <a:lnTo>
                    <a:pt x="64962" y="21711"/>
                  </a:lnTo>
                  <a:lnTo>
                    <a:pt x="66471" y="21226"/>
                  </a:lnTo>
                  <a:lnTo>
                    <a:pt x="67981" y="20686"/>
                  </a:lnTo>
                  <a:lnTo>
                    <a:pt x="68745" y="20406"/>
                  </a:lnTo>
                  <a:lnTo>
                    <a:pt x="69490" y="20108"/>
                  </a:lnTo>
                  <a:lnTo>
                    <a:pt x="70236" y="19810"/>
                  </a:lnTo>
                  <a:lnTo>
                    <a:pt x="70981" y="19493"/>
                  </a:lnTo>
                  <a:lnTo>
                    <a:pt x="71727" y="19158"/>
                  </a:lnTo>
                  <a:lnTo>
                    <a:pt x="72472" y="18804"/>
                  </a:lnTo>
                  <a:lnTo>
                    <a:pt x="73217" y="18431"/>
                  </a:lnTo>
                  <a:lnTo>
                    <a:pt x="73963" y="18058"/>
                  </a:lnTo>
                  <a:lnTo>
                    <a:pt x="74559" y="17741"/>
                  </a:lnTo>
                  <a:lnTo>
                    <a:pt x="75137" y="17406"/>
                  </a:lnTo>
                  <a:lnTo>
                    <a:pt x="75714" y="17052"/>
                  </a:lnTo>
                  <a:lnTo>
                    <a:pt x="76273" y="16698"/>
                  </a:lnTo>
                  <a:lnTo>
                    <a:pt x="76832" y="16306"/>
                  </a:lnTo>
                  <a:lnTo>
                    <a:pt x="77354" y="15934"/>
                  </a:lnTo>
                  <a:lnTo>
                    <a:pt x="77876" y="15524"/>
                  </a:lnTo>
                  <a:lnTo>
                    <a:pt x="78398" y="15114"/>
                  </a:lnTo>
                  <a:lnTo>
                    <a:pt x="78882" y="14704"/>
                  </a:lnTo>
                  <a:lnTo>
                    <a:pt x="79367" y="14275"/>
                  </a:lnTo>
                  <a:lnTo>
                    <a:pt x="79833" y="13828"/>
                  </a:lnTo>
                  <a:lnTo>
                    <a:pt x="80299" y="13362"/>
                  </a:lnTo>
                  <a:lnTo>
                    <a:pt x="80746" y="12915"/>
                  </a:lnTo>
                  <a:lnTo>
                    <a:pt x="81193" y="12430"/>
                  </a:lnTo>
                  <a:lnTo>
                    <a:pt x="81603" y="11946"/>
                  </a:lnTo>
                  <a:lnTo>
                    <a:pt x="82013" y="11461"/>
                  </a:lnTo>
                  <a:lnTo>
                    <a:pt x="82423" y="10958"/>
                  </a:lnTo>
                  <a:lnTo>
                    <a:pt x="82814" y="10455"/>
                  </a:lnTo>
                  <a:lnTo>
                    <a:pt x="83187" y="9933"/>
                  </a:lnTo>
                  <a:lnTo>
                    <a:pt x="83560" y="9411"/>
                  </a:lnTo>
                  <a:lnTo>
                    <a:pt x="83914" y="8871"/>
                  </a:lnTo>
                  <a:lnTo>
                    <a:pt x="84249" y="8331"/>
                  </a:lnTo>
                  <a:lnTo>
                    <a:pt x="84585" y="7772"/>
                  </a:lnTo>
                  <a:lnTo>
                    <a:pt x="84920" y="7213"/>
                  </a:lnTo>
                  <a:lnTo>
                    <a:pt x="85218" y="6654"/>
                  </a:lnTo>
                  <a:lnTo>
                    <a:pt x="85535" y="6076"/>
                  </a:lnTo>
                  <a:lnTo>
                    <a:pt x="85814" y="5498"/>
                  </a:lnTo>
                  <a:lnTo>
                    <a:pt x="86094" y="4920"/>
                  </a:lnTo>
                  <a:lnTo>
                    <a:pt x="86374" y="4343"/>
                  </a:lnTo>
                  <a:lnTo>
                    <a:pt x="86634" y="3746"/>
                  </a:lnTo>
                  <a:lnTo>
                    <a:pt x="87119" y="2535"/>
                  </a:lnTo>
                  <a:lnTo>
                    <a:pt x="87026" y="1902"/>
                  </a:lnTo>
                  <a:lnTo>
                    <a:pt x="86914" y="1287"/>
                  </a:lnTo>
                  <a:lnTo>
                    <a:pt x="86765" y="672"/>
                  </a:lnTo>
                  <a:lnTo>
                    <a:pt x="86616" y="57"/>
                  </a:lnTo>
                  <a:lnTo>
                    <a:pt x="86597" y="57"/>
                  </a:lnTo>
                  <a:lnTo>
                    <a:pt x="86597" y="38"/>
                  </a:lnTo>
                  <a:lnTo>
                    <a:pt x="86597" y="19"/>
                  </a:lnTo>
                  <a:lnTo>
                    <a:pt x="86597" y="1"/>
                  </a:lnTo>
                  <a:close/>
                  <a:moveTo>
                    <a:pt x="10436" y="27208"/>
                  </a:moveTo>
                  <a:lnTo>
                    <a:pt x="10231" y="27227"/>
                  </a:lnTo>
                  <a:lnTo>
                    <a:pt x="10045" y="27264"/>
                  </a:lnTo>
                  <a:lnTo>
                    <a:pt x="9859" y="27320"/>
                  </a:lnTo>
                  <a:lnTo>
                    <a:pt x="9672" y="27394"/>
                  </a:lnTo>
                  <a:lnTo>
                    <a:pt x="9486" y="27469"/>
                  </a:lnTo>
                  <a:lnTo>
                    <a:pt x="9300" y="27581"/>
                  </a:lnTo>
                  <a:lnTo>
                    <a:pt x="9113" y="27692"/>
                  </a:lnTo>
                  <a:lnTo>
                    <a:pt x="8834" y="27935"/>
                  </a:lnTo>
                  <a:lnTo>
                    <a:pt x="8592" y="28177"/>
                  </a:lnTo>
                  <a:lnTo>
                    <a:pt x="8405" y="28438"/>
                  </a:lnTo>
                  <a:lnTo>
                    <a:pt x="8238" y="28699"/>
                  </a:lnTo>
                  <a:lnTo>
                    <a:pt x="8126" y="28960"/>
                  </a:lnTo>
                  <a:lnTo>
                    <a:pt x="8033" y="29220"/>
                  </a:lnTo>
                  <a:lnTo>
                    <a:pt x="7977" y="29500"/>
                  </a:lnTo>
                  <a:lnTo>
                    <a:pt x="7958" y="29761"/>
                  </a:lnTo>
                  <a:lnTo>
                    <a:pt x="7958" y="30040"/>
                  </a:lnTo>
                  <a:lnTo>
                    <a:pt x="7995" y="30320"/>
                  </a:lnTo>
                  <a:lnTo>
                    <a:pt x="8051" y="30599"/>
                  </a:lnTo>
                  <a:lnTo>
                    <a:pt x="8107" y="30879"/>
                  </a:lnTo>
                  <a:lnTo>
                    <a:pt x="8200" y="31158"/>
                  </a:lnTo>
                  <a:lnTo>
                    <a:pt x="8293" y="31438"/>
                  </a:lnTo>
                  <a:lnTo>
                    <a:pt x="8536" y="32016"/>
                  </a:lnTo>
                  <a:lnTo>
                    <a:pt x="8797" y="32593"/>
                  </a:lnTo>
                  <a:lnTo>
                    <a:pt x="9057" y="33152"/>
                  </a:lnTo>
                  <a:lnTo>
                    <a:pt x="9300" y="33730"/>
                  </a:lnTo>
                  <a:lnTo>
                    <a:pt x="9523" y="34289"/>
                  </a:lnTo>
                  <a:lnTo>
                    <a:pt x="9616" y="34569"/>
                  </a:lnTo>
                  <a:lnTo>
                    <a:pt x="9691" y="34848"/>
                  </a:lnTo>
                  <a:lnTo>
                    <a:pt x="9747" y="35128"/>
                  </a:lnTo>
                  <a:lnTo>
                    <a:pt x="9766" y="35407"/>
                  </a:lnTo>
                  <a:lnTo>
                    <a:pt x="9784" y="35668"/>
                  </a:lnTo>
                  <a:lnTo>
                    <a:pt x="9766" y="35948"/>
                  </a:lnTo>
                  <a:lnTo>
                    <a:pt x="9710" y="36209"/>
                  </a:lnTo>
                  <a:lnTo>
                    <a:pt x="9635" y="36469"/>
                  </a:lnTo>
                  <a:lnTo>
                    <a:pt x="9579" y="36656"/>
                  </a:lnTo>
                  <a:lnTo>
                    <a:pt x="9486" y="36824"/>
                  </a:lnTo>
                  <a:lnTo>
                    <a:pt x="9374" y="36954"/>
                  </a:lnTo>
                  <a:lnTo>
                    <a:pt x="9262" y="37066"/>
                  </a:lnTo>
                  <a:lnTo>
                    <a:pt x="9113" y="37140"/>
                  </a:lnTo>
                  <a:lnTo>
                    <a:pt x="8946" y="37196"/>
                  </a:lnTo>
                  <a:lnTo>
                    <a:pt x="8778" y="37215"/>
                  </a:lnTo>
                  <a:lnTo>
                    <a:pt x="8592" y="37233"/>
                  </a:lnTo>
                  <a:lnTo>
                    <a:pt x="8405" y="37215"/>
                  </a:lnTo>
                  <a:lnTo>
                    <a:pt x="8219" y="37196"/>
                  </a:lnTo>
                  <a:lnTo>
                    <a:pt x="7846" y="37122"/>
                  </a:lnTo>
                  <a:lnTo>
                    <a:pt x="7436" y="37010"/>
                  </a:lnTo>
                  <a:lnTo>
                    <a:pt x="7026" y="36879"/>
                  </a:lnTo>
                  <a:lnTo>
                    <a:pt x="6225" y="36581"/>
                  </a:lnTo>
                  <a:lnTo>
                    <a:pt x="5498" y="36302"/>
                  </a:lnTo>
                  <a:lnTo>
                    <a:pt x="5237" y="36190"/>
                  </a:lnTo>
                  <a:lnTo>
                    <a:pt x="4939" y="36097"/>
                  </a:lnTo>
                  <a:lnTo>
                    <a:pt x="4641" y="36022"/>
                  </a:lnTo>
                  <a:lnTo>
                    <a:pt x="4343" y="35948"/>
                  </a:lnTo>
                  <a:lnTo>
                    <a:pt x="4026" y="35892"/>
                  </a:lnTo>
                  <a:lnTo>
                    <a:pt x="3709" y="35854"/>
                  </a:lnTo>
                  <a:lnTo>
                    <a:pt x="3392" y="35817"/>
                  </a:lnTo>
                  <a:lnTo>
                    <a:pt x="3076" y="35817"/>
                  </a:lnTo>
                  <a:lnTo>
                    <a:pt x="2647" y="35836"/>
                  </a:lnTo>
                  <a:lnTo>
                    <a:pt x="2423" y="35854"/>
                  </a:lnTo>
                  <a:lnTo>
                    <a:pt x="2218" y="35892"/>
                  </a:lnTo>
                  <a:lnTo>
                    <a:pt x="2013" y="35948"/>
                  </a:lnTo>
                  <a:lnTo>
                    <a:pt x="1827" y="36004"/>
                  </a:lnTo>
                  <a:lnTo>
                    <a:pt x="1641" y="36059"/>
                  </a:lnTo>
                  <a:lnTo>
                    <a:pt x="1473" y="36153"/>
                  </a:lnTo>
                  <a:lnTo>
                    <a:pt x="1305" y="36246"/>
                  </a:lnTo>
                  <a:lnTo>
                    <a:pt x="1138" y="36358"/>
                  </a:lnTo>
                  <a:lnTo>
                    <a:pt x="1007" y="36488"/>
                  </a:lnTo>
                  <a:lnTo>
                    <a:pt x="877" y="36619"/>
                  </a:lnTo>
                  <a:lnTo>
                    <a:pt x="765" y="36768"/>
                  </a:lnTo>
                  <a:lnTo>
                    <a:pt x="653" y="36935"/>
                  </a:lnTo>
                  <a:lnTo>
                    <a:pt x="579" y="37122"/>
                  </a:lnTo>
                  <a:lnTo>
                    <a:pt x="523" y="37327"/>
                  </a:lnTo>
                  <a:lnTo>
                    <a:pt x="429" y="37662"/>
                  </a:lnTo>
                  <a:lnTo>
                    <a:pt x="355" y="37998"/>
                  </a:lnTo>
                  <a:lnTo>
                    <a:pt x="280" y="38333"/>
                  </a:lnTo>
                  <a:lnTo>
                    <a:pt x="225" y="38668"/>
                  </a:lnTo>
                  <a:lnTo>
                    <a:pt x="187" y="38985"/>
                  </a:lnTo>
                  <a:lnTo>
                    <a:pt x="169" y="39321"/>
                  </a:lnTo>
                  <a:lnTo>
                    <a:pt x="150" y="39637"/>
                  </a:lnTo>
                  <a:lnTo>
                    <a:pt x="150" y="39954"/>
                  </a:lnTo>
                  <a:lnTo>
                    <a:pt x="169" y="40271"/>
                  </a:lnTo>
                  <a:lnTo>
                    <a:pt x="187" y="40588"/>
                  </a:lnTo>
                  <a:lnTo>
                    <a:pt x="225" y="40905"/>
                  </a:lnTo>
                  <a:lnTo>
                    <a:pt x="262" y="41203"/>
                  </a:lnTo>
                  <a:lnTo>
                    <a:pt x="392" y="41818"/>
                  </a:lnTo>
                  <a:lnTo>
                    <a:pt x="560" y="42395"/>
                  </a:lnTo>
                  <a:lnTo>
                    <a:pt x="746" y="42973"/>
                  </a:lnTo>
                  <a:lnTo>
                    <a:pt x="989" y="43551"/>
                  </a:lnTo>
                  <a:lnTo>
                    <a:pt x="1268" y="44091"/>
                  </a:lnTo>
                  <a:lnTo>
                    <a:pt x="1585" y="44632"/>
                  </a:lnTo>
                  <a:lnTo>
                    <a:pt x="1920" y="45135"/>
                  </a:lnTo>
                  <a:lnTo>
                    <a:pt x="2312" y="45638"/>
                  </a:lnTo>
                  <a:lnTo>
                    <a:pt x="2703" y="46122"/>
                  </a:lnTo>
                  <a:lnTo>
                    <a:pt x="3132" y="46588"/>
                  </a:lnTo>
                  <a:lnTo>
                    <a:pt x="3597" y="47035"/>
                  </a:lnTo>
                  <a:lnTo>
                    <a:pt x="4063" y="47464"/>
                  </a:lnTo>
                  <a:lnTo>
                    <a:pt x="4566" y="47874"/>
                  </a:lnTo>
                  <a:lnTo>
                    <a:pt x="5088" y="48265"/>
                  </a:lnTo>
                  <a:lnTo>
                    <a:pt x="5629" y="48619"/>
                  </a:lnTo>
                  <a:lnTo>
                    <a:pt x="6188" y="48973"/>
                  </a:lnTo>
                  <a:lnTo>
                    <a:pt x="6747" y="49290"/>
                  </a:lnTo>
                  <a:lnTo>
                    <a:pt x="7343" y="49588"/>
                  </a:lnTo>
                  <a:lnTo>
                    <a:pt x="7921" y="49868"/>
                  </a:lnTo>
                  <a:lnTo>
                    <a:pt x="8517" y="50110"/>
                  </a:lnTo>
                  <a:lnTo>
                    <a:pt x="9132" y="50334"/>
                  </a:lnTo>
                  <a:lnTo>
                    <a:pt x="9747" y="50539"/>
                  </a:lnTo>
                  <a:lnTo>
                    <a:pt x="10362" y="50725"/>
                  </a:lnTo>
                  <a:lnTo>
                    <a:pt x="10977" y="50874"/>
                  </a:lnTo>
                  <a:lnTo>
                    <a:pt x="11592" y="50986"/>
                  </a:lnTo>
                  <a:lnTo>
                    <a:pt x="12207" y="51079"/>
                  </a:lnTo>
                  <a:lnTo>
                    <a:pt x="12859" y="51154"/>
                  </a:lnTo>
                  <a:lnTo>
                    <a:pt x="13493" y="51191"/>
                  </a:lnTo>
                  <a:lnTo>
                    <a:pt x="14145" y="51210"/>
                  </a:lnTo>
                  <a:lnTo>
                    <a:pt x="15710" y="51210"/>
                  </a:lnTo>
                  <a:lnTo>
                    <a:pt x="16642" y="51154"/>
                  </a:lnTo>
                  <a:lnTo>
                    <a:pt x="17574" y="51079"/>
                  </a:lnTo>
                  <a:lnTo>
                    <a:pt x="18505" y="51005"/>
                  </a:lnTo>
                  <a:lnTo>
                    <a:pt x="19418" y="50893"/>
                  </a:lnTo>
                  <a:lnTo>
                    <a:pt x="20350" y="50762"/>
                  </a:lnTo>
                  <a:lnTo>
                    <a:pt x="22195" y="50483"/>
                  </a:lnTo>
                  <a:lnTo>
                    <a:pt x="21692" y="50278"/>
                  </a:lnTo>
                  <a:lnTo>
                    <a:pt x="21189" y="50054"/>
                  </a:lnTo>
                  <a:lnTo>
                    <a:pt x="20704" y="49831"/>
                  </a:lnTo>
                  <a:lnTo>
                    <a:pt x="20220" y="49588"/>
                  </a:lnTo>
                  <a:lnTo>
                    <a:pt x="19735" y="49328"/>
                  </a:lnTo>
                  <a:lnTo>
                    <a:pt x="19269" y="49048"/>
                  </a:lnTo>
                  <a:lnTo>
                    <a:pt x="18822" y="48750"/>
                  </a:lnTo>
                  <a:lnTo>
                    <a:pt x="18375" y="48433"/>
                  </a:lnTo>
                  <a:lnTo>
                    <a:pt x="17928" y="48116"/>
                  </a:lnTo>
                  <a:lnTo>
                    <a:pt x="17518" y="47762"/>
                  </a:lnTo>
                  <a:lnTo>
                    <a:pt x="17108" y="47427"/>
                  </a:lnTo>
                  <a:lnTo>
                    <a:pt x="16698" y="47054"/>
                  </a:lnTo>
                  <a:lnTo>
                    <a:pt x="16306" y="46681"/>
                  </a:lnTo>
                  <a:lnTo>
                    <a:pt x="15934" y="46271"/>
                  </a:lnTo>
                  <a:lnTo>
                    <a:pt x="15580" y="45880"/>
                  </a:lnTo>
                  <a:lnTo>
                    <a:pt x="15226" y="45451"/>
                  </a:lnTo>
                  <a:lnTo>
                    <a:pt x="14890" y="45023"/>
                  </a:lnTo>
                  <a:lnTo>
                    <a:pt x="14573" y="44576"/>
                  </a:lnTo>
                  <a:lnTo>
                    <a:pt x="14257" y="44128"/>
                  </a:lnTo>
                  <a:lnTo>
                    <a:pt x="13977" y="43663"/>
                  </a:lnTo>
                  <a:lnTo>
                    <a:pt x="13698" y="43197"/>
                  </a:lnTo>
                  <a:lnTo>
                    <a:pt x="13437" y="42694"/>
                  </a:lnTo>
                  <a:lnTo>
                    <a:pt x="13194" y="42209"/>
                  </a:lnTo>
                  <a:lnTo>
                    <a:pt x="12971" y="41706"/>
                  </a:lnTo>
                  <a:lnTo>
                    <a:pt x="12747" y="41184"/>
                  </a:lnTo>
                  <a:lnTo>
                    <a:pt x="12561" y="40662"/>
                  </a:lnTo>
                  <a:lnTo>
                    <a:pt x="12374" y="40122"/>
                  </a:lnTo>
                  <a:lnTo>
                    <a:pt x="12225" y="39581"/>
                  </a:lnTo>
                  <a:lnTo>
                    <a:pt x="12076" y="39022"/>
                  </a:lnTo>
                  <a:lnTo>
                    <a:pt x="11964" y="38463"/>
                  </a:lnTo>
                  <a:lnTo>
                    <a:pt x="11871" y="37886"/>
                  </a:lnTo>
                  <a:lnTo>
                    <a:pt x="11778" y="37308"/>
                  </a:lnTo>
                  <a:lnTo>
                    <a:pt x="11722" y="36693"/>
                  </a:lnTo>
                  <a:lnTo>
                    <a:pt x="11666" y="36097"/>
                  </a:lnTo>
                  <a:lnTo>
                    <a:pt x="11648" y="35482"/>
                  </a:lnTo>
                  <a:lnTo>
                    <a:pt x="11666" y="34867"/>
                  </a:lnTo>
                  <a:lnTo>
                    <a:pt x="11685" y="34271"/>
                  </a:lnTo>
                  <a:lnTo>
                    <a:pt x="11741" y="33674"/>
                  </a:lnTo>
                  <a:lnTo>
                    <a:pt x="11797" y="33097"/>
                  </a:lnTo>
                  <a:lnTo>
                    <a:pt x="11890" y="32500"/>
                  </a:lnTo>
                  <a:lnTo>
                    <a:pt x="12002" y="31923"/>
                  </a:lnTo>
                  <a:lnTo>
                    <a:pt x="12151" y="31345"/>
                  </a:lnTo>
                  <a:lnTo>
                    <a:pt x="12300" y="30786"/>
                  </a:lnTo>
                  <a:lnTo>
                    <a:pt x="12468" y="30227"/>
                  </a:lnTo>
                  <a:lnTo>
                    <a:pt x="12673" y="29686"/>
                  </a:lnTo>
                  <a:lnTo>
                    <a:pt x="12878" y="29146"/>
                  </a:lnTo>
                  <a:lnTo>
                    <a:pt x="13101" y="28605"/>
                  </a:lnTo>
                  <a:lnTo>
                    <a:pt x="13362" y="28084"/>
                  </a:lnTo>
                  <a:lnTo>
                    <a:pt x="13027" y="27916"/>
                  </a:lnTo>
                  <a:lnTo>
                    <a:pt x="12691" y="27748"/>
                  </a:lnTo>
                  <a:lnTo>
                    <a:pt x="12337" y="27599"/>
                  </a:lnTo>
                  <a:lnTo>
                    <a:pt x="12002" y="27469"/>
                  </a:lnTo>
                  <a:lnTo>
                    <a:pt x="11648" y="27357"/>
                  </a:lnTo>
                  <a:lnTo>
                    <a:pt x="11312" y="27282"/>
                  </a:lnTo>
                  <a:lnTo>
                    <a:pt x="10958" y="27227"/>
                  </a:lnTo>
                  <a:lnTo>
                    <a:pt x="10623" y="27208"/>
                  </a:lnTo>
                  <a:close/>
                  <a:moveTo>
                    <a:pt x="46048" y="41706"/>
                  </a:moveTo>
                  <a:lnTo>
                    <a:pt x="44911" y="41743"/>
                  </a:lnTo>
                  <a:lnTo>
                    <a:pt x="42619" y="41855"/>
                  </a:lnTo>
                  <a:lnTo>
                    <a:pt x="42339" y="42470"/>
                  </a:lnTo>
                  <a:lnTo>
                    <a:pt x="42023" y="43085"/>
                  </a:lnTo>
                  <a:lnTo>
                    <a:pt x="41668" y="43663"/>
                  </a:lnTo>
                  <a:lnTo>
                    <a:pt x="41314" y="44240"/>
                  </a:lnTo>
                  <a:lnTo>
                    <a:pt x="40923" y="44799"/>
                  </a:lnTo>
                  <a:lnTo>
                    <a:pt x="40513" y="45340"/>
                  </a:lnTo>
                  <a:lnTo>
                    <a:pt x="40085" y="45861"/>
                  </a:lnTo>
                  <a:lnTo>
                    <a:pt x="39637" y="46365"/>
                  </a:lnTo>
                  <a:lnTo>
                    <a:pt x="39153" y="46849"/>
                  </a:lnTo>
                  <a:lnTo>
                    <a:pt x="38668" y="47315"/>
                  </a:lnTo>
                  <a:lnTo>
                    <a:pt x="38146" y="47762"/>
                  </a:lnTo>
                  <a:lnTo>
                    <a:pt x="37625" y="48191"/>
                  </a:lnTo>
                  <a:lnTo>
                    <a:pt x="37066" y="48582"/>
                  </a:lnTo>
                  <a:lnTo>
                    <a:pt x="36488" y="48973"/>
                  </a:lnTo>
                  <a:lnTo>
                    <a:pt x="35910" y="49328"/>
                  </a:lnTo>
                  <a:lnTo>
                    <a:pt x="35295" y="49663"/>
                  </a:lnTo>
                  <a:lnTo>
                    <a:pt x="35594" y="49700"/>
                  </a:lnTo>
                  <a:lnTo>
                    <a:pt x="35612" y="50036"/>
                  </a:lnTo>
                  <a:lnTo>
                    <a:pt x="35575" y="50371"/>
                  </a:lnTo>
                  <a:lnTo>
                    <a:pt x="35519" y="50669"/>
                  </a:lnTo>
                  <a:lnTo>
                    <a:pt x="35444" y="50967"/>
                  </a:lnTo>
                  <a:lnTo>
                    <a:pt x="35333" y="51247"/>
                  </a:lnTo>
                  <a:lnTo>
                    <a:pt x="35202" y="51526"/>
                  </a:lnTo>
                  <a:lnTo>
                    <a:pt x="35053" y="51787"/>
                  </a:lnTo>
                  <a:lnTo>
                    <a:pt x="34867" y="52048"/>
                  </a:lnTo>
                  <a:lnTo>
                    <a:pt x="34680" y="52291"/>
                  </a:lnTo>
                  <a:lnTo>
                    <a:pt x="34475" y="52514"/>
                  </a:lnTo>
                  <a:lnTo>
                    <a:pt x="34233" y="52738"/>
                  </a:lnTo>
                  <a:lnTo>
                    <a:pt x="33991" y="52943"/>
                  </a:lnTo>
                  <a:lnTo>
                    <a:pt x="33730" y="53148"/>
                  </a:lnTo>
                  <a:lnTo>
                    <a:pt x="33450" y="53334"/>
                  </a:lnTo>
                  <a:lnTo>
                    <a:pt x="33171" y="53520"/>
                  </a:lnTo>
                  <a:lnTo>
                    <a:pt x="32873" y="53688"/>
                  </a:lnTo>
                  <a:lnTo>
                    <a:pt x="32556" y="53856"/>
                  </a:lnTo>
                  <a:lnTo>
                    <a:pt x="32258" y="54005"/>
                  </a:lnTo>
                  <a:lnTo>
                    <a:pt x="31606" y="54266"/>
                  </a:lnTo>
                  <a:lnTo>
                    <a:pt x="30935" y="54508"/>
                  </a:lnTo>
                  <a:lnTo>
                    <a:pt x="30264" y="54713"/>
                  </a:lnTo>
                  <a:lnTo>
                    <a:pt x="29593" y="54881"/>
                  </a:lnTo>
                  <a:lnTo>
                    <a:pt x="28922" y="55030"/>
                  </a:lnTo>
                  <a:lnTo>
                    <a:pt x="28289" y="55142"/>
                  </a:lnTo>
                  <a:lnTo>
                    <a:pt x="27692" y="55216"/>
                  </a:lnTo>
                  <a:lnTo>
                    <a:pt x="26761" y="55328"/>
                  </a:lnTo>
                  <a:lnTo>
                    <a:pt x="25810" y="55421"/>
                  </a:lnTo>
                  <a:lnTo>
                    <a:pt x="24878" y="55496"/>
                  </a:lnTo>
                  <a:lnTo>
                    <a:pt x="23947" y="55570"/>
                  </a:lnTo>
                  <a:lnTo>
                    <a:pt x="22996" y="55608"/>
                  </a:lnTo>
                  <a:lnTo>
                    <a:pt x="22065" y="55645"/>
                  </a:lnTo>
                  <a:lnTo>
                    <a:pt x="21133" y="55663"/>
                  </a:lnTo>
                  <a:lnTo>
                    <a:pt x="20201" y="55682"/>
                  </a:lnTo>
                  <a:lnTo>
                    <a:pt x="18897" y="55663"/>
                  </a:lnTo>
                  <a:lnTo>
                    <a:pt x="17592" y="55626"/>
                  </a:lnTo>
                  <a:lnTo>
                    <a:pt x="16288" y="55552"/>
                  </a:lnTo>
                  <a:lnTo>
                    <a:pt x="14983" y="55440"/>
                  </a:lnTo>
                  <a:lnTo>
                    <a:pt x="13698" y="55309"/>
                  </a:lnTo>
                  <a:lnTo>
                    <a:pt x="12412" y="55142"/>
                  </a:lnTo>
                  <a:lnTo>
                    <a:pt x="11126" y="54955"/>
                  </a:lnTo>
                  <a:lnTo>
                    <a:pt x="9859" y="54732"/>
                  </a:lnTo>
                  <a:lnTo>
                    <a:pt x="8592" y="54471"/>
                  </a:lnTo>
                  <a:lnTo>
                    <a:pt x="7343" y="54173"/>
                  </a:lnTo>
                  <a:lnTo>
                    <a:pt x="6094" y="53856"/>
                  </a:lnTo>
                  <a:lnTo>
                    <a:pt x="4846" y="53502"/>
                  </a:lnTo>
                  <a:lnTo>
                    <a:pt x="3616" y="53110"/>
                  </a:lnTo>
                  <a:lnTo>
                    <a:pt x="2405" y="52682"/>
                  </a:lnTo>
                  <a:lnTo>
                    <a:pt x="1194" y="52235"/>
                  </a:lnTo>
                  <a:lnTo>
                    <a:pt x="1" y="51750"/>
                  </a:lnTo>
                  <a:lnTo>
                    <a:pt x="1" y="51750"/>
                  </a:lnTo>
                  <a:lnTo>
                    <a:pt x="504" y="52309"/>
                  </a:lnTo>
                  <a:lnTo>
                    <a:pt x="1026" y="52868"/>
                  </a:lnTo>
                  <a:lnTo>
                    <a:pt x="1566" y="53390"/>
                  </a:lnTo>
                  <a:lnTo>
                    <a:pt x="2144" y="53893"/>
                  </a:lnTo>
                  <a:lnTo>
                    <a:pt x="2740" y="54378"/>
                  </a:lnTo>
                  <a:lnTo>
                    <a:pt x="3355" y="54843"/>
                  </a:lnTo>
                  <a:lnTo>
                    <a:pt x="3989" y="55272"/>
                  </a:lnTo>
                  <a:lnTo>
                    <a:pt x="4622" y="55701"/>
                  </a:lnTo>
                  <a:lnTo>
                    <a:pt x="5293" y="56092"/>
                  </a:lnTo>
                  <a:lnTo>
                    <a:pt x="5964" y="56446"/>
                  </a:lnTo>
                  <a:lnTo>
                    <a:pt x="6654" y="56800"/>
                  </a:lnTo>
                  <a:lnTo>
                    <a:pt x="7362" y="57136"/>
                  </a:lnTo>
                  <a:lnTo>
                    <a:pt x="8070" y="57434"/>
                  </a:lnTo>
                  <a:lnTo>
                    <a:pt x="8778" y="57732"/>
                  </a:lnTo>
                  <a:lnTo>
                    <a:pt x="9505" y="57993"/>
                  </a:lnTo>
                  <a:lnTo>
                    <a:pt x="10231" y="58254"/>
                  </a:lnTo>
                  <a:lnTo>
                    <a:pt x="10977" y="58477"/>
                  </a:lnTo>
                  <a:lnTo>
                    <a:pt x="11722" y="58701"/>
                  </a:lnTo>
                  <a:lnTo>
                    <a:pt x="12468" y="58887"/>
                  </a:lnTo>
                  <a:lnTo>
                    <a:pt x="13213" y="59074"/>
                  </a:lnTo>
                  <a:lnTo>
                    <a:pt x="13269" y="59092"/>
                  </a:lnTo>
                  <a:lnTo>
                    <a:pt x="14424" y="59353"/>
                  </a:lnTo>
                  <a:lnTo>
                    <a:pt x="15598" y="59558"/>
                  </a:lnTo>
                  <a:lnTo>
                    <a:pt x="16791" y="59744"/>
                  </a:lnTo>
                  <a:lnTo>
                    <a:pt x="17965" y="59912"/>
                  </a:lnTo>
                  <a:lnTo>
                    <a:pt x="19158" y="60024"/>
                  </a:lnTo>
                  <a:lnTo>
                    <a:pt x="20350" y="60117"/>
                  </a:lnTo>
                  <a:lnTo>
                    <a:pt x="21543" y="60154"/>
                  </a:lnTo>
                  <a:lnTo>
                    <a:pt x="22735" y="60173"/>
                  </a:lnTo>
                  <a:lnTo>
                    <a:pt x="24077" y="60154"/>
                  </a:lnTo>
                  <a:lnTo>
                    <a:pt x="25419" y="60099"/>
                  </a:lnTo>
                  <a:lnTo>
                    <a:pt x="26742" y="59987"/>
                  </a:lnTo>
                  <a:lnTo>
                    <a:pt x="28084" y="59838"/>
                  </a:lnTo>
                  <a:lnTo>
                    <a:pt x="28885" y="59726"/>
                  </a:lnTo>
                  <a:lnTo>
                    <a:pt x="29668" y="59595"/>
                  </a:lnTo>
                  <a:lnTo>
                    <a:pt x="30469" y="59465"/>
                  </a:lnTo>
                  <a:lnTo>
                    <a:pt x="31252" y="59297"/>
                  </a:lnTo>
                  <a:lnTo>
                    <a:pt x="32034" y="59130"/>
                  </a:lnTo>
                  <a:lnTo>
                    <a:pt x="32817" y="58943"/>
                  </a:lnTo>
                  <a:lnTo>
                    <a:pt x="33600" y="58738"/>
                  </a:lnTo>
                  <a:lnTo>
                    <a:pt x="34364" y="58533"/>
                  </a:lnTo>
                  <a:lnTo>
                    <a:pt x="34438" y="58515"/>
                  </a:lnTo>
                  <a:lnTo>
                    <a:pt x="35743" y="58105"/>
                  </a:lnTo>
                  <a:lnTo>
                    <a:pt x="37047" y="57657"/>
                  </a:lnTo>
                  <a:lnTo>
                    <a:pt x="38333" y="57173"/>
                  </a:lnTo>
                  <a:lnTo>
                    <a:pt x="39600" y="56651"/>
                  </a:lnTo>
                  <a:lnTo>
                    <a:pt x="40867" y="56092"/>
                  </a:lnTo>
                  <a:lnTo>
                    <a:pt x="42116" y="55514"/>
                  </a:lnTo>
                  <a:lnTo>
                    <a:pt x="43346" y="54899"/>
                  </a:lnTo>
                  <a:lnTo>
                    <a:pt x="44576" y="54284"/>
                  </a:lnTo>
                  <a:lnTo>
                    <a:pt x="45787" y="53632"/>
                  </a:lnTo>
                  <a:lnTo>
                    <a:pt x="46998" y="52961"/>
                  </a:lnTo>
                  <a:lnTo>
                    <a:pt x="48209" y="52272"/>
                  </a:lnTo>
                  <a:lnTo>
                    <a:pt x="49402" y="51564"/>
                  </a:lnTo>
                  <a:lnTo>
                    <a:pt x="51769" y="50147"/>
                  </a:lnTo>
                  <a:lnTo>
                    <a:pt x="54117" y="48713"/>
                  </a:lnTo>
                  <a:lnTo>
                    <a:pt x="54359" y="48564"/>
                  </a:lnTo>
                  <a:lnTo>
                    <a:pt x="57508" y="46644"/>
                  </a:lnTo>
                  <a:lnTo>
                    <a:pt x="57583" y="46178"/>
                  </a:lnTo>
                  <a:lnTo>
                    <a:pt x="57639" y="45712"/>
                  </a:lnTo>
                  <a:lnTo>
                    <a:pt x="57639" y="45470"/>
                  </a:lnTo>
                  <a:lnTo>
                    <a:pt x="57639" y="45246"/>
                  </a:lnTo>
                  <a:lnTo>
                    <a:pt x="57620" y="45023"/>
                  </a:lnTo>
                  <a:lnTo>
                    <a:pt x="57583" y="44818"/>
                  </a:lnTo>
                  <a:lnTo>
                    <a:pt x="57545" y="44613"/>
                  </a:lnTo>
                  <a:lnTo>
                    <a:pt x="57471" y="44408"/>
                  </a:lnTo>
                  <a:lnTo>
                    <a:pt x="57378" y="44222"/>
                  </a:lnTo>
                  <a:lnTo>
                    <a:pt x="57266" y="44054"/>
                  </a:lnTo>
                  <a:lnTo>
                    <a:pt x="57135" y="43905"/>
                  </a:lnTo>
                  <a:lnTo>
                    <a:pt x="56986" y="43756"/>
                  </a:lnTo>
                  <a:lnTo>
                    <a:pt x="56800" y="43625"/>
                  </a:lnTo>
                  <a:lnTo>
                    <a:pt x="56595" y="43513"/>
                  </a:lnTo>
                  <a:lnTo>
                    <a:pt x="56017" y="43253"/>
                  </a:lnTo>
                  <a:lnTo>
                    <a:pt x="55458" y="43029"/>
                  </a:lnTo>
                  <a:lnTo>
                    <a:pt x="54899" y="42805"/>
                  </a:lnTo>
                  <a:lnTo>
                    <a:pt x="54322" y="42619"/>
                  </a:lnTo>
                  <a:lnTo>
                    <a:pt x="53744" y="42451"/>
                  </a:lnTo>
                  <a:lnTo>
                    <a:pt x="53166" y="42302"/>
                  </a:lnTo>
                  <a:lnTo>
                    <a:pt x="52570" y="42172"/>
                  </a:lnTo>
                  <a:lnTo>
                    <a:pt x="51992" y="42060"/>
                  </a:lnTo>
                  <a:lnTo>
                    <a:pt x="51396" y="41967"/>
                  </a:lnTo>
                  <a:lnTo>
                    <a:pt x="50800" y="41892"/>
                  </a:lnTo>
                  <a:lnTo>
                    <a:pt x="50203" y="41818"/>
                  </a:lnTo>
                  <a:lnTo>
                    <a:pt x="49607" y="41780"/>
                  </a:lnTo>
                  <a:lnTo>
                    <a:pt x="49011" y="41743"/>
                  </a:lnTo>
                  <a:lnTo>
                    <a:pt x="48396" y="41724"/>
                  </a:lnTo>
                  <a:lnTo>
                    <a:pt x="47184" y="41706"/>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4"/>
            <p:cNvSpPr/>
            <p:nvPr/>
          </p:nvSpPr>
          <p:spPr>
            <a:xfrm>
              <a:off x="181473" y="3044267"/>
              <a:ext cx="816511" cy="888951"/>
            </a:xfrm>
            <a:custGeom>
              <a:rect b="b" l="l" r="r" t="t"/>
              <a:pathLst>
                <a:path extrusionOk="0" fill="none" h="24003" w="22047">
                  <a:moveTo>
                    <a:pt x="10474" y="1"/>
                  </a:moveTo>
                  <a:lnTo>
                    <a:pt x="10474" y="1"/>
                  </a:lnTo>
                  <a:lnTo>
                    <a:pt x="10287" y="1"/>
                  </a:lnTo>
                  <a:lnTo>
                    <a:pt x="10082" y="20"/>
                  </a:lnTo>
                  <a:lnTo>
                    <a:pt x="9896" y="57"/>
                  </a:lnTo>
                  <a:lnTo>
                    <a:pt x="9710" y="113"/>
                  </a:lnTo>
                  <a:lnTo>
                    <a:pt x="9523" y="187"/>
                  </a:lnTo>
                  <a:lnTo>
                    <a:pt x="9337" y="262"/>
                  </a:lnTo>
                  <a:lnTo>
                    <a:pt x="9151" y="374"/>
                  </a:lnTo>
                  <a:lnTo>
                    <a:pt x="8964" y="485"/>
                  </a:lnTo>
                  <a:lnTo>
                    <a:pt x="8964" y="485"/>
                  </a:lnTo>
                  <a:lnTo>
                    <a:pt x="8685" y="728"/>
                  </a:lnTo>
                  <a:lnTo>
                    <a:pt x="8443" y="970"/>
                  </a:lnTo>
                  <a:lnTo>
                    <a:pt x="8256" y="1231"/>
                  </a:lnTo>
                  <a:lnTo>
                    <a:pt x="8089" y="1492"/>
                  </a:lnTo>
                  <a:lnTo>
                    <a:pt x="7977" y="1753"/>
                  </a:lnTo>
                  <a:lnTo>
                    <a:pt x="7884" y="2013"/>
                  </a:lnTo>
                  <a:lnTo>
                    <a:pt x="7828" y="2293"/>
                  </a:lnTo>
                  <a:lnTo>
                    <a:pt x="7809" y="2554"/>
                  </a:lnTo>
                  <a:lnTo>
                    <a:pt x="7809" y="2833"/>
                  </a:lnTo>
                  <a:lnTo>
                    <a:pt x="7846" y="3113"/>
                  </a:lnTo>
                  <a:lnTo>
                    <a:pt x="7902" y="3392"/>
                  </a:lnTo>
                  <a:lnTo>
                    <a:pt x="7958" y="3672"/>
                  </a:lnTo>
                  <a:lnTo>
                    <a:pt x="8051" y="3951"/>
                  </a:lnTo>
                  <a:lnTo>
                    <a:pt x="8144" y="4231"/>
                  </a:lnTo>
                  <a:lnTo>
                    <a:pt x="8387" y="4809"/>
                  </a:lnTo>
                  <a:lnTo>
                    <a:pt x="8648" y="5386"/>
                  </a:lnTo>
                  <a:lnTo>
                    <a:pt x="8908" y="5945"/>
                  </a:lnTo>
                  <a:lnTo>
                    <a:pt x="9151" y="6523"/>
                  </a:lnTo>
                  <a:lnTo>
                    <a:pt x="9374" y="7082"/>
                  </a:lnTo>
                  <a:lnTo>
                    <a:pt x="9467" y="7362"/>
                  </a:lnTo>
                  <a:lnTo>
                    <a:pt x="9542" y="7641"/>
                  </a:lnTo>
                  <a:lnTo>
                    <a:pt x="9598" y="7921"/>
                  </a:lnTo>
                  <a:lnTo>
                    <a:pt x="9617" y="8200"/>
                  </a:lnTo>
                  <a:lnTo>
                    <a:pt x="9635" y="8461"/>
                  </a:lnTo>
                  <a:lnTo>
                    <a:pt x="9617" y="8741"/>
                  </a:lnTo>
                  <a:lnTo>
                    <a:pt x="9561" y="9002"/>
                  </a:lnTo>
                  <a:lnTo>
                    <a:pt x="9486" y="9262"/>
                  </a:lnTo>
                  <a:lnTo>
                    <a:pt x="9486" y="9262"/>
                  </a:lnTo>
                  <a:lnTo>
                    <a:pt x="9430" y="9449"/>
                  </a:lnTo>
                  <a:lnTo>
                    <a:pt x="9337" y="9617"/>
                  </a:lnTo>
                  <a:lnTo>
                    <a:pt x="9225" y="9747"/>
                  </a:lnTo>
                  <a:lnTo>
                    <a:pt x="9113" y="9859"/>
                  </a:lnTo>
                  <a:lnTo>
                    <a:pt x="8964" y="9933"/>
                  </a:lnTo>
                  <a:lnTo>
                    <a:pt x="8797" y="9989"/>
                  </a:lnTo>
                  <a:lnTo>
                    <a:pt x="8629" y="10008"/>
                  </a:lnTo>
                  <a:lnTo>
                    <a:pt x="8443" y="10026"/>
                  </a:lnTo>
                  <a:lnTo>
                    <a:pt x="8443" y="10026"/>
                  </a:lnTo>
                  <a:lnTo>
                    <a:pt x="8256" y="10008"/>
                  </a:lnTo>
                  <a:lnTo>
                    <a:pt x="8070" y="9989"/>
                  </a:lnTo>
                  <a:lnTo>
                    <a:pt x="7697" y="9915"/>
                  </a:lnTo>
                  <a:lnTo>
                    <a:pt x="7287" y="9803"/>
                  </a:lnTo>
                  <a:lnTo>
                    <a:pt x="6877" y="9672"/>
                  </a:lnTo>
                  <a:lnTo>
                    <a:pt x="6076" y="9374"/>
                  </a:lnTo>
                  <a:lnTo>
                    <a:pt x="5349" y="9095"/>
                  </a:lnTo>
                  <a:lnTo>
                    <a:pt x="5349" y="9095"/>
                  </a:lnTo>
                  <a:lnTo>
                    <a:pt x="5088" y="8983"/>
                  </a:lnTo>
                  <a:lnTo>
                    <a:pt x="4790" y="8890"/>
                  </a:lnTo>
                  <a:lnTo>
                    <a:pt x="4492" y="8815"/>
                  </a:lnTo>
                  <a:lnTo>
                    <a:pt x="4194" y="8741"/>
                  </a:lnTo>
                  <a:lnTo>
                    <a:pt x="3877" y="8685"/>
                  </a:lnTo>
                  <a:lnTo>
                    <a:pt x="3560" y="8647"/>
                  </a:lnTo>
                  <a:lnTo>
                    <a:pt x="3243" y="8610"/>
                  </a:lnTo>
                  <a:lnTo>
                    <a:pt x="2927" y="8610"/>
                  </a:lnTo>
                  <a:lnTo>
                    <a:pt x="2927" y="8610"/>
                  </a:lnTo>
                  <a:lnTo>
                    <a:pt x="2498" y="8629"/>
                  </a:lnTo>
                  <a:lnTo>
                    <a:pt x="2274" y="8647"/>
                  </a:lnTo>
                  <a:lnTo>
                    <a:pt x="2069" y="8685"/>
                  </a:lnTo>
                  <a:lnTo>
                    <a:pt x="1864" y="8741"/>
                  </a:lnTo>
                  <a:lnTo>
                    <a:pt x="1678" y="8797"/>
                  </a:lnTo>
                  <a:lnTo>
                    <a:pt x="1492" y="8852"/>
                  </a:lnTo>
                  <a:lnTo>
                    <a:pt x="1324" y="8946"/>
                  </a:lnTo>
                  <a:lnTo>
                    <a:pt x="1156" y="9039"/>
                  </a:lnTo>
                  <a:lnTo>
                    <a:pt x="989" y="9151"/>
                  </a:lnTo>
                  <a:lnTo>
                    <a:pt x="858" y="9281"/>
                  </a:lnTo>
                  <a:lnTo>
                    <a:pt x="728" y="9412"/>
                  </a:lnTo>
                  <a:lnTo>
                    <a:pt x="616" y="9561"/>
                  </a:lnTo>
                  <a:lnTo>
                    <a:pt x="504" y="9728"/>
                  </a:lnTo>
                  <a:lnTo>
                    <a:pt x="430" y="9915"/>
                  </a:lnTo>
                  <a:lnTo>
                    <a:pt x="374" y="10120"/>
                  </a:lnTo>
                  <a:lnTo>
                    <a:pt x="374" y="10120"/>
                  </a:lnTo>
                  <a:lnTo>
                    <a:pt x="280" y="10455"/>
                  </a:lnTo>
                  <a:lnTo>
                    <a:pt x="206" y="10791"/>
                  </a:lnTo>
                  <a:lnTo>
                    <a:pt x="131" y="11126"/>
                  </a:lnTo>
                  <a:lnTo>
                    <a:pt x="76" y="11461"/>
                  </a:lnTo>
                  <a:lnTo>
                    <a:pt x="38" y="11778"/>
                  </a:lnTo>
                  <a:lnTo>
                    <a:pt x="20" y="12114"/>
                  </a:lnTo>
                  <a:lnTo>
                    <a:pt x="1" y="12430"/>
                  </a:lnTo>
                  <a:lnTo>
                    <a:pt x="1" y="12747"/>
                  </a:lnTo>
                  <a:lnTo>
                    <a:pt x="20" y="13064"/>
                  </a:lnTo>
                  <a:lnTo>
                    <a:pt x="38" y="13381"/>
                  </a:lnTo>
                  <a:lnTo>
                    <a:pt x="76" y="13698"/>
                  </a:lnTo>
                  <a:lnTo>
                    <a:pt x="113" y="13996"/>
                  </a:lnTo>
                  <a:lnTo>
                    <a:pt x="243" y="14611"/>
                  </a:lnTo>
                  <a:lnTo>
                    <a:pt x="411" y="15188"/>
                  </a:lnTo>
                  <a:lnTo>
                    <a:pt x="597" y="15766"/>
                  </a:lnTo>
                  <a:lnTo>
                    <a:pt x="840" y="16344"/>
                  </a:lnTo>
                  <a:lnTo>
                    <a:pt x="1119" y="16884"/>
                  </a:lnTo>
                  <a:lnTo>
                    <a:pt x="1436" y="17425"/>
                  </a:lnTo>
                  <a:lnTo>
                    <a:pt x="1771" y="17928"/>
                  </a:lnTo>
                  <a:lnTo>
                    <a:pt x="2163" y="18431"/>
                  </a:lnTo>
                  <a:lnTo>
                    <a:pt x="2554" y="18915"/>
                  </a:lnTo>
                  <a:lnTo>
                    <a:pt x="2983" y="19381"/>
                  </a:lnTo>
                  <a:lnTo>
                    <a:pt x="3448" y="19828"/>
                  </a:lnTo>
                  <a:lnTo>
                    <a:pt x="3914" y="20257"/>
                  </a:lnTo>
                  <a:lnTo>
                    <a:pt x="4417" y="20667"/>
                  </a:lnTo>
                  <a:lnTo>
                    <a:pt x="4939" y="21058"/>
                  </a:lnTo>
                  <a:lnTo>
                    <a:pt x="5480" y="21412"/>
                  </a:lnTo>
                  <a:lnTo>
                    <a:pt x="6039" y="21766"/>
                  </a:lnTo>
                  <a:lnTo>
                    <a:pt x="6598" y="22083"/>
                  </a:lnTo>
                  <a:lnTo>
                    <a:pt x="7194" y="22381"/>
                  </a:lnTo>
                  <a:lnTo>
                    <a:pt x="7772" y="22661"/>
                  </a:lnTo>
                  <a:lnTo>
                    <a:pt x="8368" y="22903"/>
                  </a:lnTo>
                  <a:lnTo>
                    <a:pt x="8983" y="23127"/>
                  </a:lnTo>
                  <a:lnTo>
                    <a:pt x="9598" y="23332"/>
                  </a:lnTo>
                  <a:lnTo>
                    <a:pt x="10213" y="23518"/>
                  </a:lnTo>
                  <a:lnTo>
                    <a:pt x="10828" y="23667"/>
                  </a:lnTo>
                  <a:lnTo>
                    <a:pt x="11443" y="23779"/>
                  </a:lnTo>
                  <a:lnTo>
                    <a:pt x="12058" y="23872"/>
                  </a:lnTo>
                  <a:lnTo>
                    <a:pt x="12058" y="23872"/>
                  </a:lnTo>
                  <a:lnTo>
                    <a:pt x="12710" y="23947"/>
                  </a:lnTo>
                  <a:lnTo>
                    <a:pt x="13344" y="23984"/>
                  </a:lnTo>
                  <a:lnTo>
                    <a:pt x="13996" y="24003"/>
                  </a:lnTo>
                  <a:lnTo>
                    <a:pt x="14629" y="24003"/>
                  </a:lnTo>
                  <a:lnTo>
                    <a:pt x="14629" y="24003"/>
                  </a:lnTo>
                  <a:lnTo>
                    <a:pt x="15561" y="24003"/>
                  </a:lnTo>
                  <a:lnTo>
                    <a:pt x="16493" y="23947"/>
                  </a:lnTo>
                  <a:lnTo>
                    <a:pt x="17425" y="23872"/>
                  </a:lnTo>
                  <a:lnTo>
                    <a:pt x="18356" y="23798"/>
                  </a:lnTo>
                  <a:lnTo>
                    <a:pt x="19269" y="23686"/>
                  </a:lnTo>
                  <a:lnTo>
                    <a:pt x="20201" y="23555"/>
                  </a:lnTo>
                  <a:lnTo>
                    <a:pt x="22046" y="23276"/>
                  </a:lnTo>
                  <a:lnTo>
                    <a:pt x="22046" y="23276"/>
                  </a:lnTo>
                  <a:lnTo>
                    <a:pt x="21543" y="23071"/>
                  </a:lnTo>
                  <a:lnTo>
                    <a:pt x="21040" y="22847"/>
                  </a:lnTo>
                  <a:lnTo>
                    <a:pt x="20555" y="22624"/>
                  </a:lnTo>
                  <a:lnTo>
                    <a:pt x="20071" y="22381"/>
                  </a:lnTo>
                  <a:lnTo>
                    <a:pt x="19586" y="22121"/>
                  </a:lnTo>
                  <a:lnTo>
                    <a:pt x="19120" y="21841"/>
                  </a:lnTo>
                  <a:lnTo>
                    <a:pt x="18673" y="21543"/>
                  </a:lnTo>
                  <a:lnTo>
                    <a:pt x="18226" y="21226"/>
                  </a:lnTo>
                  <a:lnTo>
                    <a:pt x="17779" y="20909"/>
                  </a:lnTo>
                  <a:lnTo>
                    <a:pt x="17369" y="20555"/>
                  </a:lnTo>
                  <a:lnTo>
                    <a:pt x="16959" y="20220"/>
                  </a:lnTo>
                  <a:lnTo>
                    <a:pt x="16549" y="19847"/>
                  </a:lnTo>
                  <a:lnTo>
                    <a:pt x="16157" y="19474"/>
                  </a:lnTo>
                  <a:lnTo>
                    <a:pt x="15785" y="19064"/>
                  </a:lnTo>
                  <a:lnTo>
                    <a:pt x="15431" y="18673"/>
                  </a:lnTo>
                  <a:lnTo>
                    <a:pt x="15077" y="18244"/>
                  </a:lnTo>
                  <a:lnTo>
                    <a:pt x="14741" y="17816"/>
                  </a:lnTo>
                  <a:lnTo>
                    <a:pt x="14424" y="17369"/>
                  </a:lnTo>
                  <a:lnTo>
                    <a:pt x="14108" y="16921"/>
                  </a:lnTo>
                  <a:lnTo>
                    <a:pt x="13828" y="16456"/>
                  </a:lnTo>
                  <a:lnTo>
                    <a:pt x="13549" y="15990"/>
                  </a:lnTo>
                  <a:lnTo>
                    <a:pt x="13288" y="15487"/>
                  </a:lnTo>
                  <a:lnTo>
                    <a:pt x="13045" y="15002"/>
                  </a:lnTo>
                  <a:lnTo>
                    <a:pt x="12822" y="14499"/>
                  </a:lnTo>
                  <a:lnTo>
                    <a:pt x="12598" y="13977"/>
                  </a:lnTo>
                  <a:lnTo>
                    <a:pt x="12412" y="13455"/>
                  </a:lnTo>
                  <a:lnTo>
                    <a:pt x="12225" y="12915"/>
                  </a:lnTo>
                  <a:lnTo>
                    <a:pt x="12076" y="12374"/>
                  </a:lnTo>
                  <a:lnTo>
                    <a:pt x="11927" y="11815"/>
                  </a:lnTo>
                  <a:lnTo>
                    <a:pt x="11815" y="11256"/>
                  </a:lnTo>
                  <a:lnTo>
                    <a:pt x="11722" y="10679"/>
                  </a:lnTo>
                  <a:lnTo>
                    <a:pt x="11629" y="10101"/>
                  </a:lnTo>
                  <a:lnTo>
                    <a:pt x="11629" y="10101"/>
                  </a:lnTo>
                  <a:lnTo>
                    <a:pt x="11573" y="9486"/>
                  </a:lnTo>
                  <a:lnTo>
                    <a:pt x="11517" y="8890"/>
                  </a:lnTo>
                  <a:lnTo>
                    <a:pt x="11499" y="8275"/>
                  </a:lnTo>
                  <a:lnTo>
                    <a:pt x="11517" y="7660"/>
                  </a:lnTo>
                  <a:lnTo>
                    <a:pt x="11536" y="7064"/>
                  </a:lnTo>
                  <a:lnTo>
                    <a:pt x="11592" y="6467"/>
                  </a:lnTo>
                  <a:lnTo>
                    <a:pt x="11648" y="5890"/>
                  </a:lnTo>
                  <a:lnTo>
                    <a:pt x="11741" y="5293"/>
                  </a:lnTo>
                  <a:lnTo>
                    <a:pt x="11853" y="4716"/>
                  </a:lnTo>
                  <a:lnTo>
                    <a:pt x="12002" y="4138"/>
                  </a:lnTo>
                  <a:lnTo>
                    <a:pt x="12151" y="3579"/>
                  </a:lnTo>
                  <a:lnTo>
                    <a:pt x="12319" y="3020"/>
                  </a:lnTo>
                  <a:lnTo>
                    <a:pt x="12524" y="2479"/>
                  </a:lnTo>
                  <a:lnTo>
                    <a:pt x="12729" y="1939"/>
                  </a:lnTo>
                  <a:lnTo>
                    <a:pt x="12952" y="1398"/>
                  </a:lnTo>
                  <a:lnTo>
                    <a:pt x="13213" y="877"/>
                  </a:lnTo>
                  <a:lnTo>
                    <a:pt x="13213" y="877"/>
                  </a:lnTo>
                  <a:lnTo>
                    <a:pt x="12878" y="709"/>
                  </a:lnTo>
                  <a:lnTo>
                    <a:pt x="12542" y="541"/>
                  </a:lnTo>
                  <a:lnTo>
                    <a:pt x="12188" y="392"/>
                  </a:lnTo>
                  <a:lnTo>
                    <a:pt x="11853" y="262"/>
                  </a:lnTo>
                  <a:lnTo>
                    <a:pt x="11499" y="150"/>
                  </a:lnTo>
                  <a:lnTo>
                    <a:pt x="11163" y="75"/>
                  </a:lnTo>
                  <a:lnTo>
                    <a:pt x="10809" y="20"/>
                  </a:lnTo>
                  <a:lnTo>
                    <a:pt x="1047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4"/>
            <p:cNvSpPr/>
            <p:nvPr/>
          </p:nvSpPr>
          <p:spPr>
            <a:xfrm>
              <a:off x="1624591" y="3156780"/>
              <a:ext cx="273318" cy="270578"/>
            </a:xfrm>
            <a:custGeom>
              <a:rect b="b" l="l" r="r" t="t"/>
              <a:pathLst>
                <a:path extrusionOk="0" fill="none" h="7306" w="7380">
                  <a:moveTo>
                    <a:pt x="1957" y="7305"/>
                  </a:moveTo>
                  <a:lnTo>
                    <a:pt x="2498" y="4510"/>
                  </a:lnTo>
                  <a:lnTo>
                    <a:pt x="0" y="3131"/>
                  </a:lnTo>
                  <a:lnTo>
                    <a:pt x="2814" y="2796"/>
                  </a:lnTo>
                  <a:lnTo>
                    <a:pt x="3355" y="0"/>
                  </a:lnTo>
                  <a:lnTo>
                    <a:pt x="4566" y="2572"/>
                  </a:lnTo>
                  <a:lnTo>
                    <a:pt x="7380" y="2218"/>
                  </a:lnTo>
                  <a:lnTo>
                    <a:pt x="5311" y="4156"/>
                  </a:lnTo>
                  <a:lnTo>
                    <a:pt x="6504" y="6728"/>
                  </a:lnTo>
                  <a:lnTo>
                    <a:pt x="4026" y="5367"/>
                  </a:lnTo>
                  <a:lnTo>
                    <a:pt x="1957" y="730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4"/>
            <p:cNvSpPr/>
            <p:nvPr/>
          </p:nvSpPr>
          <p:spPr>
            <a:xfrm>
              <a:off x="852998" y="2036644"/>
              <a:ext cx="2549415" cy="1774421"/>
            </a:xfrm>
            <a:custGeom>
              <a:rect b="b" l="l" r="r" t="t"/>
              <a:pathLst>
                <a:path extrusionOk="0" fill="none" h="47912" w="68838">
                  <a:moveTo>
                    <a:pt x="68316" y="1"/>
                  </a:moveTo>
                  <a:lnTo>
                    <a:pt x="67981" y="75"/>
                  </a:lnTo>
                  <a:lnTo>
                    <a:pt x="67422" y="448"/>
                  </a:lnTo>
                  <a:lnTo>
                    <a:pt x="67422" y="448"/>
                  </a:lnTo>
                  <a:lnTo>
                    <a:pt x="67254" y="821"/>
                  </a:lnTo>
                  <a:lnTo>
                    <a:pt x="67049" y="1231"/>
                  </a:lnTo>
                  <a:lnTo>
                    <a:pt x="66807" y="1641"/>
                  </a:lnTo>
                  <a:lnTo>
                    <a:pt x="66564" y="2051"/>
                  </a:lnTo>
                  <a:lnTo>
                    <a:pt x="66266" y="2498"/>
                  </a:lnTo>
                  <a:lnTo>
                    <a:pt x="65968" y="2927"/>
                  </a:lnTo>
                  <a:lnTo>
                    <a:pt x="65633" y="3392"/>
                  </a:lnTo>
                  <a:lnTo>
                    <a:pt x="65279" y="3840"/>
                  </a:lnTo>
                  <a:lnTo>
                    <a:pt x="64906" y="4306"/>
                  </a:lnTo>
                  <a:lnTo>
                    <a:pt x="64515" y="4771"/>
                  </a:lnTo>
                  <a:lnTo>
                    <a:pt x="64105" y="5237"/>
                  </a:lnTo>
                  <a:lnTo>
                    <a:pt x="63676" y="5703"/>
                  </a:lnTo>
                  <a:lnTo>
                    <a:pt x="62763" y="6654"/>
                  </a:lnTo>
                  <a:lnTo>
                    <a:pt x="61794" y="7585"/>
                  </a:lnTo>
                  <a:lnTo>
                    <a:pt x="60788" y="8498"/>
                  </a:lnTo>
                  <a:lnTo>
                    <a:pt x="59763" y="9393"/>
                  </a:lnTo>
                  <a:lnTo>
                    <a:pt x="58701" y="10250"/>
                  </a:lnTo>
                  <a:lnTo>
                    <a:pt x="58160" y="10660"/>
                  </a:lnTo>
                  <a:lnTo>
                    <a:pt x="57620" y="11070"/>
                  </a:lnTo>
                  <a:lnTo>
                    <a:pt x="57079" y="11461"/>
                  </a:lnTo>
                  <a:lnTo>
                    <a:pt x="56539" y="11815"/>
                  </a:lnTo>
                  <a:lnTo>
                    <a:pt x="55999" y="12188"/>
                  </a:lnTo>
                  <a:lnTo>
                    <a:pt x="55458" y="12524"/>
                  </a:lnTo>
                  <a:lnTo>
                    <a:pt x="54918" y="12840"/>
                  </a:lnTo>
                  <a:lnTo>
                    <a:pt x="54396" y="13138"/>
                  </a:lnTo>
                  <a:lnTo>
                    <a:pt x="53874" y="13418"/>
                  </a:lnTo>
                  <a:lnTo>
                    <a:pt x="53371" y="13660"/>
                  </a:lnTo>
                  <a:lnTo>
                    <a:pt x="53371" y="13660"/>
                  </a:lnTo>
                  <a:lnTo>
                    <a:pt x="52514" y="14052"/>
                  </a:lnTo>
                  <a:lnTo>
                    <a:pt x="51638" y="14424"/>
                  </a:lnTo>
                  <a:lnTo>
                    <a:pt x="50762" y="14778"/>
                  </a:lnTo>
                  <a:lnTo>
                    <a:pt x="49886" y="15114"/>
                  </a:lnTo>
                  <a:lnTo>
                    <a:pt x="48992" y="15412"/>
                  </a:lnTo>
                  <a:lnTo>
                    <a:pt x="48097" y="15691"/>
                  </a:lnTo>
                  <a:lnTo>
                    <a:pt x="47184" y="15952"/>
                  </a:lnTo>
                  <a:lnTo>
                    <a:pt x="46271" y="16195"/>
                  </a:lnTo>
                  <a:lnTo>
                    <a:pt x="45358" y="16418"/>
                  </a:lnTo>
                  <a:lnTo>
                    <a:pt x="44445" y="16623"/>
                  </a:lnTo>
                  <a:lnTo>
                    <a:pt x="43513" y="16810"/>
                  </a:lnTo>
                  <a:lnTo>
                    <a:pt x="42581" y="16977"/>
                  </a:lnTo>
                  <a:lnTo>
                    <a:pt x="41650" y="17126"/>
                  </a:lnTo>
                  <a:lnTo>
                    <a:pt x="40718" y="17257"/>
                  </a:lnTo>
                  <a:lnTo>
                    <a:pt x="39768" y="17369"/>
                  </a:lnTo>
                  <a:lnTo>
                    <a:pt x="38836" y="17480"/>
                  </a:lnTo>
                  <a:lnTo>
                    <a:pt x="38836" y="17480"/>
                  </a:lnTo>
                  <a:lnTo>
                    <a:pt x="37252" y="17611"/>
                  </a:lnTo>
                  <a:lnTo>
                    <a:pt x="35649" y="17704"/>
                  </a:lnTo>
                  <a:lnTo>
                    <a:pt x="34065" y="17760"/>
                  </a:lnTo>
                  <a:lnTo>
                    <a:pt x="32463" y="17779"/>
                  </a:lnTo>
                  <a:lnTo>
                    <a:pt x="32463" y="17779"/>
                  </a:lnTo>
                  <a:lnTo>
                    <a:pt x="32463" y="17779"/>
                  </a:lnTo>
                  <a:lnTo>
                    <a:pt x="32444" y="17779"/>
                  </a:lnTo>
                  <a:lnTo>
                    <a:pt x="32444" y="17779"/>
                  </a:lnTo>
                  <a:lnTo>
                    <a:pt x="32444" y="17779"/>
                  </a:lnTo>
                  <a:lnTo>
                    <a:pt x="32425" y="17779"/>
                  </a:lnTo>
                  <a:lnTo>
                    <a:pt x="32425" y="17779"/>
                  </a:lnTo>
                  <a:lnTo>
                    <a:pt x="32425" y="17779"/>
                  </a:lnTo>
                  <a:lnTo>
                    <a:pt x="32425" y="17779"/>
                  </a:lnTo>
                  <a:lnTo>
                    <a:pt x="32407" y="17779"/>
                  </a:lnTo>
                  <a:lnTo>
                    <a:pt x="32407" y="17779"/>
                  </a:lnTo>
                  <a:lnTo>
                    <a:pt x="32388" y="17779"/>
                  </a:lnTo>
                  <a:lnTo>
                    <a:pt x="32388" y="17779"/>
                  </a:lnTo>
                  <a:lnTo>
                    <a:pt x="32388" y="17779"/>
                  </a:lnTo>
                  <a:lnTo>
                    <a:pt x="32388" y="17779"/>
                  </a:lnTo>
                  <a:lnTo>
                    <a:pt x="32369" y="17779"/>
                  </a:lnTo>
                  <a:lnTo>
                    <a:pt x="32369" y="17779"/>
                  </a:lnTo>
                  <a:lnTo>
                    <a:pt x="32369" y="17779"/>
                  </a:lnTo>
                  <a:lnTo>
                    <a:pt x="32369" y="17779"/>
                  </a:lnTo>
                  <a:lnTo>
                    <a:pt x="32351" y="17779"/>
                  </a:lnTo>
                  <a:lnTo>
                    <a:pt x="32351" y="17779"/>
                  </a:lnTo>
                  <a:lnTo>
                    <a:pt x="32332" y="17779"/>
                  </a:lnTo>
                  <a:lnTo>
                    <a:pt x="32332" y="17779"/>
                  </a:lnTo>
                  <a:lnTo>
                    <a:pt x="32295" y="17779"/>
                  </a:lnTo>
                  <a:lnTo>
                    <a:pt x="32295" y="17779"/>
                  </a:lnTo>
                  <a:lnTo>
                    <a:pt x="32295" y="17779"/>
                  </a:lnTo>
                  <a:lnTo>
                    <a:pt x="32295" y="17779"/>
                  </a:lnTo>
                  <a:lnTo>
                    <a:pt x="32295" y="17779"/>
                  </a:lnTo>
                  <a:lnTo>
                    <a:pt x="32276" y="17779"/>
                  </a:lnTo>
                  <a:lnTo>
                    <a:pt x="32276" y="17779"/>
                  </a:lnTo>
                  <a:lnTo>
                    <a:pt x="31102" y="17779"/>
                  </a:lnTo>
                  <a:lnTo>
                    <a:pt x="29928" y="17741"/>
                  </a:lnTo>
                  <a:lnTo>
                    <a:pt x="28754" y="17685"/>
                  </a:lnTo>
                  <a:lnTo>
                    <a:pt x="27580" y="17611"/>
                  </a:lnTo>
                  <a:lnTo>
                    <a:pt x="26406" y="17518"/>
                  </a:lnTo>
                  <a:lnTo>
                    <a:pt x="25232" y="17387"/>
                  </a:lnTo>
                  <a:lnTo>
                    <a:pt x="24077" y="17220"/>
                  </a:lnTo>
                  <a:lnTo>
                    <a:pt x="22922" y="17033"/>
                  </a:lnTo>
                  <a:lnTo>
                    <a:pt x="21766" y="16810"/>
                  </a:lnTo>
                  <a:lnTo>
                    <a:pt x="20630" y="16549"/>
                  </a:lnTo>
                  <a:lnTo>
                    <a:pt x="19493" y="16251"/>
                  </a:lnTo>
                  <a:lnTo>
                    <a:pt x="18375" y="15915"/>
                  </a:lnTo>
                  <a:lnTo>
                    <a:pt x="17275" y="15542"/>
                  </a:lnTo>
                  <a:lnTo>
                    <a:pt x="16735" y="15337"/>
                  </a:lnTo>
                  <a:lnTo>
                    <a:pt x="16194" y="15114"/>
                  </a:lnTo>
                  <a:lnTo>
                    <a:pt x="15654" y="14890"/>
                  </a:lnTo>
                  <a:lnTo>
                    <a:pt x="15114" y="14648"/>
                  </a:lnTo>
                  <a:lnTo>
                    <a:pt x="14592" y="14406"/>
                  </a:lnTo>
                  <a:lnTo>
                    <a:pt x="14051" y="14145"/>
                  </a:lnTo>
                  <a:lnTo>
                    <a:pt x="14051" y="14145"/>
                  </a:lnTo>
                  <a:lnTo>
                    <a:pt x="14051" y="14145"/>
                  </a:lnTo>
                  <a:lnTo>
                    <a:pt x="13586" y="13903"/>
                  </a:lnTo>
                  <a:lnTo>
                    <a:pt x="13120" y="13642"/>
                  </a:lnTo>
                  <a:lnTo>
                    <a:pt x="12654" y="13362"/>
                  </a:lnTo>
                  <a:lnTo>
                    <a:pt x="12207" y="13064"/>
                  </a:lnTo>
                  <a:lnTo>
                    <a:pt x="11759" y="12766"/>
                  </a:lnTo>
                  <a:lnTo>
                    <a:pt x="11312" y="12449"/>
                  </a:lnTo>
                  <a:lnTo>
                    <a:pt x="10865" y="12114"/>
                  </a:lnTo>
                  <a:lnTo>
                    <a:pt x="10436" y="11778"/>
                  </a:lnTo>
                  <a:lnTo>
                    <a:pt x="10008" y="11424"/>
                  </a:lnTo>
                  <a:lnTo>
                    <a:pt x="9598" y="11070"/>
                  </a:lnTo>
                  <a:lnTo>
                    <a:pt x="9188" y="10697"/>
                  </a:lnTo>
                  <a:lnTo>
                    <a:pt x="8778" y="10306"/>
                  </a:lnTo>
                  <a:lnTo>
                    <a:pt x="8386" y="9915"/>
                  </a:lnTo>
                  <a:lnTo>
                    <a:pt x="8014" y="9523"/>
                  </a:lnTo>
                  <a:lnTo>
                    <a:pt x="7641" y="9095"/>
                  </a:lnTo>
                  <a:lnTo>
                    <a:pt x="7268" y="8685"/>
                  </a:lnTo>
                  <a:lnTo>
                    <a:pt x="6914" y="8256"/>
                  </a:lnTo>
                  <a:lnTo>
                    <a:pt x="6579" y="7809"/>
                  </a:lnTo>
                  <a:lnTo>
                    <a:pt x="6243" y="7362"/>
                  </a:lnTo>
                  <a:lnTo>
                    <a:pt x="5927" y="6914"/>
                  </a:lnTo>
                  <a:lnTo>
                    <a:pt x="5628" y="6449"/>
                  </a:lnTo>
                  <a:lnTo>
                    <a:pt x="5330" y="5983"/>
                  </a:lnTo>
                  <a:lnTo>
                    <a:pt x="5051" y="5498"/>
                  </a:lnTo>
                  <a:lnTo>
                    <a:pt x="4771" y="5032"/>
                  </a:lnTo>
                  <a:lnTo>
                    <a:pt x="4529" y="4529"/>
                  </a:lnTo>
                  <a:lnTo>
                    <a:pt x="4287" y="4045"/>
                  </a:lnTo>
                  <a:lnTo>
                    <a:pt x="4063" y="3541"/>
                  </a:lnTo>
                  <a:lnTo>
                    <a:pt x="3839" y="3038"/>
                  </a:lnTo>
                  <a:lnTo>
                    <a:pt x="3653" y="2535"/>
                  </a:lnTo>
                  <a:lnTo>
                    <a:pt x="3467" y="2032"/>
                  </a:lnTo>
                  <a:lnTo>
                    <a:pt x="3299" y="1510"/>
                  </a:lnTo>
                  <a:lnTo>
                    <a:pt x="3150" y="1007"/>
                  </a:lnTo>
                  <a:lnTo>
                    <a:pt x="3150" y="1007"/>
                  </a:lnTo>
                  <a:lnTo>
                    <a:pt x="3150" y="1007"/>
                  </a:lnTo>
                  <a:lnTo>
                    <a:pt x="3001" y="914"/>
                  </a:lnTo>
                  <a:lnTo>
                    <a:pt x="2479" y="784"/>
                  </a:lnTo>
                  <a:lnTo>
                    <a:pt x="2479" y="784"/>
                  </a:lnTo>
                  <a:lnTo>
                    <a:pt x="2479" y="784"/>
                  </a:lnTo>
                  <a:lnTo>
                    <a:pt x="2479" y="784"/>
                  </a:lnTo>
                  <a:lnTo>
                    <a:pt x="2479" y="784"/>
                  </a:lnTo>
                  <a:lnTo>
                    <a:pt x="2479" y="784"/>
                  </a:lnTo>
                  <a:lnTo>
                    <a:pt x="2479" y="802"/>
                  </a:lnTo>
                  <a:lnTo>
                    <a:pt x="2479" y="802"/>
                  </a:lnTo>
                  <a:lnTo>
                    <a:pt x="2461" y="802"/>
                  </a:lnTo>
                  <a:lnTo>
                    <a:pt x="2461" y="802"/>
                  </a:lnTo>
                  <a:lnTo>
                    <a:pt x="2461" y="802"/>
                  </a:lnTo>
                  <a:lnTo>
                    <a:pt x="2461" y="802"/>
                  </a:lnTo>
                  <a:lnTo>
                    <a:pt x="2461" y="821"/>
                  </a:lnTo>
                  <a:lnTo>
                    <a:pt x="2461" y="821"/>
                  </a:lnTo>
                  <a:lnTo>
                    <a:pt x="2461" y="821"/>
                  </a:lnTo>
                  <a:lnTo>
                    <a:pt x="2461" y="821"/>
                  </a:lnTo>
                  <a:lnTo>
                    <a:pt x="2461" y="839"/>
                  </a:lnTo>
                  <a:lnTo>
                    <a:pt x="2461" y="839"/>
                  </a:lnTo>
                  <a:lnTo>
                    <a:pt x="2461" y="839"/>
                  </a:lnTo>
                  <a:lnTo>
                    <a:pt x="2461" y="839"/>
                  </a:lnTo>
                  <a:lnTo>
                    <a:pt x="2461" y="839"/>
                  </a:lnTo>
                  <a:lnTo>
                    <a:pt x="2461" y="839"/>
                  </a:lnTo>
                  <a:lnTo>
                    <a:pt x="2461" y="839"/>
                  </a:lnTo>
                  <a:lnTo>
                    <a:pt x="2461" y="839"/>
                  </a:lnTo>
                  <a:lnTo>
                    <a:pt x="2442" y="858"/>
                  </a:lnTo>
                  <a:lnTo>
                    <a:pt x="2442" y="858"/>
                  </a:lnTo>
                  <a:lnTo>
                    <a:pt x="2442" y="858"/>
                  </a:lnTo>
                  <a:lnTo>
                    <a:pt x="2442" y="858"/>
                  </a:lnTo>
                  <a:lnTo>
                    <a:pt x="2442" y="877"/>
                  </a:lnTo>
                  <a:lnTo>
                    <a:pt x="2442" y="877"/>
                  </a:lnTo>
                  <a:lnTo>
                    <a:pt x="2442" y="877"/>
                  </a:lnTo>
                  <a:lnTo>
                    <a:pt x="2442" y="877"/>
                  </a:lnTo>
                  <a:lnTo>
                    <a:pt x="2274" y="1287"/>
                  </a:lnTo>
                  <a:lnTo>
                    <a:pt x="2069" y="1697"/>
                  </a:lnTo>
                  <a:lnTo>
                    <a:pt x="1827" y="2088"/>
                  </a:lnTo>
                  <a:lnTo>
                    <a:pt x="1585" y="2479"/>
                  </a:lnTo>
                  <a:lnTo>
                    <a:pt x="1305" y="2852"/>
                  </a:lnTo>
                  <a:lnTo>
                    <a:pt x="1026" y="3206"/>
                  </a:lnTo>
                  <a:lnTo>
                    <a:pt x="727" y="3560"/>
                  </a:lnTo>
                  <a:lnTo>
                    <a:pt x="411" y="3877"/>
                  </a:lnTo>
                  <a:lnTo>
                    <a:pt x="411" y="3877"/>
                  </a:lnTo>
                  <a:lnTo>
                    <a:pt x="355" y="4920"/>
                  </a:lnTo>
                  <a:lnTo>
                    <a:pt x="336" y="5983"/>
                  </a:lnTo>
                  <a:lnTo>
                    <a:pt x="355" y="7026"/>
                  </a:lnTo>
                  <a:lnTo>
                    <a:pt x="411" y="8070"/>
                  </a:lnTo>
                  <a:lnTo>
                    <a:pt x="522" y="9113"/>
                  </a:lnTo>
                  <a:lnTo>
                    <a:pt x="672" y="10157"/>
                  </a:lnTo>
                  <a:lnTo>
                    <a:pt x="858" y="11182"/>
                  </a:lnTo>
                  <a:lnTo>
                    <a:pt x="1082" y="12207"/>
                  </a:lnTo>
                  <a:lnTo>
                    <a:pt x="1361" y="13213"/>
                  </a:lnTo>
                  <a:lnTo>
                    <a:pt x="1678" y="14219"/>
                  </a:lnTo>
                  <a:lnTo>
                    <a:pt x="2032" y="15207"/>
                  </a:lnTo>
                  <a:lnTo>
                    <a:pt x="2423" y="16195"/>
                  </a:lnTo>
                  <a:lnTo>
                    <a:pt x="2852" y="17164"/>
                  </a:lnTo>
                  <a:lnTo>
                    <a:pt x="3318" y="18114"/>
                  </a:lnTo>
                  <a:lnTo>
                    <a:pt x="3821" y="19064"/>
                  </a:lnTo>
                  <a:lnTo>
                    <a:pt x="4380" y="19996"/>
                  </a:lnTo>
                  <a:lnTo>
                    <a:pt x="4380" y="19996"/>
                  </a:lnTo>
                  <a:lnTo>
                    <a:pt x="5144" y="19754"/>
                  </a:lnTo>
                  <a:lnTo>
                    <a:pt x="5927" y="19549"/>
                  </a:lnTo>
                  <a:lnTo>
                    <a:pt x="6728" y="19381"/>
                  </a:lnTo>
                  <a:lnTo>
                    <a:pt x="7548" y="19269"/>
                  </a:lnTo>
                  <a:lnTo>
                    <a:pt x="7548" y="19269"/>
                  </a:lnTo>
                  <a:lnTo>
                    <a:pt x="8051" y="19213"/>
                  </a:lnTo>
                  <a:lnTo>
                    <a:pt x="8554" y="19176"/>
                  </a:lnTo>
                  <a:lnTo>
                    <a:pt x="9057" y="19158"/>
                  </a:lnTo>
                  <a:lnTo>
                    <a:pt x="9560" y="19139"/>
                  </a:lnTo>
                  <a:lnTo>
                    <a:pt x="9560" y="19139"/>
                  </a:lnTo>
                  <a:lnTo>
                    <a:pt x="10101" y="19158"/>
                  </a:lnTo>
                  <a:lnTo>
                    <a:pt x="10641" y="19176"/>
                  </a:lnTo>
                  <a:lnTo>
                    <a:pt x="11163" y="19213"/>
                  </a:lnTo>
                  <a:lnTo>
                    <a:pt x="11685" y="19288"/>
                  </a:lnTo>
                  <a:lnTo>
                    <a:pt x="12207" y="19363"/>
                  </a:lnTo>
                  <a:lnTo>
                    <a:pt x="12710" y="19456"/>
                  </a:lnTo>
                  <a:lnTo>
                    <a:pt x="13231" y="19568"/>
                  </a:lnTo>
                  <a:lnTo>
                    <a:pt x="13735" y="19698"/>
                  </a:lnTo>
                  <a:lnTo>
                    <a:pt x="14238" y="19828"/>
                  </a:lnTo>
                  <a:lnTo>
                    <a:pt x="14722" y="19996"/>
                  </a:lnTo>
                  <a:lnTo>
                    <a:pt x="15207" y="20164"/>
                  </a:lnTo>
                  <a:lnTo>
                    <a:pt x="15691" y="20350"/>
                  </a:lnTo>
                  <a:lnTo>
                    <a:pt x="16157" y="20555"/>
                  </a:lnTo>
                  <a:lnTo>
                    <a:pt x="16623" y="20779"/>
                  </a:lnTo>
                  <a:lnTo>
                    <a:pt x="17070" y="21002"/>
                  </a:lnTo>
                  <a:lnTo>
                    <a:pt x="17536" y="21245"/>
                  </a:lnTo>
                  <a:lnTo>
                    <a:pt x="17965" y="21506"/>
                  </a:lnTo>
                  <a:lnTo>
                    <a:pt x="18393" y="21785"/>
                  </a:lnTo>
                  <a:lnTo>
                    <a:pt x="18822" y="22065"/>
                  </a:lnTo>
                  <a:lnTo>
                    <a:pt x="19232" y="22363"/>
                  </a:lnTo>
                  <a:lnTo>
                    <a:pt x="19642" y="22680"/>
                  </a:lnTo>
                  <a:lnTo>
                    <a:pt x="20033" y="22996"/>
                  </a:lnTo>
                  <a:lnTo>
                    <a:pt x="20425" y="23350"/>
                  </a:lnTo>
                  <a:lnTo>
                    <a:pt x="20797" y="23686"/>
                  </a:lnTo>
                  <a:lnTo>
                    <a:pt x="21151" y="24059"/>
                  </a:lnTo>
                  <a:lnTo>
                    <a:pt x="21505" y="24431"/>
                  </a:lnTo>
                  <a:lnTo>
                    <a:pt x="21841" y="24804"/>
                  </a:lnTo>
                  <a:lnTo>
                    <a:pt x="22176" y="25195"/>
                  </a:lnTo>
                  <a:lnTo>
                    <a:pt x="22493" y="25605"/>
                  </a:lnTo>
                  <a:lnTo>
                    <a:pt x="22791" y="26015"/>
                  </a:lnTo>
                  <a:lnTo>
                    <a:pt x="23071" y="26444"/>
                  </a:lnTo>
                  <a:lnTo>
                    <a:pt x="23350" y="26891"/>
                  </a:lnTo>
                  <a:lnTo>
                    <a:pt x="23350" y="26891"/>
                  </a:lnTo>
                  <a:lnTo>
                    <a:pt x="22884" y="26313"/>
                  </a:lnTo>
                  <a:lnTo>
                    <a:pt x="22381" y="25773"/>
                  </a:lnTo>
                  <a:lnTo>
                    <a:pt x="21859" y="25270"/>
                  </a:lnTo>
                  <a:lnTo>
                    <a:pt x="21300" y="24785"/>
                  </a:lnTo>
                  <a:lnTo>
                    <a:pt x="20723" y="24338"/>
                  </a:lnTo>
                  <a:lnTo>
                    <a:pt x="20126" y="23928"/>
                  </a:lnTo>
                  <a:lnTo>
                    <a:pt x="19493" y="23537"/>
                  </a:lnTo>
                  <a:lnTo>
                    <a:pt x="18841" y="23201"/>
                  </a:lnTo>
                  <a:lnTo>
                    <a:pt x="18170" y="22885"/>
                  </a:lnTo>
                  <a:lnTo>
                    <a:pt x="17499" y="22624"/>
                  </a:lnTo>
                  <a:lnTo>
                    <a:pt x="16791" y="22381"/>
                  </a:lnTo>
                  <a:lnTo>
                    <a:pt x="16064" y="22195"/>
                  </a:lnTo>
                  <a:lnTo>
                    <a:pt x="15337" y="22027"/>
                  </a:lnTo>
                  <a:lnTo>
                    <a:pt x="14592" y="21934"/>
                  </a:lnTo>
                  <a:lnTo>
                    <a:pt x="14219" y="21878"/>
                  </a:lnTo>
                  <a:lnTo>
                    <a:pt x="13828" y="21860"/>
                  </a:lnTo>
                  <a:lnTo>
                    <a:pt x="13455" y="21841"/>
                  </a:lnTo>
                  <a:lnTo>
                    <a:pt x="13064" y="21841"/>
                  </a:lnTo>
                  <a:lnTo>
                    <a:pt x="13064" y="21841"/>
                  </a:lnTo>
                  <a:lnTo>
                    <a:pt x="12654" y="21841"/>
                  </a:lnTo>
                  <a:lnTo>
                    <a:pt x="12244" y="21860"/>
                  </a:lnTo>
                  <a:lnTo>
                    <a:pt x="11852" y="21897"/>
                  </a:lnTo>
                  <a:lnTo>
                    <a:pt x="11443" y="21934"/>
                  </a:lnTo>
                  <a:lnTo>
                    <a:pt x="11443" y="21934"/>
                  </a:lnTo>
                  <a:lnTo>
                    <a:pt x="10828" y="22027"/>
                  </a:lnTo>
                  <a:lnTo>
                    <a:pt x="10231" y="22139"/>
                  </a:lnTo>
                  <a:lnTo>
                    <a:pt x="9635" y="22288"/>
                  </a:lnTo>
                  <a:lnTo>
                    <a:pt x="9057" y="22456"/>
                  </a:lnTo>
                  <a:lnTo>
                    <a:pt x="8498" y="22661"/>
                  </a:lnTo>
                  <a:lnTo>
                    <a:pt x="7939" y="22866"/>
                  </a:lnTo>
                  <a:lnTo>
                    <a:pt x="7399" y="23108"/>
                  </a:lnTo>
                  <a:lnTo>
                    <a:pt x="6877" y="23388"/>
                  </a:lnTo>
                  <a:lnTo>
                    <a:pt x="6877" y="23388"/>
                  </a:lnTo>
                  <a:lnTo>
                    <a:pt x="7194" y="23704"/>
                  </a:lnTo>
                  <a:lnTo>
                    <a:pt x="7511" y="24003"/>
                  </a:lnTo>
                  <a:lnTo>
                    <a:pt x="7827" y="24282"/>
                  </a:lnTo>
                  <a:lnTo>
                    <a:pt x="8163" y="24562"/>
                  </a:lnTo>
                  <a:lnTo>
                    <a:pt x="8498" y="24823"/>
                  </a:lnTo>
                  <a:lnTo>
                    <a:pt x="8834" y="25083"/>
                  </a:lnTo>
                  <a:lnTo>
                    <a:pt x="9523" y="25568"/>
                  </a:lnTo>
                  <a:lnTo>
                    <a:pt x="10231" y="26034"/>
                  </a:lnTo>
                  <a:lnTo>
                    <a:pt x="10977" y="26444"/>
                  </a:lnTo>
                  <a:lnTo>
                    <a:pt x="11722" y="26854"/>
                  </a:lnTo>
                  <a:lnTo>
                    <a:pt x="12467" y="27227"/>
                  </a:lnTo>
                  <a:lnTo>
                    <a:pt x="13250" y="27599"/>
                  </a:lnTo>
                  <a:lnTo>
                    <a:pt x="14014" y="27953"/>
                  </a:lnTo>
                  <a:lnTo>
                    <a:pt x="15579" y="28643"/>
                  </a:lnTo>
                  <a:lnTo>
                    <a:pt x="17145" y="29351"/>
                  </a:lnTo>
                  <a:lnTo>
                    <a:pt x="17927" y="29705"/>
                  </a:lnTo>
                  <a:lnTo>
                    <a:pt x="18691" y="30096"/>
                  </a:lnTo>
                  <a:lnTo>
                    <a:pt x="18691" y="30096"/>
                  </a:lnTo>
                  <a:lnTo>
                    <a:pt x="18952" y="30245"/>
                  </a:lnTo>
                  <a:lnTo>
                    <a:pt x="19213" y="30432"/>
                  </a:lnTo>
                  <a:lnTo>
                    <a:pt x="19456" y="30637"/>
                  </a:lnTo>
                  <a:lnTo>
                    <a:pt x="19698" y="30879"/>
                  </a:lnTo>
                  <a:lnTo>
                    <a:pt x="19921" y="31140"/>
                  </a:lnTo>
                  <a:lnTo>
                    <a:pt x="20126" y="31419"/>
                  </a:lnTo>
                  <a:lnTo>
                    <a:pt x="20294" y="31699"/>
                  </a:lnTo>
                  <a:lnTo>
                    <a:pt x="20462" y="31997"/>
                  </a:lnTo>
                  <a:lnTo>
                    <a:pt x="20592" y="32277"/>
                  </a:lnTo>
                  <a:lnTo>
                    <a:pt x="20685" y="32575"/>
                  </a:lnTo>
                  <a:lnTo>
                    <a:pt x="20760" y="32836"/>
                  </a:lnTo>
                  <a:lnTo>
                    <a:pt x="20779" y="33097"/>
                  </a:lnTo>
                  <a:lnTo>
                    <a:pt x="20779" y="33227"/>
                  </a:lnTo>
                  <a:lnTo>
                    <a:pt x="20760" y="33339"/>
                  </a:lnTo>
                  <a:lnTo>
                    <a:pt x="20741" y="33451"/>
                  </a:lnTo>
                  <a:lnTo>
                    <a:pt x="20704" y="33544"/>
                  </a:lnTo>
                  <a:lnTo>
                    <a:pt x="20648" y="33656"/>
                  </a:lnTo>
                  <a:lnTo>
                    <a:pt x="20592" y="33730"/>
                  </a:lnTo>
                  <a:lnTo>
                    <a:pt x="20499" y="33823"/>
                  </a:lnTo>
                  <a:lnTo>
                    <a:pt x="20425" y="33879"/>
                  </a:lnTo>
                  <a:lnTo>
                    <a:pt x="20425" y="33879"/>
                  </a:lnTo>
                  <a:lnTo>
                    <a:pt x="20033" y="34103"/>
                  </a:lnTo>
                  <a:lnTo>
                    <a:pt x="19661" y="34289"/>
                  </a:lnTo>
                  <a:lnTo>
                    <a:pt x="19288" y="34475"/>
                  </a:lnTo>
                  <a:lnTo>
                    <a:pt x="18896" y="34643"/>
                  </a:lnTo>
                  <a:lnTo>
                    <a:pt x="18505" y="34792"/>
                  </a:lnTo>
                  <a:lnTo>
                    <a:pt x="18132" y="34941"/>
                  </a:lnTo>
                  <a:lnTo>
                    <a:pt x="17741" y="35053"/>
                  </a:lnTo>
                  <a:lnTo>
                    <a:pt x="17350" y="35165"/>
                  </a:lnTo>
                  <a:lnTo>
                    <a:pt x="16958" y="35258"/>
                  </a:lnTo>
                  <a:lnTo>
                    <a:pt x="16567" y="35333"/>
                  </a:lnTo>
                  <a:lnTo>
                    <a:pt x="16176" y="35407"/>
                  </a:lnTo>
                  <a:lnTo>
                    <a:pt x="15784" y="35463"/>
                  </a:lnTo>
                  <a:lnTo>
                    <a:pt x="15374" y="35500"/>
                  </a:lnTo>
                  <a:lnTo>
                    <a:pt x="14983" y="35538"/>
                  </a:lnTo>
                  <a:lnTo>
                    <a:pt x="14592" y="35556"/>
                  </a:lnTo>
                  <a:lnTo>
                    <a:pt x="14182" y="35556"/>
                  </a:lnTo>
                  <a:lnTo>
                    <a:pt x="14182" y="35556"/>
                  </a:lnTo>
                  <a:lnTo>
                    <a:pt x="13753" y="35556"/>
                  </a:lnTo>
                  <a:lnTo>
                    <a:pt x="13325" y="35538"/>
                  </a:lnTo>
                  <a:lnTo>
                    <a:pt x="12896" y="35500"/>
                  </a:lnTo>
                  <a:lnTo>
                    <a:pt x="12467" y="35463"/>
                  </a:lnTo>
                  <a:lnTo>
                    <a:pt x="11610" y="35333"/>
                  </a:lnTo>
                  <a:lnTo>
                    <a:pt x="10753" y="35165"/>
                  </a:lnTo>
                  <a:lnTo>
                    <a:pt x="9896" y="34979"/>
                  </a:lnTo>
                  <a:lnTo>
                    <a:pt x="9020" y="34736"/>
                  </a:lnTo>
                  <a:lnTo>
                    <a:pt x="8163" y="34457"/>
                  </a:lnTo>
                  <a:lnTo>
                    <a:pt x="7306" y="34159"/>
                  </a:lnTo>
                  <a:lnTo>
                    <a:pt x="6448" y="33842"/>
                  </a:lnTo>
                  <a:lnTo>
                    <a:pt x="5591" y="33488"/>
                  </a:lnTo>
                  <a:lnTo>
                    <a:pt x="4753" y="33115"/>
                  </a:lnTo>
                  <a:lnTo>
                    <a:pt x="3895" y="32724"/>
                  </a:lnTo>
                  <a:lnTo>
                    <a:pt x="3057" y="32314"/>
                  </a:lnTo>
                  <a:lnTo>
                    <a:pt x="2218" y="31904"/>
                  </a:lnTo>
                  <a:lnTo>
                    <a:pt x="578" y="31047"/>
                  </a:lnTo>
                  <a:lnTo>
                    <a:pt x="578" y="31047"/>
                  </a:lnTo>
                  <a:lnTo>
                    <a:pt x="392" y="31699"/>
                  </a:lnTo>
                  <a:lnTo>
                    <a:pt x="243" y="32351"/>
                  </a:lnTo>
                  <a:lnTo>
                    <a:pt x="131" y="33022"/>
                  </a:lnTo>
                  <a:lnTo>
                    <a:pt x="57" y="33693"/>
                  </a:lnTo>
                  <a:lnTo>
                    <a:pt x="19" y="34382"/>
                  </a:lnTo>
                  <a:lnTo>
                    <a:pt x="1" y="35090"/>
                  </a:lnTo>
                  <a:lnTo>
                    <a:pt x="38" y="35780"/>
                  </a:lnTo>
                  <a:lnTo>
                    <a:pt x="113" y="36488"/>
                  </a:lnTo>
                  <a:lnTo>
                    <a:pt x="113" y="36488"/>
                  </a:lnTo>
                  <a:lnTo>
                    <a:pt x="206" y="37103"/>
                  </a:lnTo>
                  <a:lnTo>
                    <a:pt x="318" y="37699"/>
                  </a:lnTo>
                  <a:lnTo>
                    <a:pt x="467" y="38296"/>
                  </a:lnTo>
                  <a:lnTo>
                    <a:pt x="634" y="38873"/>
                  </a:lnTo>
                  <a:lnTo>
                    <a:pt x="821" y="39451"/>
                  </a:lnTo>
                  <a:lnTo>
                    <a:pt x="1044" y="39991"/>
                  </a:lnTo>
                  <a:lnTo>
                    <a:pt x="1287" y="40532"/>
                  </a:lnTo>
                  <a:lnTo>
                    <a:pt x="1566" y="41054"/>
                  </a:lnTo>
                  <a:lnTo>
                    <a:pt x="1846" y="41575"/>
                  </a:lnTo>
                  <a:lnTo>
                    <a:pt x="2162" y="42060"/>
                  </a:lnTo>
                  <a:lnTo>
                    <a:pt x="2498" y="42544"/>
                  </a:lnTo>
                  <a:lnTo>
                    <a:pt x="2852" y="43010"/>
                  </a:lnTo>
                  <a:lnTo>
                    <a:pt x="3225" y="43458"/>
                  </a:lnTo>
                  <a:lnTo>
                    <a:pt x="3616" y="43886"/>
                  </a:lnTo>
                  <a:lnTo>
                    <a:pt x="4026" y="44296"/>
                  </a:lnTo>
                  <a:lnTo>
                    <a:pt x="4454" y="44687"/>
                  </a:lnTo>
                  <a:lnTo>
                    <a:pt x="4883" y="45060"/>
                  </a:lnTo>
                  <a:lnTo>
                    <a:pt x="5349" y="45396"/>
                  </a:lnTo>
                  <a:lnTo>
                    <a:pt x="5815" y="45731"/>
                  </a:lnTo>
                  <a:lnTo>
                    <a:pt x="6318" y="46048"/>
                  </a:lnTo>
                  <a:lnTo>
                    <a:pt x="6802" y="46327"/>
                  </a:lnTo>
                  <a:lnTo>
                    <a:pt x="7324" y="46607"/>
                  </a:lnTo>
                  <a:lnTo>
                    <a:pt x="7846" y="46849"/>
                  </a:lnTo>
                  <a:lnTo>
                    <a:pt x="8386" y="47054"/>
                  </a:lnTo>
                  <a:lnTo>
                    <a:pt x="8945" y="47259"/>
                  </a:lnTo>
                  <a:lnTo>
                    <a:pt x="9504" y="47427"/>
                  </a:lnTo>
                  <a:lnTo>
                    <a:pt x="10064" y="47576"/>
                  </a:lnTo>
                  <a:lnTo>
                    <a:pt x="10641" y="47706"/>
                  </a:lnTo>
                  <a:lnTo>
                    <a:pt x="11238" y="47799"/>
                  </a:lnTo>
                  <a:lnTo>
                    <a:pt x="11834" y="47855"/>
                  </a:lnTo>
                  <a:lnTo>
                    <a:pt x="12430" y="47911"/>
                  </a:lnTo>
                  <a:lnTo>
                    <a:pt x="13026" y="47911"/>
                  </a:lnTo>
                  <a:lnTo>
                    <a:pt x="13026" y="47911"/>
                  </a:lnTo>
                  <a:lnTo>
                    <a:pt x="13436" y="47911"/>
                  </a:lnTo>
                  <a:lnTo>
                    <a:pt x="13846" y="47893"/>
                  </a:lnTo>
                  <a:lnTo>
                    <a:pt x="14256" y="47855"/>
                  </a:lnTo>
                  <a:lnTo>
                    <a:pt x="14666" y="47818"/>
                  </a:lnTo>
                  <a:lnTo>
                    <a:pt x="14666" y="47818"/>
                  </a:lnTo>
                  <a:lnTo>
                    <a:pt x="15412" y="47706"/>
                  </a:lnTo>
                  <a:lnTo>
                    <a:pt x="16139" y="47557"/>
                  </a:lnTo>
                  <a:lnTo>
                    <a:pt x="16847" y="47352"/>
                  </a:lnTo>
                  <a:lnTo>
                    <a:pt x="17536" y="47129"/>
                  </a:lnTo>
                  <a:lnTo>
                    <a:pt x="18207" y="46849"/>
                  </a:lnTo>
                  <a:lnTo>
                    <a:pt x="18859" y="46551"/>
                  </a:lnTo>
                  <a:lnTo>
                    <a:pt x="19493" y="46216"/>
                  </a:lnTo>
                  <a:lnTo>
                    <a:pt x="20108" y="45843"/>
                  </a:lnTo>
                  <a:lnTo>
                    <a:pt x="20685" y="45451"/>
                  </a:lnTo>
                  <a:lnTo>
                    <a:pt x="21263" y="45004"/>
                  </a:lnTo>
                  <a:lnTo>
                    <a:pt x="21785" y="44557"/>
                  </a:lnTo>
                  <a:lnTo>
                    <a:pt x="22307" y="44072"/>
                  </a:lnTo>
                  <a:lnTo>
                    <a:pt x="22791" y="43551"/>
                  </a:lnTo>
                  <a:lnTo>
                    <a:pt x="23238" y="43010"/>
                  </a:lnTo>
                  <a:lnTo>
                    <a:pt x="23667" y="42451"/>
                  </a:lnTo>
                  <a:lnTo>
                    <a:pt x="24058" y="41874"/>
                  </a:lnTo>
                  <a:lnTo>
                    <a:pt x="24058" y="41874"/>
                  </a:lnTo>
                  <a:lnTo>
                    <a:pt x="21599" y="41985"/>
                  </a:lnTo>
                  <a:lnTo>
                    <a:pt x="20369" y="42023"/>
                  </a:lnTo>
                  <a:lnTo>
                    <a:pt x="19139" y="42041"/>
                  </a:lnTo>
                  <a:lnTo>
                    <a:pt x="19139" y="42041"/>
                  </a:lnTo>
                  <a:lnTo>
                    <a:pt x="18356" y="42041"/>
                  </a:lnTo>
                  <a:lnTo>
                    <a:pt x="17573" y="42023"/>
                  </a:lnTo>
                  <a:lnTo>
                    <a:pt x="16772" y="41967"/>
                  </a:lnTo>
                  <a:lnTo>
                    <a:pt x="15989" y="41911"/>
                  </a:lnTo>
                  <a:lnTo>
                    <a:pt x="15207" y="41836"/>
                  </a:lnTo>
                  <a:lnTo>
                    <a:pt x="14424" y="41743"/>
                  </a:lnTo>
                  <a:lnTo>
                    <a:pt x="13641" y="41613"/>
                  </a:lnTo>
                  <a:lnTo>
                    <a:pt x="12840" y="41445"/>
                  </a:lnTo>
                  <a:lnTo>
                    <a:pt x="12840" y="41445"/>
                  </a:lnTo>
                  <a:lnTo>
                    <a:pt x="12561" y="41389"/>
                  </a:lnTo>
                  <a:lnTo>
                    <a:pt x="12244" y="41333"/>
                  </a:lnTo>
                  <a:lnTo>
                    <a:pt x="11890" y="41277"/>
                  </a:lnTo>
                  <a:lnTo>
                    <a:pt x="11554" y="41203"/>
                  </a:lnTo>
                  <a:lnTo>
                    <a:pt x="11405" y="41147"/>
                  </a:lnTo>
                  <a:lnTo>
                    <a:pt x="11256" y="41072"/>
                  </a:lnTo>
                  <a:lnTo>
                    <a:pt x="11126" y="40998"/>
                  </a:lnTo>
                  <a:lnTo>
                    <a:pt x="11014" y="40923"/>
                  </a:lnTo>
                  <a:lnTo>
                    <a:pt x="10921" y="40811"/>
                  </a:lnTo>
                  <a:lnTo>
                    <a:pt x="10846" y="40700"/>
                  </a:lnTo>
                  <a:lnTo>
                    <a:pt x="10809" y="40569"/>
                  </a:lnTo>
                  <a:lnTo>
                    <a:pt x="10790" y="40420"/>
                  </a:lnTo>
                  <a:lnTo>
                    <a:pt x="10790" y="40420"/>
                  </a:lnTo>
                  <a:lnTo>
                    <a:pt x="10809" y="40178"/>
                  </a:lnTo>
                  <a:lnTo>
                    <a:pt x="10846" y="39936"/>
                  </a:lnTo>
                  <a:lnTo>
                    <a:pt x="10921" y="39731"/>
                  </a:lnTo>
                  <a:lnTo>
                    <a:pt x="10995" y="39526"/>
                  </a:lnTo>
                  <a:lnTo>
                    <a:pt x="11088" y="39358"/>
                  </a:lnTo>
                  <a:lnTo>
                    <a:pt x="11200" y="39190"/>
                  </a:lnTo>
                  <a:lnTo>
                    <a:pt x="11312" y="39041"/>
                  </a:lnTo>
                  <a:lnTo>
                    <a:pt x="11443" y="38911"/>
                  </a:lnTo>
                  <a:lnTo>
                    <a:pt x="11592" y="38780"/>
                  </a:lnTo>
                  <a:lnTo>
                    <a:pt x="11759" y="38668"/>
                  </a:lnTo>
                  <a:lnTo>
                    <a:pt x="11927" y="38575"/>
                  </a:lnTo>
                  <a:lnTo>
                    <a:pt x="12095" y="38501"/>
                  </a:lnTo>
                  <a:lnTo>
                    <a:pt x="12281" y="38426"/>
                  </a:lnTo>
                  <a:lnTo>
                    <a:pt x="12486" y="38352"/>
                  </a:lnTo>
                  <a:lnTo>
                    <a:pt x="12896" y="38240"/>
                  </a:lnTo>
                  <a:lnTo>
                    <a:pt x="13325" y="38165"/>
                  </a:lnTo>
                  <a:lnTo>
                    <a:pt x="13753" y="38128"/>
                  </a:lnTo>
                  <a:lnTo>
                    <a:pt x="14200" y="38091"/>
                  </a:lnTo>
                  <a:lnTo>
                    <a:pt x="14648" y="38072"/>
                  </a:lnTo>
                  <a:lnTo>
                    <a:pt x="15524" y="38053"/>
                  </a:lnTo>
                  <a:lnTo>
                    <a:pt x="15915" y="38035"/>
                  </a:lnTo>
                  <a:lnTo>
                    <a:pt x="16288" y="38016"/>
                  </a:lnTo>
                  <a:lnTo>
                    <a:pt x="16288" y="38016"/>
                  </a:lnTo>
                  <a:lnTo>
                    <a:pt x="18356" y="37923"/>
                  </a:lnTo>
                  <a:lnTo>
                    <a:pt x="20425" y="37867"/>
                  </a:lnTo>
                  <a:lnTo>
                    <a:pt x="24543" y="37774"/>
                  </a:lnTo>
                  <a:lnTo>
                    <a:pt x="26593" y="37718"/>
                  </a:lnTo>
                  <a:lnTo>
                    <a:pt x="28643" y="37662"/>
                  </a:lnTo>
                  <a:lnTo>
                    <a:pt x="30674" y="37569"/>
                  </a:lnTo>
                  <a:lnTo>
                    <a:pt x="32724" y="37438"/>
                  </a:lnTo>
                  <a:lnTo>
                    <a:pt x="33730" y="37345"/>
                  </a:lnTo>
                  <a:lnTo>
                    <a:pt x="34736" y="37252"/>
                  </a:lnTo>
                  <a:lnTo>
                    <a:pt x="35761" y="37140"/>
                  </a:lnTo>
                  <a:lnTo>
                    <a:pt x="36767" y="37028"/>
                  </a:lnTo>
                  <a:lnTo>
                    <a:pt x="37774" y="36879"/>
                  </a:lnTo>
                  <a:lnTo>
                    <a:pt x="38761" y="36712"/>
                  </a:lnTo>
                  <a:lnTo>
                    <a:pt x="39768" y="36544"/>
                  </a:lnTo>
                  <a:lnTo>
                    <a:pt x="40774" y="36339"/>
                  </a:lnTo>
                  <a:lnTo>
                    <a:pt x="41761" y="36115"/>
                  </a:lnTo>
                  <a:lnTo>
                    <a:pt x="42749" y="35873"/>
                  </a:lnTo>
                  <a:lnTo>
                    <a:pt x="43737" y="35612"/>
                  </a:lnTo>
                  <a:lnTo>
                    <a:pt x="44724" y="35333"/>
                  </a:lnTo>
                  <a:lnTo>
                    <a:pt x="45712" y="35016"/>
                  </a:lnTo>
                  <a:lnTo>
                    <a:pt x="46681" y="34662"/>
                  </a:lnTo>
                  <a:lnTo>
                    <a:pt x="47650" y="34289"/>
                  </a:lnTo>
                  <a:lnTo>
                    <a:pt x="48619" y="33879"/>
                  </a:lnTo>
                  <a:lnTo>
                    <a:pt x="48619" y="33879"/>
                  </a:lnTo>
                  <a:lnTo>
                    <a:pt x="48843" y="33786"/>
                  </a:lnTo>
                  <a:lnTo>
                    <a:pt x="49029" y="33656"/>
                  </a:lnTo>
                  <a:lnTo>
                    <a:pt x="49215" y="33506"/>
                  </a:lnTo>
                  <a:lnTo>
                    <a:pt x="49364" y="33357"/>
                  </a:lnTo>
                  <a:lnTo>
                    <a:pt x="49514" y="33171"/>
                  </a:lnTo>
                  <a:lnTo>
                    <a:pt x="49625" y="32985"/>
                  </a:lnTo>
                  <a:lnTo>
                    <a:pt x="49719" y="32780"/>
                  </a:lnTo>
                  <a:lnTo>
                    <a:pt x="49812" y="32575"/>
                  </a:lnTo>
                  <a:lnTo>
                    <a:pt x="49868" y="32351"/>
                  </a:lnTo>
                  <a:lnTo>
                    <a:pt x="49924" y="32127"/>
                  </a:lnTo>
                  <a:lnTo>
                    <a:pt x="49942" y="31885"/>
                  </a:lnTo>
                  <a:lnTo>
                    <a:pt x="49961" y="31643"/>
                  </a:lnTo>
                  <a:lnTo>
                    <a:pt x="49942" y="31382"/>
                  </a:lnTo>
                  <a:lnTo>
                    <a:pt x="49924" y="31140"/>
                  </a:lnTo>
                  <a:lnTo>
                    <a:pt x="49886" y="30879"/>
                  </a:lnTo>
                  <a:lnTo>
                    <a:pt x="49830" y="30618"/>
                  </a:lnTo>
                  <a:lnTo>
                    <a:pt x="49830" y="30618"/>
                  </a:lnTo>
                  <a:lnTo>
                    <a:pt x="49756" y="30394"/>
                  </a:lnTo>
                  <a:lnTo>
                    <a:pt x="49663" y="30208"/>
                  </a:lnTo>
                  <a:lnTo>
                    <a:pt x="49551" y="30040"/>
                  </a:lnTo>
                  <a:lnTo>
                    <a:pt x="49420" y="29891"/>
                  </a:lnTo>
                  <a:lnTo>
                    <a:pt x="49290" y="29761"/>
                  </a:lnTo>
                  <a:lnTo>
                    <a:pt x="49141" y="29649"/>
                  </a:lnTo>
                  <a:lnTo>
                    <a:pt x="48992" y="29537"/>
                  </a:lnTo>
                  <a:lnTo>
                    <a:pt x="48824" y="29463"/>
                  </a:lnTo>
                  <a:lnTo>
                    <a:pt x="48656" y="29388"/>
                  </a:lnTo>
                  <a:lnTo>
                    <a:pt x="48470" y="29314"/>
                  </a:lnTo>
                  <a:lnTo>
                    <a:pt x="48116" y="29220"/>
                  </a:lnTo>
                  <a:lnTo>
                    <a:pt x="47762" y="29127"/>
                  </a:lnTo>
                  <a:lnTo>
                    <a:pt x="47426" y="29071"/>
                  </a:lnTo>
                  <a:lnTo>
                    <a:pt x="47426" y="29071"/>
                  </a:lnTo>
                  <a:lnTo>
                    <a:pt x="46998" y="28960"/>
                  </a:lnTo>
                  <a:lnTo>
                    <a:pt x="46569" y="28885"/>
                  </a:lnTo>
                  <a:lnTo>
                    <a:pt x="46122" y="28810"/>
                  </a:lnTo>
                  <a:lnTo>
                    <a:pt x="45693" y="28755"/>
                  </a:lnTo>
                  <a:lnTo>
                    <a:pt x="45265" y="28717"/>
                  </a:lnTo>
                  <a:lnTo>
                    <a:pt x="44818" y="28699"/>
                  </a:lnTo>
                  <a:lnTo>
                    <a:pt x="43942" y="28680"/>
                  </a:lnTo>
                  <a:lnTo>
                    <a:pt x="43942" y="28680"/>
                  </a:lnTo>
                  <a:lnTo>
                    <a:pt x="43420" y="28680"/>
                  </a:lnTo>
                  <a:lnTo>
                    <a:pt x="42898" y="28699"/>
                  </a:lnTo>
                  <a:lnTo>
                    <a:pt x="41873" y="28755"/>
                  </a:lnTo>
                  <a:lnTo>
                    <a:pt x="40830" y="28848"/>
                  </a:lnTo>
                  <a:lnTo>
                    <a:pt x="39805" y="28941"/>
                  </a:lnTo>
                  <a:lnTo>
                    <a:pt x="39805" y="28941"/>
                  </a:lnTo>
                  <a:lnTo>
                    <a:pt x="38761" y="29053"/>
                  </a:lnTo>
                  <a:lnTo>
                    <a:pt x="37736" y="29146"/>
                  </a:lnTo>
                  <a:lnTo>
                    <a:pt x="36730" y="29202"/>
                  </a:lnTo>
                  <a:lnTo>
                    <a:pt x="36227" y="29220"/>
                  </a:lnTo>
                  <a:lnTo>
                    <a:pt x="35724" y="29220"/>
                  </a:lnTo>
                  <a:lnTo>
                    <a:pt x="35724" y="29220"/>
                  </a:lnTo>
                  <a:lnTo>
                    <a:pt x="34867" y="29202"/>
                  </a:lnTo>
                  <a:lnTo>
                    <a:pt x="34457" y="29183"/>
                  </a:lnTo>
                  <a:lnTo>
                    <a:pt x="34047" y="29146"/>
                  </a:lnTo>
                  <a:lnTo>
                    <a:pt x="33637" y="29090"/>
                  </a:lnTo>
                  <a:lnTo>
                    <a:pt x="33227" y="29015"/>
                  </a:lnTo>
                  <a:lnTo>
                    <a:pt x="32817" y="28941"/>
                  </a:lnTo>
                  <a:lnTo>
                    <a:pt x="32407" y="28848"/>
                  </a:lnTo>
                  <a:lnTo>
                    <a:pt x="32015" y="28717"/>
                  </a:lnTo>
                  <a:lnTo>
                    <a:pt x="31624" y="28587"/>
                  </a:lnTo>
                  <a:lnTo>
                    <a:pt x="31233" y="28438"/>
                  </a:lnTo>
                  <a:lnTo>
                    <a:pt x="30841" y="28270"/>
                  </a:lnTo>
                  <a:lnTo>
                    <a:pt x="30469" y="28065"/>
                  </a:lnTo>
                  <a:lnTo>
                    <a:pt x="30096" y="27860"/>
                  </a:lnTo>
                  <a:lnTo>
                    <a:pt x="29723" y="27618"/>
                  </a:lnTo>
                  <a:lnTo>
                    <a:pt x="29369" y="27357"/>
                  </a:lnTo>
                  <a:lnTo>
                    <a:pt x="29369" y="27357"/>
                  </a:lnTo>
                  <a:lnTo>
                    <a:pt x="29220" y="27208"/>
                  </a:lnTo>
                  <a:lnTo>
                    <a:pt x="29146" y="27077"/>
                  </a:lnTo>
                  <a:lnTo>
                    <a:pt x="29090" y="26928"/>
                  </a:lnTo>
                  <a:lnTo>
                    <a:pt x="29090" y="26779"/>
                  </a:lnTo>
                  <a:lnTo>
                    <a:pt x="29127" y="26630"/>
                  </a:lnTo>
                  <a:lnTo>
                    <a:pt x="29202" y="26500"/>
                  </a:lnTo>
                  <a:lnTo>
                    <a:pt x="29295" y="26351"/>
                  </a:lnTo>
                  <a:lnTo>
                    <a:pt x="29425" y="26202"/>
                  </a:lnTo>
                  <a:lnTo>
                    <a:pt x="29574" y="26071"/>
                  </a:lnTo>
                  <a:lnTo>
                    <a:pt x="29742" y="25941"/>
                  </a:lnTo>
                  <a:lnTo>
                    <a:pt x="29928" y="25829"/>
                  </a:lnTo>
                  <a:lnTo>
                    <a:pt x="30115" y="25736"/>
                  </a:lnTo>
                  <a:lnTo>
                    <a:pt x="30301" y="25643"/>
                  </a:lnTo>
                  <a:lnTo>
                    <a:pt x="30506" y="25549"/>
                  </a:lnTo>
                  <a:lnTo>
                    <a:pt x="30711" y="25493"/>
                  </a:lnTo>
                  <a:lnTo>
                    <a:pt x="30916" y="25456"/>
                  </a:lnTo>
                  <a:lnTo>
                    <a:pt x="30916" y="25456"/>
                  </a:lnTo>
                  <a:lnTo>
                    <a:pt x="34158" y="24767"/>
                  </a:lnTo>
                  <a:lnTo>
                    <a:pt x="37364" y="24077"/>
                  </a:lnTo>
                  <a:lnTo>
                    <a:pt x="38948" y="23742"/>
                  </a:lnTo>
                  <a:lnTo>
                    <a:pt x="40513" y="23369"/>
                  </a:lnTo>
                  <a:lnTo>
                    <a:pt x="42078" y="22996"/>
                  </a:lnTo>
                  <a:lnTo>
                    <a:pt x="43625" y="22605"/>
                  </a:lnTo>
                  <a:lnTo>
                    <a:pt x="45153" y="22176"/>
                  </a:lnTo>
                  <a:lnTo>
                    <a:pt x="46681" y="21711"/>
                  </a:lnTo>
                  <a:lnTo>
                    <a:pt x="48190" y="21226"/>
                  </a:lnTo>
                  <a:lnTo>
                    <a:pt x="49700" y="20686"/>
                  </a:lnTo>
                  <a:lnTo>
                    <a:pt x="50464" y="20406"/>
                  </a:lnTo>
                  <a:lnTo>
                    <a:pt x="51209" y="20108"/>
                  </a:lnTo>
                  <a:lnTo>
                    <a:pt x="51955" y="19810"/>
                  </a:lnTo>
                  <a:lnTo>
                    <a:pt x="52700" y="19493"/>
                  </a:lnTo>
                  <a:lnTo>
                    <a:pt x="53446" y="19158"/>
                  </a:lnTo>
                  <a:lnTo>
                    <a:pt x="54191" y="18804"/>
                  </a:lnTo>
                  <a:lnTo>
                    <a:pt x="54936" y="18431"/>
                  </a:lnTo>
                  <a:lnTo>
                    <a:pt x="55682" y="18058"/>
                  </a:lnTo>
                  <a:lnTo>
                    <a:pt x="55682" y="18058"/>
                  </a:lnTo>
                  <a:lnTo>
                    <a:pt x="56278" y="17741"/>
                  </a:lnTo>
                  <a:lnTo>
                    <a:pt x="56856" y="17406"/>
                  </a:lnTo>
                  <a:lnTo>
                    <a:pt x="57433" y="17052"/>
                  </a:lnTo>
                  <a:lnTo>
                    <a:pt x="57992" y="16698"/>
                  </a:lnTo>
                  <a:lnTo>
                    <a:pt x="58551" y="16306"/>
                  </a:lnTo>
                  <a:lnTo>
                    <a:pt x="59073" y="15934"/>
                  </a:lnTo>
                  <a:lnTo>
                    <a:pt x="59595" y="15524"/>
                  </a:lnTo>
                  <a:lnTo>
                    <a:pt x="60117" y="15114"/>
                  </a:lnTo>
                  <a:lnTo>
                    <a:pt x="60601" y="14704"/>
                  </a:lnTo>
                  <a:lnTo>
                    <a:pt x="61086" y="14275"/>
                  </a:lnTo>
                  <a:lnTo>
                    <a:pt x="61552" y="13828"/>
                  </a:lnTo>
                  <a:lnTo>
                    <a:pt x="62018" y="13362"/>
                  </a:lnTo>
                  <a:lnTo>
                    <a:pt x="62465" y="12915"/>
                  </a:lnTo>
                  <a:lnTo>
                    <a:pt x="62912" y="12430"/>
                  </a:lnTo>
                  <a:lnTo>
                    <a:pt x="63322" y="11946"/>
                  </a:lnTo>
                  <a:lnTo>
                    <a:pt x="63732" y="11461"/>
                  </a:lnTo>
                  <a:lnTo>
                    <a:pt x="64142" y="10958"/>
                  </a:lnTo>
                  <a:lnTo>
                    <a:pt x="64533" y="10455"/>
                  </a:lnTo>
                  <a:lnTo>
                    <a:pt x="64906" y="9933"/>
                  </a:lnTo>
                  <a:lnTo>
                    <a:pt x="65279" y="9411"/>
                  </a:lnTo>
                  <a:lnTo>
                    <a:pt x="65633" y="8871"/>
                  </a:lnTo>
                  <a:lnTo>
                    <a:pt x="65968" y="8331"/>
                  </a:lnTo>
                  <a:lnTo>
                    <a:pt x="66304" y="7772"/>
                  </a:lnTo>
                  <a:lnTo>
                    <a:pt x="66639" y="7213"/>
                  </a:lnTo>
                  <a:lnTo>
                    <a:pt x="66937" y="6654"/>
                  </a:lnTo>
                  <a:lnTo>
                    <a:pt x="67254" y="6076"/>
                  </a:lnTo>
                  <a:lnTo>
                    <a:pt x="67533" y="5498"/>
                  </a:lnTo>
                  <a:lnTo>
                    <a:pt x="67813" y="4920"/>
                  </a:lnTo>
                  <a:lnTo>
                    <a:pt x="68093" y="4343"/>
                  </a:lnTo>
                  <a:lnTo>
                    <a:pt x="68353" y="3746"/>
                  </a:lnTo>
                  <a:lnTo>
                    <a:pt x="68838" y="2535"/>
                  </a:lnTo>
                  <a:lnTo>
                    <a:pt x="68838" y="2535"/>
                  </a:lnTo>
                  <a:lnTo>
                    <a:pt x="68745" y="1902"/>
                  </a:lnTo>
                  <a:lnTo>
                    <a:pt x="68633" y="1287"/>
                  </a:lnTo>
                  <a:lnTo>
                    <a:pt x="68484" y="672"/>
                  </a:lnTo>
                  <a:lnTo>
                    <a:pt x="68335" y="57"/>
                  </a:lnTo>
                  <a:lnTo>
                    <a:pt x="68335" y="57"/>
                  </a:lnTo>
                  <a:lnTo>
                    <a:pt x="68316" y="57"/>
                  </a:lnTo>
                  <a:lnTo>
                    <a:pt x="68316" y="57"/>
                  </a:lnTo>
                  <a:lnTo>
                    <a:pt x="68316" y="38"/>
                  </a:lnTo>
                  <a:lnTo>
                    <a:pt x="68316" y="38"/>
                  </a:lnTo>
                  <a:lnTo>
                    <a:pt x="68316" y="38"/>
                  </a:lnTo>
                  <a:lnTo>
                    <a:pt x="68316" y="38"/>
                  </a:lnTo>
                  <a:lnTo>
                    <a:pt x="68316" y="19"/>
                  </a:lnTo>
                  <a:lnTo>
                    <a:pt x="68316" y="19"/>
                  </a:lnTo>
                  <a:lnTo>
                    <a:pt x="68316" y="19"/>
                  </a:lnTo>
                  <a:lnTo>
                    <a:pt x="68316" y="19"/>
                  </a:lnTo>
                  <a:lnTo>
                    <a:pt x="68316" y="1"/>
                  </a:lnTo>
                  <a:lnTo>
                    <a:pt x="6831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4"/>
            <p:cNvSpPr/>
            <p:nvPr/>
          </p:nvSpPr>
          <p:spPr>
            <a:xfrm>
              <a:off x="607305" y="2745428"/>
              <a:ext cx="1147048" cy="1160862"/>
            </a:xfrm>
            <a:custGeom>
              <a:rect b="b" l="l" r="r" t="t"/>
              <a:pathLst>
                <a:path extrusionOk="0" h="31345" w="30972">
                  <a:moveTo>
                    <a:pt x="16194" y="1"/>
                  </a:moveTo>
                  <a:lnTo>
                    <a:pt x="15691" y="20"/>
                  </a:lnTo>
                  <a:lnTo>
                    <a:pt x="15188" y="38"/>
                  </a:lnTo>
                  <a:lnTo>
                    <a:pt x="14685" y="75"/>
                  </a:lnTo>
                  <a:lnTo>
                    <a:pt x="14182" y="131"/>
                  </a:lnTo>
                  <a:lnTo>
                    <a:pt x="13362" y="243"/>
                  </a:lnTo>
                  <a:lnTo>
                    <a:pt x="12561" y="411"/>
                  </a:lnTo>
                  <a:lnTo>
                    <a:pt x="11778" y="616"/>
                  </a:lnTo>
                  <a:lnTo>
                    <a:pt x="11014" y="858"/>
                  </a:lnTo>
                  <a:lnTo>
                    <a:pt x="11610" y="1790"/>
                  </a:lnTo>
                  <a:lnTo>
                    <a:pt x="12262" y="2703"/>
                  </a:lnTo>
                  <a:lnTo>
                    <a:pt x="12561" y="3113"/>
                  </a:lnTo>
                  <a:lnTo>
                    <a:pt x="12877" y="3504"/>
                  </a:lnTo>
                  <a:lnTo>
                    <a:pt x="13194" y="3877"/>
                  </a:lnTo>
                  <a:lnTo>
                    <a:pt x="13511" y="4250"/>
                  </a:lnTo>
                  <a:lnTo>
                    <a:pt x="14033" y="3970"/>
                  </a:lnTo>
                  <a:lnTo>
                    <a:pt x="14573" y="3728"/>
                  </a:lnTo>
                  <a:lnTo>
                    <a:pt x="15132" y="3523"/>
                  </a:lnTo>
                  <a:lnTo>
                    <a:pt x="15691" y="3318"/>
                  </a:lnTo>
                  <a:lnTo>
                    <a:pt x="16269" y="3150"/>
                  </a:lnTo>
                  <a:lnTo>
                    <a:pt x="16865" y="3001"/>
                  </a:lnTo>
                  <a:lnTo>
                    <a:pt x="17462" y="2889"/>
                  </a:lnTo>
                  <a:lnTo>
                    <a:pt x="18077" y="2796"/>
                  </a:lnTo>
                  <a:lnTo>
                    <a:pt x="18486" y="2759"/>
                  </a:lnTo>
                  <a:lnTo>
                    <a:pt x="18878" y="2722"/>
                  </a:lnTo>
                  <a:lnTo>
                    <a:pt x="19288" y="2703"/>
                  </a:lnTo>
                  <a:lnTo>
                    <a:pt x="20089" y="2703"/>
                  </a:lnTo>
                  <a:lnTo>
                    <a:pt x="20462" y="2722"/>
                  </a:lnTo>
                  <a:lnTo>
                    <a:pt x="20853" y="2740"/>
                  </a:lnTo>
                  <a:lnTo>
                    <a:pt x="21226" y="2796"/>
                  </a:lnTo>
                  <a:lnTo>
                    <a:pt x="21971" y="2889"/>
                  </a:lnTo>
                  <a:lnTo>
                    <a:pt x="22698" y="3057"/>
                  </a:lnTo>
                  <a:lnTo>
                    <a:pt x="23425" y="3243"/>
                  </a:lnTo>
                  <a:lnTo>
                    <a:pt x="24133" y="3486"/>
                  </a:lnTo>
                  <a:lnTo>
                    <a:pt x="24804" y="3747"/>
                  </a:lnTo>
                  <a:lnTo>
                    <a:pt x="25475" y="4063"/>
                  </a:lnTo>
                  <a:lnTo>
                    <a:pt x="26127" y="4399"/>
                  </a:lnTo>
                  <a:lnTo>
                    <a:pt x="26760" y="4790"/>
                  </a:lnTo>
                  <a:lnTo>
                    <a:pt x="27357" y="5200"/>
                  </a:lnTo>
                  <a:lnTo>
                    <a:pt x="27934" y="5647"/>
                  </a:lnTo>
                  <a:lnTo>
                    <a:pt x="28493" y="6132"/>
                  </a:lnTo>
                  <a:lnTo>
                    <a:pt x="29015" y="6635"/>
                  </a:lnTo>
                  <a:lnTo>
                    <a:pt x="29518" y="7175"/>
                  </a:lnTo>
                  <a:lnTo>
                    <a:pt x="29984" y="7753"/>
                  </a:lnTo>
                  <a:lnTo>
                    <a:pt x="29705" y="7306"/>
                  </a:lnTo>
                  <a:lnTo>
                    <a:pt x="29425" y="6877"/>
                  </a:lnTo>
                  <a:lnTo>
                    <a:pt x="29127" y="6467"/>
                  </a:lnTo>
                  <a:lnTo>
                    <a:pt x="28810" y="6057"/>
                  </a:lnTo>
                  <a:lnTo>
                    <a:pt x="28475" y="5666"/>
                  </a:lnTo>
                  <a:lnTo>
                    <a:pt x="28139" y="5293"/>
                  </a:lnTo>
                  <a:lnTo>
                    <a:pt x="27785" y="4921"/>
                  </a:lnTo>
                  <a:lnTo>
                    <a:pt x="27431" y="4548"/>
                  </a:lnTo>
                  <a:lnTo>
                    <a:pt x="27059" y="4212"/>
                  </a:lnTo>
                  <a:lnTo>
                    <a:pt x="26667" y="3858"/>
                  </a:lnTo>
                  <a:lnTo>
                    <a:pt x="26276" y="3542"/>
                  </a:lnTo>
                  <a:lnTo>
                    <a:pt x="25866" y="3225"/>
                  </a:lnTo>
                  <a:lnTo>
                    <a:pt x="25456" y="2927"/>
                  </a:lnTo>
                  <a:lnTo>
                    <a:pt x="25027" y="2647"/>
                  </a:lnTo>
                  <a:lnTo>
                    <a:pt x="24599" y="2368"/>
                  </a:lnTo>
                  <a:lnTo>
                    <a:pt x="24170" y="2107"/>
                  </a:lnTo>
                  <a:lnTo>
                    <a:pt x="23704" y="1864"/>
                  </a:lnTo>
                  <a:lnTo>
                    <a:pt x="23257" y="1641"/>
                  </a:lnTo>
                  <a:lnTo>
                    <a:pt x="22791" y="1417"/>
                  </a:lnTo>
                  <a:lnTo>
                    <a:pt x="22325" y="1212"/>
                  </a:lnTo>
                  <a:lnTo>
                    <a:pt x="21841" y="1026"/>
                  </a:lnTo>
                  <a:lnTo>
                    <a:pt x="21356" y="858"/>
                  </a:lnTo>
                  <a:lnTo>
                    <a:pt x="20872" y="690"/>
                  </a:lnTo>
                  <a:lnTo>
                    <a:pt x="20369" y="560"/>
                  </a:lnTo>
                  <a:lnTo>
                    <a:pt x="19865" y="430"/>
                  </a:lnTo>
                  <a:lnTo>
                    <a:pt x="19344" y="318"/>
                  </a:lnTo>
                  <a:lnTo>
                    <a:pt x="18841" y="225"/>
                  </a:lnTo>
                  <a:lnTo>
                    <a:pt x="18319" y="150"/>
                  </a:lnTo>
                  <a:lnTo>
                    <a:pt x="17797" y="75"/>
                  </a:lnTo>
                  <a:lnTo>
                    <a:pt x="17275" y="38"/>
                  </a:lnTo>
                  <a:lnTo>
                    <a:pt x="16735" y="20"/>
                  </a:lnTo>
                  <a:lnTo>
                    <a:pt x="16194" y="1"/>
                  </a:lnTo>
                  <a:close/>
                  <a:moveTo>
                    <a:pt x="1715" y="8946"/>
                  </a:moveTo>
                  <a:lnTo>
                    <a:pt x="1454" y="9467"/>
                  </a:lnTo>
                  <a:lnTo>
                    <a:pt x="1231" y="10008"/>
                  </a:lnTo>
                  <a:lnTo>
                    <a:pt x="1026" y="10548"/>
                  </a:lnTo>
                  <a:lnTo>
                    <a:pt x="821" y="11089"/>
                  </a:lnTo>
                  <a:lnTo>
                    <a:pt x="653" y="11648"/>
                  </a:lnTo>
                  <a:lnTo>
                    <a:pt x="504" y="12207"/>
                  </a:lnTo>
                  <a:lnTo>
                    <a:pt x="355" y="12785"/>
                  </a:lnTo>
                  <a:lnTo>
                    <a:pt x="243" y="13362"/>
                  </a:lnTo>
                  <a:lnTo>
                    <a:pt x="150" y="13959"/>
                  </a:lnTo>
                  <a:lnTo>
                    <a:pt x="94" y="14536"/>
                  </a:lnTo>
                  <a:lnTo>
                    <a:pt x="38" y="15133"/>
                  </a:lnTo>
                  <a:lnTo>
                    <a:pt x="19" y="15729"/>
                  </a:lnTo>
                  <a:lnTo>
                    <a:pt x="1" y="16344"/>
                  </a:lnTo>
                  <a:lnTo>
                    <a:pt x="19" y="16959"/>
                  </a:lnTo>
                  <a:lnTo>
                    <a:pt x="75" y="17555"/>
                  </a:lnTo>
                  <a:lnTo>
                    <a:pt x="131" y="18170"/>
                  </a:lnTo>
                  <a:lnTo>
                    <a:pt x="224" y="18748"/>
                  </a:lnTo>
                  <a:lnTo>
                    <a:pt x="317" y="19325"/>
                  </a:lnTo>
                  <a:lnTo>
                    <a:pt x="429" y="19884"/>
                  </a:lnTo>
                  <a:lnTo>
                    <a:pt x="578" y="20443"/>
                  </a:lnTo>
                  <a:lnTo>
                    <a:pt x="727" y="20984"/>
                  </a:lnTo>
                  <a:lnTo>
                    <a:pt x="914" y="21524"/>
                  </a:lnTo>
                  <a:lnTo>
                    <a:pt x="1100" y="22046"/>
                  </a:lnTo>
                  <a:lnTo>
                    <a:pt x="1324" y="22568"/>
                  </a:lnTo>
                  <a:lnTo>
                    <a:pt x="1547" y="23071"/>
                  </a:lnTo>
                  <a:lnTo>
                    <a:pt x="1790" y="23556"/>
                  </a:lnTo>
                  <a:lnTo>
                    <a:pt x="2051" y="24059"/>
                  </a:lnTo>
                  <a:lnTo>
                    <a:pt x="2330" y="24525"/>
                  </a:lnTo>
                  <a:lnTo>
                    <a:pt x="2610" y="24990"/>
                  </a:lnTo>
                  <a:lnTo>
                    <a:pt x="2926" y="25438"/>
                  </a:lnTo>
                  <a:lnTo>
                    <a:pt x="3243" y="25885"/>
                  </a:lnTo>
                  <a:lnTo>
                    <a:pt x="3579" y="26313"/>
                  </a:lnTo>
                  <a:lnTo>
                    <a:pt x="3933" y="26742"/>
                  </a:lnTo>
                  <a:lnTo>
                    <a:pt x="4287" y="27133"/>
                  </a:lnTo>
                  <a:lnTo>
                    <a:pt x="4659" y="27543"/>
                  </a:lnTo>
                  <a:lnTo>
                    <a:pt x="5051" y="27916"/>
                  </a:lnTo>
                  <a:lnTo>
                    <a:pt x="5461" y="28289"/>
                  </a:lnTo>
                  <a:lnTo>
                    <a:pt x="5871" y="28624"/>
                  </a:lnTo>
                  <a:lnTo>
                    <a:pt x="6281" y="28978"/>
                  </a:lnTo>
                  <a:lnTo>
                    <a:pt x="6728" y="29295"/>
                  </a:lnTo>
                  <a:lnTo>
                    <a:pt x="7175" y="29612"/>
                  </a:lnTo>
                  <a:lnTo>
                    <a:pt x="7622" y="29910"/>
                  </a:lnTo>
                  <a:lnTo>
                    <a:pt x="8088" y="30190"/>
                  </a:lnTo>
                  <a:lnTo>
                    <a:pt x="8573" y="30450"/>
                  </a:lnTo>
                  <a:lnTo>
                    <a:pt x="9057" y="30693"/>
                  </a:lnTo>
                  <a:lnTo>
                    <a:pt x="9542" y="30916"/>
                  </a:lnTo>
                  <a:lnTo>
                    <a:pt x="10045" y="31140"/>
                  </a:lnTo>
                  <a:lnTo>
                    <a:pt x="10548" y="31345"/>
                  </a:lnTo>
                  <a:lnTo>
                    <a:pt x="11629" y="31159"/>
                  </a:lnTo>
                  <a:lnTo>
                    <a:pt x="13735" y="30823"/>
                  </a:lnTo>
                  <a:lnTo>
                    <a:pt x="14797" y="30674"/>
                  </a:lnTo>
                  <a:lnTo>
                    <a:pt x="15859" y="30544"/>
                  </a:lnTo>
                  <a:lnTo>
                    <a:pt x="16921" y="30432"/>
                  </a:lnTo>
                  <a:lnTo>
                    <a:pt x="17983" y="30339"/>
                  </a:lnTo>
                  <a:lnTo>
                    <a:pt x="19046" y="30283"/>
                  </a:lnTo>
                  <a:lnTo>
                    <a:pt x="20108" y="30245"/>
                  </a:lnTo>
                  <a:lnTo>
                    <a:pt x="20984" y="30264"/>
                  </a:lnTo>
                  <a:lnTo>
                    <a:pt x="21878" y="30320"/>
                  </a:lnTo>
                  <a:lnTo>
                    <a:pt x="22773" y="30395"/>
                  </a:lnTo>
                  <a:lnTo>
                    <a:pt x="23648" y="30525"/>
                  </a:lnTo>
                  <a:lnTo>
                    <a:pt x="24263" y="30190"/>
                  </a:lnTo>
                  <a:lnTo>
                    <a:pt x="24841" y="29835"/>
                  </a:lnTo>
                  <a:lnTo>
                    <a:pt x="25419" y="29444"/>
                  </a:lnTo>
                  <a:lnTo>
                    <a:pt x="25978" y="29053"/>
                  </a:lnTo>
                  <a:lnTo>
                    <a:pt x="26499" y="28624"/>
                  </a:lnTo>
                  <a:lnTo>
                    <a:pt x="27021" y="28177"/>
                  </a:lnTo>
                  <a:lnTo>
                    <a:pt x="27506" y="27711"/>
                  </a:lnTo>
                  <a:lnTo>
                    <a:pt x="27990" y="27227"/>
                  </a:lnTo>
                  <a:lnTo>
                    <a:pt x="28438" y="26723"/>
                  </a:lnTo>
                  <a:lnTo>
                    <a:pt x="28866" y="26202"/>
                  </a:lnTo>
                  <a:lnTo>
                    <a:pt x="29276" y="25661"/>
                  </a:lnTo>
                  <a:lnTo>
                    <a:pt x="29667" y="25102"/>
                  </a:lnTo>
                  <a:lnTo>
                    <a:pt x="30021" y="24525"/>
                  </a:lnTo>
                  <a:lnTo>
                    <a:pt x="30376" y="23947"/>
                  </a:lnTo>
                  <a:lnTo>
                    <a:pt x="30692" y="23332"/>
                  </a:lnTo>
                  <a:lnTo>
                    <a:pt x="30972" y="22717"/>
                  </a:lnTo>
                  <a:lnTo>
                    <a:pt x="30692" y="22736"/>
                  </a:lnTo>
                  <a:lnTo>
                    <a:pt x="30301" y="23313"/>
                  </a:lnTo>
                  <a:lnTo>
                    <a:pt x="29872" y="23872"/>
                  </a:lnTo>
                  <a:lnTo>
                    <a:pt x="29425" y="24413"/>
                  </a:lnTo>
                  <a:lnTo>
                    <a:pt x="28941" y="24934"/>
                  </a:lnTo>
                  <a:lnTo>
                    <a:pt x="28419" y="25419"/>
                  </a:lnTo>
                  <a:lnTo>
                    <a:pt x="27897" y="25866"/>
                  </a:lnTo>
                  <a:lnTo>
                    <a:pt x="27319" y="26313"/>
                  </a:lnTo>
                  <a:lnTo>
                    <a:pt x="26742" y="26705"/>
                  </a:lnTo>
                  <a:lnTo>
                    <a:pt x="26127" y="27078"/>
                  </a:lnTo>
                  <a:lnTo>
                    <a:pt x="25493" y="27413"/>
                  </a:lnTo>
                  <a:lnTo>
                    <a:pt x="24841" y="27711"/>
                  </a:lnTo>
                  <a:lnTo>
                    <a:pt x="24170" y="27991"/>
                  </a:lnTo>
                  <a:lnTo>
                    <a:pt x="23481" y="28214"/>
                  </a:lnTo>
                  <a:lnTo>
                    <a:pt x="22773" y="28419"/>
                  </a:lnTo>
                  <a:lnTo>
                    <a:pt x="22046" y="28568"/>
                  </a:lnTo>
                  <a:lnTo>
                    <a:pt x="21300" y="28680"/>
                  </a:lnTo>
                  <a:lnTo>
                    <a:pt x="20890" y="28717"/>
                  </a:lnTo>
                  <a:lnTo>
                    <a:pt x="20480" y="28755"/>
                  </a:lnTo>
                  <a:lnTo>
                    <a:pt x="20070" y="28773"/>
                  </a:lnTo>
                  <a:lnTo>
                    <a:pt x="19064" y="28773"/>
                  </a:lnTo>
                  <a:lnTo>
                    <a:pt x="18468" y="28717"/>
                  </a:lnTo>
                  <a:lnTo>
                    <a:pt x="17872" y="28661"/>
                  </a:lnTo>
                  <a:lnTo>
                    <a:pt x="17275" y="28568"/>
                  </a:lnTo>
                  <a:lnTo>
                    <a:pt x="16698" y="28438"/>
                  </a:lnTo>
                  <a:lnTo>
                    <a:pt x="16138" y="28289"/>
                  </a:lnTo>
                  <a:lnTo>
                    <a:pt x="15579" y="28121"/>
                  </a:lnTo>
                  <a:lnTo>
                    <a:pt x="15020" y="27916"/>
                  </a:lnTo>
                  <a:lnTo>
                    <a:pt x="14480" y="27711"/>
                  </a:lnTo>
                  <a:lnTo>
                    <a:pt x="13958" y="27469"/>
                  </a:lnTo>
                  <a:lnTo>
                    <a:pt x="13436" y="27189"/>
                  </a:lnTo>
                  <a:lnTo>
                    <a:pt x="12952" y="26910"/>
                  </a:lnTo>
                  <a:lnTo>
                    <a:pt x="12449" y="26593"/>
                  </a:lnTo>
                  <a:lnTo>
                    <a:pt x="11983" y="26258"/>
                  </a:lnTo>
                  <a:lnTo>
                    <a:pt x="11517" y="25922"/>
                  </a:lnTo>
                  <a:lnTo>
                    <a:pt x="11088" y="25549"/>
                  </a:lnTo>
                  <a:lnTo>
                    <a:pt x="10660" y="25158"/>
                  </a:lnTo>
                  <a:lnTo>
                    <a:pt x="10250" y="24748"/>
                  </a:lnTo>
                  <a:lnTo>
                    <a:pt x="9859" y="24320"/>
                  </a:lnTo>
                  <a:lnTo>
                    <a:pt x="9486" y="23872"/>
                  </a:lnTo>
                  <a:lnTo>
                    <a:pt x="9132" y="23406"/>
                  </a:lnTo>
                  <a:lnTo>
                    <a:pt x="8796" y="22922"/>
                  </a:lnTo>
                  <a:lnTo>
                    <a:pt x="8480" y="22437"/>
                  </a:lnTo>
                  <a:lnTo>
                    <a:pt x="8200" y="21916"/>
                  </a:lnTo>
                  <a:lnTo>
                    <a:pt x="7921" y="21394"/>
                  </a:lnTo>
                  <a:lnTo>
                    <a:pt x="7678" y="20853"/>
                  </a:lnTo>
                  <a:lnTo>
                    <a:pt x="7455" y="20313"/>
                  </a:lnTo>
                  <a:lnTo>
                    <a:pt x="7268" y="19735"/>
                  </a:lnTo>
                  <a:lnTo>
                    <a:pt x="7101" y="19158"/>
                  </a:lnTo>
                  <a:lnTo>
                    <a:pt x="6952" y="18561"/>
                  </a:lnTo>
                  <a:lnTo>
                    <a:pt x="6840" y="17965"/>
                  </a:lnTo>
                  <a:lnTo>
                    <a:pt x="6747" y="17350"/>
                  </a:lnTo>
                  <a:lnTo>
                    <a:pt x="6672" y="16642"/>
                  </a:lnTo>
                  <a:lnTo>
                    <a:pt x="6635" y="15952"/>
                  </a:lnTo>
                  <a:lnTo>
                    <a:pt x="6653" y="15244"/>
                  </a:lnTo>
                  <a:lnTo>
                    <a:pt x="6691" y="14555"/>
                  </a:lnTo>
                  <a:lnTo>
                    <a:pt x="6765" y="13884"/>
                  </a:lnTo>
                  <a:lnTo>
                    <a:pt x="6877" y="13213"/>
                  </a:lnTo>
                  <a:lnTo>
                    <a:pt x="7026" y="12561"/>
                  </a:lnTo>
                  <a:lnTo>
                    <a:pt x="7212" y="11909"/>
                  </a:lnTo>
                  <a:lnTo>
                    <a:pt x="5330" y="10902"/>
                  </a:lnTo>
                  <a:lnTo>
                    <a:pt x="3485" y="9933"/>
                  </a:lnTo>
                  <a:lnTo>
                    <a:pt x="3075" y="9710"/>
                  </a:lnTo>
                  <a:lnTo>
                    <a:pt x="2628" y="9467"/>
                  </a:lnTo>
                  <a:lnTo>
                    <a:pt x="1715" y="8946"/>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4"/>
            <p:cNvSpPr/>
            <p:nvPr/>
          </p:nvSpPr>
          <p:spPr>
            <a:xfrm>
              <a:off x="607305" y="3076710"/>
              <a:ext cx="1147048" cy="829584"/>
            </a:xfrm>
            <a:custGeom>
              <a:rect b="b" l="l" r="r" t="t"/>
              <a:pathLst>
                <a:path extrusionOk="0" fill="none" h="22400" w="30972">
                  <a:moveTo>
                    <a:pt x="1715" y="1"/>
                  </a:moveTo>
                  <a:lnTo>
                    <a:pt x="1715" y="1"/>
                  </a:lnTo>
                  <a:lnTo>
                    <a:pt x="1454" y="522"/>
                  </a:lnTo>
                  <a:lnTo>
                    <a:pt x="1231" y="1063"/>
                  </a:lnTo>
                  <a:lnTo>
                    <a:pt x="1026" y="1603"/>
                  </a:lnTo>
                  <a:lnTo>
                    <a:pt x="821" y="2144"/>
                  </a:lnTo>
                  <a:lnTo>
                    <a:pt x="653" y="2703"/>
                  </a:lnTo>
                  <a:lnTo>
                    <a:pt x="504" y="3262"/>
                  </a:lnTo>
                  <a:lnTo>
                    <a:pt x="355" y="3840"/>
                  </a:lnTo>
                  <a:lnTo>
                    <a:pt x="243" y="4417"/>
                  </a:lnTo>
                  <a:lnTo>
                    <a:pt x="150" y="5014"/>
                  </a:lnTo>
                  <a:lnTo>
                    <a:pt x="94" y="5591"/>
                  </a:lnTo>
                  <a:lnTo>
                    <a:pt x="38" y="6188"/>
                  </a:lnTo>
                  <a:lnTo>
                    <a:pt x="19" y="6784"/>
                  </a:lnTo>
                  <a:lnTo>
                    <a:pt x="1" y="7399"/>
                  </a:lnTo>
                  <a:lnTo>
                    <a:pt x="19" y="8014"/>
                  </a:lnTo>
                  <a:lnTo>
                    <a:pt x="75" y="8610"/>
                  </a:lnTo>
                  <a:lnTo>
                    <a:pt x="131" y="9225"/>
                  </a:lnTo>
                  <a:lnTo>
                    <a:pt x="131" y="9225"/>
                  </a:lnTo>
                  <a:lnTo>
                    <a:pt x="224" y="9803"/>
                  </a:lnTo>
                  <a:lnTo>
                    <a:pt x="317" y="10380"/>
                  </a:lnTo>
                  <a:lnTo>
                    <a:pt x="429" y="10939"/>
                  </a:lnTo>
                  <a:lnTo>
                    <a:pt x="578" y="11498"/>
                  </a:lnTo>
                  <a:lnTo>
                    <a:pt x="727" y="12039"/>
                  </a:lnTo>
                  <a:lnTo>
                    <a:pt x="914" y="12579"/>
                  </a:lnTo>
                  <a:lnTo>
                    <a:pt x="1100" y="13101"/>
                  </a:lnTo>
                  <a:lnTo>
                    <a:pt x="1324" y="13623"/>
                  </a:lnTo>
                  <a:lnTo>
                    <a:pt x="1547" y="14126"/>
                  </a:lnTo>
                  <a:lnTo>
                    <a:pt x="1790" y="14611"/>
                  </a:lnTo>
                  <a:lnTo>
                    <a:pt x="2051" y="15114"/>
                  </a:lnTo>
                  <a:lnTo>
                    <a:pt x="2330" y="15580"/>
                  </a:lnTo>
                  <a:lnTo>
                    <a:pt x="2610" y="16045"/>
                  </a:lnTo>
                  <a:lnTo>
                    <a:pt x="2926" y="16493"/>
                  </a:lnTo>
                  <a:lnTo>
                    <a:pt x="3243" y="16940"/>
                  </a:lnTo>
                  <a:lnTo>
                    <a:pt x="3579" y="17368"/>
                  </a:lnTo>
                  <a:lnTo>
                    <a:pt x="3933" y="17797"/>
                  </a:lnTo>
                  <a:lnTo>
                    <a:pt x="4287" y="18188"/>
                  </a:lnTo>
                  <a:lnTo>
                    <a:pt x="4659" y="18598"/>
                  </a:lnTo>
                  <a:lnTo>
                    <a:pt x="5051" y="18971"/>
                  </a:lnTo>
                  <a:lnTo>
                    <a:pt x="5461" y="19344"/>
                  </a:lnTo>
                  <a:lnTo>
                    <a:pt x="5871" y="19679"/>
                  </a:lnTo>
                  <a:lnTo>
                    <a:pt x="6281" y="20033"/>
                  </a:lnTo>
                  <a:lnTo>
                    <a:pt x="6728" y="20350"/>
                  </a:lnTo>
                  <a:lnTo>
                    <a:pt x="7175" y="20667"/>
                  </a:lnTo>
                  <a:lnTo>
                    <a:pt x="7622" y="20965"/>
                  </a:lnTo>
                  <a:lnTo>
                    <a:pt x="8088" y="21245"/>
                  </a:lnTo>
                  <a:lnTo>
                    <a:pt x="8573" y="21505"/>
                  </a:lnTo>
                  <a:lnTo>
                    <a:pt x="9057" y="21748"/>
                  </a:lnTo>
                  <a:lnTo>
                    <a:pt x="9542" y="21971"/>
                  </a:lnTo>
                  <a:lnTo>
                    <a:pt x="10045" y="22195"/>
                  </a:lnTo>
                  <a:lnTo>
                    <a:pt x="10548" y="22400"/>
                  </a:lnTo>
                  <a:lnTo>
                    <a:pt x="10548" y="22400"/>
                  </a:lnTo>
                  <a:lnTo>
                    <a:pt x="11629" y="22214"/>
                  </a:lnTo>
                  <a:lnTo>
                    <a:pt x="11629" y="22214"/>
                  </a:lnTo>
                  <a:lnTo>
                    <a:pt x="13735" y="21878"/>
                  </a:lnTo>
                  <a:lnTo>
                    <a:pt x="14797" y="21729"/>
                  </a:lnTo>
                  <a:lnTo>
                    <a:pt x="15859" y="21599"/>
                  </a:lnTo>
                  <a:lnTo>
                    <a:pt x="16921" y="21487"/>
                  </a:lnTo>
                  <a:lnTo>
                    <a:pt x="17983" y="21394"/>
                  </a:lnTo>
                  <a:lnTo>
                    <a:pt x="19046" y="21338"/>
                  </a:lnTo>
                  <a:lnTo>
                    <a:pt x="20108" y="21300"/>
                  </a:lnTo>
                  <a:lnTo>
                    <a:pt x="20108" y="21300"/>
                  </a:lnTo>
                  <a:lnTo>
                    <a:pt x="20984" y="21319"/>
                  </a:lnTo>
                  <a:lnTo>
                    <a:pt x="21878" y="21375"/>
                  </a:lnTo>
                  <a:lnTo>
                    <a:pt x="22773" y="21450"/>
                  </a:lnTo>
                  <a:lnTo>
                    <a:pt x="23648" y="21580"/>
                  </a:lnTo>
                  <a:lnTo>
                    <a:pt x="23648" y="21580"/>
                  </a:lnTo>
                  <a:lnTo>
                    <a:pt x="24263" y="21245"/>
                  </a:lnTo>
                  <a:lnTo>
                    <a:pt x="24841" y="20890"/>
                  </a:lnTo>
                  <a:lnTo>
                    <a:pt x="25419" y="20499"/>
                  </a:lnTo>
                  <a:lnTo>
                    <a:pt x="25978" y="20108"/>
                  </a:lnTo>
                  <a:lnTo>
                    <a:pt x="26499" y="19679"/>
                  </a:lnTo>
                  <a:lnTo>
                    <a:pt x="27021" y="19232"/>
                  </a:lnTo>
                  <a:lnTo>
                    <a:pt x="27506" y="18766"/>
                  </a:lnTo>
                  <a:lnTo>
                    <a:pt x="27990" y="18282"/>
                  </a:lnTo>
                  <a:lnTo>
                    <a:pt x="28438" y="17778"/>
                  </a:lnTo>
                  <a:lnTo>
                    <a:pt x="28866" y="17257"/>
                  </a:lnTo>
                  <a:lnTo>
                    <a:pt x="29276" y="16716"/>
                  </a:lnTo>
                  <a:lnTo>
                    <a:pt x="29667" y="16157"/>
                  </a:lnTo>
                  <a:lnTo>
                    <a:pt x="30021" y="15580"/>
                  </a:lnTo>
                  <a:lnTo>
                    <a:pt x="30376" y="15002"/>
                  </a:lnTo>
                  <a:lnTo>
                    <a:pt x="30692" y="14387"/>
                  </a:lnTo>
                  <a:lnTo>
                    <a:pt x="30972" y="13772"/>
                  </a:lnTo>
                  <a:lnTo>
                    <a:pt x="30972" y="13772"/>
                  </a:lnTo>
                  <a:lnTo>
                    <a:pt x="30692" y="13791"/>
                  </a:lnTo>
                  <a:lnTo>
                    <a:pt x="30692" y="13791"/>
                  </a:lnTo>
                  <a:lnTo>
                    <a:pt x="30692" y="13791"/>
                  </a:lnTo>
                  <a:lnTo>
                    <a:pt x="30692" y="13791"/>
                  </a:lnTo>
                  <a:lnTo>
                    <a:pt x="30301" y="14368"/>
                  </a:lnTo>
                  <a:lnTo>
                    <a:pt x="29872" y="14927"/>
                  </a:lnTo>
                  <a:lnTo>
                    <a:pt x="29425" y="15468"/>
                  </a:lnTo>
                  <a:lnTo>
                    <a:pt x="28941" y="15989"/>
                  </a:lnTo>
                  <a:lnTo>
                    <a:pt x="28419" y="16474"/>
                  </a:lnTo>
                  <a:lnTo>
                    <a:pt x="27897" y="16921"/>
                  </a:lnTo>
                  <a:lnTo>
                    <a:pt x="27319" y="17368"/>
                  </a:lnTo>
                  <a:lnTo>
                    <a:pt x="26742" y="17760"/>
                  </a:lnTo>
                  <a:lnTo>
                    <a:pt x="26127" y="18133"/>
                  </a:lnTo>
                  <a:lnTo>
                    <a:pt x="25493" y="18468"/>
                  </a:lnTo>
                  <a:lnTo>
                    <a:pt x="24841" y="18766"/>
                  </a:lnTo>
                  <a:lnTo>
                    <a:pt x="24170" y="19046"/>
                  </a:lnTo>
                  <a:lnTo>
                    <a:pt x="23481" y="19269"/>
                  </a:lnTo>
                  <a:lnTo>
                    <a:pt x="22773" y="19474"/>
                  </a:lnTo>
                  <a:lnTo>
                    <a:pt x="22046" y="19623"/>
                  </a:lnTo>
                  <a:lnTo>
                    <a:pt x="21300" y="19735"/>
                  </a:lnTo>
                  <a:lnTo>
                    <a:pt x="21300" y="19735"/>
                  </a:lnTo>
                  <a:lnTo>
                    <a:pt x="20890" y="19772"/>
                  </a:lnTo>
                  <a:lnTo>
                    <a:pt x="20480" y="19810"/>
                  </a:lnTo>
                  <a:lnTo>
                    <a:pt x="20070" y="19828"/>
                  </a:lnTo>
                  <a:lnTo>
                    <a:pt x="19660" y="19828"/>
                  </a:lnTo>
                  <a:lnTo>
                    <a:pt x="19660" y="19828"/>
                  </a:lnTo>
                  <a:lnTo>
                    <a:pt x="19064" y="19828"/>
                  </a:lnTo>
                  <a:lnTo>
                    <a:pt x="18468" y="19772"/>
                  </a:lnTo>
                  <a:lnTo>
                    <a:pt x="17872" y="19716"/>
                  </a:lnTo>
                  <a:lnTo>
                    <a:pt x="17275" y="19623"/>
                  </a:lnTo>
                  <a:lnTo>
                    <a:pt x="16698" y="19493"/>
                  </a:lnTo>
                  <a:lnTo>
                    <a:pt x="16138" y="19344"/>
                  </a:lnTo>
                  <a:lnTo>
                    <a:pt x="15579" y="19176"/>
                  </a:lnTo>
                  <a:lnTo>
                    <a:pt x="15020" y="18971"/>
                  </a:lnTo>
                  <a:lnTo>
                    <a:pt x="14480" y="18766"/>
                  </a:lnTo>
                  <a:lnTo>
                    <a:pt x="13958" y="18524"/>
                  </a:lnTo>
                  <a:lnTo>
                    <a:pt x="13436" y="18244"/>
                  </a:lnTo>
                  <a:lnTo>
                    <a:pt x="12952" y="17965"/>
                  </a:lnTo>
                  <a:lnTo>
                    <a:pt x="12449" y="17648"/>
                  </a:lnTo>
                  <a:lnTo>
                    <a:pt x="11983" y="17313"/>
                  </a:lnTo>
                  <a:lnTo>
                    <a:pt x="11517" y="16977"/>
                  </a:lnTo>
                  <a:lnTo>
                    <a:pt x="11088" y="16604"/>
                  </a:lnTo>
                  <a:lnTo>
                    <a:pt x="10660" y="16213"/>
                  </a:lnTo>
                  <a:lnTo>
                    <a:pt x="10250" y="15803"/>
                  </a:lnTo>
                  <a:lnTo>
                    <a:pt x="9859" y="15375"/>
                  </a:lnTo>
                  <a:lnTo>
                    <a:pt x="9486" y="14927"/>
                  </a:lnTo>
                  <a:lnTo>
                    <a:pt x="9132" y="14461"/>
                  </a:lnTo>
                  <a:lnTo>
                    <a:pt x="8796" y="13977"/>
                  </a:lnTo>
                  <a:lnTo>
                    <a:pt x="8480" y="13492"/>
                  </a:lnTo>
                  <a:lnTo>
                    <a:pt x="8200" y="12971"/>
                  </a:lnTo>
                  <a:lnTo>
                    <a:pt x="7921" y="12449"/>
                  </a:lnTo>
                  <a:lnTo>
                    <a:pt x="7678" y="11908"/>
                  </a:lnTo>
                  <a:lnTo>
                    <a:pt x="7455" y="11368"/>
                  </a:lnTo>
                  <a:lnTo>
                    <a:pt x="7268" y="10790"/>
                  </a:lnTo>
                  <a:lnTo>
                    <a:pt x="7101" y="10213"/>
                  </a:lnTo>
                  <a:lnTo>
                    <a:pt x="6952" y="9616"/>
                  </a:lnTo>
                  <a:lnTo>
                    <a:pt x="6840" y="9020"/>
                  </a:lnTo>
                  <a:lnTo>
                    <a:pt x="6747" y="8405"/>
                  </a:lnTo>
                  <a:lnTo>
                    <a:pt x="6747" y="8405"/>
                  </a:lnTo>
                  <a:lnTo>
                    <a:pt x="6672" y="7697"/>
                  </a:lnTo>
                  <a:lnTo>
                    <a:pt x="6635" y="7007"/>
                  </a:lnTo>
                  <a:lnTo>
                    <a:pt x="6653" y="6299"/>
                  </a:lnTo>
                  <a:lnTo>
                    <a:pt x="6691" y="5610"/>
                  </a:lnTo>
                  <a:lnTo>
                    <a:pt x="6765" y="4939"/>
                  </a:lnTo>
                  <a:lnTo>
                    <a:pt x="6877" y="4268"/>
                  </a:lnTo>
                  <a:lnTo>
                    <a:pt x="7026" y="3616"/>
                  </a:lnTo>
                  <a:lnTo>
                    <a:pt x="7212" y="2964"/>
                  </a:lnTo>
                  <a:lnTo>
                    <a:pt x="7212" y="2964"/>
                  </a:lnTo>
                  <a:lnTo>
                    <a:pt x="5330" y="1957"/>
                  </a:lnTo>
                  <a:lnTo>
                    <a:pt x="3485" y="988"/>
                  </a:lnTo>
                  <a:lnTo>
                    <a:pt x="3485" y="988"/>
                  </a:lnTo>
                  <a:lnTo>
                    <a:pt x="3075" y="765"/>
                  </a:lnTo>
                  <a:lnTo>
                    <a:pt x="2628" y="522"/>
                  </a:lnTo>
                  <a:lnTo>
                    <a:pt x="171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4"/>
            <p:cNvSpPr/>
            <p:nvPr/>
          </p:nvSpPr>
          <p:spPr>
            <a:xfrm>
              <a:off x="1015175" y="2745428"/>
              <a:ext cx="702628" cy="287169"/>
            </a:xfrm>
            <a:custGeom>
              <a:rect b="b" l="l" r="r" t="t"/>
              <a:pathLst>
                <a:path extrusionOk="0" fill="none" h="7754" w="18972">
                  <a:moveTo>
                    <a:pt x="5181" y="1"/>
                  </a:moveTo>
                  <a:lnTo>
                    <a:pt x="5181" y="1"/>
                  </a:lnTo>
                  <a:lnTo>
                    <a:pt x="4678" y="20"/>
                  </a:lnTo>
                  <a:lnTo>
                    <a:pt x="4175" y="38"/>
                  </a:lnTo>
                  <a:lnTo>
                    <a:pt x="3672" y="75"/>
                  </a:lnTo>
                  <a:lnTo>
                    <a:pt x="3169" y="131"/>
                  </a:lnTo>
                  <a:lnTo>
                    <a:pt x="3169" y="131"/>
                  </a:lnTo>
                  <a:lnTo>
                    <a:pt x="2349" y="243"/>
                  </a:lnTo>
                  <a:lnTo>
                    <a:pt x="1548" y="411"/>
                  </a:lnTo>
                  <a:lnTo>
                    <a:pt x="765" y="616"/>
                  </a:lnTo>
                  <a:lnTo>
                    <a:pt x="1" y="858"/>
                  </a:lnTo>
                  <a:lnTo>
                    <a:pt x="1" y="858"/>
                  </a:lnTo>
                  <a:lnTo>
                    <a:pt x="597" y="1790"/>
                  </a:lnTo>
                  <a:lnTo>
                    <a:pt x="1249" y="2703"/>
                  </a:lnTo>
                  <a:lnTo>
                    <a:pt x="1249" y="2703"/>
                  </a:lnTo>
                  <a:lnTo>
                    <a:pt x="1548" y="3113"/>
                  </a:lnTo>
                  <a:lnTo>
                    <a:pt x="1864" y="3504"/>
                  </a:lnTo>
                  <a:lnTo>
                    <a:pt x="2181" y="3877"/>
                  </a:lnTo>
                  <a:lnTo>
                    <a:pt x="2498" y="4250"/>
                  </a:lnTo>
                  <a:lnTo>
                    <a:pt x="2498" y="4250"/>
                  </a:lnTo>
                  <a:lnTo>
                    <a:pt x="3020" y="3970"/>
                  </a:lnTo>
                  <a:lnTo>
                    <a:pt x="3560" y="3728"/>
                  </a:lnTo>
                  <a:lnTo>
                    <a:pt x="4119" y="3523"/>
                  </a:lnTo>
                  <a:lnTo>
                    <a:pt x="4678" y="3318"/>
                  </a:lnTo>
                  <a:lnTo>
                    <a:pt x="5256" y="3150"/>
                  </a:lnTo>
                  <a:lnTo>
                    <a:pt x="5852" y="3001"/>
                  </a:lnTo>
                  <a:lnTo>
                    <a:pt x="6449" y="2889"/>
                  </a:lnTo>
                  <a:lnTo>
                    <a:pt x="7064" y="2796"/>
                  </a:lnTo>
                  <a:lnTo>
                    <a:pt x="7064" y="2796"/>
                  </a:lnTo>
                  <a:lnTo>
                    <a:pt x="7473" y="2759"/>
                  </a:lnTo>
                  <a:lnTo>
                    <a:pt x="7865" y="2722"/>
                  </a:lnTo>
                  <a:lnTo>
                    <a:pt x="8275" y="2703"/>
                  </a:lnTo>
                  <a:lnTo>
                    <a:pt x="8685" y="2703"/>
                  </a:lnTo>
                  <a:lnTo>
                    <a:pt x="8685" y="2703"/>
                  </a:lnTo>
                  <a:lnTo>
                    <a:pt x="9076" y="2703"/>
                  </a:lnTo>
                  <a:lnTo>
                    <a:pt x="9449" y="2722"/>
                  </a:lnTo>
                  <a:lnTo>
                    <a:pt x="9840" y="2740"/>
                  </a:lnTo>
                  <a:lnTo>
                    <a:pt x="10213" y="2796"/>
                  </a:lnTo>
                  <a:lnTo>
                    <a:pt x="10958" y="2889"/>
                  </a:lnTo>
                  <a:lnTo>
                    <a:pt x="11685" y="3057"/>
                  </a:lnTo>
                  <a:lnTo>
                    <a:pt x="12412" y="3243"/>
                  </a:lnTo>
                  <a:lnTo>
                    <a:pt x="13120" y="3486"/>
                  </a:lnTo>
                  <a:lnTo>
                    <a:pt x="13791" y="3747"/>
                  </a:lnTo>
                  <a:lnTo>
                    <a:pt x="14462" y="4063"/>
                  </a:lnTo>
                  <a:lnTo>
                    <a:pt x="15114" y="4399"/>
                  </a:lnTo>
                  <a:lnTo>
                    <a:pt x="15747" y="4790"/>
                  </a:lnTo>
                  <a:lnTo>
                    <a:pt x="16344" y="5200"/>
                  </a:lnTo>
                  <a:lnTo>
                    <a:pt x="16921" y="5647"/>
                  </a:lnTo>
                  <a:lnTo>
                    <a:pt x="17480" y="6132"/>
                  </a:lnTo>
                  <a:lnTo>
                    <a:pt x="18002" y="6635"/>
                  </a:lnTo>
                  <a:lnTo>
                    <a:pt x="18505" y="7175"/>
                  </a:lnTo>
                  <a:lnTo>
                    <a:pt x="18971" y="7753"/>
                  </a:lnTo>
                  <a:lnTo>
                    <a:pt x="18971" y="7753"/>
                  </a:lnTo>
                  <a:lnTo>
                    <a:pt x="18692" y="7306"/>
                  </a:lnTo>
                  <a:lnTo>
                    <a:pt x="18412" y="6877"/>
                  </a:lnTo>
                  <a:lnTo>
                    <a:pt x="18114" y="6467"/>
                  </a:lnTo>
                  <a:lnTo>
                    <a:pt x="17797" y="6057"/>
                  </a:lnTo>
                  <a:lnTo>
                    <a:pt x="17462" y="5666"/>
                  </a:lnTo>
                  <a:lnTo>
                    <a:pt x="17126" y="5293"/>
                  </a:lnTo>
                  <a:lnTo>
                    <a:pt x="16772" y="4921"/>
                  </a:lnTo>
                  <a:lnTo>
                    <a:pt x="16418" y="4548"/>
                  </a:lnTo>
                  <a:lnTo>
                    <a:pt x="16046" y="4212"/>
                  </a:lnTo>
                  <a:lnTo>
                    <a:pt x="15654" y="3858"/>
                  </a:lnTo>
                  <a:lnTo>
                    <a:pt x="15263" y="3542"/>
                  </a:lnTo>
                  <a:lnTo>
                    <a:pt x="14853" y="3225"/>
                  </a:lnTo>
                  <a:lnTo>
                    <a:pt x="14443" y="2927"/>
                  </a:lnTo>
                  <a:lnTo>
                    <a:pt x="14014" y="2647"/>
                  </a:lnTo>
                  <a:lnTo>
                    <a:pt x="13586" y="2368"/>
                  </a:lnTo>
                  <a:lnTo>
                    <a:pt x="13157" y="2107"/>
                  </a:lnTo>
                  <a:lnTo>
                    <a:pt x="12691" y="1864"/>
                  </a:lnTo>
                  <a:lnTo>
                    <a:pt x="12244" y="1641"/>
                  </a:lnTo>
                  <a:lnTo>
                    <a:pt x="11778" y="1417"/>
                  </a:lnTo>
                  <a:lnTo>
                    <a:pt x="11312" y="1212"/>
                  </a:lnTo>
                  <a:lnTo>
                    <a:pt x="10828" y="1026"/>
                  </a:lnTo>
                  <a:lnTo>
                    <a:pt x="10343" y="858"/>
                  </a:lnTo>
                  <a:lnTo>
                    <a:pt x="9859" y="690"/>
                  </a:lnTo>
                  <a:lnTo>
                    <a:pt x="9356" y="560"/>
                  </a:lnTo>
                  <a:lnTo>
                    <a:pt x="8852" y="430"/>
                  </a:lnTo>
                  <a:lnTo>
                    <a:pt x="8331" y="318"/>
                  </a:lnTo>
                  <a:lnTo>
                    <a:pt x="7828" y="225"/>
                  </a:lnTo>
                  <a:lnTo>
                    <a:pt x="7306" y="150"/>
                  </a:lnTo>
                  <a:lnTo>
                    <a:pt x="6784" y="75"/>
                  </a:lnTo>
                  <a:lnTo>
                    <a:pt x="6262" y="38"/>
                  </a:lnTo>
                  <a:lnTo>
                    <a:pt x="5722" y="20"/>
                  </a:lnTo>
                  <a:lnTo>
                    <a:pt x="518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4"/>
            <p:cNvSpPr/>
            <p:nvPr/>
          </p:nvSpPr>
          <p:spPr>
            <a:xfrm>
              <a:off x="1624591" y="3156780"/>
              <a:ext cx="273318" cy="270578"/>
            </a:xfrm>
            <a:custGeom>
              <a:rect b="b" l="l" r="r" t="t"/>
              <a:pathLst>
                <a:path extrusionOk="0" h="7306" w="7380">
                  <a:moveTo>
                    <a:pt x="3355" y="0"/>
                  </a:moveTo>
                  <a:lnTo>
                    <a:pt x="2814" y="2796"/>
                  </a:lnTo>
                  <a:lnTo>
                    <a:pt x="0" y="3131"/>
                  </a:lnTo>
                  <a:lnTo>
                    <a:pt x="2498" y="4510"/>
                  </a:lnTo>
                  <a:lnTo>
                    <a:pt x="1957" y="7305"/>
                  </a:lnTo>
                  <a:lnTo>
                    <a:pt x="4026" y="5367"/>
                  </a:lnTo>
                  <a:lnTo>
                    <a:pt x="6504" y="6728"/>
                  </a:lnTo>
                  <a:lnTo>
                    <a:pt x="5311" y="4156"/>
                  </a:lnTo>
                  <a:lnTo>
                    <a:pt x="7380" y="2218"/>
                  </a:lnTo>
                  <a:lnTo>
                    <a:pt x="7380" y="2218"/>
                  </a:lnTo>
                  <a:lnTo>
                    <a:pt x="4566" y="2572"/>
                  </a:lnTo>
                  <a:lnTo>
                    <a:pt x="3355"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34"/>
          <p:cNvGrpSpPr/>
          <p:nvPr/>
        </p:nvGrpSpPr>
        <p:grpSpPr>
          <a:xfrm>
            <a:off x="-2002" y="3469982"/>
            <a:ext cx="1278508" cy="1336644"/>
            <a:chOff x="4512825" y="3356225"/>
            <a:chExt cx="1669725" cy="1745650"/>
          </a:xfrm>
        </p:grpSpPr>
        <p:sp>
          <p:nvSpPr>
            <p:cNvPr id="1386" name="Google Shape;1386;p34"/>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4"/>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4"/>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4"/>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4"/>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4"/>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2" name="Google Shape;1392;p34"/>
          <p:cNvGrpSpPr/>
          <p:nvPr/>
        </p:nvGrpSpPr>
        <p:grpSpPr>
          <a:xfrm flipH="1">
            <a:off x="7695509" y="3622432"/>
            <a:ext cx="1600765" cy="1673555"/>
            <a:chOff x="4512825" y="3356225"/>
            <a:chExt cx="1669725" cy="1745650"/>
          </a:xfrm>
        </p:grpSpPr>
        <p:sp>
          <p:nvSpPr>
            <p:cNvPr id="1393" name="Google Shape;1393;p34"/>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4"/>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4"/>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4"/>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4"/>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4"/>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9" name="Google Shape;1399;p34"/>
          <p:cNvGrpSpPr/>
          <p:nvPr/>
        </p:nvGrpSpPr>
        <p:grpSpPr>
          <a:xfrm>
            <a:off x="0" y="4498643"/>
            <a:ext cx="5116810" cy="644858"/>
            <a:chOff x="0" y="4498643"/>
            <a:chExt cx="5116810" cy="644858"/>
          </a:xfrm>
        </p:grpSpPr>
        <p:sp>
          <p:nvSpPr>
            <p:cNvPr id="1400" name="Google Shape;1400;p3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2" name="Google Shape;1402;p34"/>
          <p:cNvGrpSpPr/>
          <p:nvPr/>
        </p:nvGrpSpPr>
        <p:grpSpPr>
          <a:xfrm>
            <a:off x="3108030" y="1187405"/>
            <a:ext cx="381954" cy="365745"/>
            <a:chOff x="5519450" y="-922900"/>
            <a:chExt cx="963800" cy="922900"/>
          </a:xfrm>
        </p:grpSpPr>
        <p:sp>
          <p:nvSpPr>
            <p:cNvPr id="1403" name="Google Shape;1403;p34"/>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4"/>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4"/>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4"/>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4"/>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4"/>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4"/>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4"/>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4"/>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4"/>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grpSp>
        <p:nvGrpSpPr>
          <p:cNvPr id="1417" name="Google Shape;1417;p35"/>
          <p:cNvGrpSpPr/>
          <p:nvPr/>
        </p:nvGrpSpPr>
        <p:grpSpPr>
          <a:xfrm>
            <a:off x="720028" y="402343"/>
            <a:ext cx="7704057" cy="666549"/>
            <a:chOff x="2186400" y="520334"/>
            <a:chExt cx="4771200" cy="542925"/>
          </a:xfrm>
        </p:grpSpPr>
        <p:cxnSp>
          <p:nvCxnSpPr>
            <p:cNvPr id="1418" name="Google Shape;1418;p35"/>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1419" name="Google Shape;1419;p35"/>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1420" name="Google Shape;1420;p35"/>
          <p:cNvSpPr txBox="1"/>
          <p:nvPr>
            <p:ph type="title"/>
          </p:nvPr>
        </p:nvSpPr>
        <p:spPr>
          <a:xfrm>
            <a:off x="720000" y="429768"/>
            <a:ext cx="77040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TURKEY WORLD LOCATION</a:t>
            </a:r>
            <a:endParaRPr/>
          </a:p>
        </p:txBody>
      </p:sp>
      <p:sp>
        <p:nvSpPr>
          <p:cNvPr id="1421" name="Google Shape;1421;p35"/>
          <p:cNvSpPr txBox="1"/>
          <p:nvPr/>
        </p:nvSpPr>
        <p:spPr>
          <a:xfrm flipH="1">
            <a:off x="6208271" y="2672394"/>
            <a:ext cx="2103000" cy="365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Antic Slab"/>
                <a:ea typeface="Antic Slab"/>
                <a:cs typeface="Antic Slab"/>
                <a:sym typeface="Antic Slab"/>
              </a:rPr>
              <a:t>TURKEY</a:t>
            </a:r>
            <a:endParaRPr b="1" sz="2000">
              <a:solidFill>
                <a:schemeClr val="lt1"/>
              </a:solidFill>
              <a:latin typeface="Antic Slab"/>
              <a:ea typeface="Antic Slab"/>
              <a:cs typeface="Antic Slab"/>
              <a:sym typeface="Antic Slab"/>
            </a:endParaRPr>
          </a:p>
        </p:txBody>
      </p:sp>
      <p:sp>
        <p:nvSpPr>
          <p:cNvPr id="1422" name="Google Shape;1422;p35"/>
          <p:cNvSpPr/>
          <p:nvPr/>
        </p:nvSpPr>
        <p:spPr>
          <a:xfrm>
            <a:off x="6809320" y="1582725"/>
            <a:ext cx="900900" cy="9009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3" name="Google Shape;1423;p35"/>
          <p:cNvGrpSpPr/>
          <p:nvPr/>
        </p:nvGrpSpPr>
        <p:grpSpPr>
          <a:xfrm>
            <a:off x="832729" y="1488086"/>
            <a:ext cx="5053010" cy="2692022"/>
            <a:chOff x="-6278622" y="2442183"/>
            <a:chExt cx="13760920" cy="7331215"/>
          </a:xfrm>
        </p:grpSpPr>
        <p:sp>
          <p:nvSpPr>
            <p:cNvPr id="1424" name="Google Shape;1424;p35"/>
            <p:cNvSpPr/>
            <p:nvPr/>
          </p:nvSpPr>
          <p:spPr>
            <a:xfrm>
              <a:off x="1809660" y="6027249"/>
              <a:ext cx="2851319" cy="636466"/>
            </a:xfrm>
            <a:custGeom>
              <a:rect b="b" l="l" r="r" t="t"/>
              <a:pathLst>
                <a:path extrusionOk="0" h="13204" w="59156">
                  <a:moveTo>
                    <a:pt x="1" y="0"/>
                  </a:moveTo>
                  <a:lnTo>
                    <a:pt x="1" y="0"/>
                  </a:lnTo>
                  <a:close/>
                  <a:moveTo>
                    <a:pt x="59155" y="13203"/>
                  </a:move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5"/>
            <p:cNvSpPr/>
            <p:nvPr/>
          </p:nvSpPr>
          <p:spPr>
            <a:xfrm>
              <a:off x="-1119115" y="2686805"/>
              <a:ext cx="7940757" cy="5994897"/>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5"/>
            <p:cNvSpPr/>
            <p:nvPr/>
          </p:nvSpPr>
          <p:spPr>
            <a:xfrm>
              <a:off x="4673460" y="7404600"/>
              <a:ext cx="2138297" cy="1569232"/>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5"/>
            <p:cNvSpPr/>
            <p:nvPr/>
          </p:nvSpPr>
          <p:spPr>
            <a:xfrm>
              <a:off x="5692184" y="6856359"/>
              <a:ext cx="1102093" cy="601182"/>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5"/>
            <p:cNvSpPr/>
            <p:nvPr/>
          </p:nvSpPr>
          <p:spPr>
            <a:xfrm>
              <a:off x="4644299" y="6452480"/>
              <a:ext cx="543985" cy="614003"/>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5"/>
            <p:cNvSpPr/>
            <p:nvPr/>
          </p:nvSpPr>
          <p:spPr>
            <a:xfrm>
              <a:off x="3961246" y="6521890"/>
              <a:ext cx="1044590" cy="830433"/>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5"/>
            <p:cNvSpPr/>
            <p:nvPr/>
          </p:nvSpPr>
          <p:spPr>
            <a:xfrm>
              <a:off x="1733021" y="7419157"/>
              <a:ext cx="438186" cy="762419"/>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5"/>
            <p:cNvSpPr/>
            <p:nvPr/>
          </p:nvSpPr>
          <p:spPr>
            <a:xfrm>
              <a:off x="5684713" y="4263420"/>
              <a:ext cx="515644" cy="806476"/>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5"/>
            <p:cNvSpPr/>
            <p:nvPr/>
          </p:nvSpPr>
          <p:spPr>
            <a:xfrm>
              <a:off x="6578499" y="8749753"/>
              <a:ext cx="903798" cy="683608"/>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5"/>
            <p:cNvSpPr/>
            <p:nvPr/>
          </p:nvSpPr>
          <p:spPr>
            <a:xfrm>
              <a:off x="5429827" y="5730618"/>
              <a:ext cx="448983" cy="743138"/>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5"/>
            <p:cNvSpPr/>
            <p:nvPr/>
          </p:nvSpPr>
          <p:spPr>
            <a:xfrm>
              <a:off x="5109099" y="6740387"/>
              <a:ext cx="357403" cy="438498"/>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5"/>
            <p:cNvSpPr/>
            <p:nvPr/>
          </p:nvSpPr>
          <p:spPr>
            <a:xfrm>
              <a:off x="1600565" y="2692782"/>
              <a:ext cx="501521" cy="31428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5"/>
            <p:cNvSpPr/>
            <p:nvPr/>
          </p:nvSpPr>
          <p:spPr>
            <a:xfrm>
              <a:off x="223662" y="2573242"/>
              <a:ext cx="474818" cy="171167"/>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5"/>
            <p:cNvSpPr/>
            <p:nvPr/>
          </p:nvSpPr>
          <p:spPr>
            <a:xfrm>
              <a:off x="-633492" y="3721493"/>
              <a:ext cx="223311" cy="223322"/>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5"/>
            <p:cNvSpPr/>
            <p:nvPr/>
          </p:nvSpPr>
          <p:spPr>
            <a:xfrm>
              <a:off x="4999394" y="7279855"/>
              <a:ext cx="415195" cy="158827"/>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5"/>
            <p:cNvSpPr/>
            <p:nvPr/>
          </p:nvSpPr>
          <p:spPr>
            <a:xfrm>
              <a:off x="4312967" y="2740260"/>
              <a:ext cx="505473" cy="105708"/>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5"/>
            <p:cNvSpPr/>
            <p:nvPr/>
          </p:nvSpPr>
          <p:spPr>
            <a:xfrm>
              <a:off x="5799671" y="9079064"/>
              <a:ext cx="242398" cy="187749"/>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5"/>
            <p:cNvSpPr/>
            <p:nvPr/>
          </p:nvSpPr>
          <p:spPr>
            <a:xfrm>
              <a:off x="3557275" y="6215475"/>
              <a:ext cx="158289" cy="246893"/>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5"/>
            <p:cNvSpPr/>
            <p:nvPr/>
          </p:nvSpPr>
          <p:spPr>
            <a:xfrm>
              <a:off x="2659295" y="2535308"/>
              <a:ext cx="309926" cy="127544"/>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5"/>
            <p:cNvSpPr/>
            <p:nvPr/>
          </p:nvSpPr>
          <p:spPr>
            <a:xfrm>
              <a:off x="527712" y="2537091"/>
              <a:ext cx="227456" cy="107443"/>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5"/>
            <p:cNvSpPr/>
            <p:nvPr/>
          </p:nvSpPr>
          <p:spPr>
            <a:xfrm>
              <a:off x="5311542" y="7289158"/>
              <a:ext cx="246591" cy="147789"/>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a:off x="5392471" y="5363325"/>
              <a:ext cx="130670" cy="180952"/>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5"/>
            <p:cNvSpPr/>
            <p:nvPr/>
          </p:nvSpPr>
          <p:spPr>
            <a:xfrm>
              <a:off x="5378156" y="6128857"/>
              <a:ext cx="145805" cy="187556"/>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5"/>
            <p:cNvSpPr/>
            <p:nvPr/>
          </p:nvSpPr>
          <p:spPr>
            <a:xfrm>
              <a:off x="1263208" y="2530343"/>
              <a:ext cx="214972" cy="91247"/>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7179563" y="7945033"/>
              <a:ext cx="142817" cy="154344"/>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5"/>
            <p:cNvSpPr/>
            <p:nvPr/>
          </p:nvSpPr>
          <p:spPr>
            <a:xfrm>
              <a:off x="5884698" y="6624318"/>
              <a:ext cx="127393" cy="153862"/>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5"/>
            <p:cNvSpPr/>
            <p:nvPr/>
          </p:nvSpPr>
          <p:spPr>
            <a:xfrm>
              <a:off x="1519781" y="2515353"/>
              <a:ext cx="168170" cy="96694"/>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5"/>
            <p:cNvSpPr/>
            <p:nvPr/>
          </p:nvSpPr>
          <p:spPr>
            <a:xfrm>
              <a:off x="5988088" y="2933547"/>
              <a:ext cx="156313" cy="80595"/>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5"/>
            <p:cNvSpPr/>
            <p:nvPr/>
          </p:nvSpPr>
          <p:spPr>
            <a:xfrm>
              <a:off x="2989422" y="2606790"/>
              <a:ext cx="157228" cy="90572"/>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5"/>
            <p:cNvSpPr/>
            <p:nvPr/>
          </p:nvSpPr>
          <p:spPr>
            <a:xfrm>
              <a:off x="5574140" y="6979320"/>
              <a:ext cx="149998" cy="77558"/>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5"/>
            <p:cNvSpPr/>
            <p:nvPr/>
          </p:nvSpPr>
          <p:spPr>
            <a:xfrm>
              <a:off x="1725550" y="2533669"/>
              <a:ext cx="119584" cy="76690"/>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5"/>
            <p:cNvSpPr/>
            <p:nvPr/>
          </p:nvSpPr>
          <p:spPr>
            <a:xfrm>
              <a:off x="-2678458" y="2548708"/>
              <a:ext cx="1002946" cy="183266"/>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5"/>
            <p:cNvSpPr/>
            <p:nvPr/>
          </p:nvSpPr>
          <p:spPr>
            <a:xfrm>
              <a:off x="-6278622" y="2442183"/>
              <a:ext cx="6232356" cy="7331215"/>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5"/>
            <p:cNvSpPr/>
            <p:nvPr/>
          </p:nvSpPr>
          <p:spPr>
            <a:xfrm>
              <a:off x="-3679685" y="2638603"/>
              <a:ext cx="545624" cy="176759"/>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5"/>
            <p:cNvSpPr/>
            <p:nvPr/>
          </p:nvSpPr>
          <p:spPr>
            <a:xfrm>
              <a:off x="-665980" y="3155803"/>
              <a:ext cx="411532" cy="184278"/>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5"/>
            <p:cNvSpPr/>
            <p:nvPr/>
          </p:nvSpPr>
          <p:spPr>
            <a:xfrm>
              <a:off x="-3927099" y="5449460"/>
              <a:ext cx="508173" cy="218068"/>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5"/>
            <p:cNvSpPr/>
            <p:nvPr/>
          </p:nvSpPr>
          <p:spPr>
            <a:xfrm>
              <a:off x="-3102432" y="2579268"/>
              <a:ext cx="312384" cy="21599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5"/>
            <p:cNvSpPr/>
            <p:nvPr/>
          </p:nvSpPr>
          <p:spPr>
            <a:xfrm>
              <a:off x="-3472277" y="5631565"/>
              <a:ext cx="318216" cy="142583"/>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5"/>
            <p:cNvSpPr/>
            <p:nvPr/>
          </p:nvSpPr>
          <p:spPr>
            <a:xfrm>
              <a:off x="-3022467" y="3205065"/>
              <a:ext cx="249917" cy="124411"/>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5"/>
            <p:cNvSpPr/>
            <p:nvPr/>
          </p:nvSpPr>
          <p:spPr>
            <a:xfrm>
              <a:off x="-3281546" y="2598934"/>
              <a:ext cx="181714" cy="86427"/>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5"/>
            <p:cNvSpPr/>
            <p:nvPr/>
          </p:nvSpPr>
          <p:spPr>
            <a:xfrm>
              <a:off x="-3122436" y="5700637"/>
              <a:ext cx="114186" cy="85463"/>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5"/>
            <p:cNvSpPr/>
            <p:nvPr/>
          </p:nvSpPr>
          <p:spPr>
            <a:xfrm>
              <a:off x="-2361924" y="9539097"/>
              <a:ext cx="120837" cy="75630"/>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5"/>
            <p:cNvSpPr/>
            <p:nvPr/>
          </p:nvSpPr>
          <p:spPr>
            <a:xfrm>
              <a:off x="-3635533" y="5712350"/>
              <a:ext cx="108305" cy="73798"/>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5"/>
            <p:cNvSpPr/>
            <p:nvPr/>
          </p:nvSpPr>
          <p:spPr>
            <a:xfrm>
              <a:off x="6855365" y="7136987"/>
              <a:ext cx="91339" cy="1032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a:off x="1545616" y="3022816"/>
              <a:ext cx="105847" cy="73075"/>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5"/>
            <p:cNvSpPr/>
            <p:nvPr/>
          </p:nvSpPr>
          <p:spPr>
            <a:xfrm>
              <a:off x="5463134" y="7003228"/>
              <a:ext cx="96641" cy="71966"/>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5"/>
            <p:cNvSpPr/>
            <p:nvPr/>
          </p:nvSpPr>
          <p:spPr>
            <a:xfrm>
              <a:off x="6151151" y="4257443"/>
              <a:ext cx="88833" cy="81366"/>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5"/>
            <p:cNvSpPr/>
            <p:nvPr/>
          </p:nvSpPr>
          <p:spPr>
            <a:xfrm>
              <a:off x="117861" y="4382091"/>
              <a:ext cx="103341" cy="243278"/>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p:nvPr/>
          </p:nvSpPr>
          <p:spPr>
            <a:xfrm>
              <a:off x="810072" y="4779414"/>
              <a:ext cx="180798" cy="87536"/>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5"/>
            <p:cNvSpPr/>
            <p:nvPr/>
          </p:nvSpPr>
          <p:spPr>
            <a:xfrm>
              <a:off x="1225756" y="4803322"/>
              <a:ext cx="97509" cy="72497"/>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5"/>
            <p:cNvSpPr/>
            <p:nvPr/>
          </p:nvSpPr>
          <p:spPr>
            <a:xfrm>
              <a:off x="-142809" y="4541975"/>
              <a:ext cx="86615" cy="7360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5" name="Google Shape;1475;p35"/>
          <p:cNvSpPr/>
          <p:nvPr/>
        </p:nvSpPr>
        <p:spPr>
          <a:xfrm>
            <a:off x="3548945" y="2261775"/>
            <a:ext cx="118800" cy="118800"/>
          </a:xfrm>
          <a:prstGeom prst="ellipse">
            <a:avLst/>
          </a:pr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6" name="Google Shape;1476;p35"/>
          <p:cNvGrpSpPr/>
          <p:nvPr/>
        </p:nvGrpSpPr>
        <p:grpSpPr>
          <a:xfrm>
            <a:off x="3120560" y="1789421"/>
            <a:ext cx="975600" cy="508793"/>
            <a:chOff x="1459263" y="2381132"/>
            <a:chExt cx="975600" cy="508793"/>
          </a:xfrm>
        </p:grpSpPr>
        <p:sp>
          <p:nvSpPr>
            <p:cNvPr id="1477" name="Google Shape;1477;p35"/>
            <p:cNvSpPr txBox="1"/>
            <p:nvPr/>
          </p:nvSpPr>
          <p:spPr>
            <a:xfrm flipH="1">
              <a:off x="1459263" y="2381132"/>
              <a:ext cx="975600" cy="365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allanna"/>
                  <a:ea typeface="Mallanna"/>
                  <a:cs typeface="Mallanna"/>
                  <a:sym typeface="Mallanna"/>
                </a:rPr>
                <a:t>Turkey</a:t>
              </a:r>
              <a:endParaRPr>
                <a:solidFill>
                  <a:schemeClr val="lt1"/>
                </a:solidFill>
                <a:latin typeface="Mallanna"/>
                <a:ea typeface="Mallanna"/>
                <a:cs typeface="Mallanna"/>
                <a:sym typeface="Mallanna"/>
              </a:endParaRPr>
            </a:p>
          </p:txBody>
        </p:sp>
        <p:sp>
          <p:nvSpPr>
            <p:cNvPr id="1478" name="Google Shape;1478;p35"/>
            <p:cNvSpPr/>
            <p:nvPr/>
          </p:nvSpPr>
          <p:spPr>
            <a:xfrm flipH="1" rot="10800000">
              <a:off x="1864413" y="2746825"/>
              <a:ext cx="165300" cy="1431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9" name="Google Shape;1479;p35"/>
          <p:cNvGrpSpPr/>
          <p:nvPr/>
        </p:nvGrpSpPr>
        <p:grpSpPr>
          <a:xfrm>
            <a:off x="6985778" y="564847"/>
            <a:ext cx="356702" cy="341565"/>
            <a:chOff x="5519450" y="-922900"/>
            <a:chExt cx="963800" cy="922900"/>
          </a:xfrm>
        </p:grpSpPr>
        <p:sp>
          <p:nvSpPr>
            <p:cNvPr id="1480" name="Google Shape;1480;p35"/>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5"/>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5"/>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5"/>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5"/>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5"/>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5"/>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5"/>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5"/>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5"/>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0" name="Google Shape;1490;p35"/>
          <p:cNvGrpSpPr/>
          <p:nvPr/>
        </p:nvGrpSpPr>
        <p:grpSpPr>
          <a:xfrm>
            <a:off x="1775603" y="564847"/>
            <a:ext cx="356702" cy="341565"/>
            <a:chOff x="5519450" y="-922900"/>
            <a:chExt cx="963800" cy="922900"/>
          </a:xfrm>
        </p:grpSpPr>
        <p:sp>
          <p:nvSpPr>
            <p:cNvPr id="1491" name="Google Shape;1491;p35"/>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5"/>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5"/>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5"/>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5"/>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5"/>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5"/>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5"/>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5"/>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5"/>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1" name="Google Shape;1501;p35"/>
          <p:cNvGrpSpPr/>
          <p:nvPr/>
        </p:nvGrpSpPr>
        <p:grpSpPr>
          <a:xfrm>
            <a:off x="6928313" y="1804566"/>
            <a:ext cx="662925" cy="457203"/>
            <a:chOff x="1755825" y="4124400"/>
            <a:chExt cx="327775" cy="227600"/>
          </a:xfrm>
        </p:grpSpPr>
        <p:sp>
          <p:nvSpPr>
            <p:cNvPr id="1502" name="Google Shape;1502;p35"/>
            <p:cNvSpPr/>
            <p:nvPr/>
          </p:nvSpPr>
          <p:spPr>
            <a:xfrm>
              <a:off x="1755825" y="4198050"/>
              <a:ext cx="327775" cy="153950"/>
            </a:xfrm>
            <a:custGeom>
              <a:rect b="b" l="l" r="r" t="t"/>
              <a:pathLst>
                <a:path extrusionOk="0" h="6158" w="13111">
                  <a:moveTo>
                    <a:pt x="797" y="0"/>
                  </a:moveTo>
                  <a:lnTo>
                    <a:pt x="690" y="27"/>
                  </a:lnTo>
                  <a:lnTo>
                    <a:pt x="611" y="53"/>
                  </a:lnTo>
                  <a:lnTo>
                    <a:pt x="505" y="107"/>
                  </a:lnTo>
                  <a:lnTo>
                    <a:pt x="452" y="160"/>
                  </a:lnTo>
                  <a:lnTo>
                    <a:pt x="425" y="239"/>
                  </a:lnTo>
                  <a:lnTo>
                    <a:pt x="425" y="292"/>
                  </a:lnTo>
                  <a:lnTo>
                    <a:pt x="425" y="425"/>
                  </a:lnTo>
                  <a:lnTo>
                    <a:pt x="425" y="584"/>
                  </a:lnTo>
                  <a:lnTo>
                    <a:pt x="425" y="637"/>
                  </a:lnTo>
                  <a:lnTo>
                    <a:pt x="398" y="717"/>
                  </a:lnTo>
                  <a:lnTo>
                    <a:pt x="345" y="797"/>
                  </a:lnTo>
                  <a:lnTo>
                    <a:pt x="266" y="850"/>
                  </a:lnTo>
                  <a:lnTo>
                    <a:pt x="213" y="929"/>
                  </a:lnTo>
                  <a:lnTo>
                    <a:pt x="160" y="1009"/>
                  </a:lnTo>
                  <a:lnTo>
                    <a:pt x="133" y="1115"/>
                  </a:lnTo>
                  <a:lnTo>
                    <a:pt x="160" y="1195"/>
                  </a:lnTo>
                  <a:lnTo>
                    <a:pt x="239" y="1248"/>
                  </a:lnTo>
                  <a:lnTo>
                    <a:pt x="345" y="1248"/>
                  </a:lnTo>
                  <a:lnTo>
                    <a:pt x="823" y="1115"/>
                  </a:lnTo>
                  <a:lnTo>
                    <a:pt x="1062" y="1089"/>
                  </a:lnTo>
                  <a:lnTo>
                    <a:pt x="1327" y="1089"/>
                  </a:lnTo>
                  <a:lnTo>
                    <a:pt x="1566" y="1168"/>
                  </a:lnTo>
                  <a:lnTo>
                    <a:pt x="1832" y="1248"/>
                  </a:lnTo>
                  <a:lnTo>
                    <a:pt x="2097" y="1354"/>
                  </a:lnTo>
                  <a:lnTo>
                    <a:pt x="2203" y="1434"/>
                  </a:lnTo>
                  <a:lnTo>
                    <a:pt x="2309" y="1513"/>
                  </a:lnTo>
                  <a:lnTo>
                    <a:pt x="2362" y="1593"/>
                  </a:lnTo>
                  <a:lnTo>
                    <a:pt x="2442" y="1672"/>
                  </a:lnTo>
                  <a:lnTo>
                    <a:pt x="2469" y="1779"/>
                  </a:lnTo>
                  <a:lnTo>
                    <a:pt x="2469" y="1858"/>
                  </a:lnTo>
                  <a:lnTo>
                    <a:pt x="2442" y="1938"/>
                  </a:lnTo>
                  <a:lnTo>
                    <a:pt x="2415" y="2017"/>
                  </a:lnTo>
                  <a:lnTo>
                    <a:pt x="2336" y="2097"/>
                  </a:lnTo>
                  <a:lnTo>
                    <a:pt x="2230" y="2150"/>
                  </a:lnTo>
                  <a:lnTo>
                    <a:pt x="2044" y="2177"/>
                  </a:lnTo>
                  <a:lnTo>
                    <a:pt x="1513" y="2177"/>
                  </a:lnTo>
                  <a:lnTo>
                    <a:pt x="1168" y="2150"/>
                  </a:lnTo>
                  <a:lnTo>
                    <a:pt x="903" y="2150"/>
                  </a:lnTo>
                  <a:lnTo>
                    <a:pt x="637" y="2203"/>
                  </a:lnTo>
                  <a:lnTo>
                    <a:pt x="505" y="2256"/>
                  </a:lnTo>
                  <a:lnTo>
                    <a:pt x="398" y="2309"/>
                  </a:lnTo>
                  <a:lnTo>
                    <a:pt x="292" y="2389"/>
                  </a:lnTo>
                  <a:lnTo>
                    <a:pt x="186" y="2495"/>
                  </a:lnTo>
                  <a:lnTo>
                    <a:pt x="80" y="2628"/>
                  </a:lnTo>
                  <a:lnTo>
                    <a:pt x="0" y="2814"/>
                  </a:lnTo>
                  <a:lnTo>
                    <a:pt x="0" y="2893"/>
                  </a:lnTo>
                  <a:lnTo>
                    <a:pt x="0" y="2999"/>
                  </a:lnTo>
                  <a:lnTo>
                    <a:pt x="27" y="3079"/>
                  </a:lnTo>
                  <a:lnTo>
                    <a:pt x="80" y="3159"/>
                  </a:lnTo>
                  <a:lnTo>
                    <a:pt x="160" y="3265"/>
                  </a:lnTo>
                  <a:lnTo>
                    <a:pt x="266" y="3371"/>
                  </a:lnTo>
                  <a:lnTo>
                    <a:pt x="345" y="3451"/>
                  </a:lnTo>
                  <a:lnTo>
                    <a:pt x="452" y="3557"/>
                  </a:lnTo>
                  <a:lnTo>
                    <a:pt x="505" y="3663"/>
                  </a:lnTo>
                  <a:lnTo>
                    <a:pt x="531" y="3742"/>
                  </a:lnTo>
                  <a:lnTo>
                    <a:pt x="584" y="3955"/>
                  </a:lnTo>
                  <a:lnTo>
                    <a:pt x="637" y="4326"/>
                  </a:lnTo>
                  <a:lnTo>
                    <a:pt x="690" y="4486"/>
                  </a:lnTo>
                  <a:lnTo>
                    <a:pt x="717" y="4671"/>
                  </a:lnTo>
                  <a:lnTo>
                    <a:pt x="797" y="4831"/>
                  </a:lnTo>
                  <a:lnTo>
                    <a:pt x="903" y="4990"/>
                  </a:lnTo>
                  <a:lnTo>
                    <a:pt x="1009" y="5123"/>
                  </a:lnTo>
                  <a:lnTo>
                    <a:pt x="1168" y="5202"/>
                  </a:lnTo>
                  <a:lnTo>
                    <a:pt x="1274" y="5255"/>
                  </a:lnTo>
                  <a:lnTo>
                    <a:pt x="1407" y="5308"/>
                  </a:lnTo>
                  <a:lnTo>
                    <a:pt x="1672" y="5388"/>
                  </a:lnTo>
                  <a:lnTo>
                    <a:pt x="1832" y="5441"/>
                  </a:lnTo>
                  <a:lnTo>
                    <a:pt x="1938" y="5547"/>
                  </a:lnTo>
                  <a:lnTo>
                    <a:pt x="2203" y="5733"/>
                  </a:lnTo>
                  <a:lnTo>
                    <a:pt x="2336" y="5813"/>
                  </a:lnTo>
                  <a:lnTo>
                    <a:pt x="2469" y="5866"/>
                  </a:lnTo>
                  <a:lnTo>
                    <a:pt x="2601" y="5892"/>
                  </a:lnTo>
                  <a:lnTo>
                    <a:pt x="2761" y="5892"/>
                  </a:lnTo>
                  <a:lnTo>
                    <a:pt x="2840" y="5839"/>
                  </a:lnTo>
                  <a:lnTo>
                    <a:pt x="2946" y="5813"/>
                  </a:lnTo>
                  <a:lnTo>
                    <a:pt x="3106" y="5786"/>
                  </a:lnTo>
                  <a:lnTo>
                    <a:pt x="3185" y="5733"/>
                  </a:lnTo>
                  <a:lnTo>
                    <a:pt x="3212" y="5627"/>
                  </a:lnTo>
                  <a:lnTo>
                    <a:pt x="3238" y="5494"/>
                  </a:lnTo>
                  <a:lnTo>
                    <a:pt x="3265" y="5414"/>
                  </a:lnTo>
                  <a:lnTo>
                    <a:pt x="3318" y="5361"/>
                  </a:lnTo>
                  <a:lnTo>
                    <a:pt x="3371" y="5308"/>
                  </a:lnTo>
                  <a:lnTo>
                    <a:pt x="3610" y="5308"/>
                  </a:lnTo>
                  <a:lnTo>
                    <a:pt x="3769" y="5361"/>
                  </a:lnTo>
                  <a:lnTo>
                    <a:pt x="3902" y="5441"/>
                  </a:lnTo>
                  <a:lnTo>
                    <a:pt x="4034" y="5494"/>
                  </a:lnTo>
                  <a:lnTo>
                    <a:pt x="4194" y="5574"/>
                  </a:lnTo>
                  <a:lnTo>
                    <a:pt x="4326" y="5653"/>
                  </a:lnTo>
                  <a:lnTo>
                    <a:pt x="4379" y="5706"/>
                  </a:lnTo>
                  <a:lnTo>
                    <a:pt x="4406" y="5786"/>
                  </a:lnTo>
                  <a:lnTo>
                    <a:pt x="4459" y="5839"/>
                  </a:lnTo>
                  <a:lnTo>
                    <a:pt x="4486" y="5892"/>
                  </a:lnTo>
                  <a:lnTo>
                    <a:pt x="4618" y="5972"/>
                  </a:lnTo>
                  <a:lnTo>
                    <a:pt x="4751" y="5998"/>
                  </a:lnTo>
                  <a:lnTo>
                    <a:pt x="4910" y="5998"/>
                  </a:lnTo>
                  <a:lnTo>
                    <a:pt x="5096" y="5972"/>
                  </a:lnTo>
                  <a:lnTo>
                    <a:pt x="5255" y="5945"/>
                  </a:lnTo>
                  <a:lnTo>
                    <a:pt x="5521" y="5866"/>
                  </a:lnTo>
                  <a:lnTo>
                    <a:pt x="5627" y="5813"/>
                  </a:lnTo>
                  <a:lnTo>
                    <a:pt x="5706" y="5733"/>
                  </a:lnTo>
                  <a:lnTo>
                    <a:pt x="5866" y="5547"/>
                  </a:lnTo>
                  <a:lnTo>
                    <a:pt x="5945" y="5468"/>
                  </a:lnTo>
                  <a:lnTo>
                    <a:pt x="6051" y="5388"/>
                  </a:lnTo>
                  <a:lnTo>
                    <a:pt x="6158" y="5335"/>
                  </a:lnTo>
                  <a:lnTo>
                    <a:pt x="6290" y="5335"/>
                  </a:lnTo>
                  <a:lnTo>
                    <a:pt x="6449" y="5388"/>
                  </a:lnTo>
                  <a:lnTo>
                    <a:pt x="6609" y="5468"/>
                  </a:lnTo>
                  <a:lnTo>
                    <a:pt x="6741" y="5600"/>
                  </a:lnTo>
                  <a:lnTo>
                    <a:pt x="6768" y="5653"/>
                  </a:lnTo>
                  <a:lnTo>
                    <a:pt x="6795" y="5733"/>
                  </a:lnTo>
                  <a:lnTo>
                    <a:pt x="6795" y="5892"/>
                  </a:lnTo>
                  <a:lnTo>
                    <a:pt x="6821" y="5972"/>
                  </a:lnTo>
                  <a:lnTo>
                    <a:pt x="6848" y="6025"/>
                  </a:lnTo>
                  <a:lnTo>
                    <a:pt x="6874" y="6078"/>
                  </a:lnTo>
                  <a:lnTo>
                    <a:pt x="6927" y="6104"/>
                  </a:lnTo>
                  <a:lnTo>
                    <a:pt x="7060" y="6158"/>
                  </a:lnTo>
                  <a:lnTo>
                    <a:pt x="7193" y="6131"/>
                  </a:lnTo>
                  <a:lnTo>
                    <a:pt x="7299" y="6078"/>
                  </a:lnTo>
                  <a:lnTo>
                    <a:pt x="7352" y="5972"/>
                  </a:lnTo>
                  <a:lnTo>
                    <a:pt x="7405" y="5839"/>
                  </a:lnTo>
                  <a:lnTo>
                    <a:pt x="7458" y="5574"/>
                  </a:lnTo>
                  <a:lnTo>
                    <a:pt x="7485" y="5414"/>
                  </a:lnTo>
                  <a:lnTo>
                    <a:pt x="7511" y="5388"/>
                  </a:lnTo>
                  <a:lnTo>
                    <a:pt x="7591" y="5361"/>
                  </a:lnTo>
                  <a:lnTo>
                    <a:pt x="7670" y="5388"/>
                  </a:lnTo>
                  <a:lnTo>
                    <a:pt x="7750" y="5414"/>
                  </a:lnTo>
                  <a:lnTo>
                    <a:pt x="7883" y="5494"/>
                  </a:lnTo>
                  <a:lnTo>
                    <a:pt x="8042" y="5494"/>
                  </a:lnTo>
                  <a:lnTo>
                    <a:pt x="8201" y="5441"/>
                  </a:lnTo>
                  <a:lnTo>
                    <a:pt x="8360" y="5388"/>
                  </a:lnTo>
                  <a:lnTo>
                    <a:pt x="8493" y="5308"/>
                  </a:lnTo>
                  <a:lnTo>
                    <a:pt x="8599" y="5282"/>
                  </a:lnTo>
                  <a:lnTo>
                    <a:pt x="8679" y="5255"/>
                  </a:lnTo>
                  <a:lnTo>
                    <a:pt x="8758" y="5282"/>
                  </a:lnTo>
                  <a:lnTo>
                    <a:pt x="8838" y="5335"/>
                  </a:lnTo>
                  <a:lnTo>
                    <a:pt x="8891" y="5388"/>
                  </a:lnTo>
                  <a:lnTo>
                    <a:pt x="8944" y="5441"/>
                  </a:lnTo>
                  <a:lnTo>
                    <a:pt x="9103" y="5468"/>
                  </a:lnTo>
                  <a:lnTo>
                    <a:pt x="9369" y="5468"/>
                  </a:lnTo>
                  <a:lnTo>
                    <a:pt x="9555" y="5441"/>
                  </a:lnTo>
                  <a:lnTo>
                    <a:pt x="9740" y="5388"/>
                  </a:lnTo>
                  <a:lnTo>
                    <a:pt x="9926" y="5308"/>
                  </a:lnTo>
                  <a:lnTo>
                    <a:pt x="10112" y="5202"/>
                  </a:lnTo>
                  <a:lnTo>
                    <a:pt x="10245" y="5149"/>
                  </a:lnTo>
                  <a:lnTo>
                    <a:pt x="10377" y="5096"/>
                  </a:lnTo>
                  <a:lnTo>
                    <a:pt x="10669" y="5096"/>
                  </a:lnTo>
                  <a:lnTo>
                    <a:pt x="10882" y="5123"/>
                  </a:lnTo>
                  <a:lnTo>
                    <a:pt x="11094" y="5096"/>
                  </a:lnTo>
                  <a:lnTo>
                    <a:pt x="11280" y="5016"/>
                  </a:lnTo>
                  <a:lnTo>
                    <a:pt x="11598" y="5016"/>
                  </a:lnTo>
                  <a:lnTo>
                    <a:pt x="11704" y="4990"/>
                  </a:lnTo>
                  <a:lnTo>
                    <a:pt x="11784" y="4937"/>
                  </a:lnTo>
                  <a:lnTo>
                    <a:pt x="11810" y="4884"/>
                  </a:lnTo>
                  <a:lnTo>
                    <a:pt x="11917" y="4884"/>
                  </a:lnTo>
                  <a:lnTo>
                    <a:pt x="11996" y="4910"/>
                  </a:lnTo>
                  <a:lnTo>
                    <a:pt x="12155" y="4990"/>
                  </a:lnTo>
                  <a:lnTo>
                    <a:pt x="12421" y="5202"/>
                  </a:lnTo>
                  <a:lnTo>
                    <a:pt x="12554" y="5255"/>
                  </a:lnTo>
                  <a:lnTo>
                    <a:pt x="12686" y="5282"/>
                  </a:lnTo>
                  <a:lnTo>
                    <a:pt x="12845" y="5282"/>
                  </a:lnTo>
                  <a:lnTo>
                    <a:pt x="12952" y="5255"/>
                  </a:lnTo>
                  <a:lnTo>
                    <a:pt x="13031" y="5202"/>
                  </a:lnTo>
                  <a:lnTo>
                    <a:pt x="13058" y="5123"/>
                  </a:lnTo>
                  <a:lnTo>
                    <a:pt x="13084" y="5043"/>
                  </a:lnTo>
                  <a:lnTo>
                    <a:pt x="13111" y="4963"/>
                  </a:lnTo>
                  <a:lnTo>
                    <a:pt x="13084" y="4804"/>
                  </a:lnTo>
                  <a:lnTo>
                    <a:pt x="13005" y="4645"/>
                  </a:lnTo>
                  <a:lnTo>
                    <a:pt x="12872" y="4486"/>
                  </a:lnTo>
                  <a:lnTo>
                    <a:pt x="12819" y="4406"/>
                  </a:lnTo>
                  <a:lnTo>
                    <a:pt x="12819" y="4326"/>
                  </a:lnTo>
                  <a:lnTo>
                    <a:pt x="12845" y="4194"/>
                  </a:lnTo>
                  <a:lnTo>
                    <a:pt x="12872" y="4061"/>
                  </a:lnTo>
                  <a:lnTo>
                    <a:pt x="12872" y="3955"/>
                  </a:lnTo>
                  <a:lnTo>
                    <a:pt x="12845" y="3875"/>
                  </a:lnTo>
                  <a:lnTo>
                    <a:pt x="12766" y="3689"/>
                  </a:lnTo>
                  <a:lnTo>
                    <a:pt x="12686" y="3504"/>
                  </a:lnTo>
                  <a:lnTo>
                    <a:pt x="12660" y="3397"/>
                  </a:lnTo>
                  <a:lnTo>
                    <a:pt x="12660" y="3291"/>
                  </a:lnTo>
                  <a:lnTo>
                    <a:pt x="12713" y="3159"/>
                  </a:lnTo>
                  <a:lnTo>
                    <a:pt x="12792" y="3026"/>
                  </a:lnTo>
                  <a:lnTo>
                    <a:pt x="12845" y="2920"/>
                  </a:lnTo>
                  <a:lnTo>
                    <a:pt x="12872" y="2840"/>
                  </a:lnTo>
                  <a:lnTo>
                    <a:pt x="12872" y="2761"/>
                  </a:lnTo>
                  <a:lnTo>
                    <a:pt x="12845" y="2628"/>
                  </a:lnTo>
                  <a:lnTo>
                    <a:pt x="12792" y="2548"/>
                  </a:lnTo>
                  <a:lnTo>
                    <a:pt x="12739" y="2469"/>
                  </a:lnTo>
                  <a:lnTo>
                    <a:pt x="12633" y="2415"/>
                  </a:lnTo>
                  <a:lnTo>
                    <a:pt x="12447" y="2283"/>
                  </a:lnTo>
                  <a:lnTo>
                    <a:pt x="12341" y="2230"/>
                  </a:lnTo>
                  <a:lnTo>
                    <a:pt x="12288" y="2124"/>
                  </a:lnTo>
                  <a:lnTo>
                    <a:pt x="12262" y="2044"/>
                  </a:lnTo>
                  <a:lnTo>
                    <a:pt x="12288" y="1938"/>
                  </a:lnTo>
                  <a:lnTo>
                    <a:pt x="12315" y="1779"/>
                  </a:lnTo>
                  <a:lnTo>
                    <a:pt x="12288" y="1646"/>
                  </a:lnTo>
                  <a:lnTo>
                    <a:pt x="12262" y="1540"/>
                  </a:lnTo>
                  <a:lnTo>
                    <a:pt x="12209" y="1460"/>
                  </a:lnTo>
                  <a:lnTo>
                    <a:pt x="12155" y="1354"/>
                  </a:lnTo>
                  <a:lnTo>
                    <a:pt x="12049" y="1274"/>
                  </a:lnTo>
                  <a:lnTo>
                    <a:pt x="11970" y="1221"/>
                  </a:lnTo>
                  <a:lnTo>
                    <a:pt x="11864" y="1168"/>
                  </a:lnTo>
                  <a:lnTo>
                    <a:pt x="11757" y="1115"/>
                  </a:lnTo>
                  <a:lnTo>
                    <a:pt x="11492" y="1089"/>
                  </a:lnTo>
                  <a:lnTo>
                    <a:pt x="11227" y="1089"/>
                  </a:lnTo>
                  <a:lnTo>
                    <a:pt x="10961" y="1168"/>
                  </a:lnTo>
                  <a:lnTo>
                    <a:pt x="10722" y="1248"/>
                  </a:lnTo>
                  <a:lnTo>
                    <a:pt x="10298" y="1460"/>
                  </a:lnTo>
                  <a:lnTo>
                    <a:pt x="10085" y="1513"/>
                  </a:lnTo>
                  <a:lnTo>
                    <a:pt x="9820" y="1513"/>
                  </a:lnTo>
                  <a:lnTo>
                    <a:pt x="9555" y="1487"/>
                  </a:lnTo>
                  <a:lnTo>
                    <a:pt x="9422" y="1487"/>
                  </a:lnTo>
                  <a:lnTo>
                    <a:pt x="9289" y="1513"/>
                  </a:lnTo>
                  <a:lnTo>
                    <a:pt x="9077" y="1566"/>
                  </a:lnTo>
                  <a:lnTo>
                    <a:pt x="8838" y="1619"/>
                  </a:lnTo>
                  <a:lnTo>
                    <a:pt x="8732" y="1619"/>
                  </a:lnTo>
                  <a:lnTo>
                    <a:pt x="8626" y="1593"/>
                  </a:lnTo>
                  <a:lnTo>
                    <a:pt x="8387" y="1513"/>
                  </a:lnTo>
                  <a:lnTo>
                    <a:pt x="8175" y="1460"/>
                  </a:lnTo>
                  <a:lnTo>
                    <a:pt x="7909" y="1460"/>
                  </a:lnTo>
                  <a:lnTo>
                    <a:pt x="7723" y="1380"/>
                  </a:lnTo>
                  <a:lnTo>
                    <a:pt x="7538" y="1301"/>
                  </a:lnTo>
                  <a:lnTo>
                    <a:pt x="7219" y="1142"/>
                  </a:lnTo>
                  <a:lnTo>
                    <a:pt x="6874" y="956"/>
                  </a:lnTo>
                  <a:lnTo>
                    <a:pt x="6529" y="797"/>
                  </a:lnTo>
                  <a:lnTo>
                    <a:pt x="6184" y="664"/>
                  </a:lnTo>
                  <a:lnTo>
                    <a:pt x="5919" y="611"/>
                  </a:lnTo>
                  <a:lnTo>
                    <a:pt x="5627" y="584"/>
                  </a:lnTo>
                  <a:lnTo>
                    <a:pt x="5335" y="611"/>
                  </a:lnTo>
                  <a:lnTo>
                    <a:pt x="5069" y="664"/>
                  </a:lnTo>
                  <a:lnTo>
                    <a:pt x="4459" y="797"/>
                  </a:lnTo>
                  <a:lnTo>
                    <a:pt x="3822" y="876"/>
                  </a:lnTo>
                  <a:lnTo>
                    <a:pt x="3451" y="903"/>
                  </a:lnTo>
                  <a:lnTo>
                    <a:pt x="3106" y="850"/>
                  </a:lnTo>
                  <a:lnTo>
                    <a:pt x="2734" y="770"/>
                  </a:lnTo>
                  <a:lnTo>
                    <a:pt x="2389" y="664"/>
                  </a:lnTo>
                  <a:lnTo>
                    <a:pt x="2124" y="531"/>
                  </a:lnTo>
                  <a:lnTo>
                    <a:pt x="1858" y="372"/>
                  </a:lnTo>
                  <a:lnTo>
                    <a:pt x="1540" y="186"/>
                  </a:lnTo>
                  <a:lnTo>
                    <a:pt x="1380" y="107"/>
                  </a:lnTo>
                  <a:lnTo>
                    <a:pt x="1221" y="53"/>
                  </a:lnTo>
                  <a:lnTo>
                    <a:pt x="1035" y="27"/>
                  </a:lnTo>
                  <a:lnTo>
                    <a:pt x="79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5"/>
            <p:cNvSpPr/>
            <p:nvPr/>
          </p:nvSpPr>
          <p:spPr>
            <a:xfrm>
              <a:off x="1911750" y="4141650"/>
              <a:ext cx="62375" cy="48450"/>
            </a:xfrm>
            <a:custGeom>
              <a:rect b="b" l="l" r="r" t="t"/>
              <a:pathLst>
                <a:path extrusionOk="0" h="1938" w="2495">
                  <a:moveTo>
                    <a:pt x="0" y="1"/>
                  </a:moveTo>
                  <a:lnTo>
                    <a:pt x="0" y="1938"/>
                  </a:lnTo>
                  <a:lnTo>
                    <a:pt x="2415" y="1938"/>
                  </a:lnTo>
                  <a:lnTo>
                    <a:pt x="2468" y="1911"/>
                  </a:lnTo>
                  <a:lnTo>
                    <a:pt x="2495" y="1858"/>
                  </a:lnTo>
                  <a:lnTo>
                    <a:pt x="2495" y="1805"/>
                  </a:lnTo>
                  <a:lnTo>
                    <a:pt x="2495" y="133"/>
                  </a:lnTo>
                  <a:lnTo>
                    <a:pt x="2495" y="80"/>
                  </a:lnTo>
                  <a:lnTo>
                    <a:pt x="2468" y="27"/>
                  </a:lnTo>
                  <a:lnTo>
                    <a:pt x="2415"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5"/>
            <p:cNvSpPr/>
            <p:nvPr/>
          </p:nvSpPr>
          <p:spPr>
            <a:xfrm>
              <a:off x="1907100" y="4124400"/>
              <a:ext cx="9975" cy="132050"/>
            </a:xfrm>
            <a:custGeom>
              <a:rect b="b" l="l" r="r" t="t"/>
              <a:pathLst>
                <a:path extrusionOk="0" h="5282" w="399">
                  <a:moveTo>
                    <a:pt x="107" y="1"/>
                  </a:moveTo>
                  <a:lnTo>
                    <a:pt x="53" y="54"/>
                  </a:lnTo>
                  <a:lnTo>
                    <a:pt x="0" y="107"/>
                  </a:lnTo>
                  <a:lnTo>
                    <a:pt x="0" y="186"/>
                  </a:lnTo>
                  <a:lnTo>
                    <a:pt x="0" y="5070"/>
                  </a:lnTo>
                  <a:lnTo>
                    <a:pt x="0" y="5149"/>
                  </a:lnTo>
                  <a:lnTo>
                    <a:pt x="53" y="5202"/>
                  </a:lnTo>
                  <a:lnTo>
                    <a:pt x="107" y="5255"/>
                  </a:lnTo>
                  <a:lnTo>
                    <a:pt x="186" y="5282"/>
                  </a:lnTo>
                  <a:lnTo>
                    <a:pt x="266" y="5255"/>
                  </a:lnTo>
                  <a:lnTo>
                    <a:pt x="319" y="5202"/>
                  </a:lnTo>
                  <a:lnTo>
                    <a:pt x="372" y="5149"/>
                  </a:lnTo>
                  <a:lnTo>
                    <a:pt x="398" y="5070"/>
                  </a:lnTo>
                  <a:lnTo>
                    <a:pt x="398" y="186"/>
                  </a:lnTo>
                  <a:lnTo>
                    <a:pt x="372" y="107"/>
                  </a:lnTo>
                  <a:lnTo>
                    <a:pt x="319"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36"/>
          <p:cNvSpPr/>
          <p:nvPr/>
        </p:nvSpPr>
        <p:spPr>
          <a:xfrm>
            <a:off x="7631013" y="3442200"/>
            <a:ext cx="35600" cy="87750"/>
          </a:xfrm>
          <a:custGeom>
            <a:rect b="b" l="l" r="r" t="t"/>
            <a:pathLst>
              <a:path extrusionOk="0" h="3510" w="1424">
                <a:moveTo>
                  <a:pt x="0" y="0"/>
                </a:moveTo>
                <a:lnTo>
                  <a:pt x="0" y="0"/>
                </a:lnTo>
                <a:lnTo>
                  <a:pt x="0" y="0"/>
                </a:lnTo>
                <a:lnTo>
                  <a:pt x="0" y="0"/>
                </a:lnTo>
                <a:lnTo>
                  <a:pt x="141" y="281"/>
                </a:lnTo>
                <a:lnTo>
                  <a:pt x="321" y="622"/>
                </a:lnTo>
                <a:lnTo>
                  <a:pt x="522" y="1043"/>
                </a:lnTo>
                <a:lnTo>
                  <a:pt x="742" y="1564"/>
                </a:lnTo>
                <a:lnTo>
                  <a:pt x="983" y="2166"/>
                </a:lnTo>
                <a:lnTo>
                  <a:pt x="1203" y="2808"/>
                </a:lnTo>
                <a:lnTo>
                  <a:pt x="1424" y="3510"/>
                </a:lnTo>
                <a:lnTo>
                  <a:pt x="1424" y="3510"/>
                </a:lnTo>
                <a:lnTo>
                  <a:pt x="1203" y="2808"/>
                </a:lnTo>
                <a:lnTo>
                  <a:pt x="983" y="2166"/>
                </a:lnTo>
                <a:lnTo>
                  <a:pt x="742" y="1564"/>
                </a:lnTo>
                <a:lnTo>
                  <a:pt x="522" y="1043"/>
                </a:lnTo>
                <a:lnTo>
                  <a:pt x="321" y="622"/>
                </a:lnTo>
                <a:lnTo>
                  <a:pt x="141" y="281"/>
                </a:lnTo>
                <a:lnTo>
                  <a:pt x="0" y="0"/>
                </a:lnTo>
                <a:lnTo>
                  <a:pt x="0" y="0"/>
                </a:lnTo>
                <a:close/>
              </a:path>
            </a:pathLst>
          </a:custGeom>
          <a:solidFill>
            <a:srgbClr val="FF9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0" name="Google Shape;1510;p36"/>
          <p:cNvGrpSpPr/>
          <p:nvPr/>
        </p:nvGrpSpPr>
        <p:grpSpPr>
          <a:xfrm>
            <a:off x="213930" y="1963605"/>
            <a:ext cx="381954" cy="365745"/>
            <a:chOff x="5519450" y="-922900"/>
            <a:chExt cx="963800" cy="922900"/>
          </a:xfrm>
        </p:grpSpPr>
        <p:sp>
          <p:nvSpPr>
            <p:cNvPr id="1511" name="Google Shape;1511;p36"/>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6"/>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6"/>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6"/>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6"/>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6"/>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6"/>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6"/>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6"/>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6"/>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1" name="Google Shape;1521;p36"/>
          <p:cNvGrpSpPr/>
          <p:nvPr/>
        </p:nvGrpSpPr>
        <p:grpSpPr>
          <a:xfrm>
            <a:off x="8483955" y="1963605"/>
            <a:ext cx="381954" cy="365745"/>
            <a:chOff x="5519450" y="-922900"/>
            <a:chExt cx="963800" cy="922900"/>
          </a:xfrm>
        </p:grpSpPr>
        <p:sp>
          <p:nvSpPr>
            <p:cNvPr id="1522" name="Google Shape;1522;p36"/>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6"/>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6"/>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6"/>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6"/>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6"/>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6"/>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6"/>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6"/>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6"/>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2" name="Google Shape;1532;p36"/>
          <p:cNvSpPr txBox="1"/>
          <p:nvPr/>
        </p:nvSpPr>
        <p:spPr>
          <a:xfrm>
            <a:off x="1182000" y="324700"/>
            <a:ext cx="67800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lang="en" sz="2700">
                <a:latin typeface="Montserrat Black"/>
                <a:ea typeface="Montserrat Black"/>
                <a:cs typeface="Montserrat Black"/>
                <a:sym typeface="Montserrat Black"/>
              </a:rPr>
              <a:t>    </a:t>
            </a:r>
            <a:r>
              <a:rPr lang="en" sz="2700">
                <a:latin typeface="Montserrat Black"/>
                <a:ea typeface="Montserrat Black"/>
                <a:cs typeface="Montserrat Black"/>
                <a:sym typeface="Montserrat Black"/>
              </a:rPr>
              <a:t>Brief Background on Türkiye</a:t>
            </a:r>
            <a:endParaRPr sz="2700">
              <a:latin typeface="Montserrat Black"/>
              <a:ea typeface="Montserrat Black"/>
              <a:cs typeface="Montserrat Black"/>
              <a:sym typeface="Montserrat Black"/>
            </a:endParaRPr>
          </a:p>
        </p:txBody>
      </p:sp>
      <p:sp>
        <p:nvSpPr>
          <p:cNvPr id="1533" name="Google Shape;1533;p36"/>
          <p:cNvSpPr txBox="1"/>
          <p:nvPr/>
        </p:nvSpPr>
        <p:spPr>
          <a:xfrm>
            <a:off x="753350" y="1026100"/>
            <a:ext cx="7585800" cy="38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Merriweather Medium"/>
                <a:ea typeface="Merriweather Medium"/>
                <a:cs typeface="Merriweather Medium"/>
                <a:sym typeface="Merriweather Medium"/>
              </a:rPr>
              <a:t>Türkiye, which goes by the official name of the Republic of Türkiye, sits in the space between Europe and Asia. It's got Greece and Bulgaria to the west, Syria and Iraq to the south, and Iran beyond that. Then there's the Mediterranean, Aegean, and Black seas lapping at its shores too.</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rPr lang="en" sz="1600">
                <a:latin typeface="Merriweather Medium"/>
                <a:ea typeface="Merriweather Medium"/>
                <a:cs typeface="Merriweather Medium"/>
                <a:sym typeface="Merriweather Medium"/>
              </a:rPr>
              <a:t>With over 85 million people,Türkiye is home to quite a few folks. Ankara's the capital, but Istanbul's the biggest city by far. Most people speak Turkish, and their culture shows influences from the old Ottoman Empire, as well as the Middle East, Central Asia, and Europe.</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rPr lang="en" sz="1600">
                <a:latin typeface="Merriweather Medium"/>
                <a:ea typeface="Merriweather Medium"/>
                <a:cs typeface="Merriweather Medium"/>
                <a:sym typeface="Merriweather Medium"/>
              </a:rPr>
              <a:t>Türkiye has a varied landscape—from mountains to forests, to flat coastal areas. To match that, their economy thrives on different things like farming, tourism, making stuff in factories, and trade.</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id="1538" name="Google Shape;1538;p37"/>
          <p:cNvSpPr txBox="1"/>
          <p:nvPr/>
        </p:nvSpPr>
        <p:spPr>
          <a:xfrm>
            <a:off x="324800" y="948150"/>
            <a:ext cx="4533000" cy="32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Merriweather Medium"/>
                <a:ea typeface="Merriweather Medium"/>
                <a:cs typeface="Merriweather Medium"/>
                <a:sym typeface="Merriweather Medium"/>
              </a:rPr>
              <a:t>Türkiye grapples with worsening forest fires along its Mediterranean coast. Higher temps, dry spells, and shifting weather patterns tied to climate change make these blazes way more common and fierce. They torch forests, critter homes, and dwellings, hit tourism hard, and tank the local economy. This matter ain't just Turkish; it hits home worldwide since climate change spurs wild weather and harm to nature everywhere. Fires in Türkiye show us how climate change can wreck peoples' lives and ecosystems big time.</a:t>
            </a:r>
            <a:endParaRPr sz="1700">
              <a:latin typeface="Merriweather Medium"/>
              <a:ea typeface="Merriweather Medium"/>
              <a:cs typeface="Merriweather Medium"/>
              <a:sym typeface="Merriweather Medium"/>
            </a:endParaRPr>
          </a:p>
        </p:txBody>
      </p:sp>
      <p:sp>
        <p:nvSpPr>
          <p:cNvPr id="1539" name="Google Shape;1539;p37"/>
          <p:cNvSpPr txBox="1"/>
          <p:nvPr/>
        </p:nvSpPr>
        <p:spPr>
          <a:xfrm>
            <a:off x="766400" y="0"/>
            <a:ext cx="4091400" cy="110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600">
                <a:latin typeface="Merriweather ExtraBold"/>
                <a:ea typeface="Merriweather ExtraBold"/>
                <a:cs typeface="Merriweather ExtraBold"/>
                <a:sym typeface="Merriweather ExtraBold"/>
              </a:rPr>
              <a:t>Selected Global Issue: Climate Change and Environmental Sustainability</a:t>
            </a:r>
            <a:endParaRPr sz="1600">
              <a:latin typeface="Merriweather ExtraBold"/>
              <a:ea typeface="Merriweather ExtraBold"/>
              <a:cs typeface="Merriweather ExtraBold"/>
              <a:sym typeface="Merriweather ExtraBold"/>
            </a:endParaRPr>
          </a:p>
          <a:p>
            <a:pPr indent="0" lvl="0" marL="0" rtl="0" algn="l">
              <a:spcBef>
                <a:spcPts val="1200"/>
              </a:spcBef>
              <a:spcAft>
                <a:spcPts val="0"/>
              </a:spcAft>
              <a:buNone/>
            </a:pPr>
            <a:r>
              <a:t/>
            </a:r>
            <a:endParaRPr>
              <a:solidFill>
                <a:schemeClr val="lt1"/>
              </a:solidFill>
              <a:latin typeface="Mallanna"/>
              <a:ea typeface="Mallanna"/>
              <a:cs typeface="Mallanna"/>
              <a:sym typeface="Mallanna"/>
            </a:endParaRPr>
          </a:p>
        </p:txBody>
      </p:sp>
      <p:grpSp>
        <p:nvGrpSpPr>
          <p:cNvPr id="1540" name="Google Shape;1540;p37"/>
          <p:cNvGrpSpPr/>
          <p:nvPr/>
        </p:nvGrpSpPr>
        <p:grpSpPr>
          <a:xfrm>
            <a:off x="5519756" y="1820785"/>
            <a:ext cx="3204600" cy="2543360"/>
            <a:chOff x="713225" y="1780525"/>
            <a:chExt cx="3015810" cy="2393525"/>
          </a:xfrm>
        </p:grpSpPr>
        <p:sp>
          <p:nvSpPr>
            <p:cNvPr id="1541" name="Google Shape;1541;p37"/>
            <p:cNvSpPr/>
            <p:nvPr/>
          </p:nvSpPr>
          <p:spPr>
            <a:xfrm>
              <a:off x="866900" y="3931050"/>
              <a:ext cx="1619100" cy="2430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7"/>
            <p:cNvSpPr/>
            <p:nvPr/>
          </p:nvSpPr>
          <p:spPr>
            <a:xfrm>
              <a:off x="1991816" y="3847307"/>
              <a:ext cx="127449" cy="97859"/>
            </a:xfrm>
            <a:custGeom>
              <a:rect b="b" l="l" r="r" t="t"/>
              <a:pathLst>
                <a:path extrusionOk="0" h="2401" w="3127">
                  <a:moveTo>
                    <a:pt x="1" y="1"/>
                  </a:moveTo>
                  <a:lnTo>
                    <a:pt x="419" y="1728"/>
                  </a:lnTo>
                  <a:lnTo>
                    <a:pt x="564" y="1891"/>
                  </a:lnTo>
                  <a:lnTo>
                    <a:pt x="746" y="2055"/>
                  </a:lnTo>
                  <a:lnTo>
                    <a:pt x="927" y="2164"/>
                  </a:lnTo>
                  <a:lnTo>
                    <a:pt x="1146" y="2255"/>
                  </a:lnTo>
                  <a:lnTo>
                    <a:pt x="1364" y="2327"/>
                  </a:lnTo>
                  <a:lnTo>
                    <a:pt x="1600" y="2364"/>
                  </a:lnTo>
                  <a:lnTo>
                    <a:pt x="1818" y="2400"/>
                  </a:lnTo>
                  <a:lnTo>
                    <a:pt x="2054" y="2400"/>
                  </a:lnTo>
                  <a:lnTo>
                    <a:pt x="2382" y="2382"/>
                  </a:lnTo>
                  <a:lnTo>
                    <a:pt x="2672" y="2346"/>
                  </a:lnTo>
                  <a:lnTo>
                    <a:pt x="2927" y="2291"/>
                  </a:lnTo>
                  <a:lnTo>
                    <a:pt x="3127" y="2218"/>
                  </a:lnTo>
                  <a:lnTo>
                    <a:pt x="312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7"/>
            <p:cNvSpPr/>
            <p:nvPr/>
          </p:nvSpPr>
          <p:spPr>
            <a:xfrm>
              <a:off x="1991816" y="3847307"/>
              <a:ext cx="127449" cy="97859"/>
            </a:xfrm>
            <a:custGeom>
              <a:rect b="b" l="l" r="r" t="t"/>
              <a:pathLst>
                <a:path extrusionOk="0" fill="none" h="2401" w="3127">
                  <a:moveTo>
                    <a:pt x="3127" y="1"/>
                  </a:moveTo>
                  <a:lnTo>
                    <a:pt x="1" y="1"/>
                  </a:lnTo>
                  <a:lnTo>
                    <a:pt x="419" y="1728"/>
                  </a:lnTo>
                  <a:lnTo>
                    <a:pt x="419" y="1728"/>
                  </a:lnTo>
                  <a:lnTo>
                    <a:pt x="564" y="1891"/>
                  </a:lnTo>
                  <a:lnTo>
                    <a:pt x="746" y="2055"/>
                  </a:lnTo>
                  <a:lnTo>
                    <a:pt x="927" y="2164"/>
                  </a:lnTo>
                  <a:lnTo>
                    <a:pt x="1146" y="2255"/>
                  </a:lnTo>
                  <a:lnTo>
                    <a:pt x="1364" y="2327"/>
                  </a:lnTo>
                  <a:lnTo>
                    <a:pt x="1600" y="2364"/>
                  </a:lnTo>
                  <a:lnTo>
                    <a:pt x="1818" y="2400"/>
                  </a:lnTo>
                  <a:lnTo>
                    <a:pt x="2054" y="2400"/>
                  </a:lnTo>
                  <a:lnTo>
                    <a:pt x="2054" y="2400"/>
                  </a:lnTo>
                  <a:lnTo>
                    <a:pt x="2382" y="2382"/>
                  </a:lnTo>
                  <a:lnTo>
                    <a:pt x="2672" y="2346"/>
                  </a:lnTo>
                  <a:lnTo>
                    <a:pt x="2927" y="2291"/>
                  </a:lnTo>
                  <a:lnTo>
                    <a:pt x="3127" y="2218"/>
                  </a:lnTo>
                  <a:lnTo>
                    <a:pt x="312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7"/>
            <p:cNvSpPr/>
            <p:nvPr/>
          </p:nvSpPr>
          <p:spPr>
            <a:xfrm>
              <a:off x="1372512" y="3847307"/>
              <a:ext cx="127449" cy="106744"/>
            </a:xfrm>
            <a:custGeom>
              <a:rect b="b" l="l" r="r" t="t"/>
              <a:pathLst>
                <a:path extrusionOk="0" h="2619" w="3127">
                  <a:moveTo>
                    <a:pt x="0" y="1"/>
                  </a:moveTo>
                  <a:lnTo>
                    <a:pt x="0" y="2291"/>
                  </a:lnTo>
                  <a:lnTo>
                    <a:pt x="255" y="2382"/>
                  </a:lnTo>
                  <a:lnTo>
                    <a:pt x="618" y="2491"/>
                  </a:lnTo>
                  <a:lnTo>
                    <a:pt x="818" y="2546"/>
                  </a:lnTo>
                  <a:lnTo>
                    <a:pt x="1018" y="2582"/>
                  </a:lnTo>
                  <a:lnTo>
                    <a:pt x="1236" y="2618"/>
                  </a:lnTo>
                  <a:lnTo>
                    <a:pt x="1673" y="2618"/>
                  </a:lnTo>
                  <a:lnTo>
                    <a:pt x="1873" y="2582"/>
                  </a:lnTo>
                  <a:lnTo>
                    <a:pt x="2073" y="2527"/>
                  </a:lnTo>
                  <a:lnTo>
                    <a:pt x="2236" y="2436"/>
                  </a:lnTo>
                  <a:lnTo>
                    <a:pt x="2400" y="2309"/>
                  </a:lnTo>
                  <a:lnTo>
                    <a:pt x="2472" y="2237"/>
                  </a:lnTo>
                  <a:lnTo>
                    <a:pt x="2527" y="2146"/>
                  </a:lnTo>
                  <a:lnTo>
                    <a:pt x="2600" y="2055"/>
                  </a:lnTo>
                  <a:lnTo>
                    <a:pt x="2636" y="1964"/>
                  </a:lnTo>
                  <a:lnTo>
                    <a:pt x="2691" y="1837"/>
                  </a:lnTo>
                  <a:lnTo>
                    <a:pt x="2727" y="1728"/>
                  </a:lnTo>
                  <a:lnTo>
                    <a:pt x="312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7"/>
            <p:cNvSpPr/>
            <p:nvPr/>
          </p:nvSpPr>
          <p:spPr>
            <a:xfrm>
              <a:off x="1372512" y="3847307"/>
              <a:ext cx="127449" cy="106744"/>
            </a:xfrm>
            <a:custGeom>
              <a:rect b="b" l="l" r="r" t="t"/>
              <a:pathLst>
                <a:path extrusionOk="0" fill="none" h="2619" w="3127">
                  <a:moveTo>
                    <a:pt x="3127" y="1"/>
                  </a:moveTo>
                  <a:lnTo>
                    <a:pt x="0" y="1"/>
                  </a:lnTo>
                  <a:lnTo>
                    <a:pt x="0" y="2291"/>
                  </a:lnTo>
                  <a:lnTo>
                    <a:pt x="0" y="2291"/>
                  </a:lnTo>
                  <a:lnTo>
                    <a:pt x="255" y="2382"/>
                  </a:lnTo>
                  <a:lnTo>
                    <a:pt x="618" y="2491"/>
                  </a:lnTo>
                  <a:lnTo>
                    <a:pt x="818" y="2546"/>
                  </a:lnTo>
                  <a:lnTo>
                    <a:pt x="1018" y="2582"/>
                  </a:lnTo>
                  <a:lnTo>
                    <a:pt x="1236" y="2618"/>
                  </a:lnTo>
                  <a:lnTo>
                    <a:pt x="1455" y="2618"/>
                  </a:lnTo>
                  <a:lnTo>
                    <a:pt x="1455" y="2618"/>
                  </a:lnTo>
                  <a:lnTo>
                    <a:pt x="1673" y="2618"/>
                  </a:lnTo>
                  <a:lnTo>
                    <a:pt x="1873" y="2582"/>
                  </a:lnTo>
                  <a:lnTo>
                    <a:pt x="2073" y="2527"/>
                  </a:lnTo>
                  <a:lnTo>
                    <a:pt x="2236" y="2436"/>
                  </a:lnTo>
                  <a:lnTo>
                    <a:pt x="2400" y="2309"/>
                  </a:lnTo>
                  <a:lnTo>
                    <a:pt x="2472" y="2237"/>
                  </a:lnTo>
                  <a:lnTo>
                    <a:pt x="2527" y="2146"/>
                  </a:lnTo>
                  <a:lnTo>
                    <a:pt x="2600" y="2055"/>
                  </a:lnTo>
                  <a:lnTo>
                    <a:pt x="2636" y="1964"/>
                  </a:lnTo>
                  <a:lnTo>
                    <a:pt x="2691" y="1837"/>
                  </a:lnTo>
                  <a:lnTo>
                    <a:pt x="2727" y="1728"/>
                  </a:lnTo>
                  <a:lnTo>
                    <a:pt x="312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7"/>
            <p:cNvSpPr/>
            <p:nvPr/>
          </p:nvSpPr>
          <p:spPr>
            <a:xfrm>
              <a:off x="1335463" y="2679092"/>
              <a:ext cx="820122" cy="1168273"/>
            </a:xfrm>
            <a:custGeom>
              <a:rect b="b" l="l" r="r" t="t"/>
              <a:pathLst>
                <a:path extrusionOk="0" h="28664" w="20122">
                  <a:moveTo>
                    <a:pt x="3381" y="0"/>
                  </a:moveTo>
                  <a:lnTo>
                    <a:pt x="1" y="28664"/>
                  </a:lnTo>
                  <a:lnTo>
                    <a:pt x="4817" y="28664"/>
                  </a:lnTo>
                  <a:lnTo>
                    <a:pt x="9616" y="7307"/>
                  </a:lnTo>
                  <a:lnTo>
                    <a:pt x="10506" y="7307"/>
                  </a:lnTo>
                  <a:lnTo>
                    <a:pt x="15305" y="28664"/>
                  </a:lnTo>
                  <a:lnTo>
                    <a:pt x="20121" y="28664"/>
                  </a:lnTo>
                  <a:lnTo>
                    <a:pt x="16286" y="0"/>
                  </a:lnTo>
                  <a:close/>
                </a:path>
              </a:pathLst>
            </a:custGeom>
            <a:gradFill>
              <a:gsLst>
                <a:gs pos="0">
                  <a:schemeClr val="accent5">
                    <a:alpha val="12500"/>
                  </a:schemeClr>
                </a:gs>
                <a:gs pos="100000">
                  <a:schemeClr val="accent6">
                    <a:alpha val="1250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7"/>
            <p:cNvSpPr/>
            <p:nvPr/>
          </p:nvSpPr>
          <p:spPr>
            <a:xfrm>
              <a:off x="1335463" y="2679092"/>
              <a:ext cx="820122" cy="1168273"/>
            </a:xfrm>
            <a:custGeom>
              <a:rect b="b" l="l" r="r" t="t"/>
              <a:pathLst>
                <a:path extrusionOk="0" fill="none" h="28664" w="20122">
                  <a:moveTo>
                    <a:pt x="3381" y="0"/>
                  </a:moveTo>
                  <a:lnTo>
                    <a:pt x="1" y="28664"/>
                  </a:lnTo>
                  <a:lnTo>
                    <a:pt x="4817" y="28664"/>
                  </a:lnTo>
                  <a:lnTo>
                    <a:pt x="9616" y="7307"/>
                  </a:lnTo>
                  <a:lnTo>
                    <a:pt x="10506" y="7307"/>
                  </a:lnTo>
                  <a:lnTo>
                    <a:pt x="15305" y="28664"/>
                  </a:lnTo>
                  <a:lnTo>
                    <a:pt x="20121" y="28664"/>
                  </a:lnTo>
                  <a:lnTo>
                    <a:pt x="16286" y="0"/>
                  </a:lnTo>
                  <a:lnTo>
                    <a:pt x="33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7"/>
            <p:cNvSpPr/>
            <p:nvPr/>
          </p:nvSpPr>
          <p:spPr>
            <a:xfrm>
              <a:off x="2045900" y="3209502"/>
              <a:ext cx="109678" cy="637855"/>
            </a:xfrm>
            <a:custGeom>
              <a:rect b="b" l="l" r="r" t="t"/>
              <a:pathLst>
                <a:path extrusionOk="0" h="15650" w="2691">
                  <a:moveTo>
                    <a:pt x="0" y="0"/>
                  </a:moveTo>
                  <a:lnTo>
                    <a:pt x="2236" y="15650"/>
                  </a:lnTo>
                  <a:lnTo>
                    <a:pt x="2690" y="15650"/>
                  </a:lnTo>
                  <a:lnTo>
                    <a:pt x="618" y="164"/>
                  </a:lnTo>
                  <a:lnTo>
                    <a:pt x="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7"/>
            <p:cNvSpPr/>
            <p:nvPr/>
          </p:nvSpPr>
          <p:spPr>
            <a:xfrm>
              <a:off x="1335463" y="3285066"/>
              <a:ext cx="94883" cy="562290"/>
            </a:xfrm>
            <a:custGeom>
              <a:rect b="b" l="l" r="r" t="t"/>
              <a:pathLst>
                <a:path extrusionOk="0" h="13796" w="2328">
                  <a:moveTo>
                    <a:pt x="2327" y="0"/>
                  </a:moveTo>
                  <a:lnTo>
                    <a:pt x="1618" y="73"/>
                  </a:lnTo>
                  <a:lnTo>
                    <a:pt x="1" y="13796"/>
                  </a:lnTo>
                  <a:lnTo>
                    <a:pt x="528" y="13796"/>
                  </a:lnTo>
                  <a:lnTo>
                    <a:pt x="2327"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7"/>
            <p:cNvSpPr/>
            <p:nvPr/>
          </p:nvSpPr>
          <p:spPr>
            <a:xfrm>
              <a:off x="1656996" y="1915349"/>
              <a:ext cx="20012" cy="33380"/>
            </a:xfrm>
            <a:custGeom>
              <a:rect b="b" l="l" r="r" t="t"/>
              <a:pathLst>
                <a:path extrusionOk="0" h="819" w="491">
                  <a:moveTo>
                    <a:pt x="127" y="0"/>
                  </a:moveTo>
                  <a:lnTo>
                    <a:pt x="91" y="18"/>
                  </a:lnTo>
                  <a:lnTo>
                    <a:pt x="55" y="36"/>
                  </a:lnTo>
                  <a:lnTo>
                    <a:pt x="36" y="55"/>
                  </a:lnTo>
                  <a:lnTo>
                    <a:pt x="0" y="146"/>
                  </a:lnTo>
                  <a:lnTo>
                    <a:pt x="0" y="236"/>
                  </a:lnTo>
                  <a:lnTo>
                    <a:pt x="18" y="436"/>
                  </a:lnTo>
                  <a:lnTo>
                    <a:pt x="55" y="582"/>
                  </a:lnTo>
                  <a:lnTo>
                    <a:pt x="73" y="673"/>
                  </a:lnTo>
                  <a:lnTo>
                    <a:pt x="127" y="745"/>
                  </a:lnTo>
                  <a:lnTo>
                    <a:pt x="200" y="800"/>
                  </a:lnTo>
                  <a:lnTo>
                    <a:pt x="254" y="818"/>
                  </a:lnTo>
                  <a:lnTo>
                    <a:pt x="364" y="818"/>
                  </a:lnTo>
                  <a:lnTo>
                    <a:pt x="400" y="800"/>
                  </a:lnTo>
                  <a:lnTo>
                    <a:pt x="436" y="764"/>
                  </a:lnTo>
                  <a:lnTo>
                    <a:pt x="473" y="727"/>
                  </a:lnTo>
                  <a:lnTo>
                    <a:pt x="491" y="654"/>
                  </a:lnTo>
                  <a:lnTo>
                    <a:pt x="491" y="564"/>
                  </a:lnTo>
                  <a:lnTo>
                    <a:pt x="491" y="418"/>
                  </a:lnTo>
                  <a:lnTo>
                    <a:pt x="436" y="236"/>
                  </a:lnTo>
                  <a:lnTo>
                    <a:pt x="400" y="164"/>
                  </a:lnTo>
                  <a:lnTo>
                    <a:pt x="345" y="91"/>
                  </a:lnTo>
                  <a:lnTo>
                    <a:pt x="273" y="36"/>
                  </a:lnTo>
                  <a:lnTo>
                    <a:pt x="182" y="18"/>
                  </a:lnTo>
                  <a:lnTo>
                    <a:pt x="12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7"/>
            <p:cNvSpPr/>
            <p:nvPr/>
          </p:nvSpPr>
          <p:spPr>
            <a:xfrm>
              <a:off x="1805882" y="1919791"/>
              <a:ext cx="20786" cy="33380"/>
            </a:xfrm>
            <a:custGeom>
              <a:rect b="b" l="l" r="r" t="t"/>
              <a:pathLst>
                <a:path extrusionOk="0" h="819" w="510">
                  <a:moveTo>
                    <a:pt x="328" y="0"/>
                  </a:moveTo>
                  <a:lnTo>
                    <a:pt x="237" y="37"/>
                  </a:lnTo>
                  <a:lnTo>
                    <a:pt x="164" y="73"/>
                  </a:lnTo>
                  <a:lnTo>
                    <a:pt x="109" y="146"/>
                  </a:lnTo>
                  <a:lnTo>
                    <a:pt x="73" y="236"/>
                  </a:lnTo>
                  <a:lnTo>
                    <a:pt x="19" y="400"/>
                  </a:lnTo>
                  <a:lnTo>
                    <a:pt x="0" y="545"/>
                  </a:lnTo>
                  <a:lnTo>
                    <a:pt x="0" y="636"/>
                  </a:lnTo>
                  <a:lnTo>
                    <a:pt x="37" y="727"/>
                  </a:lnTo>
                  <a:lnTo>
                    <a:pt x="55" y="764"/>
                  </a:lnTo>
                  <a:lnTo>
                    <a:pt x="109" y="782"/>
                  </a:lnTo>
                  <a:lnTo>
                    <a:pt x="146" y="800"/>
                  </a:lnTo>
                  <a:lnTo>
                    <a:pt x="200" y="818"/>
                  </a:lnTo>
                  <a:lnTo>
                    <a:pt x="255" y="800"/>
                  </a:lnTo>
                  <a:lnTo>
                    <a:pt x="291" y="800"/>
                  </a:lnTo>
                  <a:lnTo>
                    <a:pt x="382" y="727"/>
                  </a:lnTo>
                  <a:lnTo>
                    <a:pt x="418" y="655"/>
                  </a:lnTo>
                  <a:lnTo>
                    <a:pt x="455" y="564"/>
                  </a:lnTo>
                  <a:lnTo>
                    <a:pt x="473" y="418"/>
                  </a:lnTo>
                  <a:lnTo>
                    <a:pt x="509" y="218"/>
                  </a:lnTo>
                  <a:lnTo>
                    <a:pt x="491" y="127"/>
                  </a:lnTo>
                  <a:lnTo>
                    <a:pt x="473" y="55"/>
                  </a:lnTo>
                  <a:lnTo>
                    <a:pt x="437" y="18"/>
                  </a:lnTo>
                  <a:lnTo>
                    <a:pt x="41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7"/>
            <p:cNvSpPr/>
            <p:nvPr/>
          </p:nvSpPr>
          <p:spPr>
            <a:xfrm>
              <a:off x="1671791" y="1940537"/>
              <a:ext cx="123006" cy="145953"/>
            </a:xfrm>
            <a:custGeom>
              <a:rect b="b" l="l" r="r" t="t"/>
              <a:pathLst>
                <a:path extrusionOk="0" h="3581" w="3018">
                  <a:moveTo>
                    <a:pt x="1545" y="0"/>
                  </a:moveTo>
                  <a:lnTo>
                    <a:pt x="1236" y="18"/>
                  </a:lnTo>
                  <a:lnTo>
                    <a:pt x="946" y="55"/>
                  </a:lnTo>
                  <a:lnTo>
                    <a:pt x="655" y="109"/>
                  </a:lnTo>
                  <a:lnTo>
                    <a:pt x="400" y="182"/>
                  </a:lnTo>
                  <a:lnTo>
                    <a:pt x="419" y="582"/>
                  </a:lnTo>
                  <a:lnTo>
                    <a:pt x="400" y="1000"/>
                  </a:lnTo>
                  <a:lnTo>
                    <a:pt x="382" y="1400"/>
                  </a:lnTo>
                  <a:lnTo>
                    <a:pt x="346" y="1800"/>
                  </a:lnTo>
                  <a:lnTo>
                    <a:pt x="291" y="2199"/>
                  </a:lnTo>
                  <a:lnTo>
                    <a:pt x="219" y="2599"/>
                  </a:lnTo>
                  <a:lnTo>
                    <a:pt x="110" y="2999"/>
                  </a:lnTo>
                  <a:lnTo>
                    <a:pt x="1" y="3381"/>
                  </a:lnTo>
                  <a:lnTo>
                    <a:pt x="128" y="3454"/>
                  </a:lnTo>
                  <a:lnTo>
                    <a:pt x="291" y="3508"/>
                  </a:lnTo>
                  <a:lnTo>
                    <a:pt x="491" y="3544"/>
                  </a:lnTo>
                  <a:lnTo>
                    <a:pt x="709" y="3563"/>
                  </a:lnTo>
                  <a:lnTo>
                    <a:pt x="946" y="3581"/>
                  </a:lnTo>
                  <a:lnTo>
                    <a:pt x="1200" y="3581"/>
                  </a:lnTo>
                  <a:lnTo>
                    <a:pt x="1727" y="3544"/>
                  </a:lnTo>
                  <a:lnTo>
                    <a:pt x="2218" y="3508"/>
                  </a:lnTo>
                  <a:lnTo>
                    <a:pt x="2618" y="3454"/>
                  </a:lnTo>
                  <a:lnTo>
                    <a:pt x="3018" y="3381"/>
                  </a:lnTo>
                  <a:lnTo>
                    <a:pt x="2963" y="3163"/>
                  </a:lnTo>
                  <a:lnTo>
                    <a:pt x="2927" y="2945"/>
                  </a:lnTo>
                  <a:lnTo>
                    <a:pt x="2854" y="2454"/>
                  </a:lnTo>
                  <a:lnTo>
                    <a:pt x="2800" y="1963"/>
                  </a:lnTo>
                  <a:lnTo>
                    <a:pt x="2781" y="1491"/>
                  </a:lnTo>
                  <a:lnTo>
                    <a:pt x="2763" y="727"/>
                  </a:lnTo>
                  <a:lnTo>
                    <a:pt x="2763" y="418"/>
                  </a:lnTo>
                  <a:lnTo>
                    <a:pt x="2618" y="309"/>
                  </a:lnTo>
                  <a:lnTo>
                    <a:pt x="2472" y="218"/>
                  </a:lnTo>
                  <a:lnTo>
                    <a:pt x="2309" y="146"/>
                  </a:lnTo>
                  <a:lnTo>
                    <a:pt x="2163" y="91"/>
                  </a:lnTo>
                  <a:lnTo>
                    <a:pt x="2000" y="55"/>
                  </a:lnTo>
                  <a:lnTo>
                    <a:pt x="1854" y="18"/>
                  </a:lnTo>
                  <a:lnTo>
                    <a:pt x="1545"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7"/>
            <p:cNvSpPr/>
            <p:nvPr/>
          </p:nvSpPr>
          <p:spPr>
            <a:xfrm>
              <a:off x="1671791" y="1940537"/>
              <a:ext cx="123006" cy="145953"/>
            </a:xfrm>
            <a:custGeom>
              <a:rect b="b" l="l" r="r" t="t"/>
              <a:pathLst>
                <a:path extrusionOk="0" fill="none" h="3581" w="3018">
                  <a:moveTo>
                    <a:pt x="2763" y="418"/>
                  </a:moveTo>
                  <a:lnTo>
                    <a:pt x="2763" y="418"/>
                  </a:lnTo>
                  <a:lnTo>
                    <a:pt x="2763" y="727"/>
                  </a:lnTo>
                  <a:lnTo>
                    <a:pt x="2781" y="1491"/>
                  </a:lnTo>
                  <a:lnTo>
                    <a:pt x="2800" y="1963"/>
                  </a:lnTo>
                  <a:lnTo>
                    <a:pt x="2854" y="2454"/>
                  </a:lnTo>
                  <a:lnTo>
                    <a:pt x="2927" y="2945"/>
                  </a:lnTo>
                  <a:lnTo>
                    <a:pt x="2963" y="3163"/>
                  </a:lnTo>
                  <a:lnTo>
                    <a:pt x="3018" y="3381"/>
                  </a:lnTo>
                  <a:lnTo>
                    <a:pt x="3018" y="3381"/>
                  </a:lnTo>
                  <a:lnTo>
                    <a:pt x="2618" y="3454"/>
                  </a:lnTo>
                  <a:lnTo>
                    <a:pt x="2218" y="3508"/>
                  </a:lnTo>
                  <a:lnTo>
                    <a:pt x="1727" y="3544"/>
                  </a:lnTo>
                  <a:lnTo>
                    <a:pt x="1200" y="3581"/>
                  </a:lnTo>
                  <a:lnTo>
                    <a:pt x="946" y="3581"/>
                  </a:lnTo>
                  <a:lnTo>
                    <a:pt x="709" y="3563"/>
                  </a:lnTo>
                  <a:lnTo>
                    <a:pt x="491" y="3544"/>
                  </a:lnTo>
                  <a:lnTo>
                    <a:pt x="291" y="3508"/>
                  </a:lnTo>
                  <a:lnTo>
                    <a:pt x="128" y="3454"/>
                  </a:lnTo>
                  <a:lnTo>
                    <a:pt x="1" y="3381"/>
                  </a:lnTo>
                  <a:lnTo>
                    <a:pt x="1" y="3381"/>
                  </a:lnTo>
                  <a:lnTo>
                    <a:pt x="110" y="2999"/>
                  </a:lnTo>
                  <a:lnTo>
                    <a:pt x="219" y="2599"/>
                  </a:lnTo>
                  <a:lnTo>
                    <a:pt x="291" y="2199"/>
                  </a:lnTo>
                  <a:lnTo>
                    <a:pt x="346" y="1800"/>
                  </a:lnTo>
                  <a:lnTo>
                    <a:pt x="382" y="1400"/>
                  </a:lnTo>
                  <a:lnTo>
                    <a:pt x="400" y="1000"/>
                  </a:lnTo>
                  <a:lnTo>
                    <a:pt x="419" y="582"/>
                  </a:lnTo>
                  <a:lnTo>
                    <a:pt x="400" y="182"/>
                  </a:lnTo>
                  <a:lnTo>
                    <a:pt x="400" y="182"/>
                  </a:lnTo>
                  <a:lnTo>
                    <a:pt x="655" y="109"/>
                  </a:lnTo>
                  <a:lnTo>
                    <a:pt x="946" y="55"/>
                  </a:lnTo>
                  <a:lnTo>
                    <a:pt x="1236" y="18"/>
                  </a:lnTo>
                  <a:lnTo>
                    <a:pt x="1545" y="0"/>
                  </a:lnTo>
                  <a:lnTo>
                    <a:pt x="1854" y="18"/>
                  </a:lnTo>
                  <a:lnTo>
                    <a:pt x="2000" y="55"/>
                  </a:lnTo>
                  <a:lnTo>
                    <a:pt x="2163" y="91"/>
                  </a:lnTo>
                  <a:lnTo>
                    <a:pt x="2309" y="146"/>
                  </a:lnTo>
                  <a:lnTo>
                    <a:pt x="2472" y="218"/>
                  </a:lnTo>
                  <a:lnTo>
                    <a:pt x="2618" y="309"/>
                  </a:lnTo>
                  <a:lnTo>
                    <a:pt x="2763" y="41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7"/>
            <p:cNvSpPr/>
            <p:nvPr/>
          </p:nvSpPr>
          <p:spPr>
            <a:xfrm>
              <a:off x="1659197" y="1780525"/>
              <a:ext cx="165965" cy="215607"/>
            </a:xfrm>
            <a:custGeom>
              <a:rect b="b" l="l" r="r" t="t"/>
              <a:pathLst>
                <a:path extrusionOk="0" h="5290" w="4072">
                  <a:moveTo>
                    <a:pt x="1691" y="0"/>
                  </a:moveTo>
                  <a:lnTo>
                    <a:pt x="1545" y="36"/>
                  </a:lnTo>
                  <a:lnTo>
                    <a:pt x="1382" y="73"/>
                  </a:lnTo>
                  <a:lnTo>
                    <a:pt x="1200" y="127"/>
                  </a:lnTo>
                  <a:lnTo>
                    <a:pt x="1037" y="218"/>
                  </a:lnTo>
                  <a:lnTo>
                    <a:pt x="873" y="327"/>
                  </a:lnTo>
                  <a:lnTo>
                    <a:pt x="728" y="455"/>
                  </a:lnTo>
                  <a:lnTo>
                    <a:pt x="619" y="618"/>
                  </a:lnTo>
                  <a:lnTo>
                    <a:pt x="564" y="709"/>
                  </a:lnTo>
                  <a:lnTo>
                    <a:pt x="528" y="818"/>
                  </a:lnTo>
                  <a:lnTo>
                    <a:pt x="509" y="927"/>
                  </a:lnTo>
                  <a:lnTo>
                    <a:pt x="491" y="1036"/>
                  </a:lnTo>
                  <a:lnTo>
                    <a:pt x="473" y="1200"/>
                  </a:lnTo>
                  <a:lnTo>
                    <a:pt x="419" y="1345"/>
                  </a:lnTo>
                  <a:lnTo>
                    <a:pt x="346" y="1491"/>
                  </a:lnTo>
                  <a:lnTo>
                    <a:pt x="237" y="1618"/>
                  </a:lnTo>
                  <a:lnTo>
                    <a:pt x="128" y="1745"/>
                  </a:lnTo>
                  <a:lnTo>
                    <a:pt x="55" y="1909"/>
                  </a:lnTo>
                  <a:lnTo>
                    <a:pt x="19" y="2072"/>
                  </a:lnTo>
                  <a:lnTo>
                    <a:pt x="1" y="2236"/>
                  </a:lnTo>
                  <a:lnTo>
                    <a:pt x="1" y="2399"/>
                  </a:lnTo>
                  <a:lnTo>
                    <a:pt x="19" y="2563"/>
                  </a:lnTo>
                  <a:lnTo>
                    <a:pt x="55" y="2890"/>
                  </a:lnTo>
                  <a:lnTo>
                    <a:pt x="110" y="3217"/>
                  </a:lnTo>
                  <a:lnTo>
                    <a:pt x="182" y="3544"/>
                  </a:lnTo>
                  <a:lnTo>
                    <a:pt x="255" y="3872"/>
                  </a:lnTo>
                  <a:lnTo>
                    <a:pt x="346" y="4181"/>
                  </a:lnTo>
                  <a:lnTo>
                    <a:pt x="455" y="4508"/>
                  </a:lnTo>
                  <a:lnTo>
                    <a:pt x="564" y="4817"/>
                  </a:lnTo>
                  <a:lnTo>
                    <a:pt x="691" y="5108"/>
                  </a:lnTo>
                  <a:lnTo>
                    <a:pt x="709" y="5144"/>
                  </a:lnTo>
                  <a:lnTo>
                    <a:pt x="746" y="5162"/>
                  </a:lnTo>
                  <a:lnTo>
                    <a:pt x="782" y="5180"/>
                  </a:lnTo>
                  <a:lnTo>
                    <a:pt x="837" y="5180"/>
                  </a:lnTo>
                  <a:lnTo>
                    <a:pt x="1364" y="5144"/>
                  </a:lnTo>
                  <a:lnTo>
                    <a:pt x="1891" y="5144"/>
                  </a:lnTo>
                  <a:lnTo>
                    <a:pt x="2418" y="5198"/>
                  </a:lnTo>
                  <a:lnTo>
                    <a:pt x="2945" y="5271"/>
                  </a:lnTo>
                  <a:lnTo>
                    <a:pt x="2981" y="5289"/>
                  </a:lnTo>
                  <a:lnTo>
                    <a:pt x="3018" y="5271"/>
                  </a:lnTo>
                  <a:lnTo>
                    <a:pt x="3054" y="5253"/>
                  </a:lnTo>
                  <a:lnTo>
                    <a:pt x="3072" y="5217"/>
                  </a:lnTo>
                  <a:lnTo>
                    <a:pt x="3345" y="4799"/>
                  </a:lnTo>
                  <a:lnTo>
                    <a:pt x="3618" y="4362"/>
                  </a:lnTo>
                  <a:lnTo>
                    <a:pt x="3745" y="4144"/>
                  </a:lnTo>
                  <a:lnTo>
                    <a:pt x="3854" y="3926"/>
                  </a:lnTo>
                  <a:lnTo>
                    <a:pt x="3945" y="3690"/>
                  </a:lnTo>
                  <a:lnTo>
                    <a:pt x="4017" y="3454"/>
                  </a:lnTo>
                  <a:lnTo>
                    <a:pt x="4054" y="3235"/>
                  </a:lnTo>
                  <a:lnTo>
                    <a:pt x="4072" y="3017"/>
                  </a:lnTo>
                  <a:lnTo>
                    <a:pt x="4054" y="2817"/>
                  </a:lnTo>
                  <a:lnTo>
                    <a:pt x="4036" y="2599"/>
                  </a:lnTo>
                  <a:lnTo>
                    <a:pt x="3963" y="2163"/>
                  </a:lnTo>
                  <a:lnTo>
                    <a:pt x="3945" y="1945"/>
                  </a:lnTo>
                  <a:lnTo>
                    <a:pt x="3927" y="1727"/>
                  </a:lnTo>
                  <a:lnTo>
                    <a:pt x="3927" y="1563"/>
                  </a:lnTo>
                  <a:lnTo>
                    <a:pt x="3945" y="1400"/>
                  </a:lnTo>
                  <a:lnTo>
                    <a:pt x="3963" y="1072"/>
                  </a:lnTo>
                  <a:lnTo>
                    <a:pt x="3963" y="909"/>
                  </a:lnTo>
                  <a:lnTo>
                    <a:pt x="3927" y="745"/>
                  </a:lnTo>
                  <a:lnTo>
                    <a:pt x="3854" y="618"/>
                  </a:lnTo>
                  <a:lnTo>
                    <a:pt x="3799" y="545"/>
                  </a:lnTo>
                  <a:lnTo>
                    <a:pt x="3745" y="491"/>
                  </a:lnTo>
                  <a:lnTo>
                    <a:pt x="3618" y="400"/>
                  </a:lnTo>
                  <a:lnTo>
                    <a:pt x="3490" y="327"/>
                  </a:lnTo>
                  <a:lnTo>
                    <a:pt x="3363" y="273"/>
                  </a:lnTo>
                  <a:lnTo>
                    <a:pt x="3218" y="218"/>
                  </a:lnTo>
                  <a:lnTo>
                    <a:pt x="2945" y="146"/>
                  </a:lnTo>
                  <a:lnTo>
                    <a:pt x="2654" y="91"/>
                  </a:lnTo>
                  <a:lnTo>
                    <a:pt x="2382" y="36"/>
                  </a:lnTo>
                  <a:lnTo>
                    <a:pt x="21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7"/>
            <p:cNvSpPr/>
            <p:nvPr/>
          </p:nvSpPr>
          <p:spPr>
            <a:xfrm>
              <a:off x="1403609" y="2025718"/>
              <a:ext cx="666018" cy="835651"/>
            </a:xfrm>
            <a:custGeom>
              <a:rect b="b" l="l" r="r" t="t"/>
              <a:pathLst>
                <a:path extrusionOk="0" h="20503" w="16341">
                  <a:moveTo>
                    <a:pt x="12342" y="0"/>
                  </a:moveTo>
                  <a:lnTo>
                    <a:pt x="11888" y="19"/>
                  </a:lnTo>
                  <a:lnTo>
                    <a:pt x="11433" y="55"/>
                  </a:lnTo>
                  <a:lnTo>
                    <a:pt x="10961" y="91"/>
                  </a:lnTo>
                  <a:lnTo>
                    <a:pt x="10488" y="164"/>
                  </a:lnTo>
                  <a:lnTo>
                    <a:pt x="9979" y="255"/>
                  </a:lnTo>
                  <a:lnTo>
                    <a:pt x="9434" y="364"/>
                  </a:lnTo>
                  <a:lnTo>
                    <a:pt x="9162" y="418"/>
                  </a:lnTo>
                  <a:lnTo>
                    <a:pt x="8943" y="455"/>
                  </a:lnTo>
                  <a:lnTo>
                    <a:pt x="8725" y="491"/>
                  </a:lnTo>
                  <a:lnTo>
                    <a:pt x="8489" y="509"/>
                  </a:lnTo>
                  <a:lnTo>
                    <a:pt x="8035" y="509"/>
                  </a:lnTo>
                  <a:lnTo>
                    <a:pt x="7816" y="491"/>
                  </a:lnTo>
                  <a:lnTo>
                    <a:pt x="7598" y="455"/>
                  </a:lnTo>
                  <a:lnTo>
                    <a:pt x="7362" y="400"/>
                  </a:lnTo>
                  <a:lnTo>
                    <a:pt x="6890" y="309"/>
                  </a:lnTo>
                  <a:lnTo>
                    <a:pt x="6508" y="255"/>
                  </a:lnTo>
                  <a:lnTo>
                    <a:pt x="6090" y="200"/>
                  </a:lnTo>
                  <a:lnTo>
                    <a:pt x="5635" y="164"/>
                  </a:lnTo>
                  <a:lnTo>
                    <a:pt x="5181" y="128"/>
                  </a:lnTo>
                  <a:lnTo>
                    <a:pt x="4200" y="109"/>
                  </a:lnTo>
                  <a:lnTo>
                    <a:pt x="3182" y="109"/>
                  </a:lnTo>
                  <a:lnTo>
                    <a:pt x="2418" y="146"/>
                  </a:lnTo>
                  <a:lnTo>
                    <a:pt x="1800" y="200"/>
                  </a:lnTo>
                  <a:lnTo>
                    <a:pt x="1182" y="255"/>
                  </a:lnTo>
                  <a:lnTo>
                    <a:pt x="583" y="327"/>
                  </a:lnTo>
                  <a:lnTo>
                    <a:pt x="1" y="400"/>
                  </a:lnTo>
                  <a:lnTo>
                    <a:pt x="92" y="1618"/>
                  </a:lnTo>
                  <a:lnTo>
                    <a:pt x="201" y="2890"/>
                  </a:lnTo>
                  <a:lnTo>
                    <a:pt x="74" y="2945"/>
                  </a:lnTo>
                  <a:lnTo>
                    <a:pt x="274" y="3636"/>
                  </a:lnTo>
                  <a:lnTo>
                    <a:pt x="437" y="5508"/>
                  </a:lnTo>
                  <a:lnTo>
                    <a:pt x="510" y="6289"/>
                  </a:lnTo>
                  <a:lnTo>
                    <a:pt x="601" y="7071"/>
                  </a:lnTo>
                  <a:lnTo>
                    <a:pt x="819" y="8670"/>
                  </a:lnTo>
                  <a:lnTo>
                    <a:pt x="1037" y="10270"/>
                  </a:lnTo>
                  <a:lnTo>
                    <a:pt x="1237" y="11887"/>
                  </a:lnTo>
                  <a:lnTo>
                    <a:pt x="1310" y="12687"/>
                  </a:lnTo>
                  <a:lnTo>
                    <a:pt x="1382" y="13487"/>
                  </a:lnTo>
                  <a:lnTo>
                    <a:pt x="1419" y="14287"/>
                  </a:lnTo>
                  <a:lnTo>
                    <a:pt x="1455" y="15068"/>
                  </a:lnTo>
                  <a:lnTo>
                    <a:pt x="1437" y="15850"/>
                  </a:lnTo>
                  <a:lnTo>
                    <a:pt x="1400" y="16613"/>
                  </a:lnTo>
                  <a:lnTo>
                    <a:pt x="1328" y="17376"/>
                  </a:lnTo>
                  <a:lnTo>
                    <a:pt x="1273" y="17740"/>
                  </a:lnTo>
                  <a:lnTo>
                    <a:pt x="1200" y="18104"/>
                  </a:lnTo>
                  <a:lnTo>
                    <a:pt x="1364" y="18267"/>
                  </a:lnTo>
                  <a:lnTo>
                    <a:pt x="1509" y="18431"/>
                  </a:lnTo>
                  <a:lnTo>
                    <a:pt x="1782" y="18794"/>
                  </a:lnTo>
                  <a:lnTo>
                    <a:pt x="1928" y="18994"/>
                  </a:lnTo>
                  <a:lnTo>
                    <a:pt x="2109" y="19194"/>
                  </a:lnTo>
                  <a:lnTo>
                    <a:pt x="2327" y="19394"/>
                  </a:lnTo>
                  <a:lnTo>
                    <a:pt x="2600" y="19576"/>
                  </a:lnTo>
                  <a:lnTo>
                    <a:pt x="2764" y="19685"/>
                  </a:lnTo>
                  <a:lnTo>
                    <a:pt x="2945" y="19776"/>
                  </a:lnTo>
                  <a:lnTo>
                    <a:pt x="3145" y="19867"/>
                  </a:lnTo>
                  <a:lnTo>
                    <a:pt x="3363" y="19939"/>
                  </a:lnTo>
                  <a:lnTo>
                    <a:pt x="3600" y="20030"/>
                  </a:lnTo>
                  <a:lnTo>
                    <a:pt x="3872" y="20103"/>
                  </a:lnTo>
                  <a:lnTo>
                    <a:pt x="4163" y="20176"/>
                  </a:lnTo>
                  <a:lnTo>
                    <a:pt x="4472" y="20230"/>
                  </a:lnTo>
                  <a:lnTo>
                    <a:pt x="4817" y="20303"/>
                  </a:lnTo>
                  <a:lnTo>
                    <a:pt x="5199" y="20357"/>
                  </a:lnTo>
                  <a:lnTo>
                    <a:pt x="5599" y="20394"/>
                  </a:lnTo>
                  <a:lnTo>
                    <a:pt x="6053" y="20430"/>
                  </a:lnTo>
                  <a:lnTo>
                    <a:pt x="7035" y="20485"/>
                  </a:lnTo>
                  <a:lnTo>
                    <a:pt x="8180" y="20503"/>
                  </a:lnTo>
                  <a:lnTo>
                    <a:pt x="8998" y="20485"/>
                  </a:lnTo>
                  <a:lnTo>
                    <a:pt x="9761" y="20430"/>
                  </a:lnTo>
                  <a:lnTo>
                    <a:pt x="10452" y="20357"/>
                  </a:lnTo>
                  <a:lnTo>
                    <a:pt x="11088" y="20230"/>
                  </a:lnTo>
                  <a:lnTo>
                    <a:pt x="11652" y="20103"/>
                  </a:lnTo>
                  <a:lnTo>
                    <a:pt x="12161" y="19939"/>
                  </a:lnTo>
                  <a:lnTo>
                    <a:pt x="12633" y="19776"/>
                  </a:lnTo>
                  <a:lnTo>
                    <a:pt x="13033" y="19576"/>
                  </a:lnTo>
                  <a:lnTo>
                    <a:pt x="13415" y="19394"/>
                  </a:lnTo>
                  <a:lnTo>
                    <a:pt x="13742" y="19194"/>
                  </a:lnTo>
                  <a:lnTo>
                    <a:pt x="14033" y="18994"/>
                  </a:lnTo>
                  <a:lnTo>
                    <a:pt x="14305" y="18794"/>
                  </a:lnTo>
                  <a:lnTo>
                    <a:pt x="14760" y="18431"/>
                  </a:lnTo>
                  <a:lnTo>
                    <a:pt x="15141" y="18104"/>
                  </a:lnTo>
                  <a:lnTo>
                    <a:pt x="15069" y="17740"/>
                  </a:lnTo>
                  <a:lnTo>
                    <a:pt x="15014" y="17376"/>
                  </a:lnTo>
                  <a:lnTo>
                    <a:pt x="14941" y="16613"/>
                  </a:lnTo>
                  <a:lnTo>
                    <a:pt x="14905" y="15850"/>
                  </a:lnTo>
                  <a:lnTo>
                    <a:pt x="14905" y="15068"/>
                  </a:lnTo>
                  <a:lnTo>
                    <a:pt x="14923" y="14287"/>
                  </a:lnTo>
                  <a:lnTo>
                    <a:pt x="14960" y="13487"/>
                  </a:lnTo>
                  <a:lnTo>
                    <a:pt x="15032" y="12687"/>
                  </a:lnTo>
                  <a:lnTo>
                    <a:pt x="15105" y="11887"/>
                  </a:lnTo>
                  <a:lnTo>
                    <a:pt x="15305" y="10270"/>
                  </a:lnTo>
                  <a:lnTo>
                    <a:pt x="15523" y="8670"/>
                  </a:lnTo>
                  <a:lnTo>
                    <a:pt x="15741" y="7071"/>
                  </a:lnTo>
                  <a:lnTo>
                    <a:pt x="15832" y="6289"/>
                  </a:lnTo>
                  <a:lnTo>
                    <a:pt x="15905" y="5508"/>
                  </a:lnTo>
                  <a:lnTo>
                    <a:pt x="16141" y="2854"/>
                  </a:lnTo>
                  <a:lnTo>
                    <a:pt x="16250" y="1600"/>
                  </a:lnTo>
                  <a:lnTo>
                    <a:pt x="16341" y="400"/>
                  </a:lnTo>
                  <a:lnTo>
                    <a:pt x="15087" y="218"/>
                  </a:lnTo>
                  <a:lnTo>
                    <a:pt x="14542" y="146"/>
                  </a:lnTo>
                  <a:lnTo>
                    <a:pt x="14014" y="91"/>
                  </a:lnTo>
                  <a:lnTo>
                    <a:pt x="13633" y="55"/>
                  </a:lnTo>
                  <a:lnTo>
                    <a:pt x="13269" y="19"/>
                  </a:lnTo>
                  <a:lnTo>
                    <a:pt x="1279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7"/>
            <p:cNvSpPr/>
            <p:nvPr/>
          </p:nvSpPr>
          <p:spPr>
            <a:xfrm>
              <a:off x="1403609" y="2025718"/>
              <a:ext cx="666018" cy="835651"/>
            </a:xfrm>
            <a:custGeom>
              <a:rect b="b" l="l" r="r" t="t"/>
              <a:pathLst>
                <a:path extrusionOk="0" fill="none" h="20503" w="16341">
                  <a:moveTo>
                    <a:pt x="15141" y="18104"/>
                  </a:moveTo>
                  <a:lnTo>
                    <a:pt x="15141" y="18104"/>
                  </a:lnTo>
                  <a:lnTo>
                    <a:pt x="14760" y="18431"/>
                  </a:lnTo>
                  <a:lnTo>
                    <a:pt x="14305" y="18794"/>
                  </a:lnTo>
                  <a:lnTo>
                    <a:pt x="14033" y="18994"/>
                  </a:lnTo>
                  <a:lnTo>
                    <a:pt x="13742" y="19194"/>
                  </a:lnTo>
                  <a:lnTo>
                    <a:pt x="13415" y="19394"/>
                  </a:lnTo>
                  <a:lnTo>
                    <a:pt x="13033" y="19576"/>
                  </a:lnTo>
                  <a:lnTo>
                    <a:pt x="12633" y="19776"/>
                  </a:lnTo>
                  <a:lnTo>
                    <a:pt x="12161" y="19939"/>
                  </a:lnTo>
                  <a:lnTo>
                    <a:pt x="11652" y="20103"/>
                  </a:lnTo>
                  <a:lnTo>
                    <a:pt x="11088" y="20230"/>
                  </a:lnTo>
                  <a:lnTo>
                    <a:pt x="10452" y="20357"/>
                  </a:lnTo>
                  <a:lnTo>
                    <a:pt x="9761" y="20430"/>
                  </a:lnTo>
                  <a:lnTo>
                    <a:pt x="8998" y="20485"/>
                  </a:lnTo>
                  <a:lnTo>
                    <a:pt x="8180" y="20503"/>
                  </a:lnTo>
                  <a:lnTo>
                    <a:pt x="8180" y="20503"/>
                  </a:lnTo>
                  <a:lnTo>
                    <a:pt x="7035" y="20485"/>
                  </a:lnTo>
                  <a:lnTo>
                    <a:pt x="6053" y="20430"/>
                  </a:lnTo>
                  <a:lnTo>
                    <a:pt x="5599" y="20394"/>
                  </a:lnTo>
                  <a:lnTo>
                    <a:pt x="5199" y="20357"/>
                  </a:lnTo>
                  <a:lnTo>
                    <a:pt x="4817" y="20303"/>
                  </a:lnTo>
                  <a:lnTo>
                    <a:pt x="4472" y="20230"/>
                  </a:lnTo>
                  <a:lnTo>
                    <a:pt x="4163" y="20176"/>
                  </a:lnTo>
                  <a:lnTo>
                    <a:pt x="3872" y="20103"/>
                  </a:lnTo>
                  <a:lnTo>
                    <a:pt x="3600" y="20030"/>
                  </a:lnTo>
                  <a:lnTo>
                    <a:pt x="3363" y="19939"/>
                  </a:lnTo>
                  <a:lnTo>
                    <a:pt x="3145" y="19867"/>
                  </a:lnTo>
                  <a:lnTo>
                    <a:pt x="2945" y="19776"/>
                  </a:lnTo>
                  <a:lnTo>
                    <a:pt x="2764" y="19685"/>
                  </a:lnTo>
                  <a:lnTo>
                    <a:pt x="2600" y="19576"/>
                  </a:lnTo>
                  <a:lnTo>
                    <a:pt x="2327" y="19394"/>
                  </a:lnTo>
                  <a:lnTo>
                    <a:pt x="2109" y="19194"/>
                  </a:lnTo>
                  <a:lnTo>
                    <a:pt x="1928" y="18994"/>
                  </a:lnTo>
                  <a:lnTo>
                    <a:pt x="1782" y="18794"/>
                  </a:lnTo>
                  <a:lnTo>
                    <a:pt x="1509" y="18431"/>
                  </a:lnTo>
                  <a:lnTo>
                    <a:pt x="1364" y="18267"/>
                  </a:lnTo>
                  <a:lnTo>
                    <a:pt x="1200" y="18104"/>
                  </a:lnTo>
                  <a:lnTo>
                    <a:pt x="1200" y="18104"/>
                  </a:lnTo>
                  <a:lnTo>
                    <a:pt x="1273" y="17740"/>
                  </a:lnTo>
                  <a:lnTo>
                    <a:pt x="1328" y="17376"/>
                  </a:lnTo>
                  <a:lnTo>
                    <a:pt x="1400" y="16613"/>
                  </a:lnTo>
                  <a:lnTo>
                    <a:pt x="1437" y="15850"/>
                  </a:lnTo>
                  <a:lnTo>
                    <a:pt x="1455" y="15068"/>
                  </a:lnTo>
                  <a:lnTo>
                    <a:pt x="1419" y="14287"/>
                  </a:lnTo>
                  <a:lnTo>
                    <a:pt x="1382" y="13487"/>
                  </a:lnTo>
                  <a:lnTo>
                    <a:pt x="1310" y="12687"/>
                  </a:lnTo>
                  <a:lnTo>
                    <a:pt x="1237" y="11887"/>
                  </a:lnTo>
                  <a:lnTo>
                    <a:pt x="1037" y="10270"/>
                  </a:lnTo>
                  <a:lnTo>
                    <a:pt x="819" y="8670"/>
                  </a:lnTo>
                  <a:lnTo>
                    <a:pt x="601" y="7071"/>
                  </a:lnTo>
                  <a:lnTo>
                    <a:pt x="510" y="6289"/>
                  </a:lnTo>
                  <a:lnTo>
                    <a:pt x="437" y="5508"/>
                  </a:lnTo>
                  <a:lnTo>
                    <a:pt x="437" y="5508"/>
                  </a:lnTo>
                  <a:lnTo>
                    <a:pt x="274" y="3636"/>
                  </a:lnTo>
                  <a:lnTo>
                    <a:pt x="274" y="3636"/>
                  </a:lnTo>
                  <a:lnTo>
                    <a:pt x="74" y="2945"/>
                  </a:lnTo>
                  <a:lnTo>
                    <a:pt x="74" y="2945"/>
                  </a:lnTo>
                  <a:lnTo>
                    <a:pt x="201" y="2890"/>
                  </a:lnTo>
                  <a:lnTo>
                    <a:pt x="201" y="2890"/>
                  </a:lnTo>
                  <a:lnTo>
                    <a:pt x="92" y="1618"/>
                  </a:lnTo>
                  <a:lnTo>
                    <a:pt x="1" y="400"/>
                  </a:lnTo>
                  <a:lnTo>
                    <a:pt x="1" y="400"/>
                  </a:lnTo>
                  <a:lnTo>
                    <a:pt x="583" y="327"/>
                  </a:lnTo>
                  <a:lnTo>
                    <a:pt x="1182" y="255"/>
                  </a:lnTo>
                  <a:lnTo>
                    <a:pt x="1800" y="200"/>
                  </a:lnTo>
                  <a:lnTo>
                    <a:pt x="2418" y="146"/>
                  </a:lnTo>
                  <a:lnTo>
                    <a:pt x="2418" y="146"/>
                  </a:lnTo>
                  <a:lnTo>
                    <a:pt x="3182" y="109"/>
                  </a:lnTo>
                  <a:lnTo>
                    <a:pt x="3182" y="109"/>
                  </a:lnTo>
                  <a:lnTo>
                    <a:pt x="4200" y="109"/>
                  </a:lnTo>
                  <a:lnTo>
                    <a:pt x="5181" y="128"/>
                  </a:lnTo>
                  <a:lnTo>
                    <a:pt x="5635" y="164"/>
                  </a:lnTo>
                  <a:lnTo>
                    <a:pt x="6090" y="200"/>
                  </a:lnTo>
                  <a:lnTo>
                    <a:pt x="6508" y="255"/>
                  </a:lnTo>
                  <a:lnTo>
                    <a:pt x="6890" y="309"/>
                  </a:lnTo>
                  <a:lnTo>
                    <a:pt x="6890" y="309"/>
                  </a:lnTo>
                  <a:lnTo>
                    <a:pt x="7362" y="400"/>
                  </a:lnTo>
                  <a:lnTo>
                    <a:pt x="7362" y="400"/>
                  </a:lnTo>
                  <a:lnTo>
                    <a:pt x="7598" y="455"/>
                  </a:lnTo>
                  <a:lnTo>
                    <a:pt x="7816" y="491"/>
                  </a:lnTo>
                  <a:lnTo>
                    <a:pt x="8035" y="509"/>
                  </a:lnTo>
                  <a:lnTo>
                    <a:pt x="8271" y="509"/>
                  </a:lnTo>
                  <a:lnTo>
                    <a:pt x="8489" y="509"/>
                  </a:lnTo>
                  <a:lnTo>
                    <a:pt x="8725" y="491"/>
                  </a:lnTo>
                  <a:lnTo>
                    <a:pt x="8943" y="455"/>
                  </a:lnTo>
                  <a:lnTo>
                    <a:pt x="9162" y="418"/>
                  </a:lnTo>
                  <a:lnTo>
                    <a:pt x="9162" y="418"/>
                  </a:lnTo>
                  <a:lnTo>
                    <a:pt x="9434" y="364"/>
                  </a:lnTo>
                  <a:lnTo>
                    <a:pt x="9434" y="364"/>
                  </a:lnTo>
                  <a:lnTo>
                    <a:pt x="9979" y="255"/>
                  </a:lnTo>
                  <a:lnTo>
                    <a:pt x="10488" y="164"/>
                  </a:lnTo>
                  <a:lnTo>
                    <a:pt x="10961" y="91"/>
                  </a:lnTo>
                  <a:lnTo>
                    <a:pt x="11433" y="55"/>
                  </a:lnTo>
                  <a:lnTo>
                    <a:pt x="11888" y="19"/>
                  </a:lnTo>
                  <a:lnTo>
                    <a:pt x="12342" y="0"/>
                  </a:lnTo>
                  <a:lnTo>
                    <a:pt x="12797" y="0"/>
                  </a:lnTo>
                  <a:lnTo>
                    <a:pt x="13269" y="19"/>
                  </a:lnTo>
                  <a:lnTo>
                    <a:pt x="13269" y="19"/>
                  </a:lnTo>
                  <a:lnTo>
                    <a:pt x="13633" y="55"/>
                  </a:lnTo>
                  <a:lnTo>
                    <a:pt x="14014" y="91"/>
                  </a:lnTo>
                  <a:lnTo>
                    <a:pt x="14014" y="91"/>
                  </a:lnTo>
                  <a:lnTo>
                    <a:pt x="14542" y="146"/>
                  </a:lnTo>
                  <a:lnTo>
                    <a:pt x="15087" y="218"/>
                  </a:lnTo>
                  <a:lnTo>
                    <a:pt x="16341" y="400"/>
                  </a:lnTo>
                  <a:lnTo>
                    <a:pt x="16341" y="400"/>
                  </a:lnTo>
                  <a:lnTo>
                    <a:pt x="16250" y="1600"/>
                  </a:lnTo>
                  <a:lnTo>
                    <a:pt x="16141" y="2854"/>
                  </a:lnTo>
                  <a:lnTo>
                    <a:pt x="15905" y="5508"/>
                  </a:lnTo>
                  <a:lnTo>
                    <a:pt x="15905" y="5508"/>
                  </a:lnTo>
                  <a:lnTo>
                    <a:pt x="15832" y="6289"/>
                  </a:lnTo>
                  <a:lnTo>
                    <a:pt x="15741" y="7071"/>
                  </a:lnTo>
                  <a:lnTo>
                    <a:pt x="15523" y="8670"/>
                  </a:lnTo>
                  <a:lnTo>
                    <a:pt x="15305" y="10270"/>
                  </a:lnTo>
                  <a:lnTo>
                    <a:pt x="15105" y="11887"/>
                  </a:lnTo>
                  <a:lnTo>
                    <a:pt x="15032" y="12687"/>
                  </a:lnTo>
                  <a:lnTo>
                    <a:pt x="14960" y="13487"/>
                  </a:lnTo>
                  <a:lnTo>
                    <a:pt x="14923" y="14287"/>
                  </a:lnTo>
                  <a:lnTo>
                    <a:pt x="14905" y="15068"/>
                  </a:lnTo>
                  <a:lnTo>
                    <a:pt x="14905" y="15850"/>
                  </a:lnTo>
                  <a:lnTo>
                    <a:pt x="14941" y="16613"/>
                  </a:lnTo>
                  <a:lnTo>
                    <a:pt x="15014" y="17376"/>
                  </a:lnTo>
                  <a:lnTo>
                    <a:pt x="15069" y="17740"/>
                  </a:lnTo>
                  <a:lnTo>
                    <a:pt x="15141" y="1810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7"/>
            <p:cNvSpPr/>
            <p:nvPr/>
          </p:nvSpPr>
          <p:spPr>
            <a:xfrm>
              <a:off x="2022180" y="2313136"/>
              <a:ext cx="23028" cy="172649"/>
            </a:xfrm>
            <a:custGeom>
              <a:rect b="b" l="l" r="r" t="t"/>
              <a:pathLst>
                <a:path extrusionOk="0" h="4236" w="565">
                  <a:moveTo>
                    <a:pt x="564" y="1"/>
                  </a:moveTo>
                  <a:lnTo>
                    <a:pt x="382" y="1400"/>
                  </a:lnTo>
                  <a:lnTo>
                    <a:pt x="182" y="2818"/>
                  </a:lnTo>
                  <a:lnTo>
                    <a:pt x="1" y="4236"/>
                  </a:lnTo>
                  <a:lnTo>
                    <a:pt x="19" y="4236"/>
                  </a:lnTo>
                  <a:lnTo>
                    <a:pt x="201" y="2818"/>
                  </a:lnTo>
                  <a:lnTo>
                    <a:pt x="401" y="1400"/>
                  </a:lnTo>
                  <a:lnTo>
                    <a:pt x="564" y="1"/>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7"/>
            <p:cNvSpPr/>
            <p:nvPr/>
          </p:nvSpPr>
          <p:spPr>
            <a:xfrm>
              <a:off x="2022180" y="2256851"/>
              <a:ext cx="28938" cy="228935"/>
            </a:xfrm>
            <a:custGeom>
              <a:rect b="b" l="l" r="r" t="t"/>
              <a:pathLst>
                <a:path extrusionOk="0" fill="none" h="5617" w="710">
                  <a:moveTo>
                    <a:pt x="710" y="0"/>
                  </a:moveTo>
                  <a:lnTo>
                    <a:pt x="710" y="0"/>
                  </a:lnTo>
                  <a:lnTo>
                    <a:pt x="710" y="0"/>
                  </a:lnTo>
                  <a:lnTo>
                    <a:pt x="710" y="0"/>
                  </a:lnTo>
                  <a:lnTo>
                    <a:pt x="637" y="691"/>
                  </a:lnTo>
                  <a:lnTo>
                    <a:pt x="564" y="1382"/>
                  </a:lnTo>
                  <a:lnTo>
                    <a:pt x="382" y="2781"/>
                  </a:lnTo>
                  <a:lnTo>
                    <a:pt x="182" y="4199"/>
                  </a:lnTo>
                  <a:lnTo>
                    <a:pt x="1" y="5617"/>
                  </a:lnTo>
                  <a:lnTo>
                    <a:pt x="1" y="5617"/>
                  </a:lnTo>
                  <a:lnTo>
                    <a:pt x="19" y="5617"/>
                  </a:lnTo>
                  <a:lnTo>
                    <a:pt x="19" y="5617"/>
                  </a:lnTo>
                  <a:lnTo>
                    <a:pt x="201" y="4199"/>
                  </a:lnTo>
                  <a:lnTo>
                    <a:pt x="401" y="2781"/>
                  </a:lnTo>
                  <a:lnTo>
                    <a:pt x="564" y="1382"/>
                  </a:lnTo>
                  <a:lnTo>
                    <a:pt x="637" y="691"/>
                  </a:lnTo>
                  <a:lnTo>
                    <a:pt x="71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7"/>
            <p:cNvSpPr/>
            <p:nvPr/>
          </p:nvSpPr>
          <p:spPr>
            <a:xfrm>
              <a:off x="1999967" y="2256851"/>
              <a:ext cx="51151" cy="228935"/>
            </a:xfrm>
            <a:custGeom>
              <a:rect b="b" l="l" r="r" t="t"/>
              <a:pathLst>
                <a:path extrusionOk="0" h="5617" w="1255">
                  <a:moveTo>
                    <a:pt x="1255" y="0"/>
                  </a:moveTo>
                  <a:lnTo>
                    <a:pt x="1073" y="200"/>
                  </a:lnTo>
                  <a:lnTo>
                    <a:pt x="873" y="400"/>
                  </a:lnTo>
                  <a:lnTo>
                    <a:pt x="691" y="600"/>
                  </a:lnTo>
                  <a:lnTo>
                    <a:pt x="509" y="800"/>
                  </a:lnTo>
                  <a:lnTo>
                    <a:pt x="400" y="1981"/>
                  </a:lnTo>
                  <a:lnTo>
                    <a:pt x="273" y="3145"/>
                  </a:lnTo>
                  <a:lnTo>
                    <a:pt x="0" y="5489"/>
                  </a:lnTo>
                  <a:lnTo>
                    <a:pt x="546" y="5617"/>
                  </a:lnTo>
                  <a:lnTo>
                    <a:pt x="727" y="4199"/>
                  </a:lnTo>
                  <a:lnTo>
                    <a:pt x="927" y="2781"/>
                  </a:lnTo>
                  <a:lnTo>
                    <a:pt x="1109" y="1382"/>
                  </a:lnTo>
                  <a:lnTo>
                    <a:pt x="1182" y="691"/>
                  </a:lnTo>
                  <a:lnTo>
                    <a:pt x="1255"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7"/>
            <p:cNvSpPr/>
            <p:nvPr/>
          </p:nvSpPr>
          <p:spPr>
            <a:xfrm>
              <a:off x="1999967" y="2256851"/>
              <a:ext cx="51151" cy="228935"/>
            </a:xfrm>
            <a:custGeom>
              <a:rect b="b" l="l" r="r" t="t"/>
              <a:pathLst>
                <a:path extrusionOk="0" fill="none" h="5617" w="1255">
                  <a:moveTo>
                    <a:pt x="1255" y="0"/>
                  </a:moveTo>
                  <a:lnTo>
                    <a:pt x="1255" y="0"/>
                  </a:lnTo>
                  <a:lnTo>
                    <a:pt x="1073" y="200"/>
                  </a:lnTo>
                  <a:lnTo>
                    <a:pt x="873" y="400"/>
                  </a:lnTo>
                  <a:lnTo>
                    <a:pt x="691" y="600"/>
                  </a:lnTo>
                  <a:lnTo>
                    <a:pt x="509" y="800"/>
                  </a:lnTo>
                  <a:lnTo>
                    <a:pt x="509" y="800"/>
                  </a:lnTo>
                  <a:lnTo>
                    <a:pt x="400" y="1981"/>
                  </a:lnTo>
                  <a:lnTo>
                    <a:pt x="273" y="3145"/>
                  </a:lnTo>
                  <a:lnTo>
                    <a:pt x="0" y="5489"/>
                  </a:lnTo>
                  <a:lnTo>
                    <a:pt x="0" y="5489"/>
                  </a:lnTo>
                  <a:lnTo>
                    <a:pt x="546" y="5617"/>
                  </a:lnTo>
                  <a:lnTo>
                    <a:pt x="546" y="5617"/>
                  </a:lnTo>
                  <a:lnTo>
                    <a:pt x="727" y="4199"/>
                  </a:lnTo>
                  <a:lnTo>
                    <a:pt x="927" y="2781"/>
                  </a:lnTo>
                  <a:lnTo>
                    <a:pt x="1109" y="1382"/>
                  </a:lnTo>
                  <a:lnTo>
                    <a:pt x="1182" y="691"/>
                  </a:lnTo>
                  <a:lnTo>
                    <a:pt x="125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7"/>
            <p:cNvSpPr/>
            <p:nvPr/>
          </p:nvSpPr>
          <p:spPr>
            <a:xfrm>
              <a:off x="1422154" y="2256851"/>
              <a:ext cx="34114" cy="276336"/>
            </a:xfrm>
            <a:custGeom>
              <a:rect b="b" l="l" r="r" t="t"/>
              <a:pathLst>
                <a:path extrusionOk="0" h="6780" w="837">
                  <a:moveTo>
                    <a:pt x="0" y="0"/>
                  </a:moveTo>
                  <a:lnTo>
                    <a:pt x="73" y="836"/>
                  </a:lnTo>
                  <a:lnTo>
                    <a:pt x="182" y="1672"/>
                  </a:lnTo>
                  <a:lnTo>
                    <a:pt x="91" y="836"/>
                  </a:lnTo>
                  <a:lnTo>
                    <a:pt x="0" y="0"/>
                  </a:lnTo>
                  <a:close/>
                  <a:moveTo>
                    <a:pt x="636" y="5071"/>
                  </a:moveTo>
                  <a:lnTo>
                    <a:pt x="727" y="5926"/>
                  </a:lnTo>
                  <a:lnTo>
                    <a:pt x="836" y="6780"/>
                  </a:lnTo>
                  <a:lnTo>
                    <a:pt x="745" y="5926"/>
                  </a:lnTo>
                  <a:lnTo>
                    <a:pt x="636" y="5071"/>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7"/>
            <p:cNvSpPr/>
            <p:nvPr/>
          </p:nvSpPr>
          <p:spPr>
            <a:xfrm>
              <a:off x="1422154" y="2256851"/>
              <a:ext cx="34114" cy="276336"/>
            </a:xfrm>
            <a:custGeom>
              <a:rect b="b" l="l" r="r" t="t"/>
              <a:pathLst>
                <a:path extrusionOk="0" fill="none" h="6780" w="837">
                  <a:moveTo>
                    <a:pt x="0" y="0"/>
                  </a:moveTo>
                  <a:lnTo>
                    <a:pt x="0" y="0"/>
                  </a:lnTo>
                  <a:lnTo>
                    <a:pt x="73" y="836"/>
                  </a:lnTo>
                  <a:lnTo>
                    <a:pt x="182" y="1672"/>
                  </a:lnTo>
                  <a:lnTo>
                    <a:pt x="400" y="3363"/>
                  </a:lnTo>
                  <a:lnTo>
                    <a:pt x="636" y="5071"/>
                  </a:lnTo>
                  <a:lnTo>
                    <a:pt x="727" y="5926"/>
                  </a:lnTo>
                  <a:lnTo>
                    <a:pt x="836" y="6780"/>
                  </a:lnTo>
                  <a:lnTo>
                    <a:pt x="836" y="6780"/>
                  </a:lnTo>
                  <a:lnTo>
                    <a:pt x="836" y="6780"/>
                  </a:lnTo>
                  <a:lnTo>
                    <a:pt x="836" y="6780"/>
                  </a:lnTo>
                  <a:lnTo>
                    <a:pt x="745" y="5926"/>
                  </a:lnTo>
                  <a:lnTo>
                    <a:pt x="636" y="5071"/>
                  </a:lnTo>
                  <a:lnTo>
                    <a:pt x="400" y="3363"/>
                  </a:lnTo>
                  <a:lnTo>
                    <a:pt x="182" y="1672"/>
                  </a:lnTo>
                  <a:lnTo>
                    <a:pt x="91" y="836"/>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7"/>
            <p:cNvSpPr/>
            <p:nvPr/>
          </p:nvSpPr>
          <p:spPr>
            <a:xfrm>
              <a:off x="1422154" y="2256851"/>
              <a:ext cx="56327" cy="277844"/>
            </a:xfrm>
            <a:custGeom>
              <a:rect b="b" l="l" r="r" t="t"/>
              <a:pathLst>
                <a:path extrusionOk="0" h="6817" w="1382">
                  <a:moveTo>
                    <a:pt x="0" y="0"/>
                  </a:moveTo>
                  <a:lnTo>
                    <a:pt x="91" y="836"/>
                  </a:lnTo>
                  <a:lnTo>
                    <a:pt x="182" y="1672"/>
                  </a:lnTo>
                  <a:lnTo>
                    <a:pt x="400" y="3363"/>
                  </a:lnTo>
                  <a:lnTo>
                    <a:pt x="636" y="5071"/>
                  </a:lnTo>
                  <a:lnTo>
                    <a:pt x="745" y="5926"/>
                  </a:lnTo>
                  <a:lnTo>
                    <a:pt x="836" y="6780"/>
                  </a:lnTo>
                  <a:lnTo>
                    <a:pt x="1382" y="6816"/>
                  </a:lnTo>
                  <a:lnTo>
                    <a:pt x="1382" y="6816"/>
                  </a:lnTo>
                  <a:lnTo>
                    <a:pt x="1236" y="5326"/>
                  </a:lnTo>
                  <a:lnTo>
                    <a:pt x="1073" y="3817"/>
                  </a:lnTo>
                  <a:lnTo>
                    <a:pt x="891" y="2309"/>
                  </a:lnTo>
                  <a:lnTo>
                    <a:pt x="818" y="1545"/>
                  </a:lnTo>
                  <a:lnTo>
                    <a:pt x="745" y="800"/>
                  </a:lnTo>
                  <a:lnTo>
                    <a:pt x="582" y="600"/>
                  </a:lnTo>
                  <a:lnTo>
                    <a:pt x="382" y="400"/>
                  </a:lnTo>
                  <a:lnTo>
                    <a:pt x="182" y="200"/>
                  </a:lnTo>
                  <a:lnTo>
                    <a:pt x="0"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7"/>
            <p:cNvSpPr/>
            <p:nvPr/>
          </p:nvSpPr>
          <p:spPr>
            <a:xfrm>
              <a:off x="1422154" y="2256851"/>
              <a:ext cx="56327" cy="277844"/>
            </a:xfrm>
            <a:custGeom>
              <a:rect b="b" l="l" r="r" t="t"/>
              <a:pathLst>
                <a:path extrusionOk="0" fill="none" h="6817" w="1382">
                  <a:moveTo>
                    <a:pt x="0" y="0"/>
                  </a:moveTo>
                  <a:lnTo>
                    <a:pt x="0" y="0"/>
                  </a:lnTo>
                  <a:lnTo>
                    <a:pt x="91" y="836"/>
                  </a:lnTo>
                  <a:lnTo>
                    <a:pt x="182" y="1672"/>
                  </a:lnTo>
                  <a:lnTo>
                    <a:pt x="400" y="3363"/>
                  </a:lnTo>
                  <a:lnTo>
                    <a:pt x="636" y="5071"/>
                  </a:lnTo>
                  <a:lnTo>
                    <a:pt x="745" y="5926"/>
                  </a:lnTo>
                  <a:lnTo>
                    <a:pt x="836" y="6780"/>
                  </a:lnTo>
                  <a:lnTo>
                    <a:pt x="836" y="6780"/>
                  </a:lnTo>
                  <a:lnTo>
                    <a:pt x="1382" y="6816"/>
                  </a:lnTo>
                  <a:lnTo>
                    <a:pt x="1382" y="6816"/>
                  </a:lnTo>
                  <a:lnTo>
                    <a:pt x="1236" y="5326"/>
                  </a:lnTo>
                  <a:lnTo>
                    <a:pt x="1073" y="3817"/>
                  </a:lnTo>
                  <a:lnTo>
                    <a:pt x="891" y="2309"/>
                  </a:lnTo>
                  <a:lnTo>
                    <a:pt x="818" y="1545"/>
                  </a:lnTo>
                  <a:lnTo>
                    <a:pt x="745" y="800"/>
                  </a:lnTo>
                  <a:lnTo>
                    <a:pt x="745" y="800"/>
                  </a:lnTo>
                  <a:lnTo>
                    <a:pt x="582" y="600"/>
                  </a:lnTo>
                  <a:lnTo>
                    <a:pt x="382" y="400"/>
                  </a:lnTo>
                  <a:lnTo>
                    <a:pt x="182" y="20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7"/>
            <p:cNvSpPr/>
            <p:nvPr/>
          </p:nvSpPr>
          <p:spPr>
            <a:xfrm>
              <a:off x="2648901" y="1856088"/>
              <a:ext cx="39290" cy="50417"/>
            </a:xfrm>
            <a:custGeom>
              <a:rect b="b" l="l" r="r" t="t"/>
              <a:pathLst>
                <a:path extrusionOk="0" h="1237" w="964">
                  <a:moveTo>
                    <a:pt x="600" y="0"/>
                  </a:moveTo>
                  <a:lnTo>
                    <a:pt x="0" y="55"/>
                  </a:lnTo>
                  <a:lnTo>
                    <a:pt x="110" y="418"/>
                  </a:lnTo>
                  <a:lnTo>
                    <a:pt x="200" y="782"/>
                  </a:lnTo>
                  <a:lnTo>
                    <a:pt x="237" y="909"/>
                  </a:lnTo>
                  <a:lnTo>
                    <a:pt x="309" y="1018"/>
                  </a:lnTo>
                  <a:lnTo>
                    <a:pt x="400" y="1091"/>
                  </a:lnTo>
                  <a:lnTo>
                    <a:pt x="491" y="1163"/>
                  </a:lnTo>
                  <a:lnTo>
                    <a:pt x="600" y="1218"/>
                  </a:lnTo>
                  <a:lnTo>
                    <a:pt x="709" y="1236"/>
                  </a:lnTo>
                  <a:lnTo>
                    <a:pt x="837" y="1218"/>
                  </a:lnTo>
                  <a:lnTo>
                    <a:pt x="964" y="1181"/>
                  </a:lnTo>
                  <a:lnTo>
                    <a:pt x="764" y="127"/>
                  </a:lnTo>
                  <a:lnTo>
                    <a:pt x="746" y="73"/>
                  </a:lnTo>
                  <a:lnTo>
                    <a:pt x="709" y="18"/>
                  </a:lnTo>
                  <a:lnTo>
                    <a:pt x="65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7"/>
            <p:cNvSpPr/>
            <p:nvPr/>
          </p:nvSpPr>
          <p:spPr>
            <a:xfrm>
              <a:off x="2303689" y="1847937"/>
              <a:ext cx="376355" cy="242996"/>
            </a:xfrm>
            <a:custGeom>
              <a:rect b="b" l="l" r="r" t="t"/>
              <a:pathLst>
                <a:path extrusionOk="0" h="5962" w="9234">
                  <a:moveTo>
                    <a:pt x="8543" y="0"/>
                  </a:moveTo>
                  <a:lnTo>
                    <a:pt x="8452" y="18"/>
                  </a:lnTo>
                  <a:lnTo>
                    <a:pt x="6707" y="436"/>
                  </a:lnTo>
                  <a:lnTo>
                    <a:pt x="6762" y="1618"/>
                  </a:lnTo>
                  <a:lnTo>
                    <a:pt x="1709" y="2690"/>
                  </a:lnTo>
                  <a:lnTo>
                    <a:pt x="1491" y="2745"/>
                  </a:lnTo>
                  <a:lnTo>
                    <a:pt x="1273" y="2836"/>
                  </a:lnTo>
                  <a:lnTo>
                    <a:pt x="1073" y="2926"/>
                  </a:lnTo>
                  <a:lnTo>
                    <a:pt x="891" y="3017"/>
                  </a:lnTo>
                  <a:lnTo>
                    <a:pt x="728" y="3145"/>
                  </a:lnTo>
                  <a:lnTo>
                    <a:pt x="582" y="3272"/>
                  </a:lnTo>
                  <a:lnTo>
                    <a:pt x="455" y="3399"/>
                  </a:lnTo>
                  <a:lnTo>
                    <a:pt x="346" y="3544"/>
                  </a:lnTo>
                  <a:lnTo>
                    <a:pt x="237" y="3708"/>
                  </a:lnTo>
                  <a:lnTo>
                    <a:pt x="164" y="3853"/>
                  </a:lnTo>
                  <a:lnTo>
                    <a:pt x="91" y="4017"/>
                  </a:lnTo>
                  <a:lnTo>
                    <a:pt x="55" y="4181"/>
                  </a:lnTo>
                  <a:lnTo>
                    <a:pt x="19" y="4344"/>
                  </a:lnTo>
                  <a:lnTo>
                    <a:pt x="1" y="4508"/>
                  </a:lnTo>
                  <a:lnTo>
                    <a:pt x="1" y="4671"/>
                  </a:lnTo>
                  <a:lnTo>
                    <a:pt x="19" y="4835"/>
                  </a:lnTo>
                  <a:lnTo>
                    <a:pt x="37" y="4980"/>
                  </a:lnTo>
                  <a:lnTo>
                    <a:pt x="91" y="5126"/>
                  </a:lnTo>
                  <a:lnTo>
                    <a:pt x="146" y="5271"/>
                  </a:lnTo>
                  <a:lnTo>
                    <a:pt x="219" y="5398"/>
                  </a:lnTo>
                  <a:lnTo>
                    <a:pt x="310" y="5526"/>
                  </a:lnTo>
                  <a:lnTo>
                    <a:pt x="419" y="5635"/>
                  </a:lnTo>
                  <a:lnTo>
                    <a:pt x="528" y="5726"/>
                  </a:lnTo>
                  <a:lnTo>
                    <a:pt x="655" y="5816"/>
                  </a:lnTo>
                  <a:lnTo>
                    <a:pt x="800" y="5871"/>
                  </a:lnTo>
                  <a:lnTo>
                    <a:pt x="964" y="5925"/>
                  </a:lnTo>
                  <a:lnTo>
                    <a:pt x="1146" y="5962"/>
                  </a:lnTo>
                  <a:lnTo>
                    <a:pt x="1527" y="5962"/>
                  </a:lnTo>
                  <a:lnTo>
                    <a:pt x="1745" y="5925"/>
                  </a:lnTo>
                  <a:lnTo>
                    <a:pt x="1964" y="5871"/>
                  </a:lnTo>
                  <a:lnTo>
                    <a:pt x="2200" y="5798"/>
                  </a:lnTo>
                  <a:lnTo>
                    <a:pt x="7289" y="3235"/>
                  </a:lnTo>
                  <a:lnTo>
                    <a:pt x="7943" y="3217"/>
                  </a:lnTo>
                  <a:lnTo>
                    <a:pt x="8125" y="3145"/>
                  </a:lnTo>
                  <a:lnTo>
                    <a:pt x="8289" y="3017"/>
                  </a:lnTo>
                  <a:lnTo>
                    <a:pt x="8434" y="2872"/>
                  </a:lnTo>
                  <a:lnTo>
                    <a:pt x="8543" y="2708"/>
                  </a:lnTo>
                  <a:lnTo>
                    <a:pt x="9070" y="2454"/>
                  </a:lnTo>
                  <a:lnTo>
                    <a:pt x="9143" y="2399"/>
                  </a:lnTo>
                  <a:lnTo>
                    <a:pt x="9198" y="2327"/>
                  </a:lnTo>
                  <a:lnTo>
                    <a:pt x="9234" y="2236"/>
                  </a:lnTo>
                  <a:lnTo>
                    <a:pt x="9216" y="2145"/>
                  </a:lnTo>
                  <a:lnTo>
                    <a:pt x="9179" y="1981"/>
                  </a:lnTo>
                  <a:lnTo>
                    <a:pt x="9143" y="1836"/>
                  </a:lnTo>
                  <a:lnTo>
                    <a:pt x="9016" y="1363"/>
                  </a:lnTo>
                  <a:lnTo>
                    <a:pt x="8979" y="1218"/>
                  </a:lnTo>
                  <a:lnTo>
                    <a:pt x="8870" y="763"/>
                  </a:lnTo>
                  <a:lnTo>
                    <a:pt x="8834" y="618"/>
                  </a:lnTo>
                  <a:lnTo>
                    <a:pt x="8725" y="164"/>
                  </a:lnTo>
                  <a:lnTo>
                    <a:pt x="8689" y="91"/>
                  </a:lnTo>
                  <a:lnTo>
                    <a:pt x="8616" y="36"/>
                  </a:lnTo>
                  <a:lnTo>
                    <a:pt x="854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7"/>
            <p:cNvSpPr/>
            <p:nvPr/>
          </p:nvSpPr>
          <p:spPr>
            <a:xfrm>
              <a:off x="2303689" y="1847937"/>
              <a:ext cx="376355" cy="242996"/>
            </a:xfrm>
            <a:custGeom>
              <a:rect b="b" l="l" r="r" t="t"/>
              <a:pathLst>
                <a:path extrusionOk="0" fill="none" h="5962" w="9234">
                  <a:moveTo>
                    <a:pt x="9216" y="2145"/>
                  </a:moveTo>
                  <a:lnTo>
                    <a:pt x="9179" y="1981"/>
                  </a:lnTo>
                  <a:lnTo>
                    <a:pt x="9143" y="1836"/>
                  </a:lnTo>
                  <a:lnTo>
                    <a:pt x="9016" y="1363"/>
                  </a:lnTo>
                  <a:lnTo>
                    <a:pt x="8979" y="1218"/>
                  </a:lnTo>
                  <a:lnTo>
                    <a:pt x="8870" y="763"/>
                  </a:lnTo>
                  <a:lnTo>
                    <a:pt x="8834" y="618"/>
                  </a:lnTo>
                  <a:lnTo>
                    <a:pt x="8725" y="164"/>
                  </a:lnTo>
                  <a:lnTo>
                    <a:pt x="8725" y="164"/>
                  </a:lnTo>
                  <a:lnTo>
                    <a:pt x="8689" y="91"/>
                  </a:lnTo>
                  <a:lnTo>
                    <a:pt x="8616" y="36"/>
                  </a:lnTo>
                  <a:lnTo>
                    <a:pt x="8543" y="0"/>
                  </a:lnTo>
                  <a:lnTo>
                    <a:pt x="8452" y="18"/>
                  </a:lnTo>
                  <a:lnTo>
                    <a:pt x="6707" y="436"/>
                  </a:lnTo>
                  <a:lnTo>
                    <a:pt x="6762" y="1618"/>
                  </a:lnTo>
                  <a:lnTo>
                    <a:pt x="1709" y="2690"/>
                  </a:lnTo>
                  <a:lnTo>
                    <a:pt x="1709" y="2690"/>
                  </a:lnTo>
                  <a:lnTo>
                    <a:pt x="1491" y="2745"/>
                  </a:lnTo>
                  <a:lnTo>
                    <a:pt x="1273" y="2836"/>
                  </a:lnTo>
                  <a:lnTo>
                    <a:pt x="1073" y="2926"/>
                  </a:lnTo>
                  <a:lnTo>
                    <a:pt x="891" y="3017"/>
                  </a:lnTo>
                  <a:lnTo>
                    <a:pt x="728" y="3145"/>
                  </a:lnTo>
                  <a:lnTo>
                    <a:pt x="582" y="3272"/>
                  </a:lnTo>
                  <a:lnTo>
                    <a:pt x="455" y="3399"/>
                  </a:lnTo>
                  <a:lnTo>
                    <a:pt x="346" y="3544"/>
                  </a:lnTo>
                  <a:lnTo>
                    <a:pt x="237" y="3708"/>
                  </a:lnTo>
                  <a:lnTo>
                    <a:pt x="164" y="3853"/>
                  </a:lnTo>
                  <a:lnTo>
                    <a:pt x="91" y="4017"/>
                  </a:lnTo>
                  <a:lnTo>
                    <a:pt x="55" y="4181"/>
                  </a:lnTo>
                  <a:lnTo>
                    <a:pt x="19" y="4344"/>
                  </a:lnTo>
                  <a:lnTo>
                    <a:pt x="1" y="4508"/>
                  </a:lnTo>
                  <a:lnTo>
                    <a:pt x="1" y="4671"/>
                  </a:lnTo>
                  <a:lnTo>
                    <a:pt x="19" y="4835"/>
                  </a:lnTo>
                  <a:lnTo>
                    <a:pt x="37" y="4980"/>
                  </a:lnTo>
                  <a:lnTo>
                    <a:pt x="91" y="5126"/>
                  </a:lnTo>
                  <a:lnTo>
                    <a:pt x="146" y="5271"/>
                  </a:lnTo>
                  <a:lnTo>
                    <a:pt x="219" y="5398"/>
                  </a:lnTo>
                  <a:lnTo>
                    <a:pt x="310" y="5526"/>
                  </a:lnTo>
                  <a:lnTo>
                    <a:pt x="419" y="5635"/>
                  </a:lnTo>
                  <a:lnTo>
                    <a:pt x="528" y="5726"/>
                  </a:lnTo>
                  <a:lnTo>
                    <a:pt x="655" y="5816"/>
                  </a:lnTo>
                  <a:lnTo>
                    <a:pt x="800" y="5871"/>
                  </a:lnTo>
                  <a:lnTo>
                    <a:pt x="964" y="5925"/>
                  </a:lnTo>
                  <a:lnTo>
                    <a:pt x="1146" y="5962"/>
                  </a:lnTo>
                  <a:lnTo>
                    <a:pt x="1327" y="5962"/>
                  </a:lnTo>
                  <a:lnTo>
                    <a:pt x="1527" y="5962"/>
                  </a:lnTo>
                  <a:lnTo>
                    <a:pt x="1745" y="5925"/>
                  </a:lnTo>
                  <a:lnTo>
                    <a:pt x="1964" y="5871"/>
                  </a:lnTo>
                  <a:lnTo>
                    <a:pt x="2200" y="5798"/>
                  </a:lnTo>
                  <a:lnTo>
                    <a:pt x="7289" y="3235"/>
                  </a:lnTo>
                  <a:lnTo>
                    <a:pt x="7943" y="3217"/>
                  </a:lnTo>
                  <a:lnTo>
                    <a:pt x="7943" y="3217"/>
                  </a:lnTo>
                  <a:lnTo>
                    <a:pt x="8125" y="3145"/>
                  </a:lnTo>
                  <a:lnTo>
                    <a:pt x="8289" y="3017"/>
                  </a:lnTo>
                  <a:lnTo>
                    <a:pt x="8434" y="2872"/>
                  </a:lnTo>
                  <a:lnTo>
                    <a:pt x="8543" y="2708"/>
                  </a:lnTo>
                  <a:lnTo>
                    <a:pt x="9070" y="2454"/>
                  </a:lnTo>
                  <a:lnTo>
                    <a:pt x="9070" y="2454"/>
                  </a:lnTo>
                  <a:lnTo>
                    <a:pt x="9143" y="2399"/>
                  </a:lnTo>
                  <a:lnTo>
                    <a:pt x="9198" y="2327"/>
                  </a:lnTo>
                  <a:lnTo>
                    <a:pt x="9234" y="2236"/>
                  </a:lnTo>
                  <a:lnTo>
                    <a:pt x="9216" y="214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7"/>
            <p:cNvSpPr/>
            <p:nvPr/>
          </p:nvSpPr>
          <p:spPr>
            <a:xfrm>
              <a:off x="2139968" y="1970900"/>
              <a:ext cx="237086" cy="232644"/>
            </a:xfrm>
            <a:custGeom>
              <a:rect b="b" l="l" r="r" t="t"/>
              <a:pathLst>
                <a:path extrusionOk="0" h="5708" w="5817">
                  <a:moveTo>
                    <a:pt x="5363" y="0"/>
                  </a:moveTo>
                  <a:lnTo>
                    <a:pt x="4926" y="73"/>
                  </a:lnTo>
                  <a:lnTo>
                    <a:pt x="4436" y="164"/>
                  </a:lnTo>
                  <a:lnTo>
                    <a:pt x="3927" y="291"/>
                  </a:lnTo>
                  <a:lnTo>
                    <a:pt x="3418" y="437"/>
                  </a:lnTo>
                  <a:lnTo>
                    <a:pt x="2400" y="709"/>
                  </a:lnTo>
                  <a:lnTo>
                    <a:pt x="1909" y="836"/>
                  </a:lnTo>
                  <a:lnTo>
                    <a:pt x="1455" y="964"/>
                  </a:lnTo>
                  <a:lnTo>
                    <a:pt x="1328" y="1636"/>
                  </a:lnTo>
                  <a:lnTo>
                    <a:pt x="1182" y="2254"/>
                  </a:lnTo>
                  <a:lnTo>
                    <a:pt x="1037" y="2836"/>
                  </a:lnTo>
                  <a:lnTo>
                    <a:pt x="873" y="3381"/>
                  </a:lnTo>
                  <a:lnTo>
                    <a:pt x="691" y="3926"/>
                  </a:lnTo>
                  <a:lnTo>
                    <a:pt x="491" y="4490"/>
                  </a:lnTo>
                  <a:lnTo>
                    <a:pt x="273" y="5071"/>
                  </a:lnTo>
                  <a:lnTo>
                    <a:pt x="1" y="5708"/>
                  </a:lnTo>
                  <a:lnTo>
                    <a:pt x="746" y="5326"/>
                  </a:lnTo>
                  <a:lnTo>
                    <a:pt x="1491" y="4981"/>
                  </a:lnTo>
                  <a:lnTo>
                    <a:pt x="2254" y="4617"/>
                  </a:lnTo>
                  <a:lnTo>
                    <a:pt x="3000" y="4272"/>
                  </a:lnTo>
                  <a:lnTo>
                    <a:pt x="3727" y="3890"/>
                  </a:lnTo>
                  <a:lnTo>
                    <a:pt x="4436" y="3490"/>
                  </a:lnTo>
                  <a:lnTo>
                    <a:pt x="4799" y="3272"/>
                  </a:lnTo>
                  <a:lnTo>
                    <a:pt x="5144" y="3054"/>
                  </a:lnTo>
                  <a:lnTo>
                    <a:pt x="5472" y="2799"/>
                  </a:lnTo>
                  <a:lnTo>
                    <a:pt x="5799" y="2563"/>
                  </a:lnTo>
                  <a:lnTo>
                    <a:pt x="5817" y="2272"/>
                  </a:lnTo>
                  <a:lnTo>
                    <a:pt x="5799" y="1963"/>
                  </a:lnTo>
                  <a:lnTo>
                    <a:pt x="5762" y="1618"/>
                  </a:lnTo>
                  <a:lnTo>
                    <a:pt x="5690" y="1273"/>
                  </a:lnTo>
                  <a:lnTo>
                    <a:pt x="5617" y="909"/>
                  </a:lnTo>
                  <a:lnTo>
                    <a:pt x="5544" y="582"/>
                  </a:lnTo>
                  <a:lnTo>
                    <a:pt x="5453" y="273"/>
                  </a:lnTo>
                  <a:lnTo>
                    <a:pt x="536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7"/>
            <p:cNvSpPr/>
            <p:nvPr/>
          </p:nvSpPr>
          <p:spPr>
            <a:xfrm>
              <a:off x="2139968" y="1970900"/>
              <a:ext cx="237086" cy="232644"/>
            </a:xfrm>
            <a:custGeom>
              <a:rect b="b" l="l" r="r" t="t"/>
              <a:pathLst>
                <a:path extrusionOk="0" fill="none" h="5708" w="5817">
                  <a:moveTo>
                    <a:pt x="5363" y="0"/>
                  </a:moveTo>
                  <a:lnTo>
                    <a:pt x="5363" y="0"/>
                  </a:lnTo>
                  <a:lnTo>
                    <a:pt x="4926" y="73"/>
                  </a:lnTo>
                  <a:lnTo>
                    <a:pt x="4436" y="164"/>
                  </a:lnTo>
                  <a:lnTo>
                    <a:pt x="3927" y="291"/>
                  </a:lnTo>
                  <a:lnTo>
                    <a:pt x="3418" y="437"/>
                  </a:lnTo>
                  <a:lnTo>
                    <a:pt x="2400" y="709"/>
                  </a:lnTo>
                  <a:lnTo>
                    <a:pt x="1909" y="836"/>
                  </a:lnTo>
                  <a:lnTo>
                    <a:pt x="1455" y="964"/>
                  </a:lnTo>
                  <a:lnTo>
                    <a:pt x="1455" y="964"/>
                  </a:lnTo>
                  <a:lnTo>
                    <a:pt x="1328" y="1636"/>
                  </a:lnTo>
                  <a:lnTo>
                    <a:pt x="1182" y="2254"/>
                  </a:lnTo>
                  <a:lnTo>
                    <a:pt x="1037" y="2836"/>
                  </a:lnTo>
                  <a:lnTo>
                    <a:pt x="873" y="3381"/>
                  </a:lnTo>
                  <a:lnTo>
                    <a:pt x="691" y="3926"/>
                  </a:lnTo>
                  <a:lnTo>
                    <a:pt x="491" y="4490"/>
                  </a:lnTo>
                  <a:lnTo>
                    <a:pt x="273" y="5071"/>
                  </a:lnTo>
                  <a:lnTo>
                    <a:pt x="1" y="5708"/>
                  </a:lnTo>
                  <a:lnTo>
                    <a:pt x="1" y="5708"/>
                  </a:lnTo>
                  <a:lnTo>
                    <a:pt x="746" y="5326"/>
                  </a:lnTo>
                  <a:lnTo>
                    <a:pt x="1491" y="4981"/>
                  </a:lnTo>
                  <a:lnTo>
                    <a:pt x="2254" y="4617"/>
                  </a:lnTo>
                  <a:lnTo>
                    <a:pt x="3000" y="4272"/>
                  </a:lnTo>
                  <a:lnTo>
                    <a:pt x="3727" y="3890"/>
                  </a:lnTo>
                  <a:lnTo>
                    <a:pt x="4436" y="3490"/>
                  </a:lnTo>
                  <a:lnTo>
                    <a:pt x="4799" y="3272"/>
                  </a:lnTo>
                  <a:lnTo>
                    <a:pt x="5144" y="3054"/>
                  </a:lnTo>
                  <a:lnTo>
                    <a:pt x="5472" y="2799"/>
                  </a:lnTo>
                  <a:lnTo>
                    <a:pt x="5799" y="2563"/>
                  </a:lnTo>
                  <a:lnTo>
                    <a:pt x="5799" y="2563"/>
                  </a:lnTo>
                  <a:lnTo>
                    <a:pt x="5817" y="2272"/>
                  </a:lnTo>
                  <a:lnTo>
                    <a:pt x="5799" y="1963"/>
                  </a:lnTo>
                  <a:lnTo>
                    <a:pt x="5762" y="1618"/>
                  </a:lnTo>
                  <a:lnTo>
                    <a:pt x="5690" y="1273"/>
                  </a:lnTo>
                  <a:lnTo>
                    <a:pt x="5617" y="909"/>
                  </a:lnTo>
                  <a:lnTo>
                    <a:pt x="5544" y="582"/>
                  </a:lnTo>
                  <a:lnTo>
                    <a:pt x="5453" y="273"/>
                  </a:lnTo>
                  <a:lnTo>
                    <a:pt x="5363" y="0"/>
                  </a:lnTo>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7"/>
            <p:cNvSpPr/>
            <p:nvPr/>
          </p:nvSpPr>
          <p:spPr>
            <a:xfrm>
              <a:off x="2354798" y="1860531"/>
              <a:ext cx="325245" cy="230402"/>
            </a:xfrm>
            <a:custGeom>
              <a:rect b="b" l="l" r="r" t="t"/>
              <a:pathLst>
                <a:path extrusionOk="0" h="5653" w="7980">
                  <a:moveTo>
                    <a:pt x="7507" y="0"/>
                  </a:moveTo>
                  <a:lnTo>
                    <a:pt x="5762" y="473"/>
                  </a:lnTo>
                  <a:lnTo>
                    <a:pt x="5817" y="1472"/>
                  </a:lnTo>
                  <a:lnTo>
                    <a:pt x="255" y="3199"/>
                  </a:lnTo>
                  <a:lnTo>
                    <a:pt x="382" y="3726"/>
                  </a:lnTo>
                  <a:lnTo>
                    <a:pt x="473" y="4290"/>
                  </a:lnTo>
                  <a:lnTo>
                    <a:pt x="510" y="4544"/>
                  </a:lnTo>
                  <a:lnTo>
                    <a:pt x="528" y="4817"/>
                  </a:lnTo>
                  <a:lnTo>
                    <a:pt x="546" y="5053"/>
                  </a:lnTo>
                  <a:lnTo>
                    <a:pt x="528" y="5271"/>
                  </a:lnTo>
                  <a:lnTo>
                    <a:pt x="1" y="5653"/>
                  </a:lnTo>
                  <a:lnTo>
                    <a:pt x="291" y="5653"/>
                  </a:lnTo>
                  <a:lnTo>
                    <a:pt x="491" y="5616"/>
                  </a:lnTo>
                  <a:lnTo>
                    <a:pt x="710" y="5562"/>
                  </a:lnTo>
                  <a:lnTo>
                    <a:pt x="946" y="5489"/>
                  </a:lnTo>
                  <a:lnTo>
                    <a:pt x="6035" y="2926"/>
                  </a:lnTo>
                  <a:lnTo>
                    <a:pt x="6689" y="2908"/>
                  </a:lnTo>
                  <a:lnTo>
                    <a:pt x="6780" y="2872"/>
                  </a:lnTo>
                  <a:lnTo>
                    <a:pt x="6871" y="2836"/>
                  </a:lnTo>
                  <a:lnTo>
                    <a:pt x="6962" y="2781"/>
                  </a:lnTo>
                  <a:lnTo>
                    <a:pt x="7035" y="2726"/>
                  </a:lnTo>
                  <a:lnTo>
                    <a:pt x="7162" y="2581"/>
                  </a:lnTo>
                  <a:lnTo>
                    <a:pt x="7235" y="2490"/>
                  </a:lnTo>
                  <a:lnTo>
                    <a:pt x="7289" y="2399"/>
                  </a:lnTo>
                  <a:lnTo>
                    <a:pt x="7816" y="2145"/>
                  </a:lnTo>
                  <a:lnTo>
                    <a:pt x="7889" y="2109"/>
                  </a:lnTo>
                  <a:lnTo>
                    <a:pt x="7925" y="2054"/>
                  </a:lnTo>
                  <a:lnTo>
                    <a:pt x="7962" y="1981"/>
                  </a:lnTo>
                  <a:lnTo>
                    <a:pt x="7980" y="1909"/>
                  </a:lnTo>
                  <a:lnTo>
                    <a:pt x="7962" y="1836"/>
                  </a:lnTo>
                  <a:lnTo>
                    <a:pt x="7925" y="1672"/>
                  </a:lnTo>
                  <a:lnTo>
                    <a:pt x="7380" y="1763"/>
                  </a:lnTo>
                  <a:lnTo>
                    <a:pt x="6835" y="1890"/>
                  </a:lnTo>
                  <a:lnTo>
                    <a:pt x="6817" y="1890"/>
                  </a:lnTo>
                  <a:lnTo>
                    <a:pt x="6780" y="1872"/>
                  </a:lnTo>
                  <a:lnTo>
                    <a:pt x="6744" y="1836"/>
                  </a:lnTo>
                  <a:lnTo>
                    <a:pt x="6762" y="1781"/>
                  </a:lnTo>
                  <a:lnTo>
                    <a:pt x="6780" y="1763"/>
                  </a:lnTo>
                  <a:lnTo>
                    <a:pt x="6798" y="1763"/>
                  </a:lnTo>
                  <a:lnTo>
                    <a:pt x="7344" y="1636"/>
                  </a:lnTo>
                  <a:lnTo>
                    <a:pt x="7889" y="1527"/>
                  </a:lnTo>
                  <a:lnTo>
                    <a:pt x="7762" y="1054"/>
                  </a:lnTo>
                  <a:lnTo>
                    <a:pt x="7216" y="1145"/>
                  </a:lnTo>
                  <a:lnTo>
                    <a:pt x="6671" y="1272"/>
                  </a:lnTo>
                  <a:lnTo>
                    <a:pt x="6653" y="1272"/>
                  </a:lnTo>
                  <a:lnTo>
                    <a:pt x="6598" y="1254"/>
                  </a:lnTo>
                  <a:lnTo>
                    <a:pt x="6580" y="1218"/>
                  </a:lnTo>
                  <a:lnTo>
                    <a:pt x="6598" y="1163"/>
                  </a:lnTo>
                  <a:lnTo>
                    <a:pt x="6598" y="1145"/>
                  </a:lnTo>
                  <a:lnTo>
                    <a:pt x="6635" y="1127"/>
                  </a:lnTo>
                  <a:lnTo>
                    <a:pt x="7180" y="1018"/>
                  </a:lnTo>
                  <a:lnTo>
                    <a:pt x="7725" y="909"/>
                  </a:lnTo>
                  <a:lnTo>
                    <a:pt x="7616" y="454"/>
                  </a:lnTo>
                  <a:lnTo>
                    <a:pt x="7071" y="545"/>
                  </a:lnTo>
                  <a:lnTo>
                    <a:pt x="6526" y="673"/>
                  </a:lnTo>
                  <a:lnTo>
                    <a:pt x="6508" y="673"/>
                  </a:lnTo>
                  <a:lnTo>
                    <a:pt x="6471" y="654"/>
                  </a:lnTo>
                  <a:lnTo>
                    <a:pt x="6435" y="618"/>
                  </a:lnTo>
                  <a:lnTo>
                    <a:pt x="6453" y="564"/>
                  </a:lnTo>
                  <a:lnTo>
                    <a:pt x="6471" y="545"/>
                  </a:lnTo>
                  <a:lnTo>
                    <a:pt x="6489" y="545"/>
                  </a:lnTo>
                  <a:lnTo>
                    <a:pt x="7035" y="418"/>
                  </a:lnTo>
                  <a:lnTo>
                    <a:pt x="7580" y="309"/>
                  </a:lnTo>
                  <a:lnTo>
                    <a:pt x="7507"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7"/>
            <p:cNvSpPr/>
            <p:nvPr/>
          </p:nvSpPr>
          <p:spPr>
            <a:xfrm>
              <a:off x="2354798" y="1860531"/>
              <a:ext cx="325245" cy="230402"/>
            </a:xfrm>
            <a:custGeom>
              <a:rect b="b" l="l" r="r" t="t"/>
              <a:pathLst>
                <a:path extrusionOk="0" fill="none" h="5653" w="7980">
                  <a:moveTo>
                    <a:pt x="7507" y="0"/>
                  </a:moveTo>
                  <a:lnTo>
                    <a:pt x="5762" y="473"/>
                  </a:lnTo>
                  <a:lnTo>
                    <a:pt x="5817" y="1472"/>
                  </a:lnTo>
                  <a:lnTo>
                    <a:pt x="255" y="3199"/>
                  </a:lnTo>
                  <a:lnTo>
                    <a:pt x="255" y="3199"/>
                  </a:lnTo>
                  <a:lnTo>
                    <a:pt x="382" y="3726"/>
                  </a:lnTo>
                  <a:lnTo>
                    <a:pt x="473" y="4290"/>
                  </a:lnTo>
                  <a:lnTo>
                    <a:pt x="510" y="4544"/>
                  </a:lnTo>
                  <a:lnTo>
                    <a:pt x="528" y="4817"/>
                  </a:lnTo>
                  <a:lnTo>
                    <a:pt x="546" y="5053"/>
                  </a:lnTo>
                  <a:lnTo>
                    <a:pt x="528" y="5271"/>
                  </a:lnTo>
                  <a:lnTo>
                    <a:pt x="528" y="5271"/>
                  </a:lnTo>
                  <a:lnTo>
                    <a:pt x="1" y="5653"/>
                  </a:lnTo>
                  <a:lnTo>
                    <a:pt x="1" y="5653"/>
                  </a:lnTo>
                  <a:lnTo>
                    <a:pt x="92" y="5653"/>
                  </a:lnTo>
                  <a:lnTo>
                    <a:pt x="92" y="5653"/>
                  </a:lnTo>
                  <a:lnTo>
                    <a:pt x="291" y="5653"/>
                  </a:lnTo>
                  <a:lnTo>
                    <a:pt x="491" y="5616"/>
                  </a:lnTo>
                  <a:lnTo>
                    <a:pt x="710" y="5562"/>
                  </a:lnTo>
                  <a:lnTo>
                    <a:pt x="946" y="5489"/>
                  </a:lnTo>
                  <a:lnTo>
                    <a:pt x="6035" y="2926"/>
                  </a:lnTo>
                  <a:lnTo>
                    <a:pt x="6689" y="2908"/>
                  </a:lnTo>
                  <a:lnTo>
                    <a:pt x="6689" y="2908"/>
                  </a:lnTo>
                  <a:lnTo>
                    <a:pt x="6780" y="2872"/>
                  </a:lnTo>
                  <a:lnTo>
                    <a:pt x="6871" y="2836"/>
                  </a:lnTo>
                  <a:lnTo>
                    <a:pt x="6871" y="2836"/>
                  </a:lnTo>
                  <a:lnTo>
                    <a:pt x="6871" y="2836"/>
                  </a:lnTo>
                  <a:lnTo>
                    <a:pt x="6871" y="2836"/>
                  </a:lnTo>
                  <a:lnTo>
                    <a:pt x="6871" y="2836"/>
                  </a:lnTo>
                  <a:lnTo>
                    <a:pt x="6871" y="2836"/>
                  </a:lnTo>
                  <a:lnTo>
                    <a:pt x="6962" y="2781"/>
                  </a:lnTo>
                  <a:lnTo>
                    <a:pt x="7035" y="2726"/>
                  </a:lnTo>
                  <a:lnTo>
                    <a:pt x="7162" y="2581"/>
                  </a:lnTo>
                  <a:lnTo>
                    <a:pt x="7162" y="2581"/>
                  </a:lnTo>
                  <a:lnTo>
                    <a:pt x="7162" y="2581"/>
                  </a:lnTo>
                  <a:lnTo>
                    <a:pt x="7162" y="2581"/>
                  </a:lnTo>
                  <a:lnTo>
                    <a:pt x="7162" y="2581"/>
                  </a:lnTo>
                  <a:lnTo>
                    <a:pt x="7235" y="2490"/>
                  </a:lnTo>
                  <a:lnTo>
                    <a:pt x="7289" y="2399"/>
                  </a:lnTo>
                  <a:lnTo>
                    <a:pt x="7816" y="2145"/>
                  </a:lnTo>
                  <a:lnTo>
                    <a:pt x="7816" y="2145"/>
                  </a:lnTo>
                  <a:lnTo>
                    <a:pt x="7889" y="2109"/>
                  </a:lnTo>
                  <a:lnTo>
                    <a:pt x="7925" y="2054"/>
                  </a:lnTo>
                  <a:lnTo>
                    <a:pt x="7962" y="1981"/>
                  </a:lnTo>
                  <a:lnTo>
                    <a:pt x="7980" y="1909"/>
                  </a:lnTo>
                  <a:lnTo>
                    <a:pt x="7980" y="1909"/>
                  </a:lnTo>
                  <a:lnTo>
                    <a:pt x="7962" y="1836"/>
                  </a:lnTo>
                  <a:lnTo>
                    <a:pt x="7925" y="1672"/>
                  </a:lnTo>
                  <a:lnTo>
                    <a:pt x="7889" y="1527"/>
                  </a:lnTo>
                  <a:lnTo>
                    <a:pt x="7925" y="1672"/>
                  </a:lnTo>
                  <a:lnTo>
                    <a:pt x="7925" y="1672"/>
                  </a:lnTo>
                  <a:lnTo>
                    <a:pt x="7380" y="1763"/>
                  </a:lnTo>
                  <a:lnTo>
                    <a:pt x="6835" y="1890"/>
                  </a:lnTo>
                  <a:lnTo>
                    <a:pt x="6835" y="1890"/>
                  </a:lnTo>
                  <a:lnTo>
                    <a:pt x="6817" y="1890"/>
                  </a:lnTo>
                  <a:lnTo>
                    <a:pt x="6817" y="1890"/>
                  </a:lnTo>
                  <a:lnTo>
                    <a:pt x="6780" y="1872"/>
                  </a:lnTo>
                  <a:lnTo>
                    <a:pt x="6744" y="1836"/>
                  </a:lnTo>
                  <a:lnTo>
                    <a:pt x="6762" y="1781"/>
                  </a:lnTo>
                  <a:lnTo>
                    <a:pt x="6780" y="1763"/>
                  </a:lnTo>
                  <a:lnTo>
                    <a:pt x="6798" y="1763"/>
                  </a:lnTo>
                  <a:lnTo>
                    <a:pt x="6798" y="1763"/>
                  </a:lnTo>
                  <a:lnTo>
                    <a:pt x="7344" y="1636"/>
                  </a:lnTo>
                  <a:lnTo>
                    <a:pt x="7889" y="1527"/>
                  </a:lnTo>
                  <a:lnTo>
                    <a:pt x="7762" y="1054"/>
                  </a:lnTo>
                  <a:lnTo>
                    <a:pt x="7762" y="1054"/>
                  </a:lnTo>
                  <a:lnTo>
                    <a:pt x="7216" y="1145"/>
                  </a:lnTo>
                  <a:lnTo>
                    <a:pt x="6671" y="1272"/>
                  </a:lnTo>
                  <a:lnTo>
                    <a:pt x="6671" y="1272"/>
                  </a:lnTo>
                  <a:lnTo>
                    <a:pt x="6653" y="1272"/>
                  </a:lnTo>
                  <a:lnTo>
                    <a:pt x="6653" y="1272"/>
                  </a:lnTo>
                  <a:lnTo>
                    <a:pt x="6598" y="1254"/>
                  </a:lnTo>
                  <a:lnTo>
                    <a:pt x="6580" y="1218"/>
                  </a:lnTo>
                  <a:lnTo>
                    <a:pt x="6598" y="1163"/>
                  </a:lnTo>
                  <a:lnTo>
                    <a:pt x="6598" y="1145"/>
                  </a:lnTo>
                  <a:lnTo>
                    <a:pt x="6635" y="1127"/>
                  </a:lnTo>
                  <a:lnTo>
                    <a:pt x="6635" y="1127"/>
                  </a:lnTo>
                  <a:lnTo>
                    <a:pt x="7180" y="1018"/>
                  </a:lnTo>
                  <a:lnTo>
                    <a:pt x="7725" y="909"/>
                  </a:lnTo>
                  <a:lnTo>
                    <a:pt x="7616" y="454"/>
                  </a:lnTo>
                  <a:lnTo>
                    <a:pt x="7616" y="454"/>
                  </a:lnTo>
                  <a:lnTo>
                    <a:pt x="7071" y="545"/>
                  </a:lnTo>
                  <a:lnTo>
                    <a:pt x="6526" y="673"/>
                  </a:lnTo>
                  <a:lnTo>
                    <a:pt x="6526" y="673"/>
                  </a:lnTo>
                  <a:lnTo>
                    <a:pt x="6508" y="673"/>
                  </a:lnTo>
                  <a:lnTo>
                    <a:pt x="6508" y="673"/>
                  </a:lnTo>
                  <a:lnTo>
                    <a:pt x="6471" y="654"/>
                  </a:lnTo>
                  <a:lnTo>
                    <a:pt x="6435" y="618"/>
                  </a:lnTo>
                  <a:lnTo>
                    <a:pt x="6453" y="564"/>
                  </a:lnTo>
                  <a:lnTo>
                    <a:pt x="6471" y="545"/>
                  </a:lnTo>
                  <a:lnTo>
                    <a:pt x="6489" y="545"/>
                  </a:lnTo>
                  <a:lnTo>
                    <a:pt x="6489" y="545"/>
                  </a:lnTo>
                  <a:lnTo>
                    <a:pt x="7035" y="418"/>
                  </a:lnTo>
                  <a:lnTo>
                    <a:pt x="7580" y="309"/>
                  </a:lnTo>
                  <a:lnTo>
                    <a:pt x="7616" y="454"/>
                  </a:lnTo>
                  <a:lnTo>
                    <a:pt x="7580" y="309"/>
                  </a:lnTo>
                  <a:lnTo>
                    <a:pt x="7507"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7"/>
            <p:cNvSpPr/>
            <p:nvPr/>
          </p:nvSpPr>
          <p:spPr>
            <a:xfrm>
              <a:off x="2153295" y="1990912"/>
              <a:ext cx="223759" cy="205948"/>
            </a:xfrm>
            <a:custGeom>
              <a:rect b="b" l="l" r="r" t="t"/>
              <a:pathLst>
                <a:path extrusionOk="0" h="5053" w="5490">
                  <a:moveTo>
                    <a:pt x="5199" y="0"/>
                  </a:moveTo>
                  <a:lnTo>
                    <a:pt x="1291" y="1218"/>
                  </a:lnTo>
                  <a:lnTo>
                    <a:pt x="1182" y="1709"/>
                  </a:lnTo>
                  <a:lnTo>
                    <a:pt x="1037" y="2199"/>
                  </a:lnTo>
                  <a:lnTo>
                    <a:pt x="891" y="2690"/>
                  </a:lnTo>
                  <a:lnTo>
                    <a:pt x="728" y="3163"/>
                  </a:lnTo>
                  <a:lnTo>
                    <a:pt x="564" y="3635"/>
                  </a:lnTo>
                  <a:lnTo>
                    <a:pt x="383" y="4108"/>
                  </a:lnTo>
                  <a:lnTo>
                    <a:pt x="1" y="5053"/>
                  </a:lnTo>
                  <a:lnTo>
                    <a:pt x="637" y="4744"/>
                  </a:lnTo>
                  <a:lnTo>
                    <a:pt x="1273" y="4435"/>
                  </a:lnTo>
                  <a:lnTo>
                    <a:pt x="2527" y="3835"/>
                  </a:lnTo>
                  <a:lnTo>
                    <a:pt x="3145" y="3526"/>
                  </a:lnTo>
                  <a:lnTo>
                    <a:pt x="3763" y="3199"/>
                  </a:lnTo>
                  <a:lnTo>
                    <a:pt x="4363" y="2836"/>
                  </a:lnTo>
                  <a:lnTo>
                    <a:pt x="4945" y="2454"/>
                  </a:lnTo>
                  <a:lnTo>
                    <a:pt x="5472" y="2072"/>
                  </a:lnTo>
                  <a:lnTo>
                    <a:pt x="5490" y="1854"/>
                  </a:lnTo>
                  <a:lnTo>
                    <a:pt x="5472" y="1618"/>
                  </a:lnTo>
                  <a:lnTo>
                    <a:pt x="5454" y="1345"/>
                  </a:lnTo>
                  <a:lnTo>
                    <a:pt x="5417" y="1091"/>
                  </a:lnTo>
                  <a:lnTo>
                    <a:pt x="5326" y="527"/>
                  </a:lnTo>
                  <a:lnTo>
                    <a:pt x="51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7"/>
            <p:cNvSpPr/>
            <p:nvPr/>
          </p:nvSpPr>
          <p:spPr>
            <a:xfrm>
              <a:off x="2153295" y="1990912"/>
              <a:ext cx="223759" cy="205948"/>
            </a:xfrm>
            <a:custGeom>
              <a:rect b="b" l="l" r="r" t="t"/>
              <a:pathLst>
                <a:path extrusionOk="0" fill="none" h="5053" w="5490">
                  <a:moveTo>
                    <a:pt x="5199" y="0"/>
                  </a:moveTo>
                  <a:lnTo>
                    <a:pt x="1291" y="1218"/>
                  </a:lnTo>
                  <a:lnTo>
                    <a:pt x="1291" y="1218"/>
                  </a:lnTo>
                  <a:lnTo>
                    <a:pt x="1182" y="1709"/>
                  </a:lnTo>
                  <a:lnTo>
                    <a:pt x="1037" y="2199"/>
                  </a:lnTo>
                  <a:lnTo>
                    <a:pt x="891" y="2690"/>
                  </a:lnTo>
                  <a:lnTo>
                    <a:pt x="728" y="3163"/>
                  </a:lnTo>
                  <a:lnTo>
                    <a:pt x="564" y="3635"/>
                  </a:lnTo>
                  <a:lnTo>
                    <a:pt x="383" y="4108"/>
                  </a:lnTo>
                  <a:lnTo>
                    <a:pt x="1" y="5053"/>
                  </a:lnTo>
                  <a:lnTo>
                    <a:pt x="1" y="5053"/>
                  </a:lnTo>
                  <a:lnTo>
                    <a:pt x="637" y="4744"/>
                  </a:lnTo>
                  <a:lnTo>
                    <a:pt x="1273" y="4435"/>
                  </a:lnTo>
                  <a:lnTo>
                    <a:pt x="2527" y="3835"/>
                  </a:lnTo>
                  <a:lnTo>
                    <a:pt x="3145" y="3526"/>
                  </a:lnTo>
                  <a:lnTo>
                    <a:pt x="3763" y="3199"/>
                  </a:lnTo>
                  <a:lnTo>
                    <a:pt x="4363" y="2836"/>
                  </a:lnTo>
                  <a:lnTo>
                    <a:pt x="4945" y="2454"/>
                  </a:lnTo>
                  <a:lnTo>
                    <a:pt x="4945" y="2454"/>
                  </a:lnTo>
                  <a:lnTo>
                    <a:pt x="4945" y="2454"/>
                  </a:lnTo>
                  <a:lnTo>
                    <a:pt x="4945" y="2454"/>
                  </a:lnTo>
                  <a:lnTo>
                    <a:pt x="5472" y="2072"/>
                  </a:lnTo>
                  <a:lnTo>
                    <a:pt x="5472" y="2072"/>
                  </a:lnTo>
                  <a:lnTo>
                    <a:pt x="5490" y="1854"/>
                  </a:lnTo>
                  <a:lnTo>
                    <a:pt x="5472" y="1618"/>
                  </a:lnTo>
                  <a:lnTo>
                    <a:pt x="5454" y="1345"/>
                  </a:lnTo>
                  <a:lnTo>
                    <a:pt x="5417" y="1091"/>
                  </a:lnTo>
                  <a:lnTo>
                    <a:pt x="5326" y="527"/>
                  </a:lnTo>
                  <a:lnTo>
                    <a:pt x="519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7"/>
            <p:cNvSpPr/>
            <p:nvPr/>
          </p:nvSpPr>
          <p:spPr>
            <a:xfrm>
              <a:off x="1925871" y="1991646"/>
              <a:ext cx="288971" cy="289704"/>
            </a:xfrm>
            <a:custGeom>
              <a:rect b="b" l="l" r="r" t="t"/>
              <a:pathLst>
                <a:path extrusionOk="0" h="7108" w="7090">
                  <a:moveTo>
                    <a:pt x="2764" y="0"/>
                  </a:moveTo>
                  <a:lnTo>
                    <a:pt x="2418" y="37"/>
                  </a:lnTo>
                  <a:lnTo>
                    <a:pt x="2146" y="91"/>
                  </a:lnTo>
                  <a:lnTo>
                    <a:pt x="1891" y="146"/>
                  </a:lnTo>
                  <a:lnTo>
                    <a:pt x="1637" y="237"/>
                  </a:lnTo>
                  <a:lnTo>
                    <a:pt x="1382" y="327"/>
                  </a:lnTo>
                  <a:lnTo>
                    <a:pt x="1128" y="436"/>
                  </a:lnTo>
                  <a:lnTo>
                    <a:pt x="891" y="564"/>
                  </a:lnTo>
                  <a:lnTo>
                    <a:pt x="673" y="709"/>
                  </a:lnTo>
                  <a:lnTo>
                    <a:pt x="455" y="855"/>
                  </a:lnTo>
                  <a:lnTo>
                    <a:pt x="219" y="1054"/>
                  </a:lnTo>
                  <a:lnTo>
                    <a:pt x="1" y="1273"/>
                  </a:lnTo>
                  <a:lnTo>
                    <a:pt x="1" y="1309"/>
                  </a:lnTo>
                  <a:lnTo>
                    <a:pt x="1237" y="7107"/>
                  </a:lnTo>
                  <a:lnTo>
                    <a:pt x="2164" y="6725"/>
                  </a:lnTo>
                  <a:lnTo>
                    <a:pt x="3091" y="6344"/>
                  </a:lnTo>
                  <a:lnTo>
                    <a:pt x="4290" y="5817"/>
                  </a:lnTo>
                  <a:lnTo>
                    <a:pt x="5472" y="5253"/>
                  </a:lnTo>
                  <a:lnTo>
                    <a:pt x="5708" y="4744"/>
                  </a:lnTo>
                  <a:lnTo>
                    <a:pt x="5908" y="4235"/>
                  </a:lnTo>
                  <a:lnTo>
                    <a:pt x="6108" y="3708"/>
                  </a:lnTo>
                  <a:lnTo>
                    <a:pt x="6308" y="3181"/>
                  </a:lnTo>
                  <a:lnTo>
                    <a:pt x="6471" y="2654"/>
                  </a:lnTo>
                  <a:lnTo>
                    <a:pt x="6635" y="2109"/>
                  </a:lnTo>
                  <a:lnTo>
                    <a:pt x="6780" y="1582"/>
                  </a:lnTo>
                  <a:lnTo>
                    <a:pt x="6926" y="1018"/>
                  </a:lnTo>
                  <a:lnTo>
                    <a:pt x="6926" y="1000"/>
                  </a:lnTo>
                  <a:lnTo>
                    <a:pt x="6999" y="636"/>
                  </a:lnTo>
                  <a:lnTo>
                    <a:pt x="7089" y="182"/>
                  </a:lnTo>
                  <a:lnTo>
                    <a:pt x="6108" y="364"/>
                  </a:lnTo>
                  <a:lnTo>
                    <a:pt x="5617" y="455"/>
                  </a:lnTo>
                  <a:lnTo>
                    <a:pt x="5126" y="509"/>
                  </a:lnTo>
                  <a:lnTo>
                    <a:pt x="4817" y="364"/>
                  </a:lnTo>
                  <a:lnTo>
                    <a:pt x="4490" y="237"/>
                  </a:lnTo>
                  <a:lnTo>
                    <a:pt x="4163" y="127"/>
                  </a:lnTo>
                  <a:lnTo>
                    <a:pt x="3818" y="55"/>
                  </a:lnTo>
                  <a:lnTo>
                    <a:pt x="3472" y="18"/>
                  </a:lnTo>
                  <a:lnTo>
                    <a:pt x="310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7"/>
            <p:cNvSpPr/>
            <p:nvPr/>
          </p:nvSpPr>
          <p:spPr>
            <a:xfrm>
              <a:off x="1925871" y="1991646"/>
              <a:ext cx="288971" cy="289704"/>
            </a:xfrm>
            <a:custGeom>
              <a:rect b="b" l="l" r="r" t="t"/>
              <a:pathLst>
                <a:path extrusionOk="0" fill="none" h="7108" w="7090">
                  <a:moveTo>
                    <a:pt x="7089" y="182"/>
                  </a:moveTo>
                  <a:lnTo>
                    <a:pt x="7089" y="182"/>
                  </a:lnTo>
                  <a:lnTo>
                    <a:pt x="6999" y="636"/>
                  </a:lnTo>
                  <a:lnTo>
                    <a:pt x="6999" y="636"/>
                  </a:lnTo>
                  <a:lnTo>
                    <a:pt x="6926" y="1000"/>
                  </a:lnTo>
                  <a:lnTo>
                    <a:pt x="6926" y="1000"/>
                  </a:lnTo>
                  <a:lnTo>
                    <a:pt x="6926" y="1018"/>
                  </a:lnTo>
                  <a:lnTo>
                    <a:pt x="6926" y="1018"/>
                  </a:lnTo>
                  <a:lnTo>
                    <a:pt x="6780" y="1582"/>
                  </a:lnTo>
                  <a:lnTo>
                    <a:pt x="6635" y="2109"/>
                  </a:lnTo>
                  <a:lnTo>
                    <a:pt x="6471" y="2654"/>
                  </a:lnTo>
                  <a:lnTo>
                    <a:pt x="6308" y="3181"/>
                  </a:lnTo>
                  <a:lnTo>
                    <a:pt x="6108" y="3708"/>
                  </a:lnTo>
                  <a:lnTo>
                    <a:pt x="5908" y="4235"/>
                  </a:lnTo>
                  <a:lnTo>
                    <a:pt x="5708" y="4744"/>
                  </a:lnTo>
                  <a:lnTo>
                    <a:pt x="5472" y="5253"/>
                  </a:lnTo>
                  <a:lnTo>
                    <a:pt x="5472" y="5253"/>
                  </a:lnTo>
                  <a:lnTo>
                    <a:pt x="4290" y="5817"/>
                  </a:lnTo>
                  <a:lnTo>
                    <a:pt x="3091" y="6344"/>
                  </a:lnTo>
                  <a:lnTo>
                    <a:pt x="3091" y="6344"/>
                  </a:lnTo>
                  <a:lnTo>
                    <a:pt x="2164" y="6725"/>
                  </a:lnTo>
                  <a:lnTo>
                    <a:pt x="1237" y="7107"/>
                  </a:lnTo>
                  <a:lnTo>
                    <a:pt x="1237" y="7107"/>
                  </a:lnTo>
                  <a:lnTo>
                    <a:pt x="1" y="1309"/>
                  </a:lnTo>
                  <a:lnTo>
                    <a:pt x="1" y="1309"/>
                  </a:lnTo>
                  <a:lnTo>
                    <a:pt x="1" y="1273"/>
                  </a:lnTo>
                  <a:lnTo>
                    <a:pt x="1" y="1273"/>
                  </a:lnTo>
                  <a:lnTo>
                    <a:pt x="219" y="1054"/>
                  </a:lnTo>
                  <a:lnTo>
                    <a:pt x="455" y="855"/>
                  </a:lnTo>
                  <a:lnTo>
                    <a:pt x="455" y="855"/>
                  </a:lnTo>
                  <a:lnTo>
                    <a:pt x="673" y="709"/>
                  </a:lnTo>
                  <a:lnTo>
                    <a:pt x="891" y="564"/>
                  </a:lnTo>
                  <a:lnTo>
                    <a:pt x="1128" y="436"/>
                  </a:lnTo>
                  <a:lnTo>
                    <a:pt x="1382" y="327"/>
                  </a:lnTo>
                  <a:lnTo>
                    <a:pt x="1637" y="237"/>
                  </a:lnTo>
                  <a:lnTo>
                    <a:pt x="1891" y="146"/>
                  </a:lnTo>
                  <a:lnTo>
                    <a:pt x="2146" y="91"/>
                  </a:lnTo>
                  <a:lnTo>
                    <a:pt x="2418" y="37"/>
                  </a:lnTo>
                  <a:lnTo>
                    <a:pt x="2418" y="37"/>
                  </a:lnTo>
                  <a:lnTo>
                    <a:pt x="2764" y="0"/>
                  </a:lnTo>
                  <a:lnTo>
                    <a:pt x="3109" y="0"/>
                  </a:lnTo>
                  <a:lnTo>
                    <a:pt x="3472" y="18"/>
                  </a:lnTo>
                  <a:lnTo>
                    <a:pt x="3818" y="55"/>
                  </a:lnTo>
                  <a:lnTo>
                    <a:pt x="4163" y="127"/>
                  </a:lnTo>
                  <a:lnTo>
                    <a:pt x="4490" y="237"/>
                  </a:lnTo>
                  <a:lnTo>
                    <a:pt x="4817" y="364"/>
                  </a:lnTo>
                  <a:lnTo>
                    <a:pt x="5126" y="509"/>
                  </a:lnTo>
                  <a:lnTo>
                    <a:pt x="5126" y="509"/>
                  </a:lnTo>
                  <a:lnTo>
                    <a:pt x="5617" y="455"/>
                  </a:lnTo>
                  <a:lnTo>
                    <a:pt x="6108" y="364"/>
                  </a:lnTo>
                  <a:lnTo>
                    <a:pt x="7089" y="18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7"/>
            <p:cNvSpPr/>
            <p:nvPr/>
          </p:nvSpPr>
          <p:spPr>
            <a:xfrm>
              <a:off x="1788112" y="2025718"/>
              <a:ext cx="156346" cy="35581"/>
            </a:xfrm>
            <a:custGeom>
              <a:rect b="b" l="l" r="r" t="t"/>
              <a:pathLst>
                <a:path extrusionOk="0" h="873" w="3836">
                  <a:moveTo>
                    <a:pt x="3054" y="0"/>
                  </a:moveTo>
                  <a:lnTo>
                    <a:pt x="2327" y="19"/>
                  </a:lnTo>
                  <a:lnTo>
                    <a:pt x="1600" y="91"/>
                  </a:lnTo>
                  <a:lnTo>
                    <a:pt x="836" y="200"/>
                  </a:lnTo>
                  <a:lnTo>
                    <a:pt x="0" y="364"/>
                  </a:lnTo>
                  <a:lnTo>
                    <a:pt x="582" y="873"/>
                  </a:lnTo>
                  <a:lnTo>
                    <a:pt x="982" y="818"/>
                  </a:lnTo>
                  <a:lnTo>
                    <a:pt x="1345" y="764"/>
                  </a:lnTo>
                  <a:lnTo>
                    <a:pt x="1999" y="636"/>
                  </a:lnTo>
                  <a:lnTo>
                    <a:pt x="2308" y="564"/>
                  </a:lnTo>
                  <a:lnTo>
                    <a:pt x="2636" y="527"/>
                  </a:lnTo>
                  <a:lnTo>
                    <a:pt x="2981" y="491"/>
                  </a:lnTo>
                  <a:lnTo>
                    <a:pt x="3381" y="473"/>
                  </a:lnTo>
                  <a:lnTo>
                    <a:pt x="3381" y="437"/>
                  </a:lnTo>
                  <a:lnTo>
                    <a:pt x="3599" y="218"/>
                  </a:lnTo>
                  <a:lnTo>
                    <a:pt x="3835" y="19"/>
                  </a:lnTo>
                  <a:lnTo>
                    <a:pt x="3435"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7"/>
            <p:cNvSpPr/>
            <p:nvPr/>
          </p:nvSpPr>
          <p:spPr>
            <a:xfrm>
              <a:off x="1788112" y="2025718"/>
              <a:ext cx="156346" cy="35581"/>
            </a:xfrm>
            <a:custGeom>
              <a:rect b="b" l="l" r="r" t="t"/>
              <a:pathLst>
                <a:path extrusionOk="0" fill="none" h="873" w="3836">
                  <a:moveTo>
                    <a:pt x="3054" y="0"/>
                  </a:moveTo>
                  <a:lnTo>
                    <a:pt x="3054" y="0"/>
                  </a:lnTo>
                  <a:lnTo>
                    <a:pt x="2327" y="19"/>
                  </a:lnTo>
                  <a:lnTo>
                    <a:pt x="1600" y="91"/>
                  </a:lnTo>
                  <a:lnTo>
                    <a:pt x="836" y="200"/>
                  </a:lnTo>
                  <a:lnTo>
                    <a:pt x="0" y="364"/>
                  </a:lnTo>
                  <a:lnTo>
                    <a:pt x="582" y="873"/>
                  </a:lnTo>
                  <a:lnTo>
                    <a:pt x="582" y="873"/>
                  </a:lnTo>
                  <a:lnTo>
                    <a:pt x="982" y="818"/>
                  </a:lnTo>
                  <a:lnTo>
                    <a:pt x="1345" y="764"/>
                  </a:lnTo>
                  <a:lnTo>
                    <a:pt x="1999" y="636"/>
                  </a:lnTo>
                  <a:lnTo>
                    <a:pt x="2308" y="564"/>
                  </a:lnTo>
                  <a:lnTo>
                    <a:pt x="2636" y="527"/>
                  </a:lnTo>
                  <a:lnTo>
                    <a:pt x="2981" y="491"/>
                  </a:lnTo>
                  <a:lnTo>
                    <a:pt x="3381" y="473"/>
                  </a:lnTo>
                  <a:lnTo>
                    <a:pt x="3381" y="473"/>
                  </a:lnTo>
                  <a:lnTo>
                    <a:pt x="3381" y="437"/>
                  </a:lnTo>
                  <a:lnTo>
                    <a:pt x="3381" y="437"/>
                  </a:lnTo>
                  <a:lnTo>
                    <a:pt x="3599" y="218"/>
                  </a:lnTo>
                  <a:lnTo>
                    <a:pt x="3835" y="19"/>
                  </a:lnTo>
                  <a:lnTo>
                    <a:pt x="3835" y="19"/>
                  </a:lnTo>
                  <a:lnTo>
                    <a:pt x="3435" y="0"/>
                  </a:lnTo>
                  <a:lnTo>
                    <a:pt x="305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7"/>
            <p:cNvSpPr/>
            <p:nvPr/>
          </p:nvSpPr>
          <p:spPr>
            <a:xfrm>
              <a:off x="1925871" y="1991646"/>
              <a:ext cx="288971" cy="53352"/>
            </a:xfrm>
            <a:custGeom>
              <a:rect b="b" l="l" r="r" t="t"/>
              <a:pathLst>
                <a:path extrusionOk="0" h="1309" w="7090">
                  <a:moveTo>
                    <a:pt x="2745" y="0"/>
                  </a:moveTo>
                  <a:lnTo>
                    <a:pt x="2418" y="37"/>
                  </a:lnTo>
                  <a:lnTo>
                    <a:pt x="2146" y="91"/>
                  </a:lnTo>
                  <a:lnTo>
                    <a:pt x="1891" y="146"/>
                  </a:lnTo>
                  <a:lnTo>
                    <a:pt x="1637" y="237"/>
                  </a:lnTo>
                  <a:lnTo>
                    <a:pt x="1382" y="327"/>
                  </a:lnTo>
                  <a:lnTo>
                    <a:pt x="1128" y="436"/>
                  </a:lnTo>
                  <a:lnTo>
                    <a:pt x="891" y="564"/>
                  </a:lnTo>
                  <a:lnTo>
                    <a:pt x="673" y="709"/>
                  </a:lnTo>
                  <a:lnTo>
                    <a:pt x="455" y="855"/>
                  </a:lnTo>
                  <a:lnTo>
                    <a:pt x="219" y="1054"/>
                  </a:lnTo>
                  <a:lnTo>
                    <a:pt x="1" y="1273"/>
                  </a:lnTo>
                  <a:lnTo>
                    <a:pt x="1" y="1309"/>
                  </a:lnTo>
                  <a:lnTo>
                    <a:pt x="764" y="1291"/>
                  </a:lnTo>
                  <a:lnTo>
                    <a:pt x="964" y="1091"/>
                  </a:lnTo>
                  <a:lnTo>
                    <a:pt x="1200" y="927"/>
                  </a:lnTo>
                  <a:lnTo>
                    <a:pt x="1400" y="782"/>
                  </a:lnTo>
                  <a:lnTo>
                    <a:pt x="1619" y="673"/>
                  </a:lnTo>
                  <a:lnTo>
                    <a:pt x="1837" y="582"/>
                  </a:lnTo>
                  <a:lnTo>
                    <a:pt x="2073" y="491"/>
                  </a:lnTo>
                  <a:lnTo>
                    <a:pt x="2309" y="436"/>
                  </a:lnTo>
                  <a:lnTo>
                    <a:pt x="2564" y="382"/>
                  </a:lnTo>
                  <a:lnTo>
                    <a:pt x="2800" y="364"/>
                  </a:lnTo>
                  <a:lnTo>
                    <a:pt x="3054" y="346"/>
                  </a:lnTo>
                  <a:lnTo>
                    <a:pt x="3345" y="364"/>
                  </a:lnTo>
                  <a:lnTo>
                    <a:pt x="3618" y="400"/>
                  </a:lnTo>
                  <a:lnTo>
                    <a:pt x="3909" y="455"/>
                  </a:lnTo>
                  <a:lnTo>
                    <a:pt x="4181" y="546"/>
                  </a:lnTo>
                  <a:lnTo>
                    <a:pt x="4454" y="655"/>
                  </a:lnTo>
                  <a:lnTo>
                    <a:pt x="4690" y="782"/>
                  </a:lnTo>
                  <a:lnTo>
                    <a:pt x="4927" y="945"/>
                  </a:lnTo>
                  <a:lnTo>
                    <a:pt x="5163" y="1127"/>
                  </a:lnTo>
                  <a:lnTo>
                    <a:pt x="6926" y="1018"/>
                  </a:lnTo>
                  <a:lnTo>
                    <a:pt x="6926" y="1000"/>
                  </a:lnTo>
                  <a:lnTo>
                    <a:pt x="6999" y="636"/>
                  </a:lnTo>
                  <a:lnTo>
                    <a:pt x="7089" y="182"/>
                  </a:lnTo>
                  <a:lnTo>
                    <a:pt x="6108" y="364"/>
                  </a:lnTo>
                  <a:lnTo>
                    <a:pt x="5617" y="455"/>
                  </a:lnTo>
                  <a:lnTo>
                    <a:pt x="5126" y="509"/>
                  </a:lnTo>
                  <a:lnTo>
                    <a:pt x="4890" y="382"/>
                  </a:lnTo>
                  <a:lnTo>
                    <a:pt x="4636" y="291"/>
                  </a:lnTo>
                  <a:lnTo>
                    <a:pt x="4381" y="200"/>
                  </a:lnTo>
                  <a:lnTo>
                    <a:pt x="4127" y="127"/>
                  </a:lnTo>
                  <a:lnTo>
                    <a:pt x="3872" y="73"/>
                  </a:lnTo>
                  <a:lnTo>
                    <a:pt x="3600" y="18"/>
                  </a:lnTo>
                  <a:lnTo>
                    <a:pt x="3327"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7"/>
            <p:cNvSpPr/>
            <p:nvPr/>
          </p:nvSpPr>
          <p:spPr>
            <a:xfrm>
              <a:off x="1925871" y="1991646"/>
              <a:ext cx="288971" cy="53352"/>
            </a:xfrm>
            <a:custGeom>
              <a:rect b="b" l="l" r="r" t="t"/>
              <a:pathLst>
                <a:path extrusionOk="0" fill="none" h="1309" w="7090">
                  <a:moveTo>
                    <a:pt x="3054" y="0"/>
                  </a:moveTo>
                  <a:lnTo>
                    <a:pt x="3054" y="0"/>
                  </a:lnTo>
                  <a:lnTo>
                    <a:pt x="2745" y="0"/>
                  </a:lnTo>
                  <a:lnTo>
                    <a:pt x="2418" y="37"/>
                  </a:lnTo>
                  <a:lnTo>
                    <a:pt x="2418" y="37"/>
                  </a:lnTo>
                  <a:lnTo>
                    <a:pt x="2146" y="91"/>
                  </a:lnTo>
                  <a:lnTo>
                    <a:pt x="1891" y="146"/>
                  </a:lnTo>
                  <a:lnTo>
                    <a:pt x="1637" y="237"/>
                  </a:lnTo>
                  <a:lnTo>
                    <a:pt x="1382" y="327"/>
                  </a:lnTo>
                  <a:lnTo>
                    <a:pt x="1128" y="436"/>
                  </a:lnTo>
                  <a:lnTo>
                    <a:pt x="891" y="564"/>
                  </a:lnTo>
                  <a:lnTo>
                    <a:pt x="673" y="709"/>
                  </a:lnTo>
                  <a:lnTo>
                    <a:pt x="455" y="855"/>
                  </a:lnTo>
                  <a:lnTo>
                    <a:pt x="455" y="855"/>
                  </a:lnTo>
                  <a:lnTo>
                    <a:pt x="455" y="855"/>
                  </a:lnTo>
                  <a:lnTo>
                    <a:pt x="219" y="1054"/>
                  </a:lnTo>
                  <a:lnTo>
                    <a:pt x="1" y="1273"/>
                  </a:lnTo>
                  <a:lnTo>
                    <a:pt x="1" y="1273"/>
                  </a:lnTo>
                  <a:lnTo>
                    <a:pt x="1" y="1309"/>
                  </a:lnTo>
                  <a:lnTo>
                    <a:pt x="1" y="1309"/>
                  </a:lnTo>
                  <a:lnTo>
                    <a:pt x="1" y="1309"/>
                  </a:lnTo>
                  <a:lnTo>
                    <a:pt x="764" y="1291"/>
                  </a:lnTo>
                  <a:lnTo>
                    <a:pt x="764" y="1291"/>
                  </a:lnTo>
                  <a:lnTo>
                    <a:pt x="964" y="1091"/>
                  </a:lnTo>
                  <a:lnTo>
                    <a:pt x="1200" y="927"/>
                  </a:lnTo>
                  <a:lnTo>
                    <a:pt x="1200" y="927"/>
                  </a:lnTo>
                  <a:lnTo>
                    <a:pt x="1400" y="782"/>
                  </a:lnTo>
                  <a:lnTo>
                    <a:pt x="1619" y="673"/>
                  </a:lnTo>
                  <a:lnTo>
                    <a:pt x="1837" y="582"/>
                  </a:lnTo>
                  <a:lnTo>
                    <a:pt x="2073" y="491"/>
                  </a:lnTo>
                  <a:lnTo>
                    <a:pt x="2309" y="436"/>
                  </a:lnTo>
                  <a:lnTo>
                    <a:pt x="2564" y="382"/>
                  </a:lnTo>
                  <a:lnTo>
                    <a:pt x="2800" y="364"/>
                  </a:lnTo>
                  <a:lnTo>
                    <a:pt x="3054" y="346"/>
                  </a:lnTo>
                  <a:lnTo>
                    <a:pt x="3054" y="346"/>
                  </a:lnTo>
                  <a:lnTo>
                    <a:pt x="3345" y="364"/>
                  </a:lnTo>
                  <a:lnTo>
                    <a:pt x="3618" y="400"/>
                  </a:lnTo>
                  <a:lnTo>
                    <a:pt x="3909" y="455"/>
                  </a:lnTo>
                  <a:lnTo>
                    <a:pt x="4181" y="546"/>
                  </a:lnTo>
                  <a:lnTo>
                    <a:pt x="4454" y="655"/>
                  </a:lnTo>
                  <a:lnTo>
                    <a:pt x="4690" y="782"/>
                  </a:lnTo>
                  <a:lnTo>
                    <a:pt x="4927" y="945"/>
                  </a:lnTo>
                  <a:lnTo>
                    <a:pt x="5163" y="1127"/>
                  </a:lnTo>
                  <a:lnTo>
                    <a:pt x="6926" y="1018"/>
                  </a:lnTo>
                  <a:lnTo>
                    <a:pt x="6926" y="1018"/>
                  </a:lnTo>
                  <a:lnTo>
                    <a:pt x="6926" y="1000"/>
                  </a:lnTo>
                  <a:lnTo>
                    <a:pt x="6926" y="1000"/>
                  </a:lnTo>
                  <a:lnTo>
                    <a:pt x="6999" y="636"/>
                  </a:lnTo>
                  <a:lnTo>
                    <a:pt x="6999" y="636"/>
                  </a:lnTo>
                  <a:lnTo>
                    <a:pt x="7089" y="182"/>
                  </a:lnTo>
                  <a:lnTo>
                    <a:pt x="7089" y="182"/>
                  </a:lnTo>
                  <a:lnTo>
                    <a:pt x="6108" y="364"/>
                  </a:lnTo>
                  <a:lnTo>
                    <a:pt x="5617" y="455"/>
                  </a:lnTo>
                  <a:lnTo>
                    <a:pt x="5126" y="509"/>
                  </a:lnTo>
                  <a:lnTo>
                    <a:pt x="5126" y="509"/>
                  </a:lnTo>
                  <a:lnTo>
                    <a:pt x="4890" y="382"/>
                  </a:lnTo>
                  <a:lnTo>
                    <a:pt x="4636" y="291"/>
                  </a:lnTo>
                  <a:lnTo>
                    <a:pt x="4381" y="200"/>
                  </a:lnTo>
                  <a:lnTo>
                    <a:pt x="4127" y="127"/>
                  </a:lnTo>
                  <a:lnTo>
                    <a:pt x="3872" y="73"/>
                  </a:lnTo>
                  <a:lnTo>
                    <a:pt x="3600" y="18"/>
                  </a:lnTo>
                  <a:lnTo>
                    <a:pt x="3327" y="0"/>
                  </a:lnTo>
                  <a:lnTo>
                    <a:pt x="305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7"/>
            <p:cNvSpPr/>
            <p:nvPr/>
          </p:nvSpPr>
          <p:spPr>
            <a:xfrm>
              <a:off x="783572" y="1856088"/>
              <a:ext cx="39331" cy="50417"/>
            </a:xfrm>
            <a:custGeom>
              <a:rect b="b" l="l" r="r" t="t"/>
              <a:pathLst>
                <a:path extrusionOk="0" h="1237" w="965">
                  <a:moveTo>
                    <a:pt x="292" y="0"/>
                  </a:moveTo>
                  <a:lnTo>
                    <a:pt x="255" y="18"/>
                  </a:lnTo>
                  <a:lnTo>
                    <a:pt x="219" y="73"/>
                  </a:lnTo>
                  <a:lnTo>
                    <a:pt x="201" y="127"/>
                  </a:lnTo>
                  <a:lnTo>
                    <a:pt x="1" y="1181"/>
                  </a:lnTo>
                  <a:lnTo>
                    <a:pt x="128" y="1218"/>
                  </a:lnTo>
                  <a:lnTo>
                    <a:pt x="237" y="1236"/>
                  </a:lnTo>
                  <a:lnTo>
                    <a:pt x="364" y="1218"/>
                  </a:lnTo>
                  <a:lnTo>
                    <a:pt x="473" y="1163"/>
                  </a:lnTo>
                  <a:lnTo>
                    <a:pt x="564" y="1091"/>
                  </a:lnTo>
                  <a:lnTo>
                    <a:pt x="655" y="1018"/>
                  </a:lnTo>
                  <a:lnTo>
                    <a:pt x="710" y="909"/>
                  </a:lnTo>
                  <a:lnTo>
                    <a:pt x="746" y="782"/>
                  </a:lnTo>
                  <a:lnTo>
                    <a:pt x="855" y="418"/>
                  </a:lnTo>
                  <a:lnTo>
                    <a:pt x="964" y="55"/>
                  </a:lnTo>
                  <a:lnTo>
                    <a:pt x="36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7"/>
            <p:cNvSpPr/>
            <p:nvPr/>
          </p:nvSpPr>
          <p:spPr>
            <a:xfrm>
              <a:off x="783572" y="1856088"/>
              <a:ext cx="39331" cy="50417"/>
            </a:xfrm>
            <a:custGeom>
              <a:rect b="b" l="l" r="r" t="t"/>
              <a:pathLst>
                <a:path extrusionOk="0" fill="none" h="1237" w="965">
                  <a:moveTo>
                    <a:pt x="964" y="55"/>
                  </a:moveTo>
                  <a:lnTo>
                    <a:pt x="964" y="55"/>
                  </a:lnTo>
                  <a:lnTo>
                    <a:pt x="364" y="0"/>
                  </a:lnTo>
                  <a:lnTo>
                    <a:pt x="364" y="0"/>
                  </a:lnTo>
                  <a:lnTo>
                    <a:pt x="292" y="0"/>
                  </a:lnTo>
                  <a:lnTo>
                    <a:pt x="255" y="18"/>
                  </a:lnTo>
                  <a:lnTo>
                    <a:pt x="219" y="73"/>
                  </a:lnTo>
                  <a:lnTo>
                    <a:pt x="201" y="127"/>
                  </a:lnTo>
                  <a:lnTo>
                    <a:pt x="201" y="127"/>
                  </a:lnTo>
                  <a:lnTo>
                    <a:pt x="1" y="1181"/>
                  </a:lnTo>
                  <a:lnTo>
                    <a:pt x="1" y="1181"/>
                  </a:lnTo>
                  <a:lnTo>
                    <a:pt x="1" y="1181"/>
                  </a:lnTo>
                  <a:lnTo>
                    <a:pt x="128" y="1218"/>
                  </a:lnTo>
                  <a:lnTo>
                    <a:pt x="237" y="1236"/>
                  </a:lnTo>
                  <a:lnTo>
                    <a:pt x="364" y="1218"/>
                  </a:lnTo>
                  <a:lnTo>
                    <a:pt x="473" y="1163"/>
                  </a:lnTo>
                  <a:lnTo>
                    <a:pt x="564" y="1091"/>
                  </a:lnTo>
                  <a:lnTo>
                    <a:pt x="655" y="1018"/>
                  </a:lnTo>
                  <a:lnTo>
                    <a:pt x="710" y="909"/>
                  </a:lnTo>
                  <a:lnTo>
                    <a:pt x="746" y="782"/>
                  </a:lnTo>
                  <a:lnTo>
                    <a:pt x="746" y="782"/>
                  </a:lnTo>
                  <a:lnTo>
                    <a:pt x="855" y="418"/>
                  </a:lnTo>
                  <a:lnTo>
                    <a:pt x="964" y="55"/>
                  </a:lnTo>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7"/>
            <p:cNvSpPr/>
            <p:nvPr/>
          </p:nvSpPr>
          <p:spPr>
            <a:xfrm>
              <a:off x="791723" y="1847937"/>
              <a:ext cx="375621" cy="242996"/>
            </a:xfrm>
            <a:custGeom>
              <a:rect b="b" l="l" r="r" t="t"/>
              <a:pathLst>
                <a:path extrusionOk="0" h="5962" w="9216">
                  <a:moveTo>
                    <a:pt x="673" y="0"/>
                  </a:moveTo>
                  <a:lnTo>
                    <a:pt x="600" y="36"/>
                  </a:lnTo>
                  <a:lnTo>
                    <a:pt x="546" y="91"/>
                  </a:lnTo>
                  <a:lnTo>
                    <a:pt x="510" y="164"/>
                  </a:lnTo>
                  <a:lnTo>
                    <a:pt x="382" y="618"/>
                  </a:lnTo>
                  <a:lnTo>
                    <a:pt x="364" y="763"/>
                  </a:lnTo>
                  <a:lnTo>
                    <a:pt x="237" y="1218"/>
                  </a:lnTo>
                  <a:lnTo>
                    <a:pt x="201" y="1363"/>
                  </a:lnTo>
                  <a:lnTo>
                    <a:pt x="92" y="1836"/>
                  </a:lnTo>
                  <a:lnTo>
                    <a:pt x="55" y="1981"/>
                  </a:lnTo>
                  <a:lnTo>
                    <a:pt x="1" y="2145"/>
                  </a:lnTo>
                  <a:lnTo>
                    <a:pt x="1" y="2236"/>
                  </a:lnTo>
                  <a:lnTo>
                    <a:pt x="19" y="2327"/>
                  </a:lnTo>
                  <a:lnTo>
                    <a:pt x="73" y="2399"/>
                  </a:lnTo>
                  <a:lnTo>
                    <a:pt x="146" y="2454"/>
                  </a:lnTo>
                  <a:lnTo>
                    <a:pt x="691" y="2708"/>
                  </a:lnTo>
                  <a:lnTo>
                    <a:pt x="800" y="2872"/>
                  </a:lnTo>
                  <a:lnTo>
                    <a:pt x="928" y="3017"/>
                  </a:lnTo>
                  <a:lnTo>
                    <a:pt x="1091" y="3145"/>
                  </a:lnTo>
                  <a:lnTo>
                    <a:pt x="1291" y="3217"/>
                  </a:lnTo>
                  <a:lnTo>
                    <a:pt x="1927" y="3235"/>
                  </a:lnTo>
                  <a:lnTo>
                    <a:pt x="7017" y="5798"/>
                  </a:lnTo>
                  <a:lnTo>
                    <a:pt x="7253" y="5871"/>
                  </a:lnTo>
                  <a:lnTo>
                    <a:pt x="7489" y="5925"/>
                  </a:lnTo>
                  <a:lnTo>
                    <a:pt x="7689" y="5962"/>
                  </a:lnTo>
                  <a:lnTo>
                    <a:pt x="8089" y="5962"/>
                  </a:lnTo>
                  <a:lnTo>
                    <a:pt x="8252" y="5925"/>
                  </a:lnTo>
                  <a:lnTo>
                    <a:pt x="8416" y="5871"/>
                  </a:lnTo>
                  <a:lnTo>
                    <a:pt x="8561" y="5816"/>
                  </a:lnTo>
                  <a:lnTo>
                    <a:pt x="8689" y="5726"/>
                  </a:lnTo>
                  <a:lnTo>
                    <a:pt x="8816" y="5635"/>
                  </a:lnTo>
                  <a:lnTo>
                    <a:pt x="8907" y="5526"/>
                  </a:lnTo>
                  <a:lnTo>
                    <a:pt x="8998" y="5398"/>
                  </a:lnTo>
                  <a:lnTo>
                    <a:pt x="9070" y="5271"/>
                  </a:lnTo>
                  <a:lnTo>
                    <a:pt x="9143" y="5126"/>
                  </a:lnTo>
                  <a:lnTo>
                    <a:pt x="9179" y="4980"/>
                  </a:lnTo>
                  <a:lnTo>
                    <a:pt x="9216" y="4835"/>
                  </a:lnTo>
                  <a:lnTo>
                    <a:pt x="9216" y="4671"/>
                  </a:lnTo>
                  <a:lnTo>
                    <a:pt x="9216" y="4508"/>
                  </a:lnTo>
                  <a:lnTo>
                    <a:pt x="9198" y="4344"/>
                  </a:lnTo>
                  <a:lnTo>
                    <a:pt x="9179" y="4181"/>
                  </a:lnTo>
                  <a:lnTo>
                    <a:pt x="9125" y="4017"/>
                  </a:lnTo>
                  <a:lnTo>
                    <a:pt x="9052" y="3853"/>
                  </a:lnTo>
                  <a:lnTo>
                    <a:pt x="8980" y="3708"/>
                  </a:lnTo>
                  <a:lnTo>
                    <a:pt x="8889" y="3544"/>
                  </a:lnTo>
                  <a:lnTo>
                    <a:pt x="8780" y="3399"/>
                  </a:lnTo>
                  <a:lnTo>
                    <a:pt x="8634" y="3272"/>
                  </a:lnTo>
                  <a:lnTo>
                    <a:pt x="8489" y="3145"/>
                  </a:lnTo>
                  <a:lnTo>
                    <a:pt x="8325" y="3017"/>
                  </a:lnTo>
                  <a:lnTo>
                    <a:pt x="8143" y="2926"/>
                  </a:lnTo>
                  <a:lnTo>
                    <a:pt x="7962" y="2836"/>
                  </a:lnTo>
                  <a:lnTo>
                    <a:pt x="7744" y="2745"/>
                  </a:lnTo>
                  <a:lnTo>
                    <a:pt x="7507" y="2690"/>
                  </a:lnTo>
                  <a:lnTo>
                    <a:pt x="2454" y="1618"/>
                  </a:lnTo>
                  <a:lnTo>
                    <a:pt x="2509" y="436"/>
                  </a:lnTo>
                  <a:lnTo>
                    <a:pt x="764" y="18"/>
                  </a:lnTo>
                  <a:lnTo>
                    <a:pt x="67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7"/>
            <p:cNvSpPr/>
            <p:nvPr/>
          </p:nvSpPr>
          <p:spPr>
            <a:xfrm>
              <a:off x="1094711" y="1970900"/>
              <a:ext cx="236353" cy="232644"/>
            </a:xfrm>
            <a:custGeom>
              <a:rect b="b" l="l" r="r" t="t"/>
              <a:pathLst>
                <a:path extrusionOk="0" h="5708" w="5799">
                  <a:moveTo>
                    <a:pt x="437" y="0"/>
                  </a:moveTo>
                  <a:lnTo>
                    <a:pt x="346" y="273"/>
                  </a:lnTo>
                  <a:lnTo>
                    <a:pt x="273" y="582"/>
                  </a:lnTo>
                  <a:lnTo>
                    <a:pt x="182" y="909"/>
                  </a:lnTo>
                  <a:lnTo>
                    <a:pt x="110" y="1273"/>
                  </a:lnTo>
                  <a:lnTo>
                    <a:pt x="55" y="1618"/>
                  </a:lnTo>
                  <a:lnTo>
                    <a:pt x="19" y="1963"/>
                  </a:lnTo>
                  <a:lnTo>
                    <a:pt x="1" y="2272"/>
                  </a:lnTo>
                  <a:lnTo>
                    <a:pt x="1" y="2563"/>
                  </a:lnTo>
                  <a:lnTo>
                    <a:pt x="328" y="2799"/>
                  </a:lnTo>
                  <a:lnTo>
                    <a:pt x="673" y="3054"/>
                  </a:lnTo>
                  <a:lnTo>
                    <a:pt x="1018" y="3272"/>
                  </a:lnTo>
                  <a:lnTo>
                    <a:pt x="1364" y="3490"/>
                  </a:lnTo>
                  <a:lnTo>
                    <a:pt x="2073" y="3890"/>
                  </a:lnTo>
                  <a:lnTo>
                    <a:pt x="2818" y="4272"/>
                  </a:lnTo>
                  <a:lnTo>
                    <a:pt x="3563" y="4617"/>
                  </a:lnTo>
                  <a:lnTo>
                    <a:pt x="4308" y="4981"/>
                  </a:lnTo>
                  <a:lnTo>
                    <a:pt x="5053" y="5326"/>
                  </a:lnTo>
                  <a:lnTo>
                    <a:pt x="5799" y="5708"/>
                  </a:lnTo>
                  <a:lnTo>
                    <a:pt x="5544" y="5071"/>
                  </a:lnTo>
                  <a:lnTo>
                    <a:pt x="5308" y="4490"/>
                  </a:lnTo>
                  <a:lnTo>
                    <a:pt x="5108" y="3926"/>
                  </a:lnTo>
                  <a:lnTo>
                    <a:pt x="4926" y="3381"/>
                  </a:lnTo>
                  <a:lnTo>
                    <a:pt x="4763" y="2836"/>
                  </a:lnTo>
                  <a:lnTo>
                    <a:pt x="4617" y="2254"/>
                  </a:lnTo>
                  <a:lnTo>
                    <a:pt x="4490" y="1636"/>
                  </a:lnTo>
                  <a:lnTo>
                    <a:pt x="4363" y="964"/>
                  </a:lnTo>
                  <a:lnTo>
                    <a:pt x="3908" y="836"/>
                  </a:lnTo>
                  <a:lnTo>
                    <a:pt x="3418" y="709"/>
                  </a:lnTo>
                  <a:lnTo>
                    <a:pt x="2382" y="437"/>
                  </a:lnTo>
                  <a:lnTo>
                    <a:pt x="1873" y="291"/>
                  </a:lnTo>
                  <a:lnTo>
                    <a:pt x="1364" y="164"/>
                  </a:lnTo>
                  <a:lnTo>
                    <a:pt x="891" y="73"/>
                  </a:lnTo>
                  <a:lnTo>
                    <a:pt x="43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7"/>
            <p:cNvSpPr/>
            <p:nvPr/>
          </p:nvSpPr>
          <p:spPr>
            <a:xfrm>
              <a:off x="799875" y="1860531"/>
              <a:ext cx="11168" cy="44466"/>
            </a:xfrm>
            <a:custGeom>
              <a:rect b="b" l="l" r="r" t="t"/>
              <a:pathLst>
                <a:path extrusionOk="0" h="1091" w="274">
                  <a:moveTo>
                    <a:pt x="273" y="0"/>
                  </a:moveTo>
                  <a:lnTo>
                    <a:pt x="182" y="309"/>
                  </a:lnTo>
                  <a:lnTo>
                    <a:pt x="164" y="454"/>
                  </a:lnTo>
                  <a:lnTo>
                    <a:pt x="37" y="909"/>
                  </a:lnTo>
                  <a:lnTo>
                    <a:pt x="1" y="1054"/>
                  </a:lnTo>
                  <a:lnTo>
                    <a:pt x="1" y="1091"/>
                  </a:lnTo>
                  <a:lnTo>
                    <a:pt x="1" y="1091"/>
                  </a:lnTo>
                  <a:lnTo>
                    <a:pt x="1" y="1054"/>
                  </a:lnTo>
                  <a:lnTo>
                    <a:pt x="1" y="1054"/>
                  </a:lnTo>
                  <a:lnTo>
                    <a:pt x="37" y="909"/>
                  </a:lnTo>
                  <a:lnTo>
                    <a:pt x="37" y="909"/>
                  </a:lnTo>
                  <a:lnTo>
                    <a:pt x="164" y="454"/>
                  </a:lnTo>
                  <a:lnTo>
                    <a:pt x="164" y="454"/>
                  </a:lnTo>
                  <a:lnTo>
                    <a:pt x="182" y="309"/>
                  </a:lnTo>
                  <a:lnTo>
                    <a:pt x="273" y="0"/>
                  </a:lnTo>
                  <a:lnTo>
                    <a:pt x="273" y="0"/>
                  </a:lnTo>
                  <a:close/>
                </a:path>
              </a:pathLst>
            </a:custGeom>
            <a:solidFill>
              <a:srgbClr val="1E15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7"/>
            <p:cNvSpPr/>
            <p:nvPr/>
          </p:nvSpPr>
          <p:spPr>
            <a:xfrm>
              <a:off x="799875" y="1860531"/>
              <a:ext cx="11168" cy="44466"/>
            </a:xfrm>
            <a:custGeom>
              <a:rect b="b" l="l" r="r" t="t"/>
              <a:pathLst>
                <a:path extrusionOk="0" fill="none" h="1091" w="274">
                  <a:moveTo>
                    <a:pt x="273" y="0"/>
                  </a:moveTo>
                  <a:lnTo>
                    <a:pt x="182" y="309"/>
                  </a:lnTo>
                  <a:lnTo>
                    <a:pt x="164" y="454"/>
                  </a:lnTo>
                  <a:lnTo>
                    <a:pt x="37" y="909"/>
                  </a:lnTo>
                  <a:lnTo>
                    <a:pt x="1" y="1054"/>
                  </a:lnTo>
                  <a:lnTo>
                    <a:pt x="1" y="1091"/>
                  </a:lnTo>
                  <a:lnTo>
                    <a:pt x="1" y="1091"/>
                  </a:lnTo>
                  <a:lnTo>
                    <a:pt x="1" y="1054"/>
                  </a:lnTo>
                  <a:lnTo>
                    <a:pt x="1" y="1054"/>
                  </a:lnTo>
                  <a:lnTo>
                    <a:pt x="37" y="909"/>
                  </a:lnTo>
                  <a:lnTo>
                    <a:pt x="37" y="909"/>
                  </a:lnTo>
                  <a:lnTo>
                    <a:pt x="164" y="454"/>
                  </a:lnTo>
                  <a:lnTo>
                    <a:pt x="164" y="454"/>
                  </a:lnTo>
                  <a:lnTo>
                    <a:pt x="182" y="309"/>
                  </a:lnTo>
                  <a:lnTo>
                    <a:pt x="273" y="0"/>
                  </a:lnTo>
                  <a:lnTo>
                    <a:pt x="27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7"/>
            <p:cNvSpPr/>
            <p:nvPr/>
          </p:nvSpPr>
          <p:spPr>
            <a:xfrm>
              <a:off x="791723" y="1860531"/>
              <a:ext cx="324511" cy="230402"/>
            </a:xfrm>
            <a:custGeom>
              <a:rect b="b" l="l" r="r" t="t"/>
              <a:pathLst>
                <a:path extrusionOk="0" h="5653" w="7962">
                  <a:moveTo>
                    <a:pt x="473" y="0"/>
                  </a:moveTo>
                  <a:lnTo>
                    <a:pt x="382" y="309"/>
                  </a:lnTo>
                  <a:lnTo>
                    <a:pt x="946" y="418"/>
                  </a:lnTo>
                  <a:lnTo>
                    <a:pt x="1473" y="545"/>
                  </a:lnTo>
                  <a:lnTo>
                    <a:pt x="1509" y="545"/>
                  </a:lnTo>
                  <a:lnTo>
                    <a:pt x="1527" y="564"/>
                  </a:lnTo>
                  <a:lnTo>
                    <a:pt x="1527" y="618"/>
                  </a:lnTo>
                  <a:lnTo>
                    <a:pt x="1509" y="654"/>
                  </a:lnTo>
                  <a:lnTo>
                    <a:pt x="1455" y="673"/>
                  </a:lnTo>
                  <a:lnTo>
                    <a:pt x="1437" y="673"/>
                  </a:lnTo>
                  <a:lnTo>
                    <a:pt x="909" y="545"/>
                  </a:lnTo>
                  <a:lnTo>
                    <a:pt x="364" y="454"/>
                  </a:lnTo>
                  <a:lnTo>
                    <a:pt x="237" y="909"/>
                  </a:lnTo>
                  <a:lnTo>
                    <a:pt x="800" y="1018"/>
                  </a:lnTo>
                  <a:lnTo>
                    <a:pt x="1346" y="1127"/>
                  </a:lnTo>
                  <a:lnTo>
                    <a:pt x="1364" y="1145"/>
                  </a:lnTo>
                  <a:lnTo>
                    <a:pt x="1382" y="1163"/>
                  </a:lnTo>
                  <a:lnTo>
                    <a:pt x="1382" y="1218"/>
                  </a:lnTo>
                  <a:lnTo>
                    <a:pt x="1364" y="1254"/>
                  </a:lnTo>
                  <a:lnTo>
                    <a:pt x="1327" y="1272"/>
                  </a:lnTo>
                  <a:lnTo>
                    <a:pt x="1291" y="1272"/>
                  </a:lnTo>
                  <a:lnTo>
                    <a:pt x="746" y="1145"/>
                  </a:lnTo>
                  <a:lnTo>
                    <a:pt x="201" y="1054"/>
                  </a:lnTo>
                  <a:lnTo>
                    <a:pt x="201" y="1091"/>
                  </a:lnTo>
                  <a:lnTo>
                    <a:pt x="92" y="1527"/>
                  </a:lnTo>
                  <a:lnTo>
                    <a:pt x="637" y="1636"/>
                  </a:lnTo>
                  <a:lnTo>
                    <a:pt x="1182" y="1763"/>
                  </a:lnTo>
                  <a:lnTo>
                    <a:pt x="1200" y="1763"/>
                  </a:lnTo>
                  <a:lnTo>
                    <a:pt x="1218" y="1781"/>
                  </a:lnTo>
                  <a:lnTo>
                    <a:pt x="1218" y="1836"/>
                  </a:lnTo>
                  <a:lnTo>
                    <a:pt x="1200" y="1872"/>
                  </a:lnTo>
                  <a:lnTo>
                    <a:pt x="1146" y="1890"/>
                  </a:lnTo>
                  <a:lnTo>
                    <a:pt x="1128" y="1890"/>
                  </a:lnTo>
                  <a:lnTo>
                    <a:pt x="600" y="1763"/>
                  </a:lnTo>
                  <a:lnTo>
                    <a:pt x="55" y="1672"/>
                  </a:lnTo>
                  <a:lnTo>
                    <a:pt x="1" y="1836"/>
                  </a:lnTo>
                  <a:lnTo>
                    <a:pt x="1" y="1909"/>
                  </a:lnTo>
                  <a:lnTo>
                    <a:pt x="1" y="1981"/>
                  </a:lnTo>
                  <a:lnTo>
                    <a:pt x="37" y="2054"/>
                  </a:lnTo>
                  <a:lnTo>
                    <a:pt x="92" y="2109"/>
                  </a:lnTo>
                  <a:lnTo>
                    <a:pt x="146" y="2145"/>
                  </a:lnTo>
                  <a:lnTo>
                    <a:pt x="546" y="2327"/>
                  </a:lnTo>
                  <a:lnTo>
                    <a:pt x="691" y="2399"/>
                  </a:lnTo>
                  <a:lnTo>
                    <a:pt x="764" y="2527"/>
                  </a:lnTo>
                  <a:lnTo>
                    <a:pt x="837" y="2617"/>
                  </a:lnTo>
                  <a:lnTo>
                    <a:pt x="928" y="2708"/>
                  </a:lnTo>
                  <a:lnTo>
                    <a:pt x="1018" y="2781"/>
                  </a:lnTo>
                  <a:lnTo>
                    <a:pt x="1128" y="2836"/>
                  </a:lnTo>
                  <a:lnTo>
                    <a:pt x="1291" y="2908"/>
                  </a:lnTo>
                  <a:lnTo>
                    <a:pt x="1927" y="2926"/>
                  </a:lnTo>
                  <a:lnTo>
                    <a:pt x="7017" y="5489"/>
                  </a:lnTo>
                  <a:lnTo>
                    <a:pt x="7253" y="5562"/>
                  </a:lnTo>
                  <a:lnTo>
                    <a:pt x="7471" y="5616"/>
                  </a:lnTo>
                  <a:lnTo>
                    <a:pt x="7689" y="5653"/>
                  </a:lnTo>
                  <a:lnTo>
                    <a:pt x="7962" y="5653"/>
                  </a:lnTo>
                  <a:lnTo>
                    <a:pt x="7435" y="5271"/>
                  </a:lnTo>
                  <a:lnTo>
                    <a:pt x="7435" y="5053"/>
                  </a:lnTo>
                  <a:lnTo>
                    <a:pt x="7435" y="4817"/>
                  </a:lnTo>
                  <a:lnTo>
                    <a:pt x="7453" y="4544"/>
                  </a:lnTo>
                  <a:lnTo>
                    <a:pt x="7489" y="4290"/>
                  </a:lnTo>
                  <a:lnTo>
                    <a:pt x="7598" y="3726"/>
                  </a:lnTo>
                  <a:lnTo>
                    <a:pt x="7725" y="3199"/>
                  </a:lnTo>
                  <a:lnTo>
                    <a:pt x="2164" y="1472"/>
                  </a:lnTo>
                  <a:lnTo>
                    <a:pt x="2218" y="473"/>
                  </a:lnTo>
                  <a:lnTo>
                    <a:pt x="47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7"/>
            <p:cNvSpPr/>
            <p:nvPr/>
          </p:nvSpPr>
          <p:spPr>
            <a:xfrm>
              <a:off x="1094711" y="1990912"/>
              <a:ext cx="223759" cy="205948"/>
            </a:xfrm>
            <a:custGeom>
              <a:rect b="b" l="l" r="r" t="t"/>
              <a:pathLst>
                <a:path extrusionOk="0" h="5053" w="5490">
                  <a:moveTo>
                    <a:pt x="291" y="0"/>
                  </a:moveTo>
                  <a:lnTo>
                    <a:pt x="164" y="527"/>
                  </a:lnTo>
                  <a:lnTo>
                    <a:pt x="55" y="1091"/>
                  </a:lnTo>
                  <a:lnTo>
                    <a:pt x="19" y="1345"/>
                  </a:lnTo>
                  <a:lnTo>
                    <a:pt x="1" y="1618"/>
                  </a:lnTo>
                  <a:lnTo>
                    <a:pt x="1" y="1854"/>
                  </a:lnTo>
                  <a:lnTo>
                    <a:pt x="1" y="2072"/>
                  </a:lnTo>
                  <a:lnTo>
                    <a:pt x="528" y="2454"/>
                  </a:lnTo>
                  <a:lnTo>
                    <a:pt x="546" y="2454"/>
                  </a:lnTo>
                  <a:lnTo>
                    <a:pt x="1127" y="2836"/>
                  </a:lnTo>
                  <a:lnTo>
                    <a:pt x="1709" y="3199"/>
                  </a:lnTo>
                  <a:lnTo>
                    <a:pt x="2327" y="3526"/>
                  </a:lnTo>
                  <a:lnTo>
                    <a:pt x="2945" y="3835"/>
                  </a:lnTo>
                  <a:lnTo>
                    <a:pt x="4217" y="4435"/>
                  </a:lnTo>
                  <a:lnTo>
                    <a:pt x="4854" y="4744"/>
                  </a:lnTo>
                  <a:lnTo>
                    <a:pt x="5490" y="5053"/>
                  </a:lnTo>
                  <a:lnTo>
                    <a:pt x="5090" y="4108"/>
                  </a:lnTo>
                  <a:lnTo>
                    <a:pt x="4908" y="3635"/>
                  </a:lnTo>
                  <a:lnTo>
                    <a:pt x="4744" y="3163"/>
                  </a:lnTo>
                  <a:lnTo>
                    <a:pt x="4581" y="2690"/>
                  </a:lnTo>
                  <a:lnTo>
                    <a:pt x="4435" y="2199"/>
                  </a:lnTo>
                  <a:lnTo>
                    <a:pt x="4308" y="1709"/>
                  </a:lnTo>
                  <a:lnTo>
                    <a:pt x="4181" y="1218"/>
                  </a:lnTo>
                  <a:lnTo>
                    <a:pt x="29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7"/>
            <p:cNvSpPr/>
            <p:nvPr/>
          </p:nvSpPr>
          <p:spPr>
            <a:xfrm>
              <a:off x="1094711" y="1990912"/>
              <a:ext cx="223759" cy="205948"/>
            </a:xfrm>
            <a:custGeom>
              <a:rect b="b" l="l" r="r" t="t"/>
              <a:pathLst>
                <a:path extrusionOk="0" fill="none" h="5053" w="5490">
                  <a:moveTo>
                    <a:pt x="291" y="0"/>
                  </a:moveTo>
                  <a:lnTo>
                    <a:pt x="291" y="0"/>
                  </a:lnTo>
                  <a:lnTo>
                    <a:pt x="164" y="527"/>
                  </a:lnTo>
                  <a:lnTo>
                    <a:pt x="55" y="1091"/>
                  </a:lnTo>
                  <a:lnTo>
                    <a:pt x="19" y="1345"/>
                  </a:lnTo>
                  <a:lnTo>
                    <a:pt x="1" y="1618"/>
                  </a:lnTo>
                  <a:lnTo>
                    <a:pt x="1" y="1854"/>
                  </a:lnTo>
                  <a:lnTo>
                    <a:pt x="1" y="2072"/>
                  </a:lnTo>
                  <a:lnTo>
                    <a:pt x="1" y="2072"/>
                  </a:lnTo>
                  <a:lnTo>
                    <a:pt x="528" y="2454"/>
                  </a:lnTo>
                  <a:lnTo>
                    <a:pt x="528" y="2454"/>
                  </a:lnTo>
                  <a:lnTo>
                    <a:pt x="546" y="2454"/>
                  </a:lnTo>
                  <a:lnTo>
                    <a:pt x="546" y="2454"/>
                  </a:lnTo>
                  <a:lnTo>
                    <a:pt x="1127" y="2836"/>
                  </a:lnTo>
                  <a:lnTo>
                    <a:pt x="1709" y="3199"/>
                  </a:lnTo>
                  <a:lnTo>
                    <a:pt x="2327" y="3526"/>
                  </a:lnTo>
                  <a:lnTo>
                    <a:pt x="2945" y="3835"/>
                  </a:lnTo>
                  <a:lnTo>
                    <a:pt x="4217" y="4435"/>
                  </a:lnTo>
                  <a:lnTo>
                    <a:pt x="4854" y="4744"/>
                  </a:lnTo>
                  <a:lnTo>
                    <a:pt x="5490" y="5053"/>
                  </a:lnTo>
                  <a:lnTo>
                    <a:pt x="5490" y="5053"/>
                  </a:lnTo>
                  <a:lnTo>
                    <a:pt x="5090" y="4108"/>
                  </a:lnTo>
                  <a:lnTo>
                    <a:pt x="4908" y="3635"/>
                  </a:lnTo>
                  <a:lnTo>
                    <a:pt x="4744" y="3163"/>
                  </a:lnTo>
                  <a:lnTo>
                    <a:pt x="4581" y="2690"/>
                  </a:lnTo>
                  <a:lnTo>
                    <a:pt x="4435" y="2199"/>
                  </a:lnTo>
                  <a:lnTo>
                    <a:pt x="4308" y="1709"/>
                  </a:lnTo>
                  <a:lnTo>
                    <a:pt x="4181" y="1218"/>
                  </a:lnTo>
                  <a:lnTo>
                    <a:pt x="29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7"/>
            <p:cNvSpPr/>
            <p:nvPr/>
          </p:nvSpPr>
          <p:spPr>
            <a:xfrm>
              <a:off x="1256191" y="1991646"/>
              <a:ext cx="289704" cy="289704"/>
            </a:xfrm>
            <a:custGeom>
              <a:rect b="b" l="l" r="r" t="t"/>
              <a:pathLst>
                <a:path extrusionOk="0" h="7108" w="7108">
                  <a:moveTo>
                    <a:pt x="3981" y="0"/>
                  </a:moveTo>
                  <a:lnTo>
                    <a:pt x="3636" y="18"/>
                  </a:lnTo>
                  <a:lnTo>
                    <a:pt x="3291" y="55"/>
                  </a:lnTo>
                  <a:lnTo>
                    <a:pt x="2945" y="127"/>
                  </a:lnTo>
                  <a:lnTo>
                    <a:pt x="2600" y="237"/>
                  </a:lnTo>
                  <a:lnTo>
                    <a:pt x="2273" y="364"/>
                  </a:lnTo>
                  <a:lnTo>
                    <a:pt x="1964" y="509"/>
                  </a:lnTo>
                  <a:lnTo>
                    <a:pt x="1491" y="455"/>
                  </a:lnTo>
                  <a:lnTo>
                    <a:pt x="1001" y="364"/>
                  </a:lnTo>
                  <a:lnTo>
                    <a:pt x="1" y="182"/>
                  </a:lnTo>
                  <a:lnTo>
                    <a:pt x="92" y="636"/>
                  </a:lnTo>
                  <a:lnTo>
                    <a:pt x="183" y="1000"/>
                  </a:lnTo>
                  <a:lnTo>
                    <a:pt x="183" y="1018"/>
                  </a:lnTo>
                  <a:lnTo>
                    <a:pt x="310" y="1582"/>
                  </a:lnTo>
                  <a:lnTo>
                    <a:pt x="455" y="2109"/>
                  </a:lnTo>
                  <a:lnTo>
                    <a:pt x="619" y="2654"/>
                  </a:lnTo>
                  <a:lnTo>
                    <a:pt x="801" y="3181"/>
                  </a:lnTo>
                  <a:lnTo>
                    <a:pt x="982" y="3708"/>
                  </a:lnTo>
                  <a:lnTo>
                    <a:pt x="1182" y="4235"/>
                  </a:lnTo>
                  <a:lnTo>
                    <a:pt x="1400" y="4744"/>
                  </a:lnTo>
                  <a:lnTo>
                    <a:pt x="1619" y="5253"/>
                  </a:lnTo>
                  <a:lnTo>
                    <a:pt x="2818" y="5817"/>
                  </a:lnTo>
                  <a:lnTo>
                    <a:pt x="4018" y="6344"/>
                  </a:lnTo>
                  <a:lnTo>
                    <a:pt x="4945" y="6725"/>
                  </a:lnTo>
                  <a:lnTo>
                    <a:pt x="5872" y="7107"/>
                  </a:lnTo>
                  <a:lnTo>
                    <a:pt x="7108" y="1309"/>
                  </a:lnTo>
                  <a:lnTo>
                    <a:pt x="7108" y="1273"/>
                  </a:lnTo>
                  <a:lnTo>
                    <a:pt x="6890" y="1054"/>
                  </a:lnTo>
                  <a:lnTo>
                    <a:pt x="6635" y="855"/>
                  </a:lnTo>
                  <a:lnTo>
                    <a:pt x="6435" y="709"/>
                  </a:lnTo>
                  <a:lnTo>
                    <a:pt x="6199" y="564"/>
                  </a:lnTo>
                  <a:lnTo>
                    <a:pt x="5963" y="436"/>
                  </a:lnTo>
                  <a:lnTo>
                    <a:pt x="5726" y="327"/>
                  </a:lnTo>
                  <a:lnTo>
                    <a:pt x="5472" y="237"/>
                  </a:lnTo>
                  <a:lnTo>
                    <a:pt x="5217" y="146"/>
                  </a:lnTo>
                  <a:lnTo>
                    <a:pt x="4945" y="91"/>
                  </a:lnTo>
                  <a:lnTo>
                    <a:pt x="4690" y="37"/>
                  </a:lnTo>
                  <a:lnTo>
                    <a:pt x="432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7"/>
            <p:cNvSpPr/>
            <p:nvPr/>
          </p:nvSpPr>
          <p:spPr>
            <a:xfrm>
              <a:off x="1256191" y="1991646"/>
              <a:ext cx="289704" cy="289704"/>
            </a:xfrm>
            <a:custGeom>
              <a:rect b="b" l="l" r="r" t="t"/>
              <a:pathLst>
                <a:path extrusionOk="0" fill="none" h="7108" w="7108">
                  <a:moveTo>
                    <a:pt x="1" y="182"/>
                  </a:moveTo>
                  <a:lnTo>
                    <a:pt x="1" y="182"/>
                  </a:lnTo>
                  <a:lnTo>
                    <a:pt x="92" y="636"/>
                  </a:lnTo>
                  <a:lnTo>
                    <a:pt x="92" y="636"/>
                  </a:lnTo>
                  <a:lnTo>
                    <a:pt x="183" y="1000"/>
                  </a:lnTo>
                  <a:lnTo>
                    <a:pt x="183" y="1000"/>
                  </a:lnTo>
                  <a:lnTo>
                    <a:pt x="183" y="1018"/>
                  </a:lnTo>
                  <a:lnTo>
                    <a:pt x="183" y="1018"/>
                  </a:lnTo>
                  <a:lnTo>
                    <a:pt x="310" y="1582"/>
                  </a:lnTo>
                  <a:lnTo>
                    <a:pt x="455" y="2109"/>
                  </a:lnTo>
                  <a:lnTo>
                    <a:pt x="619" y="2654"/>
                  </a:lnTo>
                  <a:lnTo>
                    <a:pt x="801" y="3181"/>
                  </a:lnTo>
                  <a:lnTo>
                    <a:pt x="982" y="3708"/>
                  </a:lnTo>
                  <a:lnTo>
                    <a:pt x="1182" y="4235"/>
                  </a:lnTo>
                  <a:lnTo>
                    <a:pt x="1400" y="4744"/>
                  </a:lnTo>
                  <a:lnTo>
                    <a:pt x="1619" y="5253"/>
                  </a:lnTo>
                  <a:lnTo>
                    <a:pt x="1619" y="5253"/>
                  </a:lnTo>
                  <a:lnTo>
                    <a:pt x="2818" y="5817"/>
                  </a:lnTo>
                  <a:lnTo>
                    <a:pt x="4018" y="6344"/>
                  </a:lnTo>
                  <a:lnTo>
                    <a:pt x="4018" y="6344"/>
                  </a:lnTo>
                  <a:lnTo>
                    <a:pt x="4945" y="6725"/>
                  </a:lnTo>
                  <a:lnTo>
                    <a:pt x="5872" y="7107"/>
                  </a:lnTo>
                  <a:lnTo>
                    <a:pt x="5872" y="7107"/>
                  </a:lnTo>
                  <a:lnTo>
                    <a:pt x="7108" y="1309"/>
                  </a:lnTo>
                  <a:lnTo>
                    <a:pt x="7108" y="1309"/>
                  </a:lnTo>
                  <a:lnTo>
                    <a:pt x="7108" y="1273"/>
                  </a:lnTo>
                  <a:lnTo>
                    <a:pt x="7108" y="1273"/>
                  </a:lnTo>
                  <a:lnTo>
                    <a:pt x="6890" y="1054"/>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27" y="0"/>
                  </a:lnTo>
                  <a:lnTo>
                    <a:pt x="3981" y="0"/>
                  </a:lnTo>
                  <a:lnTo>
                    <a:pt x="3636" y="18"/>
                  </a:lnTo>
                  <a:lnTo>
                    <a:pt x="3291" y="55"/>
                  </a:lnTo>
                  <a:lnTo>
                    <a:pt x="2945" y="127"/>
                  </a:lnTo>
                  <a:lnTo>
                    <a:pt x="2600" y="237"/>
                  </a:lnTo>
                  <a:lnTo>
                    <a:pt x="2273" y="364"/>
                  </a:lnTo>
                  <a:lnTo>
                    <a:pt x="1964" y="509"/>
                  </a:lnTo>
                  <a:lnTo>
                    <a:pt x="1964" y="509"/>
                  </a:lnTo>
                  <a:lnTo>
                    <a:pt x="1491" y="455"/>
                  </a:lnTo>
                  <a:lnTo>
                    <a:pt x="1001" y="364"/>
                  </a:lnTo>
                  <a:lnTo>
                    <a:pt x="1" y="18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7"/>
            <p:cNvSpPr/>
            <p:nvPr/>
          </p:nvSpPr>
          <p:spPr>
            <a:xfrm>
              <a:off x="1526614" y="2025718"/>
              <a:ext cx="121498" cy="8192"/>
            </a:xfrm>
            <a:custGeom>
              <a:rect b="b" l="l" r="r" t="t"/>
              <a:pathLst>
                <a:path extrusionOk="0" h="201" w="2981">
                  <a:moveTo>
                    <a:pt x="400" y="0"/>
                  </a:moveTo>
                  <a:lnTo>
                    <a:pt x="0" y="19"/>
                  </a:lnTo>
                  <a:lnTo>
                    <a:pt x="127" y="109"/>
                  </a:lnTo>
                  <a:lnTo>
                    <a:pt x="1490" y="109"/>
                  </a:lnTo>
                  <a:lnTo>
                    <a:pt x="1999" y="128"/>
                  </a:lnTo>
                  <a:lnTo>
                    <a:pt x="2508" y="146"/>
                  </a:lnTo>
                  <a:lnTo>
                    <a:pt x="2981" y="200"/>
                  </a:lnTo>
                  <a:lnTo>
                    <a:pt x="2981" y="200"/>
                  </a:lnTo>
                  <a:lnTo>
                    <a:pt x="2399" y="109"/>
                  </a:lnTo>
                  <a:lnTo>
                    <a:pt x="1854" y="55"/>
                  </a:lnTo>
                  <a:lnTo>
                    <a:pt x="1327" y="19"/>
                  </a:lnTo>
                  <a:lnTo>
                    <a:pt x="800" y="0"/>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7"/>
            <p:cNvSpPr/>
            <p:nvPr/>
          </p:nvSpPr>
          <p:spPr>
            <a:xfrm>
              <a:off x="1256191" y="1991646"/>
              <a:ext cx="391924" cy="42266"/>
            </a:xfrm>
            <a:custGeom>
              <a:rect b="b" l="l" r="r" t="t"/>
              <a:pathLst>
                <a:path extrusionOk="0" fill="none" h="1037" w="9616">
                  <a:moveTo>
                    <a:pt x="4036" y="0"/>
                  </a:moveTo>
                  <a:lnTo>
                    <a:pt x="4036" y="0"/>
                  </a:lnTo>
                  <a:lnTo>
                    <a:pt x="3763" y="0"/>
                  </a:lnTo>
                  <a:lnTo>
                    <a:pt x="3509" y="18"/>
                  </a:lnTo>
                  <a:lnTo>
                    <a:pt x="3236" y="73"/>
                  </a:lnTo>
                  <a:lnTo>
                    <a:pt x="2964" y="127"/>
                  </a:lnTo>
                  <a:lnTo>
                    <a:pt x="2709" y="200"/>
                  </a:lnTo>
                  <a:lnTo>
                    <a:pt x="2455" y="291"/>
                  </a:lnTo>
                  <a:lnTo>
                    <a:pt x="2200" y="382"/>
                  </a:lnTo>
                  <a:lnTo>
                    <a:pt x="1964" y="509"/>
                  </a:lnTo>
                  <a:lnTo>
                    <a:pt x="1964" y="509"/>
                  </a:lnTo>
                  <a:lnTo>
                    <a:pt x="1491" y="455"/>
                  </a:lnTo>
                  <a:lnTo>
                    <a:pt x="1001" y="364"/>
                  </a:lnTo>
                  <a:lnTo>
                    <a:pt x="1" y="182"/>
                  </a:lnTo>
                  <a:lnTo>
                    <a:pt x="1" y="182"/>
                  </a:lnTo>
                  <a:lnTo>
                    <a:pt x="1" y="182"/>
                  </a:lnTo>
                  <a:lnTo>
                    <a:pt x="1001" y="364"/>
                  </a:lnTo>
                  <a:lnTo>
                    <a:pt x="1491" y="455"/>
                  </a:lnTo>
                  <a:lnTo>
                    <a:pt x="1964" y="509"/>
                  </a:lnTo>
                  <a:lnTo>
                    <a:pt x="1964" y="509"/>
                  </a:lnTo>
                  <a:lnTo>
                    <a:pt x="2200" y="382"/>
                  </a:lnTo>
                  <a:lnTo>
                    <a:pt x="2455" y="291"/>
                  </a:lnTo>
                  <a:lnTo>
                    <a:pt x="2709" y="200"/>
                  </a:lnTo>
                  <a:lnTo>
                    <a:pt x="2964" y="127"/>
                  </a:lnTo>
                  <a:lnTo>
                    <a:pt x="3236" y="73"/>
                  </a:lnTo>
                  <a:lnTo>
                    <a:pt x="3509" y="18"/>
                  </a:lnTo>
                  <a:lnTo>
                    <a:pt x="3763" y="0"/>
                  </a:lnTo>
                  <a:lnTo>
                    <a:pt x="4036" y="0"/>
                  </a:lnTo>
                  <a:lnTo>
                    <a:pt x="4036" y="0"/>
                  </a:lnTo>
                  <a:lnTo>
                    <a:pt x="4363" y="0"/>
                  </a:lnTo>
                  <a:lnTo>
                    <a:pt x="4690" y="37"/>
                  </a:lnTo>
                  <a:lnTo>
                    <a:pt x="4690" y="37"/>
                  </a:lnTo>
                  <a:lnTo>
                    <a:pt x="4945" y="91"/>
                  </a:lnTo>
                  <a:lnTo>
                    <a:pt x="5217" y="146"/>
                  </a:lnTo>
                  <a:lnTo>
                    <a:pt x="5472" y="237"/>
                  </a:lnTo>
                  <a:lnTo>
                    <a:pt x="5726" y="327"/>
                  </a:lnTo>
                  <a:lnTo>
                    <a:pt x="5963" y="436"/>
                  </a:lnTo>
                  <a:lnTo>
                    <a:pt x="6199" y="564"/>
                  </a:lnTo>
                  <a:lnTo>
                    <a:pt x="6435" y="709"/>
                  </a:lnTo>
                  <a:lnTo>
                    <a:pt x="6635" y="855"/>
                  </a:lnTo>
                  <a:lnTo>
                    <a:pt x="6635" y="855"/>
                  </a:lnTo>
                  <a:lnTo>
                    <a:pt x="6762" y="945"/>
                  </a:lnTo>
                  <a:lnTo>
                    <a:pt x="6762" y="945"/>
                  </a:lnTo>
                  <a:lnTo>
                    <a:pt x="6799" y="945"/>
                  </a:lnTo>
                  <a:lnTo>
                    <a:pt x="6799" y="945"/>
                  </a:lnTo>
                  <a:lnTo>
                    <a:pt x="7598" y="945"/>
                  </a:lnTo>
                  <a:lnTo>
                    <a:pt x="7598" y="945"/>
                  </a:lnTo>
                  <a:lnTo>
                    <a:pt x="8125" y="945"/>
                  </a:lnTo>
                  <a:lnTo>
                    <a:pt x="8634" y="964"/>
                  </a:lnTo>
                  <a:lnTo>
                    <a:pt x="9143" y="982"/>
                  </a:lnTo>
                  <a:lnTo>
                    <a:pt x="9616" y="1036"/>
                  </a:lnTo>
                  <a:lnTo>
                    <a:pt x="9616" y="1036"/>
                  </a:lnTo>
                  <a:lnTo>
                    <a:pt x="9034" y="945"/>
                  </a:lnTo>
                  <a:lnTo>
                    <a:pt x="8489" y="891"/>
                  </a:lnTo>
                  <a:lnTo>
                    <a:pt x="7962" y="855"/>
                  </a:lnTo>
                  <a:lnTo>
                    <a:pt x="7435" y="836"/>
                  </a:lnTo>
                  <a:lnTo>
                    <a:pt x="7435" y="836"/>
                  </a:lnTo>
                  <a:lnTo>
                    <a:pt x="7035" y="836"/>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63" y="0"/>
                  </a:lnTo>
                  <a:lnTo>
                    <a:pt x="40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7"/>
            <p:cNvSpPr/>
            <p:nvPr/>
          </p:nvSpPr>
          <p:spPr>
            <a:xfrm>
              <a:off x="1531790" y="2030161"/>
              <a:ext cx="151903" cy="31139"/>
            </a:xfrm>
            <a:custGeom>
              <a:rect b="b" l="l" r="r" t="t"/>
              <a:pathLst>
                <a:path extrusionOk="0" h="764" w="3727">
                  <a:moveTo>
                    <a:pt x="0" y="0"/>
                  </a:moveTo>
                  <a:lnTo>
                    <a:pt x="182" y="164"/>
                  </a:lnTo>
                  <a:lnTo>
                    <a:pt x="346" y="328"/>
                  </a:lnTo>
                  <a:lnTo>
                    <a:pt x="346" y="364"/>
                  </a:lnTo>
                  <a:lnTo>
                    <a:pt x="727" y="382"/>
                  </a:lnTo>
                  <a:lnTo>
                    <a:pt x="1091" y="418"/>
                  </a:lnTo>
                  <a:lnTo>
                    <a:pt x="1418" y="455"/>
                  </a:lnTo>
                  <a:lnTo>
                    <a:pt x="1727" y="527"/>
                  </a:lnTo>
                  <a:lnTo>
                    <a:pt x="2363" y="655"/>
                  </a:lnTo>
                  <a:lnTo>
                    <a:pt x="2727" y="709"/>
                  </a:lnTo>
                  <a:lnTo>
                    <a:pt x="3145" y="764"/>
                  </a:lnTo>
                  <a:lnTo>
                    <a:pt x="3726" y="255"/>
                  </a:lnTo>
                  <a:lnTo>
                    <a:pt x="2854" y="91"/>
                  </a:lnTo>
                  <a:lnTo>
                    <a:pt x="2381" y="37"/>
                  </a:lnTo>
                  <a:lnTo>
                    <a:pt x="1872" y="19"/>
                  </a:lnTo>
                  <a:lnTo>
                    <a:pt x="1363"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7"/>
            <p:cNvSpPr/>
            <p:nvPr/>
          </p:nvSpPr>
          <p:spPr>
            <a:xfrm>
              <a:off x="1531790" y="2030161"/>
              <a:ext cx="151903" cy="31139"/>
            </a:xfrm>
            <a:custGeom>
              <a:rect b="b" l="l" r="r" t="t"/>
              <a:pathLst>
                <a:path extrusionOk="0" fill="none" h="764" w="3727">
                  <a:moveTo>
                    <a:pt x="836" y="0"/>
                  </a:moveTo>
                  <a:lnTo>
                    <a:pt x="836" y="0"/>
                  </a:lnTo>
                  <a:lnTo>
                    <a:pt x="37" y="0"/>
                  </a:lnTo>
                  <a:lnTo>
                    <a:pt x="37" y="0"/>
                  </a:lnTo>
                  <a:lnTo>
                    <a:pt x="0" y="0"/>
                  </a:lnTo>
                  <a:lnTo>
                    <a:pt x="0" y="0"/>
                  </a:lnTo>
                  <a:lnTo>
                    <a:pt x="182" y="164"/>
                  </a:lnTo>
                  <a:lnTo>
                    <a:pt x="346" y="328"/>
                  </a:lnTo>
                  <a:lnTo>
                    <a:pt x="346" y="328"/>
                  </a:lnTo>
                  <a:lnTo>
                    <a:pt x="346" y="364"/>
                  </a:lnTo>
                  <a:lnTo>
                    <a:pt x="346" y="364"/>
                  </a:lnTo>
                  <a:lnTo>
                    <a:pt x="727" y="382"/>
                  </a:lnTo>
                  <a:lnTo>
                    <a:pt x="1091" y="418"/>
                  </a:lnTo>
                  <a:lnTo>
                    <a:pt x="1418" y="455"/>
                  </a:lnTo>
                  <a:lnTo>
                    <a:pt x="1727" y="527"/>
                  </a:lnTo>
                  <a:lnTo>
                    <a:pt x="2363" y="655"/>
                  </a:lnTo>
                  <a:lnTo>
                    <a:pt x="2727" y="709"/>
                  </a:lnTo>
                  <a:lnTo>
                    <a:pt x="3145" y="764"/>
                  </a:lnTo>
                  <a:lnTo>
                    <a:pt x="3726" y="255"/>
                  </a:lnTo>
                  <a:lnTo>
                    <a:pt x="3726" y="255"/>
                  </a:lnTo>
                  <a:lnTo>
                    <a:pt x="2854" y="91"/>
                  </a:lnTo>
                  <a:lnTo>
                    <a:pt x="2854" y="91"/>
                  </a:lnTo>
                  <a:lnTo>
                    <a:pt x="2381" y="37"/>
                  </a:lnTo>
                  <a:lnTo>
                    <a:pt x="1872" y="19"/>
                  </a:lnTo>
                  <a:lnTo>
                    <a:pt x="1363" y="0"/>
                  </a:lnTo>
                  <a:lnTo>
                    <a:pt x="8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7"/>
            <p:cNvSpPr/>
            <p:nvPr/>
          </p:nvSpPr>
          <p:spPr>
            <a:xfrm>
              <a:off x="1256191" y="1991646"/>
              <a:ext cx="289704" cy="53352"/>
            </a:xfrm>
            <a:custGeom>
              <a:rect b="b" l="l" r="r" t="t"/>
              <a:pathLst>
                <a:path extrusionOk="0" h="1309" w="7108">
                  <a:moveTo>
                    <a:pt x="3763" y="0"/>
                  </a:moveTo>
                  <a:lnTo>
                    <a:pt x="3509" y="18"/>
                  </a:lnTo>
                  <a:lnTo>
                    <a:pt x="3236" y="73"/>
                  </a:lnTo>
                  <a:lnTo>
                    <a:pt x="2964" y="127"/>
                  </a:lnTo>
                  <a:lnTo>
                    <a:pt x="2709" y="200"/>
                  </a:lnTo>
                  <a:lnTo>
                    <a:pt x="2455" y="291"/>
                  </a:lnTo>
                  <a:lnTo>
                    <a:pt x="2200" y="382"/>
                  </a:lnTo>
                  <a:lnTo>
                    <a:pt x="1964" y="509"/>
                  </a:lnTo>
                  <a:lnTo>
                    <a:pt x="1491" y="455"/>
                  </a:lnTo>
                  <a:lnTo>
                    <a:pt x="1001" y="364"/>
                  </a:lnTo>
                  <a:lnTo>
                    <a:pt x="1" y="182"/>
                  </a:lnTo>
                  <a:lnTo>
                    <a:pt x="92" y="636"/>
                  </a:lnTo>
                  <a:lnTo>
                    <a:pt x="183" y="1000"/>
                  </a:lnTo>
                  <a:lnTo>
                    <a:pt x="183" y="1018"/>
                  </a:lnTo>
                  <a:lnTo>
                    <a:pt x="1946" y="1127"/>
                  </a:lnTo>
                  <a:lnTo>
                    <a:pt x="2164" y="945"/>
                  </a:lnTo>
                  <a:lnTo>
                    <a:pt x="2400" y="782"/>
                  </a:lnTo>
                  <a:lnTo>
                    <a:pt x="2655" y="655"/>
                  </a:lnTo>
                  <a:lnTo>
                    <a:pt x="2927" y="546"/>
                  </a:lnTo>
                  <a:lnTo>
                    <a:pt x="3200" y="455"/>
                  </a:lnTo>
                  <a:lnTo>
                    <a:pt x="3472" y="400"/>
                  </a:lnTo>
                  <a:lnTo>
                    <a:pt x="3763" y="364"/>
                  </a:lnTo>
                  <a:lnTo>
                    <a:pt x="4054" y="346"/>
                  </a:lnTo>
                  <a:lnTo>
                    <a:pt x="4290" y="364"/>
                  </a:lnTo>
                  <a:lnTo>
                    <a:pt x="4545" y="382"/>
                  </a:lnTo>
                  <a:lnTo>
                    <a:pt x="4781" y="436"/>
                  </a:lnTo>
                  <a:lnTo>
                    <a:pt x="5017" y="491"/>
                  </a:lnTo>
                  <a:lnTo>
                    <a:pt x="5254" y="582"/>
                  </a:lnTo>
                  <a:lnTo>
                    <a:pt x="5490" y="673"/>
                  </a:lnTo>
                  <a:lnTo>
                    <a:pt x="5708" y="782"/>
                  </a:lnTo>
                  <a:lnTo>
                    <a:pt x="5908" y="927"/>
                  </a:lnTo>
                  <a:lnTo>
                    <a:pt x="6126" y="1091"/>
                  </a:lnTo>
                  <a:lnTo>
                    <a:pt x="6326" y="1291"/>
                  </a:lnTo>
                  <a:lnTo>
                    <a:pt x="7108" y="1309"/>
                  </a:lnTo>
                  <a:lnTo>
                    <a:pt x="7108" y="1273"/>
                  </a:lnTo>
                  <a:lnTo>
                    <a:pt x="6944" y="1109"/>
                  </a:lnTo>
                  <a:lnTo>
                    <a:pt x="6762" y="945"/>
                  </a:lnTo>
                  <a:lnTo>
                    <a:pt x="6635" y="855"/>
                  </a:lnTo>
                  <a:lnTo>
                    <a:pt x="6435" y="709"/>
                  </a:lnTo>
                  <a:lnTo>
                    <a:pt x="6199" y="564"/>
                  </a:lnTo>
                  <a:lnTo>
                    <a:pt x="5963" y="436"/>
                  </a:lnTo>
                  <a:lnTo>
                    <a:pt x="5726" y="327"/>
                  </a:lnTo>
                  <a:lnTo>
                    <a:pt x="5472" y="237"/>
                  </a:lnTo>
                  <a:lnTo>
                    <a:pt x="5217" y="146"/>
                  </a:lnTo>
                  <a:lnTo>
                    <a:pt x="4945" y="91"/>
                  </a:lnTo>
                  <a:lnTo>
                    <a:pt x="4690" y="37"/>
                  </a:lnTo>
                  <a:lnTo>
                    <a:pt x="4363"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7"/>
            <p:cNvSpPr/>
            <p:nvPr/>
          </p:nvSpPr>
          <p:spPr>
            <a:xfrm>
              <a:off x="1256191" y="1991646"/>
              <a:ext cx="289704" cy="53352"/>
            </a:xfrm>
            <a:custGeom>
              <a:rect b="b" l="l" r="r" t="t"/>
              <a:pathLst>
                <a:path extrusionOk="0" fill="none" h="1309" w="7108">
                  <a:moveTo>
                    <a:pt x="4036" y="0"/>
                  </a:moveTo>
                  <a:lnTo>
                    <a:pt x="4036" y="0"/>
                  </a:lnTo>
                  <a:lnTo>
                    <a:pt x="3763" y="0"/>
                  </a:lnTo>
                  <a:lnTo>
                    <a:pt x="3509" y="18"/>
                  </a:lnTo>
                  <a:lnTo>
                    <a:pt x="3236" y="73"/>
                  </a:lnTo>
                  <a:lnTo>
                    <a:pt x="2964" y="127"/>
                  </a:lnTo>
                  <a:lnTo>
                    <a:pt x="2709" y="200"/>
                  </a:lnTo>
                  <a:lnTo>
                    <a:pt x="2455" y="291"/>
                  </a:lnTo>
                  <a:lnTo>
                    <a:pt x="2200" y="382"/>
                  </a:lnTo>
                  <a:lnTo>
                    <a:pt x="1964" y="509"/>
                  </a:lnTo>
                  <a:lnTo>
                    <a:pt x="1964" y="509"/>
                  </a:lnTo>
                  <a:lnTo>
                    <a:pt x="1491" y="455"/>
                  </a:lnTo>
                  <a:lnTo>
                    <a:pt x="1001" y="364"/>
                  </a:lnTo>
                  <a:lnTo>
                    <a:pt x="1" y="182"/>
                  </a:lnTo>
                  <a:lnTo>
                    <a:pt x="1" y="182"/>
                  </a:lnTo>
                  <a:lnTo>
                    <a:pt x="92" y="636"/>
                  </a:lnTo>
                  <a:lnTo>
                    <a:pt x="92" y="636"/>
                  </a:lnTo>
                  <a:lnTo>
                    <a:pt x="183" y="1000"/>
                  </a:lnTo>
                  <a:lnTo>
                    <a:pt x="183" y="1000"/>
                  </a:lnTo>
                  <a:lnTo>
                    <a:pt x="183" y="1018"/>
                  </a:lnTo>
                  <a:lnTo>
                    <a:pt x="1946" y="1127"/>
                  </a:lnTo>
                  <a:lnTo>
                    <a:pt x="1946" y="1127"/>
                  </a:lnTo>
                  <a:lnTo>
                    <a:pt x="2164" y="945"/>
                  </a:lnTo>
                  <a:lnTo>
                    <a:pt x="2400" y="782"/>
                  </a:lnTo>
                  <a:lnTo>
                    <a:pt x="2655" y="655"/>
                  </a:lnTo>
                  <a:lnTo>
                    <a:pt x="2927" y="546"/>
                  </a:lnTo>
                  <a:lnTo>
                    <a:pt x="3200" y="455"/>
                  </a:lnTo>
                  <a:lnTo>
                    <a:pt x="3472" y="400"/>
                  </a:lnTo>
                  <a:lnTo>
                    <a:pt x="3763" y="364"/>
                  </a:lnTo>
                  <a:lnTo>
                    <a:pt x="4054" y="346"/>
                  </a:lnTo>
                  <a:lnTo>
                    <a:pt x="4054" y="346"/>
                  </a:lnTo>
                  <a:lnTo>
                    <a:pt x="4290" y="364"/>
                  </a:lnTo>
                  <a:lnTo>
                    <a:pt x="4545" y="382"/>
                  </a:lnTo>
                  <a:lnTo>
                    <a:pt x="4781" y="436"/>
                  </a:lnTo>
                  <a:lnTo>
                    <a:pt x="5017" y="491"/>
                  </a:lnTo>
                  <a:lnTo>
                    <a:pt x="5254" y="582"/>
                  </a:lnTo>
                  <a:lnTo>
                    <a:pt x="5490" y="673"/>
                  </a:lnTo>
                  <a:lnTo>
                    <a:pt x="5708" y="782"/>
                  </a:lnTo>
                  <a:lnTo>
                    <a:pt x="5908" y="927"/>
                  </a:lnTo>
                  <a:lnTo>
                    <a:pt x="5908" y="927"/>
                  </a:lnTo>
                  <a:lnTo>
                    <a:pt x="6126" y="1091"/>
                  </a:lnTo>
                  <a:lnTo>
                    <a:pt x="6326" y="1291"/>
                  </a:lnTo>
                  <a:lnTo>
                    <a:pt x="6326" y="1291"/>
                  </a:lnTo>
                  <a:lnTo>
                    <a:pt x="7108" y="1309"/>
                  </a:lnTo>
                  <a:lnTo>
                    <a:pt x="7108" y="1309"/>
                  </a:lnTo>
                  <a:lnTo>
                    <a:pt x="7108" y="1309"/>
                  </a:lnTo>
                  <a:lnTo>
                    <a:pt x="7108" y="1273"/>
                  </a:lnTo>
                  <a:lnTo>
                    <a:pt x="7108" y="1273"/>
                  </a:lnTo>
                  <a:lnTo>
                    <a:pt x="6944" y="1109"/>
                  </a:lnTo>
                  <a:lnTo>
                    <a:pt x="6762" y="945"/>
                  </a:lnTo>
                  <a:lnTo>
                    <a:pt x="6762" y="945"/>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63" y="0"/>
                  </a:lnTo>
                  <a:lnTo>
                    <a:pt x="40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7"/>
            <p:cNvSpPr/>
            <p:nvPr/>
          </p:nvSpPr>
          <p:spPr>
            <a:xfrm>
              <a:off x="1984398" y="3893973"/>
              <a:ext cx="307475" cy="137108"/>
            </a:xfrm>
            <a:custGeom>
              <a:rect b="b" l="l" r="r" t="t"/>
              <a:pathLst>
                <a:path extrusionOk="0" h="3364" w="7544">
                  <a:moveTo>
                    <a:pt x="3363" y="1"/>
                  </a:moveTo>
                  <a:lnTo>
                    <a:pt x="3218" y="92"/>
                  </a:lnTo>
                  <a:lnTo>
                    <a:pt x="3109" y="201"/>
                  </a:lnTo>
                  <a:lnTo>
                    <a:pt x="3054" y="292"/>
                  </a:lnTo>
                  <a:lnTo>
                    <a:pt x="3000" y="401"/>
                  </a:lnTo>
                  <a:lnTo>
                    <a:pt x="2945" y="510"/>
                  </a:lnTo>
                  <a:lnTo>
                    <a:pt x="2891" y="637"/>
                  </a:lnTo>
                  <a:lnTo>
                    <a:pt x="2782" y="746"/>
                  </a:lnTo>
                  <a:lnTo>
                    <a:pt x="2636" y="873"/>
                  </a:lnTo>
                  <a:lnTo>
                    <a:pt x="2582" y="892"/>
                  </a:lnTo>
                  <a:lnTo>
                    <a:pt x="2491" y="910"/>
                  </a:lnTo>
                  <a:lnTo>
                    <a:pt x="2382" y="910"/>
                  </a:lnTo>
                  <a:lnTo>
                    <a:pt x="2273" y="892"/>
                  </a:lnTo>
                  <a:lnTo>
                    <a:pt x="2018" y="837"/>
                  </a:lnTo>
                  <a:lnTo>
                    <a:pt x="1727" y="764"/>
                  </a:lnTo>
                  <a:lnTo>
                    <a:pt x="1437" y="673"/>
                  </a:lnTo>
                  <a:lnTo>
                    <a:pt x="1128" y="601"/>
                  </a:lnTo>
                  <a:lnTo>
                    <a:pt x="855" y="564"/>
                  </a:lnTo>
                  <a:lnTo>
                    <a:pt x="710" y="564"/>
                  </a:lnTo>
                  <a:lnTo>
                    <a:pt x="601" y="583"/>
                  </a:lnTo>
                  <a:lnTo>
                    <a:pt x="364" y="1600"/>
                  </a:lnTo>
                  <a:lnTo>
                    <a:pt x="183" y="2491"/>
                  </a:lnTo>
                  <a:lnTo>
                    <a:pt x="1" y="3364"/>
                  </a:lnTo>
                  <a:lnTo>
                    <a:pt x="7544" y="3364"/>
                  </a:lnTo>
                  <a:lnTo>
                    <a:pt x="7489" y="2964"/>
                  </a:lnTo>
                  <a:lnTo>
                    <a:pt x="7416" y="2564"/>
                  </a:lnTo>
                  <a:lnTo>
                    <a:pt x="7380" y="2382"/>
                  </a:lnTo>
                  <a:lnTo>
                    <a:pt x="7344" y="2255"/>
                  </a:lnTo>
                  <a:lnTo>
                    <a:pt x="7289" y="2146"/>
                  </a:lnTo>
                  <a:lnTo>
                    <a:pt x="7271" y="2128"/>
                  </a:lnTo>
                  <a:lnTo>
                    <a:pt x="7253" y="2109"/>
                  </a:lnTo>
                  <a:lnTo>
                    <a:pt x="6799" y="2000"/>
                  </a:lnTo>
                  <a:lnTo>
                    <a:pt x="6344" y="1891"/>
                  </a:lnTo>
                  <a:lnTo>
                    <a:pt x="5908" y="1800"/>
                  </a:lnTo>
                  <a:lnTo>
                    <a:pt x="5472" y="1709"/>
                  </a:lnTo>
                  <a:lnTo>
                    <a:pt x="5054" y="1582"/>
                  </a:lnTo>
                  <a:lnTo>
                    <a:pt x="4854" y="1510"/>
                  </a:lnTo>
                  <a:lnTo>
                    <a:pt x="4672" y="1437"/>
                  </a:lnTo>
                  <a:lnTo>
                    <a:pt x="4472" y="1346"/>
                  </a:lnTo>
                  <a:lnTo>
                    <a:pt x="4308" y="1237"/>
                  </a:lnTo>
                  <a:lnTo>
                    <a:pt x="4127" y="1110"/>
                  </a:lnTo>
                  <a:lnTo>
                    <a:pt x="3963" y="964"/>
                  </a:lnTo>
                  <a:lnTo>
                    <a:pt x="3872" y="837"/>
                  </a:lnTo>
                  <a:lnTo>
                    <a:pt x="3799" y="710"/>
                  </a:lnTo>
                  <a:lnTo>
                    <a:pt x="3727" y="419"/>
                  </a:lnTo>
                  <a:lnTo>
                    <a:pt x="3672" y="292"/>
                  </a:lnTo>
                  <a:lnTo>
                    <a:pt x="3618" y="183"/>
                  </a:lnTo>
                  <a:lnTo>
                    <a:pt x="3563" y="128"/>
                  </a:lnTo>
                  <a:lnTo>
                    <a:pt x="3509" y="74"/>
                  </a:lnTo>
                  <a:lnTo>
                    <a:pt x="3454" y="37"/>
                  </a:lnTo>
                  <a:lnTo>
                    <a:pt x="336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7"/>
            <p:cNvSpPr/>
            <p:nvPr/>
          </p:nvSpPr>
          <p:spPr>
            <a:xfrm>
              <a:off x="1981463" y="4031039"/>
              <a:ext cx="313384" cy="20786"/>
            </a:xfrm>
            <a:custGeom>
              <a:rect b="b" l="l" r="r" t="t"/>
              <a:pathLst>
                <a:path extrusionOk="0" h="510" w="7689">
                  <a:moveTo>
                    <a:pt x="73" y="1"/>
                  </a:moveTo>
                  <a:lnTo>
                    <a:pt x="0" y="509"/>
                  </a:lnTo>
                  <a:lnTo>
                    <a:pt x="7688" y="509"/>
                  </a:lnTo>
                  <a:lnTo>
                    <a:pt x="761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7"/>
            <p:cNvSpPr/>
            <p:nvPr/>
          </p:nvSpPr>
          <p:spPr>
            <a:xfrm>
              <a:off x="1199905" y="3893973"/>
              <a:ext cx="307475" cy="137108"/>
            </a:xfrm>
            <a:custGeom>
              <a:rect b="b" l="l" r="r" t="t"/>
              <a:pathLst>
                <a:path extrusionOk="0" h="3364" w="7544">
                  <a:moveTo>
                    <a:pt x="4181" y="1"/>
                  </a:moveTo>
                  <a:lnTo>
                    <a:pt x="4108" y="37"/>
                  </a:lnTo>
                  <a:lnTo>
                    <a:pt x="4036" y="74"/>
                  </a:lnTo>
                  <a:lnTo>
                    <a:pt x="3981" y="128"/>
                  </a:lnTo>
                  <a:lnTo>
                    <a:pt x="3945" y="183"/>
                  </a:lnTo>
                  <a:lnTo>
                    <a:pt x="3872" y="292"/>
                  </a:lnTo>
                  <a:lnTo>
                    <a:pt x="3836" y="419"/>
                  </a:lnTo>
                  <a:lnTo>
                    <a:pt x="3745" y="710"/>
                  </a:lnTo>
                  <a:lnTo>
                    <a:pt x="3672" y="837"/>
                  </a:lnTo>
                  <a:lnTo>
                    <a:pt x="3581" y="964"/>
                  </a:lnTo>
                  <a:lnTo>
                    <a:pt x="3418" y="1110"/>
                  </a:lnTo>
                  <a:lnTo>
                    <a:pt x="3254" y="1237"/>
                  </a:lnTo>
                  <a:lnTo>
                    <a:pt x="3072" y="1346"/>
                  </a:lnTo>
                  <a:lnTo>
                    <a:pt x="2890" y="1437"/>
                  </a:lnTo>
                  <a:lnTo>
                    <a:pt x="2691" y="1510"/>
                  </a:lnTo>
                  <a:lnTo>
                    <a:pt x="2491" y="1582"/>
                  </a:lnTo>
                  <a:lnTo>
                    <a:pt x="2073" y="1709"/>
                  </a:lnTo>
                  <a:lnTo>
                    <a:pt x="1655" y="1800"/>
                  </a:lnTo>
                  <a:lnTo>
                    <a:pt x="1200" y="1891"/>
                  </a:lnTo>
                  <a:lnTo>
                    <a:pt x="764" y="2000"/>
                  </a:lnTo>
                  <a:lnTo>
                    <a:pt x="310" y="2109"/>
                  </a:lnTo>
                  <a:lnTo>
                    <a:pt x="273" y="2128"/>
                  </a:lnTo>
                  <a:lnTo>
                    <a:pt x="255" y="2146"/>
                  </a:lnTo>
                  <a:lnTo>
                    <a:pt x="200" y="2255"/>
                  </a:lnTo>
                  <a:lnTo>
                    <a:pt x="164" y="2382"/>
                  </a:lnTo>
                  <a:lnTo>
                    <a:pt x="128" y="2564"/>
                  </a:lnTo>
                  <a:lnTo>
                    <a:pt x="55" y="2964"/>
                  </a:lnTo>
                  <a:lnTo>
                    <a:pt x="1" y="3364"/>
                  </a:lnTo>
                  <a:lnTo>
                    <a:pt x="7544" y="3364"/>
                  </a:lnTo>
                  <a:lnTo>
                    <a:pt x="7380" y="2491"/>
                  </a:lnTo>
                  <a:lnTo>
                    <a:pt x="7180" y="1600"/>
                  </a:lnTo>
                  <a:lnTo>
                    <a:pt x="6962" y="583"/>
                  </a:lnTo>
                  <a:lnTo>
                    <a:pt x="6835" y="564"/>
                  </a:lnTo>
                  <a:lnTo>
                    <a:pt x="6707" y="564"/>
                  </a:lnTo>
                  <a:lnTo>
                    <a:pt x="6417" y="601"/>
                  </a:lnTo>
                  <a:lnTo>
                    <a:pt x="6126" y="673"/>
                  </a:lnTo>
                  <a:lnTo>
                    <a:pt x="5817" y="764"/>
                  </a:lnTo>
                  <a:lnTo>
                    <a:pt x="5526" y="837"/>
                  </a:lnTo>
                  <a:lnTo>
                    <a:pt x="5272" y="892"/>
                  </a:lnTo>
                  <a:lnTo>
                    <a:pt x="5162" y="910"/>
                  </a:lnTo>
                  <a:lnTo>
                    <a:pt x="5053" y="910"/>
                  </a:lnTo>
                  <a:lnTo>
                    <a:pt x="4981" y="892"/>
                  </a:lnTo>
                  <a:lnTo>
                    <a:pt x="4908" y="873"/>
                  </a:lnTo>
                  <a:lnTo>
                    <a:pt x="4763" y="746"/>
                  </a:lnTo>
                  <a:lnTo>
                    <a:pt x="4654" y="637"/>
                  </a:lnTo>
                  <a:lnTo>
                    <a:pt x="4599" y="510"/>
                  </a:lnTo>
                  <a:lnTo>
                    <a:pt x="4544" y="401"/>
                  </a:lnTo>
                  <a:lnTo>
                    <a:pt x="4508" y="292"/>
                  </a:lnTo>
                  <a:lnTo>
                    <a:pt x="4435" y="201"/>
                  </a:lnTo>
                  <a:lnTo>
                    <a:pt x="4326" y="92"/>
                  </a:lnTo>
                  <a:lnTo>
                    <a:pt x="418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7"/>
            <p:cNvSpPr/>
            <p:nvPr/>
          </p:nvSpPr>
          <p:spPr>
            <a:xfrm>
              <a:off x="1197705" y="4031039"/>
              <a:ext cx="312651" cy="20786"/>
            </a:xfrm>
            <a:custGeom>
              <a:rect b="b" l="l" r="r" t="t"/>
              <a:pathLst>
                <a:path extrusionOk="0" h="510" w="7671">
                  <a:moveTo>
                    <a:pt x="55" y="1"/>
                  </a:moveTo>
                  <a:lnTo>
                    <a:pt x="0" y="509"/>
                  </a:lnTo>
                  <a:lnTo>
                    <a:pt x="7670" y="509"/>
                  </a:lnTo>
                  <a:lnTo>
                    <a:pt x="759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7"/>
            <p:cNvSpPr/>
            <p:nvPr/>
          </p:nvSpPr>
          <p:spPr>
            <a:xfrm>
              <a:off x="713225" y="1954598"/>
              <a:ext cx="3015810" cy="1474973"/>
            </a:xfrm>
            <a:custGeom>
              <a:rect b="b" l="l" r="r" t="t"/>
              <a:pathLst>
                <a:path extrusionOk="0" h="36189" w="73994">
                  <a:moveTo>
                    <a:pt x="2436" y="0"/>
                  </a:moveTo>
                  <a:lnTo>
                    <a:pt x="1945" y="1654"/>
                  </a:lnTo>
                  <a:lnTo>
                    <a:pt x="1472" y="3327"/>
                  </a:lnTo>
                  <a:lnTo>
                    <a:pt x="1254" y="4163"/>
                  </a:lnTo>
                  <a:lnTo>
                    <a:pt x="1036" y="5017"/>
                  </a:lnTo>
                  <a:lnTo>
                    <a:pt x="854" y="5871"/>
                  </a:lnTo>
                  <a:lnTo>
                    <a:pt x="673" y="6707"/>
                  </a:lnTo>
                  <a:lnTo>
                    <a:pt x="509" y="7562"/>
                  </a:lnTo>
                  <a:lnTo>
                    <a:pt x="364" y="8416"/>
                  </a:lnTo>
                  <a:lnTo>
                    <a:pt x="254" y="9288"/>
                  </a:lnTo>
                  <a:lnTo>
                    <a:pt x="145" y="10143"/>
                  </a:lnTo>
                  <a:lnTo>
                    <a:pt x="73" y="10997"/>
                  </a:lnTo>
                  <a:lnTo>
                    <a:pt x="18" y="11851"/>
                  </a:lnTo>
                  <a:lnTo>
                    <a:pt x="0" y="12705"/>
                  </a:lnTo>
                  <a:lnTo>
                    <a:pt x="0" y="13541"/>
                  </a:lnTo>
                  <a:lnTo>
                    <a:pt x="55" y="14487"/>
                  </a:lnTo>
                  <a:lnTo>
                    <a:pt x="109" y="15414"/>
                  </a:lnTo>
                  <a:lnTo>
                    <a:pt x="218" y="16341"/>
                  </a:lnTo>
                  <a:lnTo>
                    <a:pt x="364" y="17268"/>
                  </a:lnTo>
                  <a:lnTo>
                    <a:pt x="527" y="18176"/>
                  </a:lnTo>
                  <a:lnTo>
                    <a:pt x="727" y="19085"/>
                  </a:lnTo>
                  <a:lnTo>
                    <a:pt x="981" y="19994"/>
                  </a:lnTo>
                  <a:lnTo>
                    <a:pt x="1254" y="20885"/>
                  </a:lnTo>
                  <a:lnTo>
                    <a:pt x="1563" y="21757"/>
                  </a:lnTo>
                  <a:lnTo>
                    <a:pt x="1908" y="22611"/>
                  </a:lnTo>
                  <a:lnTo>
                    <a:pt x="2290" y="23466"/>
                  </a:lnTo>
                  <a:lnTo>
                    <a:pt x="2508" y="23865"/>
                  </a:lnTo>
                  <a:lnTo>
                    <a:pt x="2726" y="24283"/>
                  </a:lnTo>
                  <a:lnTo>
                    <a:pt x="2944" y="24683"/>
                  </a:lnTo>
                  <a:lnTo>
                    <a:pt x="3181" y="25083"/>
                  </a:lnTo>
                  <a:lnTo>
                    <a:pt x="3435" y="25465"/>
                  </a:lnTo>
                  <a:lnTo>
                    <a:pt x="3690" y="25847"/>
                  </a:lnTo>
                  <a:lnTo>
                    <a:pt x="3962" y="26228"/>
                  </a:lnTo>
                  <a:lnTo>
                    <a:pt x="4235" y="26610"/>
                  </a:lnTo>
                  <a:lnTo>
                    <a:pt x="4526" y="26973"/>
                  </a:lnTo>
                  <a:lnTo>
                    <a:pt x="4817" y="27337"/>
                  </a:lnTo>
                  <a:lnTo>
                    <a:pt x="5126" y="27682"/>
                  </a:lnTo>
                  <a:lnTo>
                    <a:pt x="5435" y="28010"/>
                  </a:lnTo>
                  <a:lnTo>
                    <a:pt x="5780" y="28355"/>
                  </a:lnTo>
                  <a:lnTo>
                    <a:pt x="6107" y="28664"/>
                  </a:lnTo>
                  <a:lnTo>
                    <a:pt x="6452" y="28991"/>
                  </a:lnTo>
                  <a:lnTo>
                    <a:pt x="6816" y="29282"/>
                  </a:lnTo>
                  <a:lnTo>
                    <a:pt x="7179" y="29573"/>
                  </a:lnTo>
                  <a:lnTo>
                    <a:pt x="7561" y="29863"/>
                  </a:lnTo>
                  <a:lnTo>
                    <a:pt x="7943" y="30136"/>
                  </a:lnTo>
                  <a:lnTo>
                    <a:pt x="8325" y="30391"/>
                  </a:lnTo>
                  <a:lnTo>
                    <a:pt x="8724" y="30627"/>
                  </a:lnTo>
                  <a:lnTo>
                    <a:pt x="9124" y="30863"/>
                  </a:lnTo>
                  <a:lnTo>
                    <a:pt x="9542" y="31099"/>
                  </a:lnTo>
                  <a:lnTo>
                    <a:pt x="9960" y="31299"/>
                  </a:lnTo>
                  <a:lnTo>
                    <a:pt x="10378" y="31499"/>
                  </a:lnTo>
                  <a:lnTo>
                    <a:pt x="10796" y="31681"/>
                  </a:lnTo>
                  <a:lnTo>
                    <a:pt x="11233" y="31845"/>
                  </a:lnTo>
                  <a:lnTo>
                    <a:pt x="11669" y="32008"/>
                  </a:lnTo>
                  <a:lnTo>
                    <a:pt x="12105" y="32154"/>
                  </a:lnTo>
                  <a:lnTo>
                    <a:pt x="12560" y="32281"/>
                  </a:lnTo>
                  <a:lnTo>
                    <a:pt x="13014" y="32390"/>
                  </a:lnTo>
                  <a:lnTo>
                    <a:pt x="13450" y="32499"/>
                  </a:lnTo>
                  <a:lnTo>
                    <a:pt x="13905" y="32572"/>
                  </a:lnTo>
                  <a:lnTo>
                    <a:pt x="14359" y="32644"/>
                  </a:lnTo>
                  <a:lnTo>
                    <a:pt x="14831" y="32699"/>
                  </a:lnTo>
                  <a:lnTo>
                    <a:pt x="15286" y="32735"/>
                  </a:lnTo>
                  <a:lnTo>
                    <a:pt x="15740" y="32753"/>
                  </a:lnTo>
                  <a:lnTo>
                    <a:pt x="16195" y="32753"/>
                  </a:lnTo>
                  <a:lnTo>
                    <a:pt x="16667" y="32735"/>
                  </a:lnTo>
                  <a:lnTo>
                    <a:pt x="17122" y="32699"/>
                  </a:lnTo>
                  <a:lnTo>
                    <a:pt x="17576" y="32663"/>
                  </a:lnTo>
                  <a:lnTo>
                    <a:pt x="18049" y="32590"/>
                  </a:lnTo>
                  <a:lnTo>
                    <a:pt x="18558" y="32499"/>
                  </a:lnTo>
                  <a:lnTo>
                    <a:pt x="19066" y="32372"/>
                  </a:lnTo>
                  <a:lnTo>
                    <a:pt x="19575" y="32244"/>
                  </a:lnTo>
                  <a:lnTo>
                    <a:pt x="20066" y="32099"/>
                  </a:lnTo>
                  <a:lnTo>
                    <a:pt x="21066" y="31790"/>
                  </a:lnTo>
                  <a:lnTo>
                    <a:pt x="22047" y="31445"/>
                  </a:lnTo>
                  <a:lnTo>
                    <a:pt x="23047" y="31099"/>
                  </a:lnTo>
                  <a:lnTo>
                    <a:pt x="24047" y="30790"/>
                  </a:lnTo>
                  <a:lnTo>
                    <a:pt x="24537" y="30645"/>
                  </a:lnTo>
                  <a:lnTo>
                    <a:pt x="25046" y="30518"/>
                  </a:lnTo>
                  <a:lnTo>
                    <a:pt x="25555" y="30409"/>
                  </a:lnTo>
                  <a:lnTo>
                    <a:pt x="26064" y="30318"/>
                  </a:lnTo>
                  <a:lnTo>
                    <a:pt x="26482" y="30263"/>
                  </a:lnTo>
                  <a:lnTo>
                    <a:pt x="26900" y="30209"/>
                  </a:lnTo>
                  <a:lnTo>
                    <a:pt x="27318" y="30172"/>
                  </a:lnTo>
                  <a:lnTo>
                    <a:pt x="27736" y="30154"/>
                  </a:lnTo>
                  <a:lnTo>
                    <a:pt x="28154" y="30154"/>
                  </a:lnTo>
                  <a:lnTo>
                    <a:pt x="28572" y="30172"/>
                  </a:lnTo>
                  <a:lnTo>
                    <a:pt x="28990" y="30191"/>
                  </a:lnTo>
                  <a:lnTo>
                    <a:pt x="29390" y="30209"/>
                  </a:lnTo>
                  <a:lnTo>
                    <a:pt x="30226" y="30300"/>
                  </a:lnTo>
                  <a:lnTo>
                    <a:pt x="31063" y="30445"/>
                  </a:lnTo>
                  <a:lnTo>
                    <a:pt x="31880" y="30609"/>
                  </a:lnTo>
                  <a:lnTo>
                    <a:pt x="32698" y="30790"/>
                  </a:lnTo>
                  <a:lnTo>
                    <a:pt x="33516" y="31027"/>
                  </a:lnTo>
                  <a:lnTo>
                    <a:pt x="34334" y="31263"/>
                  </a:lnTo>
                  <a:lnTo>
                    <a:pt x="35152" y="31517"/>
                  </a:lnTo>
                  <a:lnTo>
                    <a:pt x="35970" y="31790"/>
                  </a:lnTo>
                  <a:lnTo>
                    <a:pt x="37588" y="32372"/>
                  </a:lnTo>
                  <a:lnTo>
                    <a:pt x="39187" y="32953"/>
                  </a:lnTo>
                  <a:lnTo>
                    <a:pt x="41005" y="33590"/>
                  </a:lnTo>
                  <a:lnTo>
                    <a:pt x="41932" y="33899"/>
                  </a:lnTo>
                  <a:lnTo>
                    <a:pt x="42859" y="34189"/>
                  </a:lnTo>
                  <a:lnTo>
                    <a:pt x="43786" y="34462"/>
                  </a:lnTo>
                  <a:lnTo>
                    <a:pt x="44713" y="34735"/>
                  </a:lnTo>
                  <a:lnTo>
                    <a:pt x="45658" y="34971"/>
                  </a:lnTo>
                  <a:lnTo>
                    <a:pt x="46603" y="35207"/>
                  </a:lnTo>
                  <a:lnTo>
                    <a:pt x="47548" y="35407"/>
                  </a:lnTo>
                  <a:lnTo>
                    <a:pt x="48493" y="35607"/>
                  </a:lnTo>
                  <a:lnTo>
                    <a:pt x="49438" y="35771"/>
                  </a:lnTo>
                  <a:lnTo>
                    <a:pt x="50402" y="35916"/>
                  </a:lnTo>
                  <a:lnTo>
                    <a:pt x="51365" y="36025"/>
                  </a:lnTo>
                  <a:lnTo>
                    <a:pt x="52310" y="36116"/>
                  </a:lnTo>
                  <a:lnTo>
                    <a:pt x="53273" y="36170"/>
                  </a:lnTo>
                  <a:lnTo>
                    <a:pt x="54255" y="36189"/>
                  </a:lnTo>
                  <a:lnTo>
                    <a:pt x="55218" y="36189"/>
                  </a:lnTo>
                  <a:lnTo>
                    <a:pt x="56182" y="36152"/>
                  </a:lnTo>
                  <a:lnTo>
                    <a:pt x="57163" y="36080"/>
                  </a:lnTo>
                  <a:lnTo>
                    <a:pt x="58126" y="35971"/>
                  </a:lnTo>
                  <a:lnTo>
                    <a:pt x="59090" y="35825"/>
                  </a:lnTo>
                  <a:lnTo>
                    <a:pt x="60035" y="35625"/>
                  </a:lnTo>
                  <a:lnTo>
                    <a:pt x="60980" y="35407"/>
                  </a:lnTo>
                  <a:lnTo>
                    <a:pt x="61925" y="35134"/>
                  </a:lnTo>
                  <a:lnTo>
                    <a:pt x="62834" y="34844"/>
                  </a:lnTo>
                  <a:lnTo>
                    <a:pt x="63288" y="34680"/>
                  </a:lnTo>
                  <a:lnTo>
                    <a:pt x="63743" y="34498"/>
                  </a:lnTo>
                  <a:lnTo>
                    <a:pt x="64179" y="34298"/>
                  </a:lnTo>
                  <a:lnTo>
                    <a:pt x="64615" y="34117"/>
                  </a:lnTo>
                  <a:lnTo>
                    <a:pt x="65051" y="33899"/>
                  </a:lnTo>
                  <a:lnTo>
                    <a:pt x="65488" y="33680"/>
                  </a:lnTo>
                  <a:lnTo>
                    <a:pt x="65906" y="33444"/>
                  </a:lnTo>
                  <a:lnTo>
                    <a:pt x="66324" y="33208"/>
                  </a:lnTo>
                  <a:lnTo>
                    <a:pt x="66724" y="32953"/>
                  </a:lnTo>
                  <a:lnTo>
                    <a:pt x="67123" y="32699"/>
                  </a:lnTo>
                  <a:lnTo>
                    <a:pt x="67523" y="32426"/>
                  </a:lnTo>
                  <a:lnTo>
                    <a:pt x="67905" y="32135"/>
                  </a:lnTo>
                  <a:lnTo>
                    <a:pt x="68287" y="31845"/>
                  </a:lnTo>
                  <a:lnTo>
                    <a:pt x="68668" y="31536"/>
                  </a:lnTo>
                  <a:lnTo>
                    <a:pt x="69032" y="31208"/>
                  </a:lnTo>
                  <a:lnTo>
                    <a:pt x="69377" y="30881"/>
                  </a:lnTo>
                  <a:lnTo>
                    <a:pt x="69723" y="30536"/>
                  </a:lnTo>
                  <a:lnTo>
                    <a:pt x="70068" y="30172"/>
                  </a:lnTo>
                  <a:lnTo>
                    <a:pt x="70377" y="29809"/>
                  </a:lnTo>
                  <a:lnTo>
                    <a:pt x="70686" y="29445"/>
                  </a:lnTo>
                  <a:lnTo>
                    <a:pt x="70995" y="29064"/>
                  </a:lnTo>
                  <a:lnTo>
                    <a:pt x="71267" y="28664"/>
                  </a:lnTo>
                  <a:lnTo>
                    <a:pt x="71558" y="28264"/>
                  </a:lnTo>
                  <a:lnTo>
                    <a:pt x="71813" y="27846"/>
                  </a:lnTo>
                  <a:lnTo>
                    <a:pt x="72067" y="27428"/>
                  </a:lnTo>
                  <a:lnTo>
                    <a:pt x="72303" y="27010"/>
                  </a:lnTo>
                  <a:lnTo>
                    <a:pt x="72522" y="26574"/>
                  </a:lnTo>
                  <a:lnTo>
                    <a:pt x="72722" y="26137"/>
                  </a:lnTo>
                  <a:lnTo>
                    <a:pt x="72921" y="25683"/>
                  </a:lnTo>
                  <a:lnTo>
                    <a:pt x="73103" y="25247"/>
                  </a:lnTo>
                  <a:lnTo>
                    <a:pt x="73249" y="24792"/>
                  </a:lnTo>
                  <a:lnTo>
                    <a:pt x="73412" y="24320"/>
                  </a:lnTo>
                  <a:lnTo>
                    <a:pt x="73539" y="23865"/>
                  </a:lnTo>
                  <a:lnTo>
                    <a:pt x="73649" y="23393"/>
                  </a:lnTo>
                  <a:lnTo>
                    <a:pt x="73758" y="22920"/>
                  </a:lnTo>
                  <a:lnTo>
                    <a:pt x="73830" y="22448"/>
                  </a:lnTo>
                  <a:lnTo>
                    <a:pt x="73903" y="21975"/>
                  </a:lnTo>
                  <a:lnTo>
                    <a:pt x="73939" y="21503"/>
                  </a:lnTo>
                  <a:lnTo>
                    <a:pt x="73976" y="21030"/>
                  </a:lnTo>
                  <a:lnTo>
                    <a:pt x="73994" y="20539"/>
                  </a:lnTo>
                  <a:lnTo>
                    <a:pt x="73976" y="20067"/>
                  </a:lnTo>
                  <a:lnTo>
                    <a:pt x="73957" y="19594"/>
                  </a:lnTo>
                  <a:lnTo>
                    <a:pt x="73903" y="19121"/>
                  </a:lnTo>
                  <a:lnTo>
                    <a:pt x="73848" y="18649"/>
                  </a:lnTo>
                  <a:lnTo>
                    <a:pt x="73758" y="18158"/>
                  </a:lnTo>
                  <a:lnTo>
                    <a:pt x="73649" y="17704"/>
                  </a:lnTo>
                  <a:lnTo>
                    <a:pt x="73558" y="17322"/>
                  </a:lnTo>
                  <a:lnTo>
                    <a:pt x="73449" y="16940"/>
                  </a:lnTo>
                  <a:lnTo>
                    <a:pt x="73321" y="16577"/>
                  </a:lnTo>
                  <a:lnTo>
                    <a:pt x="73194" y="16213"/>
                  </a:lnTo>
                  <a:lnTo>
                    <a:pt x="73049" y="15868"/>
                  </a:lnTo>
                  <a:lnTo>
                    <a:pt x="72885" y="15504"/>
                  </a:lnTo>
                  <a:lnTo>
                    <a:pt x="72722" y="15159"/>
                  </a:lnTo>
                  <a:lnTo>
                    <a:pt x="72558" y="14814"/>
                  </a:lnTo>
                  <a:lnTo>
                    <a:pt x="72358" y="14468"/>
                  </a:lnTo>
                  <a:lnTo>
                    <a:pt x="72176" y="14141"/>
                  </a:lnTo>
                  <a:lnTo>
                    <a:pt x="71758" y="13487"/>
                  </a:lnTo>
                  <a:lnTo>
                    <a:pt x="71304" y="12869"/>
                  </a:lnTo>
                  <a:lnTo>
                    <a:pt x="70813" y="12251"/>
                  </a:lnTo>
                  <a:lnTo>
                    <a:pt x="70304" y="11669"/>
                  </a:lnTo>
                  <a:lnTo>
                    <a:pt x="69759" y="11106"/>
                  </a:lnTo>
                  <a:lnTo>
                    <a:pt x="69177" y="10579"/>
                  </a:lnTo>
                  <a:lnTo>
                    <a:pt x="68596" y="10052"/>
                  </a:lnTo>
                  <a:lnTo>
                    <a:pt x="67978" y="9561"/>
                  </a:lnTo>
                  <a:lnTo>
                    <a:pt x="67341" y="9107"/>
                  </a:lnTo>
                  <a:lnTo>
                    <a:pt x="66687" y="8670"/>
                  </a:lnTo>
                  <a:lnTo>
                    <a:pt x="66033" y="8252"/>
                  </a:lnTo>
                  <a:lnTo>
                    <a:pt x="65342" y="7871"/>
                  </a:lnTo>
                  <a:lnTo>
                    <a:pt x="64670" y="7507"/>
                  </a:lnTo>
                  <a:lnTo>
                    <a:pt x="63961" y="7180"/>
                  </a:lnTo>
                  <a:lnTo>
                    <a:pt x="63252" y="6853"/>
                  </a:lnTo>
                  <a:lnTo>
                    <a:pt x="62543" y="6562"/>
                  </a:lnTo>
                  <a:lnTo>
                    <a:pt x="61816" y="6271"/>
                  </a:lnTo>
                  <a:lnTo>
                    <a:pt x="61089" y="5998"/>
                  </a:lnTo>
                  <a:lnTo>
                    <a:pt x="60344" y="5762"/>
                  </a:lnTo>
                  <a:lnTo>
                    <a:pt x="59617" y="5526"/>
                  </a:lnTo>
                  <a:lnTo>
                    <a:pt x="58853" y="5290"/>
                  </a:lnTo>
                  <a:lnTo>
                    <a:pt x="57363" y="4872"/>
                  </a:lnTo>
                  <a:lnTo>
                    <a:pt x="55836" y="4490"/>
                  </a:lnTo>
                  <a:lnTo>
                    <a:pt x="54328" y="4126"/>
                  </a:lnTo>
                  <a:lnTo>
                    <a:pt x="53183" y="3854"/>
                  </a:lnTo>
                  <a:lnTo>
                    <a:pt x="52619" y="3708"/>
                  </a:lnTo>
                  <a:lnTo>
                    <a:pt x="52056" y="3563"/>
                  </a:lnTo>
                  <a:lnTo>
                    <a:pt x="51492" y="3381"/>
                  </a:lnTo>
                  <a:lnTo>
                    <a:pt x="50947" y="3163"/>
                  </a:lnTo>
                  <a:lnTo>
                    <a:pt x="50420" y="2945"/>
                  </a:lnTo>
                  <a:lnTo>
                    <a:pt x="49911" y="2672"/>
                  </a:lnTo>
                  <a:lnTo>
                    <a:pt x="49511" y="2436"/>
                  </a:lnTo>
                  <a:lnTo>
                    <a:pt x="49147" y="2182"/>
                  </a:lnTo>
                  <a:lnTo>
                    <a:pt x="48784" y="1927"/>
                  </a:lnTo>
                  <a:lnTo>
                    <a:pt x="48457" y="1636"/>
                  </a:lnTo>
                  <a:lnTo>
                    <a:pt x="48148" y="1327"/>
                  </a:lnTo>
                  <a:lnTo>
                    <a:pt x="47875" y="1000"/>
                  </a:lnTo>
                  <a:lnTo>
                    <a:pt x="47766" y="818"/>
                  </a:lnTo>
                  <a:lnTo>
                    <a:pt x="47639" y="655"/>
                  </a:lnTo>
                  <a:lnTo>
                    <a:pt x="47548" y="455"/>
                  </a:lnTo>
                  <a:lnTo>
                    <a:pt x="47439" y="273"/>
                  </a:lnTo>
                  <a:lnTo>
                    <a:pt x="47312" y="418"/>
                  </a:lnTo>
                  <a:lnTo>
                    <a:pt x="47239" y="473"/>
                  </a:lnTo>
                  <a:lnTo>
                    <a:pt x="47148" y="528"/>
                  </a:lnTo>
                  <a:lnTo>
                    <a:pt x="47203" y="873"/>
                  </a:lnTo>
                  <a:lnTo>
                    <a:pt x="47294" y="1236"/>
                  </a:lnTo>
                  <a:lnTo>
                    <a:pt x="47403" y="1582"/>
                  </a:lnTo>
                  <a:lnTo>
                    <a:pt x="47530" y="1927"/>
                  </a:lnTo>
                  <a:lnTo>
                    <a:pt x="47675" y="2254"/>
                  </a:lnTo>
                  <a:lnTo>
                    <a:pt x="47839" y="2581"/>
                  </a:lnTo>
                  <a:lnTo>
                    <a:pt x="48021" y="2909"/>
                  </a:lnTo>
                  <a:lnTo>
                    <a:pt x="48239" y="3218"/>
                  </a:lnTo>
                  <a:lnTo>
                    <a:pt x="48457" y="3527"/>
                  </a:lnTo>
                  <a:lnTo>
                    <a:pt x="48675" y="3817"/>
                  </a:lnTo>
                  <a:lnTo>
                    <a:pt x="48929" y="4108"/>
                  </a:lnTo>
                  <a:lnTo>
                    <a:pt x="49184" y="4381"/>
                  </a:lnTo>
                  <a:lnTo>
                    <a:pt x="49456" y="4653"/>
                  </a:lnTo>
                  <a:lnTo>
                    <a:pt x="49729" y="4908"/>
                  </a:lnTo>
                  <a:lnTo>
                    <a:pt x="50020" y="5144"/>
                  </a:lnTo>
                  <a:lnTo>
                    <a:pt x="50311" y="5381"/>
                  </a:lnTo>
                  <a:lnTo>
                    <a:pt x="50674" y="5635"/>
                  </a:lnTo>
                  <a:lnTo>
                    <a:pt x="51038" y="5889"/>
                  </a:lnTo>
                  <a:lnTo>
                    <a:pt x="51419" y="6126"/>
                  </a:lnTo>
                  <a:lnTo>
                    <a:pt x="51801" y="6344"/>
                  </a:lnTo>
                  <a:lnTo>
                    <a:pt x="52583" y="6780"/>
                  </a:lnTo>
                  <a:lnTo>
                    <a:pt x="53382" y="7198"/>
                  </a:lnTo>
                  <a:lnTo>
                    <a:pt x="54982" y="7998"/>
                  </a:lnTo>
                  <a:lnTo>
                    <a:pt x="55782" y="8398"/>
                  </a:lnTo>
                  <a:lnTo>
                    <a:pt x="56563" y="8834"/>
                  </a:lnTo>
                  <a:lnTo>
                    <a:pt x="56945" y="9070"/>
                  </a:lnTo>
                  <a:lnTo>
                    <a:pt x="57327" y="9307"/>
                  </a:lnTo>
                  <a:lnTo>
                    <a:pt x="57708" y="9561"/>
                  </a:lnTo>
                  <a:lnTo>
                    <a:pt x="58072" y="9834"/>
                  </a:lnTo>
                  <a:lnTo>
                    <a:pt x="58417" y="10106"/>
                  </a:lnTo>
                  <a:lnTo>
                    <a:pt x="58762" y="10415"/>
                  </a:lnTo>
                  <a:lnTo>
                    <a:pt x="59108" y="10724"/>
                  </a:lnTo>
                  <a:lnTo>
                    <a:pt x="59417" y="11033"/>
                  </a:lnTo>
                  <a:lnTo>
                    <a:pt x="59708" y="11379"/>
                  </a:lnTo>
                  <a:lnTo>
                    <a:pt x="59980" y="11724"/>
                  </a:lnTo>
                  <a:lnTo>
                    <a:pt x="60235" y="12087"/>
                  </a:lnTo>
                  <a:lnTo>
                    <a:pt x="60471" y="12451"/>
                  </a:lnTo>
                  <a:lnTo>
                    <a:pt x="60671" y="12851"/>
                  </a:lnTo>
                  <a:lnTo>
                    <a:pt x="60853" y="13251"/>
                  </a:lnTo>
                  <a:lnTo>
                    <a:pt x="60998" y="13651"/>
                  </a:lnTo>
                  <a:lnTo>
                    <a:pt x="61125" y="14087"/>
                  </a:lnTo>
                  <a:lnTo>
                    <a:pt x="61180" y="14396"/>
                  </a:lnTo>
                  <a:lnTo>
                    <a:pt x="61216" y="14705"/>
                  </a:lnTo>
                  <a:lnTo>
                    <a:pt x="61253" y="15014"/>
                  </a:lnTo>
                  <a:lnTo>
                    <a:pt x="61253" y="15323"/>
                  </a:lnTo>
                  <a:lnTo>
                    <a:pt x="61234" y="15632"/>
                  </a:lnTo>
                  <a:lnTo>
                    <a:pt x="61216" y="15923"/>
                  </a:lnTo>
                  <a:lnTo>
                    <a:pt x="61162" y="16232"/>
                  </a:lnTo>
                  <a:lnTo>
                    <a:pt x="61107" y="16541"/>
                  </a:lnTo>
                  <a:lnTo>
                    <a:pt x="61034" y="16831"/>
                  </a:lnTo>
                  <a:lnTo>
                    <a:pt x="60944" y="17122"/>
                  </a:lnTo>
                  <a:lnTo>
                    <a:pt x="60835" y="17413"/>
                  </a:lnTo>
                  <a:lnTo>
                    <a:pt x="60707" y="17704"/>
                  </a:lnTo>
                  <a:lnTo>
                    <a:pt x="60580" y="17976"/>
                  </a:lnTo>
                  <a:lnTo>
                    <a:pt x="60435" y="18249"/>
                  </a:lnTo>
                  <a:lnTo>
                    <a:pt x="60289" y="18522"/>
                  </a:lnTo>
                  <a:lnTo>
                    <a:pt x="60108" y="18794"/>
                  </a:lnTo>
                  <a:lnTo>
                    <a:pt x="59926" y="19049"/>
                  </a:lnTo>
                  <a:lnTo>
                    <a:pt x="59744" y="19303"/>
                  </a:lnTo>
                  <a:lnTo>
                    <a:pt x="59526" y="19540"/>
                  </a:lnTo>
                  <a:lnTo>
                    <a:pt x="59326" y="19776"/>
                  </a:lnTo>
                  <a:lnTo>
                    <a:pt x="59090" y="20012"/>
                  </a:lnTo>
                  <a:lnTo>
                    <a:pt x="58872" y="20230"/>
                  </a:lnTo>
                  <a:lnTo>
                    <a:pt x="58617" y="20430"/>
                  </a:lnTo>
                  <a:lnTo>
                    <a:pt x="58381" y="20630"/>
                  </a:lnTo>
                  <a:lnTo>
                    <a:pt x="58126" y="20830"/>
                  </a:lnTo>
                  <a:lnTo>
                    <a:pt x="57854" y="21012"/>
                  </a:lnTo>
                  <a:lnTo>
                    <a:pt x="57581" y="21175"/>
                  </a:lnTo>
                  <a:lnTo>
                    <a:pt x="57308" y="21339"/>
                  </a:lnTo>
                  <a:lnTo>
                    <a:pt x="57018" y="21484"/>
                  </a:lnTo>
                  <a:lnTo>
                    <a:pt x="56727" y="21612"/>
                  </a:lnTo>
                  <a:lnTo>
                    <a:pt x="56436" y="21739"/>
                  </a:lnTo>
                  <a:lnTo>
                    <a:pt x="56145" y="21848"/>
                  </a:lnTo>
                  <a:lnTo>
                    <a:pt x="55854" y="21939"/>
                  </a:lnTo>
                  <a:lnTo>
                    <a:pt x="55545" y="22011"/>
                  </a:lnTo>
                  <a:lnTo>
                    <a:pt x="54927" y="22157"/>
                  </a:lnTo>
                  <a:lnTo>
                    <a:pt x="54328" y="22248"/>
                  </a:lnTo>
                  <a:lnTo>
                    <a:pt x="53691" y="22320"/>
                  </a:lnTo>
                  <a:lnTo>
                    <a:pt x="53073" y="22339"/>
                  </a:lnTo>
                  <a:lnTo>
                    <a:pt x="52455" y="22320"/>
                  </a:lnTo>
                  <a:lnTo>
                    <a:pt x="51819" y="22284"/>
                  </a:lnTo>
                  <a:lnTo>
                    <a:pt x="51201" y="22193"/>
                  </a:lnTo>
                  <a:lnTo>
                    <a:pt x="50583" y="22084"/>
                  </a:lnTo>
                  <a:lnTo>
                    <a:pt x="49947" y="21957"/>
                  </a:lnTo>
                  <a:lnTo>
                    <a:pt x="49347" y="21793"/>
                  </a:lnTo>
                  <a:lnTo>
                    <a:pt x="48729" y="21612"/>
                  </a:lnTo>
                  <a:lnTo>
                    <a:pt x="48130" y="21393"/>
                  </a:lnTo>
                  <a:lnTo>
                    <a:pt x="47530" y="21175"/>
                  </a:lnTo>
                  <a:lnTo>
                    <a:pt x="46948" y="20921"/>
                  </a:lnTo>
                  <a:lnTo>
                    <a:pt x="46367" y="20666"/>
                  </a:lnTo>
                  <a:lnTo>
                    <a:pt x="45803" y="20376"/>
                  </a:lnTo>
                  <a:lnTo>
                    <a:pt x="45240" y="20085"/>
                  </a:lnTo>
                  <a:lnTo>
                    <a:pt x="44694" y="19776"/>
                  </a:lnTo>
                  <a:lnTo>
                    <a:pt x="44149" y="19467"/>
                  </a:lnTo>
                  <a:lnTo>
                    <a:pt x="43077" y="18813"/>
                  </a:lnTo>
                  <a:lnTo>
                    <a:pt x="42004" y="18122"/>
                  </a:lnTo>
                  <a:lnTo>
                    <a:pt x="39896" y="16740"/>
                  </a:lnTo>
                  <a:lnTo>
                    <a:pt x="38824" y="16068"/>
                  </a:lnTo>
                  <a:lnTo>
                    <a:pt x="37751" y="15414"/>
                  </a:lnTo>
                  <a:lnTo>
                    <a:pt x="37188" y="15105"/>
                  </a:lnTo>
                  <a:lnTo>
                    <a:pt x="36642" y="14796"/>
                  </a:lnTo>
                  <a:lnTo>
                    <a:pt x="36061" y="14505"/>
                  </a:lnTo>
                  <a:lnTo>
                    <a:pt x="35497" y="14232"/>
                  </a:lnTo>
                  <a:lnTo>
                    <a:pt x="34916" y="13978"/>
                  </a:lnTo>
                  <a:lnTo>
                    <a:pt x="34316" y="13741"/>
                  </a:lnTo>
                  <a:lnTo>
                    <a:pt x="33734" y="13523"/>
                  </a:lnTo>
                  <a:lnTo>
                    <a:pt x="33135" y="13323"/>
                  </a:lnTo>
                  <a:lnTo>
                    <a:pt x="32517" y="13142"/>
                  </a:lnTo>
                  <a:lnTo>
                    <a:pt x="31917" y="12978"/>
                  </a:lnTo>
                  <a:lnTo>
                    <a:pt x="31299" y="12869"/>
                  </a:lnTo>
                  <a:lnTo>
                    <a:pt x="30681" y="12760"/>
                  </a:lnTo>
                  <a:lnTo>
                    <a:pt x="30063" y="12705"/>
                  </a:lnTo>
                  <a:lnTo>
                    <a:pt x="29445" y="12669"/>
                  </a:lnTo>
                  <a:lnTo>
                    <a:pt x="28809" y="12669"/>
                  </a:lnTo>
                  <a:lnTo>
                    <a:pt x="28191" y="12705"/>
                  </a:lnTo>
                  <a:lnTo>
                    <a:pt x="27827" y="12760"/>
                  </a:lnTo>
                  <a:lnTo>
                    <a:pt x="27482" y="12796"/>
                  </a:lnTo>
                  <a:lnTo>
                    <a:pt x="26773" y="12924"/>
                  </a:lnTo>
                  <a:lnTo>
                    <a:pt x="26064" y="13087"/>
                  </a:lnTo>
                  <a:lnTo>
                    <a:pt x="25373" y="13251"/>
                  </a:lnTo>
                  <a:lnTo>
                    <a:pt x="23992" y="13632"/>
                  </a:lnTo>
                  <a:lnTo>
                    <a:pt x="23283" y="13796"/>
                  </a:lnTo>
                  <a:lnTo>
                    <a:pt x="22593" y="13941"/>
                  </a:lnTo>
                  <a:lnTo>
                    <a:pt x="22156" y="14032"/>
                  </a:lnTo>
                  <a:lnTo>
                    <a:pt x="21720" y="14087"/>
                  </a:lnTo>
                  <a:lnTo>
                    <a:pt x="21284" y="14141"/>
                  </a:lnTo>
                  <a:lnTo>
                    <a:pt x="20848" y="14196"/>
                  </a:lnTo>
                  <a:lnTo>
                    <a:pt x="20411" y="14214"/>
                  </a:lnTo>
                  <a:lnTo>
                    <a:pt x="19975" y="14232"/>
                  </a:lnTo>
                  <a:lnTo>
                    <a:pt x="19521" y="14250"/>
                  </a:lnTo>
                  <a:lnTo>
                    <a:pt x="19085" y="14250"/>
                  </a:lnTo>
                  <a:lnTo>
                    <a:pt x="18648" y="14232"/>
                  </a:lnTo>
                  <a:lnTo>
                    <a:pt x="18212" y="14196"/>
                  </a:lnTo>
                  <a:lnTo>
                    <a:pt x="17776" y="14159"/>
                  </a:lnTo>
                  <a:lnTo>
                    <a:pt x="17340" y="14105"/>
                  </a:lnTo>
                  <a:lnTo>
                    <a:pt x="16904" y="14050"/>
                  </a:lnTo>
                  <a:lnTo>
                    <a:pt x="16467" y="13978"/>
                  </a:lnTo>
                  <a:lnTo>
                    <a:pt x="16031" y="13887"/>
                  </a:lnTo>
                  <a:lnTo>
                    <a:pt x="15595" y="13796"/>
                  </a:lnTo>
                  <a:lnTo>
                    <a:pt x="15177" y="13687"/>
                  </a:lnTo>
                  <a:lnTo>
                    <a:pt x="14741" y="13578"/>
                  </a:lnTo>
                  <a:lnTo>
                    <a:pt x="14323" y="13451"/>
                  </a:lnTo>
                  <a:lnTo>
                    <a:pt x="13905" y="13305"/>
                  </a:lnTo>
                  <a:lnTo>
                    <a:pt x="13486" y="13160"/>
                  </a:lnTo>
                  <a:lnTo>
                    <a:pt x="13087" y="12996"/>
                  </a:lnTo>
                  <a:lnTo>
                    <a:pt x="12687" y="12833"/>
                  </a:lnTo>
                  <a:lnTo>
                    <a:pt x="12287" y="12651"/>
                  </a:lnTo>
                  <a:lnTo>
                    <a:pt x="11887" y="12451"/>
                  </a:lnTo>
                  <a:lnTo>
                    <a:pt x="11487" y="12251"/>
                  </a:lnTo>
                  <a:lnTo>
                    <a:pt x="11105" y="12033"/>
                  </a:lnTo>
                  <a:lnTo>
                    <a:pt x="10724" y="11815"/>
                  </a:lnTo>
                  <a:lnTo>
                    <a:pt x="10360" y="11578"/>
                  </a:lnTo>
                  <a:lnTo>
                    <a:pt x="9979" y="11342"/>
                  </a:lnTo>
                  <a:lnTo>
                    <a:pt x="9633" y="11088"/>
                  </a:lnTo>
                  <a:lnTo>
                    <a:pt x="9270" y="10815"/>
                  </a:lnTo>
                  <a:lnTo>
                    <a:pt x="8670" y="10343"/>
                  </a:lnTo>
                  <a:lnTo>
                    <a:pt x="8106" y="9834"/>
                  </a:lnTo>
                  <a:lnTo>
                    <a:pt x="7561" y="9288"/>
                  </a:lnTo>
                  <a:lnTo>
                    <a:pt x="7034" y="8725"/>
                  </a:lnTo>
                  <a:lnTo>
                    <a:pt x="6525" y="8143"/>
                  </a:lnTo>
                  <a:lnTo>
                    <a:pt x="6071" y="7525"/>
                  </a:lnTo>
                  <a:lnTo>
                    <a:pt x="5616" y="6907"/>
                  </a:lnTo>
                  <a:lnTo>
                    <a:pt x="5216" y="6253"/>
                  </a:lnTo>
                  <a:lnTo>
                    <a:pt x="4835" y="5580"/>
                  </a:lnTo>
                  <a:lnTo>
                    <a:pt x="4471" y="4908"/>
                  </a:lnTo>
                  <a:lnTo>
                    <a:pt x="4162" y="4199"/>
                  </a:lnTo>
                  <a:lnTo>
                    <a:pt x="3871" y="3490"/>
                  </a:lnTo>
                  <a:lnTo>
                    <a:pt x="3617" y="2763"/>
                  </a:lnTo>
                  <a:lnTo>
                    <a:pt x="3381" y="2036"/>
                  </a:lnTo>
                  <a:lnTo>
                    <a:pt x="3199" y="1291"/>
                  </a:lnTo>
                  <a:lnTo>
                    <a:pt x="3054" y="528"/>
                  </a:lnTo>
                  <a:lnTo>
                    <a:pt x="2908" y="455"/>
                  </a:lnTo>
                  <a:lnTo>
                    <a:pt x="2799" y="346"/>
                  </a:lnTo>
                  <a:lnTo>
                    <a:pt x="2690" y="219"/>
                  </a:lnTo>
                  <a:lnTo>
                    <a:pt x="2617" y="91"/>
                  </a:lnTo>
                  <a:lnTo>
                    <a:pt x="243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7"/>
            <p:cNvSpPr/>
            <p:nvPr/>
          </p:nvSpPr>
          <p:spPr>
            <a:xfrm>
              <a:off x="713225" y="1954598"/>
              <a:ext cx="3015810" cy="1474973"/>
            </a:xfrm>
            <a:custGeom>
              <a:rect b="b" l="l" r="r" t="t"/>
              <a:pathLst>
                <a:path extrusionOk="0" fill="none" h="36189" w="73994">
                  <a:moveTo>
                    <a:pt x="68668" y="31536"/>
                  </a:moveTo>
                  <a:lnTo>
                    <a:pt x="68668" y="31536"/>
                  </a:lnTo>
                  <a:lnTo>
                    <a:pt x="68287" y="31845"/>
                  </a:lnTo>
                  <a:lnTo>
                    <a:pt x="67905" y="32135"/>
                  </a:lnTo>
                  <a:lnTo>
                    <a:pt x="67523" y="32426"/>
                  </a:lnTo>
                  <a:lnTo>
                    <a:pt x="67123" y="32699"/>
                  </a:lnTo>
                  <a:lnTo>
                    <a:pt x="66724" y="32953"/>
                  </a:lnTo>
                  <a:lnTo>
                    <a:pt x="66324" y="33208"/>
                  </a:lnTo>
                  <a:lnTo>
                    <a:pt x="65906" y="33444"/>
                  </a:lnTo>
                  <a:lnTo>
                    <a:pt x="65488" y="33680"/>
                  </a:lnTo>
                  <a:lnTo>
                    <a:pt x="65051" y="33899"/>
                  </a:lnTo>
                  <a:lnTo>
                    <a:pt x="64615" y="34117"/>
                  </a:lnTo>
                  <a:lnTo>
                    <a:pt x="64179" y="34298"/>
                  </a:lnTo>
                  <a:lnTo>
                    <a:pt x="63743" y="34498"/>
                  </a:lnTo>
                  <a:lnTo>
                    <a:pt x="63288" y="34680"/>
                  </a:lnTo>
                  <a:lnTo>
                    <a:pt x="62834" y="34844"/>
                  </a:lnTo>
                  <a:lnTo>
                    <a:pt x="61925" y="35134"/>
                  </a:lnTo>
                  <a:lnTo>
                    <a:pt x="60980" y="35407"/>
                  </a:lnTo>
                  <a:lnTo>
                    <a:pt x="60035" y="35625"/>
                  </a:lnTo>
                  <a:lnTo>
                    <a:pt x="59090" y="35825"/>
                  </a:lnTo>
                  <a:lnTo>
                    <a:pt x="58126" y="35971"/>
                  </a:lnTo>
                  <a:lnTo>
                    <a:pt x="57163" y="36080"/>
                  </a:lnTo>
                  <a:lnTo>
                    <a:pt x="56182" y="36152"/>
                  </a:lnTo>
                  <a:lnTo>
                    <a:pt x="55218" y="36189"/>
                  </a:lnTo>
                  <a:lnTo>
                    <a:pt x="54255" y="36189"/>
                  </a:lnTo>
                  <a:lnTo>
                    <a:pt x="54255" y="36189"/>
                  </a:lnTo>
                  <a:lnTo>
                    <a:pt x="53273" y="36170"/>
                  </a:lnTo>
                  <a:lnTo>
                    <a:pt x="52310" y="36116"/>
                  </a:lnTo>
                  <a:lnTo>
                    <a:pt x="51365" y="36025"/>
                  </a:lnTo>
                  <a:lnTo>
                    <a:pt x="50402" y="35916"/>
                  </a:lnTo>
                  <a:lnTo>
                    <a:pt x="49438" y="35771"/>
                  </a:lnTo>
                  <a:lnTo>
                    <a:pt x="48493" y="35607"/>
                  </a:lnTo>
                  <a:lnTo>
                    <a:pt x="47548" y="35407"/>
                  </a:lnTo>
                  <a:lnTo>
                    <a:pt x="46603" y="35207"/>
                  </a:lnTo>
                  <a:lnTo>
                    <a:pt x="45658" y="34971"/>
                  </a:lnTo>
                  <a:lnTo>
                    <a:pt x="44713" y="34735"/>
                  </a:lnTo>
                  <a:lnTo>
                    <a:pt x="43786" y="34462"/>
                  </a:lnTo>
                  <a:lnTo>
                    <a:pt x="42859" y="34189"/>
                  </a:lnTo>
                  <a:lnTo>
                    <a:pt x="41932" y="33899"/>
                  </a:lnTo>
                  <a:lnTo>
                    <a:pt x="41005" y="33590"/>
                  </a:lnTo>
                  <a:lnTo>
                    <a:pt x="39187" y="32953"/>
                  </a:lnTo>
                  <a:lnTo>
                    <a:pt x="39187" y="32953"/>
                  </a:lnTo>
                  <a:lnTo>
                    <a:pt x="37588" y="32372"/>
                  </a:lnTo>
                  <a:lnTo>
                    <a:pt x="35970" y="31790"/>
                  </a:lnTo>
                  <a:lnTo>
                    <a:pt x="35152" y="31517"/>
                  </a:lnTo>
                  <a:lnTo>
                    <a:pt x="34334" y="31263"/>
                  </a:lnTo>
                  <a:lnTo>
                    <a:pt x="33516" y="31027"/>
                  </a:lnTo>
                  <a:lnTo>
                    <a:pt x="32698" y="30790"/>
                  </a:lnTo>
                  <a:lnTo>
                    <a:pt x="31880" y="30609"/>
                  </a:lnTo>
                  <a:lnTo>
                    <a:pt x="31063" y="30445"/>
                  </a:lnTo>
                  <a:lnTo>
                    <a:pt x="30226" y="30300"/>
                  </a:lnTo>
                  <a:lnTo>
                    <a:pt x="29390" y="30209"/>
                  </a:lnTo>
                  <a:lnTo>
                    <a:pt x="28990" y="30191"/>
                  </a:lnTo>
                  <a:lnTo>
                    <a:pt x="28572" y="30172"/>
                  </a:lnTo>
                  <a:lnTo>
                    <a:pt x="28154" y="30154"/>
                  </a:lnTo>
                  <a:lnTo>
                    <a:pt x="27736" y="30154"/>
                  </a:lnTo>
                  <a:lnTo>
                    <a:pt x="27318" y="30172"/>
                  </a:lnTo>
                  <a:lnTo>
                    <a:pt x="26900" y="30209"/>
                  </a:lnTo>
                  <a:lnTo>
                    <a:pt x="26482" y="30263"/>
                  </a:lnTo>
                  <a:lnTo>
                    <a:pt x="26064" y="30318"/>
                  </a:lnTo>
                  <a:lnTo>
                    <a:pt x="26064" y="30318"/>
                  </a:lnTo>
                  <a:lnTo>
                    <a:pt x="25555" y="30409"/>
                  </a:lnTo>
                  <a:lnTo>
                    <a:pt x="25046" y="30518"/>
                  </a:lnTo>
                  <a:lnTo>
                    <a:pt x="24537" y="30645"/>
                  </a:lnTo>
                  <a:lnTo>
                    <a:pt x="24047" y="30790"/>
                  </a:lnTo>
                  <a:lnTo>
                    <a:pt x="23047" y="31099"/>
                  </a:lnTo>
                  <a:lnTo>
                    <a:pt x="22047" y="31445"/>
                  </a:lnTo>
                  <a:lnTo>
                    <a:pt x="21066" y="31790"/>
                  </a:lnTo>
                  <a:lnTo>
                    <a:pt x="20066" y="32099"/>
                  </a:lnTo>
                  <a:lnTo>
                    <a:pt x="19575" y="32244"/>
                  </a:lnTo>
                  <a:lnTo>
                    <a:pt x="19066" y="32372"/>
                  </a:lnTo>
                  <a:lnTo>
                    <a:pt x="18558" y="32499"/>
                  </a:lnTo>
                  <a:lnTo>
                    <a:pt x="18049" y="32590"/>
                  </a:lnTo>
                  <a:lnTo>
                    <a:pt x="18049" y="32590"/>
                  </a:lnTo>
                  <a:lnTo>
                    <a:pt x="17576" y="32663"/>
                  </a:lnTo>
                  <a:lnTo>
                    <a:pt x="17122" y="32699"/>
                  </a:lnTo>
                  <a:lnTo>
                    <a:pt x="16667" y="32735"/>
                  </a:lnTo>
                  <a:lnTo>
                    <a:pt x="16195" y="32753"/>
                  </a:lnTo>
                  <a:lnTo>
                    <a:pt x="15740" y="32753"/>
                  </a:lnTo>
                  <a:lnTo>
                    <a:pt x="15286" y="32735"/>
                  </a:lnTo>
                  <a:lnTo>
                    <a:pt x="14831" y="32699"/>
                  </a:lnTo>
                  <a:lnTo>
                    <a:pt x="14359" y="32644"/>
                  </a:lnTo>
                  <a:lnTo>
                    <a:pt x="13905" y="32572"/>
                  </a:lnTo>
                  <a:lnTo>
                    <a:pt x="13450" y="32499"/>
                  </a:lnTo>
                  <a:lnTo>
                    <a:pt x="13014" y="32390"/>
                  </a:lnTo>
                  <a:lnTo>
                    <a:pt x="12560" y="32281"/>
                  </a:lnTo>
                  <a:lnTo>
                    <a:pt x="12105" y="32154"/>
                  </a:lnTo>
                  <a:lnTo>
                    <a:pt x="11669" y="32008"/>
                  </a:lnTo>
                  <a:lnTo>
                    <a:pt x="11233" y="31845"/>
                  </a:lnTo>
                  <a:lnTo>
                    <a:pt x="10796" y="31681"/>
                  </a:lnTo>
                  <a:lnTo>
                    <a:pt x="10378" y="31499"/>
                  </a:lnTo>
                  <a:lnTo>
                    <a:pt x="9960" y="31299"/>
                  </a:lnTo>
                  <a:lnTo>
                    <a:pt x="9542" y="31099"/>
                  </a:lnTo>
                  <a:lnTo>
                    <a:pt x="9124" y="30863"/>
                  </a:lnTo>
                  <a:lnTo>
                    <a:pt x="8724" y="30627"/>
                  </a:lnTo>
                  <a:lnTo>
                    <a:pt x="8325" y="30391"/>
                  </a:lnTo>
                  <a:lnTo>
                    <a:pt x="7943" y="30136"/>
                  </a:lnTo>
                  <a:lnTo>
                    <a:pt x="7561" y="29863"/>
                  </a:lnTo>
                  <a:lnTo>
                    <a:pt x="7179" y="29573"/>
                  </a:lnTo>
                  <a:lnTo>
                    <a:pt x="6816" y="29282"/>
                  </a:lnTo>
                  <a:lnTo>
                    <a:pt x="6452" y="28991"/>
                  </a:lnTo>
                  <a:lnTo>
                    <a:pt x="6107" y="28664"/>
                  </a:lnTo>
                  <a:lnTo>
                    <a:pt x="5780" y="28355"/>
                  </a:lnTo>
                  <a:lnTo>
                    <a:pt x="5435" y="28010"/>
                  </a:lnTo>
                  <a:lnTo>
                    <a:pt x="5126" y="27682"/>
                  </a:lnTo>
                  <a:lnTo>
                    <a:pt x="4817" y="27337"/>
                  </a:lnTo>
                  <a:lnTo>
                    <a:pt x="4817" y="27337"/>
                  </a:lnTo>
                  <a:lnTo>
                    <a:pt x="4526" y="26973"/>
                  </a:lnTo>
                  <a:lnTo>
                    <a:pt x="4235" y="26610"/>
                  </a:lnTo>
                  <a:lnTo>
                    <a:pt x="3962" y="26228"/>
                  </a:lnTo>
                  <a:lnTo>
                    <a:pt x="3690" y="25847"/>
                  </a:lnTo>
                  <a:lnTo>
                    <a:pt x="3435" y="25465"/>
                  </a:lnTo>
                  <a:lnTo>
                    <a:pt x="3181" y="25083"/>
                  </a:lnTo>
                  <a:lnTo>
                    <a:pt x="2944" y="24683"/>
                  </a:lnTo>
                  <a:lnTo>
                    <a:pt x="2726" y="24283"/>
                  </a:lnTo>
                  <a:lnTo>
                    <a:pt x="2508" y="23865"/>
                  </a:lnTo>
                  <a:lnTo>
                    <a:pt x="2290" y="23466"/>
                  </a:lnTo>
                  <a:lnTo>
                    <a:pt x="1908" y="22611"/>
                  </a:lnTo>
                  <a:lnTo>
                    <a:pt x="1563" y="21757"/>
                  </a:lnTo>
                  <a:lnTo>
                    <a:pt x="1254" y="20885"/>
                  </a:lnTo>
                  <a:lnTo>
                    <a:pt x="981" y="19994"/>
                  </a:lnTo>
                  <a:lnTo>
                    <a:pt x="727" y="19085"/>
                  </a:lnTo>
                  <a:lnTo>
                    <a:pt x="527" y="18176"/>
                  </a:lnTo>
                  <a:lnTo>
                    <a:pt x="364" y="17268"/>
                  </a:lnTo>
                  <a:lnTo>
                    <a:pt x="218" y="16341"/>
                  </a:lnTo>
                  <a:lnTo>
                    <a:pt x="109" y="15414"/>
                  </a:lnTo>
                  <a:lnTo>
                    <a:pt x="55" y="14487"/>
                  </a:lnTo>
                  <a:lnTo>
                    <a:pt x="0" y="13541"/>
                  </a:lnTo>
                  <a:lnTo>
                    <a:pt x="0" y="13541"/>
                  </a:lnTo>
                  <a:lnTo>
                    <a:pt x="0" y="12705"/>
                  </a:lnTo>
                  <a:lnTo>
                    <a:pt x="18" y="11851"/>
                  </a:lnTo>
                  <a:lnTo>
                    <a:pt x="73" y="10997"/>
                  </a:lnTo>
                  <a:lnTo>
                    <a:pt x="145" y="10143"/>
                  </a:lnTo>
                  <a:lnTo>
                    <a:pt x="254" y="9288"/>
                  </a:lnTo>
                  <a:lnTo>
                    <a:pt x="364" y="8416"/>
                  </a:lnTo>
                  <a:lnTo>
                    <a:pt x="509" y="7562"/>
                  </a:lnTo>
                  <a:lnTo>
                    <a:pt x="673" y="6707"/>
                  </a:lnTo>
                  <a:lnTo>
                    <a:pt x="854" y="5871"/>
                  </a:lnTo>
                  <a:lnTo>
                    <a:pt x="1036" y="5017"/>
                  </a:lnTo>
                  <a:lnTo>
                    <a:pt x="1254" y="4163"/>
                  </a:lnTo>
                  <a:lnTo>
                    <a:pt x="1472" y="3327"/>
                  </a:lnTo>
                  <a:lnTo>
                    <a:pt x="1945" y="1654"/>
                  </a:lnTo>
                  <a:lnTo>
                    <a:pt x="2436" y="0"/>
                  </a:lnTo>
                  <a:lnTo>
                    <a:pt x="2617" y="91"/>
                  </a:lnTo>
                  <a:lnTo>
                    <a:pt x="2617" y="91"/>
                  </a:lnTo>
                  <a:lnTo>
                    <a:pt x="2690" y="219"/>
                  </a:lnTo>
                  <a:lnTo>
                    <a:pt x="2799" y="346"/>
                  </a:lnTo>
                  <a:lnTo>
                    <a:pt x="2908" y="455"/>
                  </a:lnTo>
                  <a:lnTo>
                    <a:pt x="3054" y="528"/>
                  </a:lnTo>
                  <a:lnTo>
                    <a:pt x="3054" y="528"/>
                  </a:lnTo>
                  <a:lnTo>
                    <a:pt x="3199" y="1291"/>
                  </a:lnTo>
                  <a:lnTo>
                    <a:pt x="3381" y="2036"/>
                  </a:lnTo>
                  <a:lnTo>
                    <a:pt x="3617" y="2763"/>
                  </a:lnTo>
                  <a:lnTo>
                    <a:pt x="3871" y="3490"/>
                  </a:lnTo>
                  <a:lnTo>
                    <a:pt x="4162" y="4199"/>
                  </a:lnTo>
                  <a:lnTo>
                    <a:pt x="4471" y="4908"/>
                  </a:lnTo>
                  <a:lnTo>
                    <a:pt x="4835" y="5580"/>
                  </a:lnTo>
                  <a:lnTo>
                    <a:pt x="5216" y="6253"/>
                  </a:lnTo>
                  <a:lnTo>
                    <a:pt x="5616" y="6907"/>
                  </a:lnTo>
                  <a:lnTo>
                    <a:pt x="6071" y="7525"/>
                  </a:lnTo>
                  <a:lnTo>
                    <a:pt x="6525" y="8143"/>
                  </a:lnTo>
                  <a:lnTo>
                    <a:pt x="7034" y="8725"/>
                  </a:lnTo>
                  <a:lnTo>
                    <a:pt x="7561" y="9288"/>
                  </a:lnTo>
                  <a:lnTo>
                    <a:pt x="8106" y="9834"/>
                  </a:lnTo>
                  <a:lnTo>
                    <a:pt x="8670" y="10343"/>
                  </a:lnTo>
                  <a:lnTo>
                    <a:pt x="9270" y="10815"/>
                  </a:lnTo>
                  <a:lnTo>
                    <a:pt x="9270" y="10815"/>
                  </a:lnTo>
                  <a:lnTo>
                    <a:pt x="9633" y="11088"/>
                  </a:lnTo>
                  <a:lnTo>
                    <a:pt x="9979" y="11342"/>
                  </a:lnTo>
                  <a:lnTo>
                    <a:pt x="10360" y="11578"/>
                  </a:lnTo>
                  <a:lnTo>
                    <a:pt x="10724" y="11815"/>
                  </a:lnTo>
                  <a:lnTo>
                    <a:pt x="11105" y="12033"/>
                  </a:lnTo>
                  <a:lnTo>
                    <a:pt x="11487" y="12251"/>
                  </a:lnTo>
                  <a:lnTo>
                    <a:pt x="11887" y="12451"/>
                  </a:lnTo>
                  <a:lnTo>
                    <a:pt x="12287" y="12651"/>
                  </a:lnTo>
                  <a:lnTo>
                    <a:pt x="12687" y="12833"/>
                  </a:lnTo>
                  <a:lnTo>
                    <a:pt x="13087" y="12996"/>
                  </a:lnTo>
                  <a:lnTo>
                    <a:pt x="13486" y="13160"/>
                  </a:lnTo>
                  <a:lnTo>
                    <a:pt x="13905" y="13305"/>
                  </a:lnTo>
                  <a:lnTo>
                    <a:pt x="14323" y="13451"/>
                  </a:lnTo>
                  <a:lnTo>
                    <a:pt x="14741" y="13578"/>
                  </a:lnTo>
                  <a:lnTo>
                    <a:pt x="15177" y="13687"/>
                  </a:lnTo>
                  <a:lnTo>
                    <a:pt x="15595" y="13796"/>
                  </a:lnTo>
                  <a:lnTo>
                    <a:pt x="16031" y="13887"/>
                  </a:lnTo>
                  <a:lnTo>
                    <a:pt x="16467" y="13978"/>
                  </a:lnTo>
                  <a:lnTo>
                    <a:pt x="16904" y="14050"/>
                  </a:lnTo>
                  <a:lnTo>
                    <a:pt x="17340" y="14105"/>
                  </a:lnTo>
                  <a:lnTo>
                    <a:pt x="17776" y="14159"/>
                  </a:lnTo>
                  <a:lnTo>
                    <a:pt x="18212" y="14196"/>
                  </a:lnTo>
                  <a:lnTo>
                    <a:pt x="18648" y="14232"/>
                  </a:lnTo>
                  <a:lnTo>
                    <a:pt x="19085" y="14250"/>
                  </a:lnTo>
                  <a:lnTo>
                    <a:pt x="19521" y="14250"/>
                  </a:lnTo>
                  <a:lnTo>
                    <a:pt x="19975" y="14232"/>
                  </a:lnTo>
                  <a:lnTo>
                    <a:pt x="20411" y="14214"/>
                  </a:lnTo>
                  <a:lnTo>
                    <a:pt x="20848" y="14196"/>
                  </a:lnTo>
                  <a:lnTo>
                    <a:pt x="21284" y="14141"/>
                  </a:lnTo>
                  <a:lnTo>
                    <a:pt x="21720" y="14087"/>
                  </a:lnTo>
                  <a:lnTo>
                    <a:pt x="22156" y="14032"/>
                  </a:lnTo>
                  <a:lnTo>
                    <a:pt x="22593" y="13941"/>
                  </a:lnTo>
                  <a:lnTo>
                    <a:pt x="22593" y="13941"/>
                  </a:lnTo>
                  <a:lnTo>
                    <a:pt x="23283" y="13796"/>
                  </a:lnTo>
                  <a:lnTo>
                    <a:pt x="23992" y="13632"/>
                  </a:lnTo>
                  <a:lnTo>
                    <a:pt x="25373" y="13251"/>
                  </a:lnTo>
                  <a:lnTo>
                    <a:pt x="26064" y="13087"/>
                  </a:lnTo>
                  <a:lnTo>
                    <a:pt x="26773" y="12924"/>
                  </a:lnTo>
                  <a:lnTo>
                    <a:pt x="27482" y="12796"/>
                  </a:lnTo>
                  <a:lnTo>
                    <a:pt x="27827" y="12760"/>
                  </a:lnTo>
                  <a:lnTo>
                    <a:pt x="28191" y="12705"/>
                  </a:lnTo>
                  <a:lnTo>
                    <a:pt x="28191" y="12705"/>
                  </a:lnTo>
                  <a:lnTo>
                    <a:pt x="28809" y="12669"/>
                  </a:lnTo>
                  <a:lnTo>
                    <a:pt x="29445" y="12669"/>
                  </a:lnTo>
                  <a:lnTo>
                    <a:pt x="30063" y="12705"/>
                  </a:lnTo>
                  <a:lnTo>
                    <a:pt x="30681" y="12760"/>
                  </a:lnTo>
                  <a:lnTo>
                    <a:pt x="31299" y="12869"/>
                  </a:lnTo>
                  <a:lnTo>
                    <a:pt x="31917" y="12978"/>
                  </a:lnTo>
                  <a:lnTo>
                    <a:pt x="32517" y="13142"/>
                  </a:lnTo>
                  <a:lnTo>
                    <a:pt x="33135" y="13323"/>
                  </a:lnTo>
                  <a:lnTo>
                    <a:pt x="33734" y="13523"/>
                  </a:lnTo>
                  <a:lnTo>
                    <a:pt x="34316" y="13741"/>
                  </a:lnTo>
                  <a:lnTo>
                    <a:pt x="34916" y="13978"/>
                  </a:lnTo>
                  <a:lnTo>
                    <a:pt x="35497" y="14232"/>
                  </a:lnTo>
                  <a:lnTo>
                    <a:pt x="36061" y="14505"/>
                  </a:lnTo>
                  <a:lnTo>
                    <a:pt x="36642" y="14796"/>
                  </a:lnTo>
                  <a:lnTo>
                    <a:pt x="37188" y="15105"/>
                  </a:lnTo>
                  <a:lnTo>
                    <a:pt x="37751" y="15414"/>
                  </a:lnTo>
                  <a:lnTo>
                    <a:pt x="37751" y="15414"/>
                  </a:lnTo>
                  <a:lnTo>
                    <a:pt x="38824" y="16068"/>
                  </a:lnTo>
                  <a:lnTo>
                    <a:pt x="39896" y="16740"/>
                  </a:lnTo>
                  <a:lnTo>
                    <a:pt x="42004" y="18122"/>
                  </a:lnTo>
                  <a:lnTo>
                    <a:pt x="43077" y="18813"/>
                  </a:lnTo>
                  <a:lnTo>
                    <a:pt x="44149" y="19467"/>
                  </a:lnTo>
                  <a:lnTo>
                    <a:pt x="44694" y="19776"/>
                  </a:lnTo>
                  <a:lnTo>
                    <a:pt x="45240" y="20085"/>
                  </a:lnTo>
                  <a:lnTo>
                    <a:pt x="45803" y="20376"/>
                  </a:lnTo>
                  <a:lnTo>
                    <a:pt x="46367" y="20666"/>
                  </a:lnTo>
                  <a:lnTo>
                    <a:pt x="46367" y="20666"/>
                  </a:lnTo>
                  <a:lnTo>
                    <a:pt x="46948" y="20921"/>
                  </a:lnTo>
                  <a:lnTo>
                    <a:pt x="47530" y="21175"/>
                  </a:lnTo>
                  <a:lnTo>
                    <a:pt x="48130" y="21393"/>
                  </a:lnTo>
                  <a:lnTo>
                    <a:pt x="48729" y="21612"/>
                  </a:lnTo>
                  <a:lnTo>
                    <a:pt x="49347" y="21793"/>
                  </a:lnTo>
                  <a:lnTo>
                    <a:pt x="49947" y="21957"/>
                  </a:lnTo>
                  <a:lnTo>
                    <a:pt x="50583" y="22084"/>
                  </a:lnTo>
                  <a:lnTo>
                    <a:pt x="51201" y="22193"/>
                  </a:lnTo>
                  <a:lnTo>
                    <a:pt x="51819" y="22284"/>
                  </a:lnTo>
                  <a:lnTo>
                    <a:pt x="52455" y="22320"/>
                  </a:lnTo>
                  <a:lnTo>
                    <a:pt x="53073" y="22339"/>
                  </a:lnTo>
                  <a:lnTo>
                    <a:pt x="53691" y="22320"/>
                  </a:lnTo>
                  <a:lnTo>
                    <a:pt x="54328" y="22248"/>
                  </a:lnTo>
                  <a:lnTo>
                    <a:pt x="54927" y="22157"/>
                  </a:lnTo>
                  <a:lnTo>
                    <a:pt x="55545" y="22011"/>
                  </a:lnTo>
                  <a:lnTo>
                    <a:pt x="55854" y="21939"/>
                  </a:lnTo>
                  <a:lnTo>
                    <a:pt x="56145" y="21848"/>
                  </a:lnTo>
                  <a:lnTo>
                    <a:pt x="56145" y="21848"/>
                  </a:lnTo>
                  <a:lnTo>
                    <a:pt x="56436" y="21739"/>
                  </a:lnTo>
                  <a:lnTo>
                    <a:pt x="56727" y="21612"/>
                  </a:lnTo>
                  <a:lnTo>
                    <a:pt x="57018" y="21484"/>
                  </a:lnTo>
                  <a:lnTo>
                    <a:pt x="57308" y="21339"/>
                  </a:lnTo>
                  <a:lnTo>
                    <a:pt x="57581" y="21175"/>
                  </a:lnTo>
                  <a:lnTo>
                    <a:pt x="57854" y="21012"/>
                  </a:lnTo>
                  <a:lnTo>
                    <a:pt x="58126" y="20830"/>
                  </a:lnTo>
                  <a:lnTo>
                    <a:pt x="58381" y="20630"/>
                  </a:lnTo>
                  <a:lnTo>
                    <a:pt x="58617" y="20430"/>
                  </a:lnTo>
                  <a:lnTo>
                    <a:pt x="58872" y="20230"/>
                  </a:lnTo>
                  <a:lnTo>
                    <a:pt x="59090" y="20012"/>
                  </a:lnTo>
                  <a:lnTo>
                    <a:pt x="59326" y="19776"/>
                  </a:lnTo>
                  <a:lnTo>
                    <a:pt x="59526" y="19540"/>
                  </a:lnTo>
                  <a:lnTo>
                    <a:pt x="59744" y="19303"/>
                  </a:lnTo>
                  <a:lnTo>
                    <a:pt x="59926" y="19049"/>
                  </a:lnTo>
                  <a:lnTo>
                    <a:pt x="60108" y="18794"/>
                  </a:lnTo>
                  <a:lnTo>
                    <a:pt x="60289" y="18522"/>
                  </a:lnTo>
                  <a:lnTo>
                    <a:pt x="60435" y="18249"/>
                  </a:lnTo>
                  <a:lnTo>
                    <a:pt x="60580" y="17976"/>
                  </a:lnTo>
                  <a:lnTo>
                    <a:pt x="60707" y="17704"/>
                  </a:lnTo>
                  <a:lnTo>
                    <a:pt x="60835" y="17413"/>
                  </a:lnTo>
                  <a:lnTo>
                    <a:pt x="60944" y="17122"/>
                  </a:lnTo>
                  <a:lnTo>
                    <a:pt x="61034" y="16831"/>
                  </a:lnTo>
                  <a:lnTo>
                    <a:pt x="61107" y="16541"/>
                  </a:lnTo>
                  <a:lnTo>
                    <a:pt x="61162" y="16232"/>
                  </a:lnTo>
                  <a:lnTo>
                    <a:pt x="61216" y="15923"/>
                  </a:lnTo>
                  <a:lnTo>
                    <a:pt x="61234" y="15632"/>
                  </a:lnTo>
                  <a:lnTo>
                    <a:pt x="61253" y="15323"/>
                  </a:lnTo>
                  <a:lnTo>
                    <a:pt x="61253" y="15014"/>
                  </a:lnTo>
                  <a:lnTo>
                    <a:pt x="61216" y="14705"/>
                  </a:lnTo>
                  <a:lnTo>
                    <a:pt x="61180" y="14396"/>
                  </a:lnTo>
                  <a:lnTo>
                    <a:pt x="61125" y="14087"/>
                  </a:lnTo>
                  <a:lnTo>
                    <a:pt x="61125" y="14087"/>
                  </a:lnTo>
                  <a:lnTo>
                    <a:pt x="60998" y="13651"/>
                  </a:lnTo>
                  <a:lnTo>
                    <a:pt x="60853" y="13251"/>
                  </a:lnTo>
                  <a:lnTo>
                    <a:pt x="60671" y="12851"/>
                  </a:lnTo>
                  <a:lnTo>
                    <a:pt x="60471" y="12451"/>
                  </a:lnTo>
                  <a:lnTo>
                    <a:pt x="60235" y="12087"/>
                  </a:lnTo>
                  <a:lnTo>
                    <a:pt x="59980" y="11724"/>
                  </a:lnTo>
                  <a:lnTo>
                    <a:pt x="59708" y="11379"/>
                  </a:lnTo>
                  <a:lnTo>
                    <a:pt x="59417" y="11033"/>
                  </a:lnTo>
                  <a:lnTo>
                    <a:pt x="59108" y="10724"/>
                  </a:lnTo>
                  <a:lnTo>
                    <a:pt x="58762" y="10415"/>
                  </a:lnTo>
                  <a:lnTo>
                    <a:pt x="58417" y="10106"/>
                  </a:lnTo>
                  <a:lnTo>
                    <a:pt x="58072" y="9834"/>
                  </a:lnTo>
                  <a:lnTo>
                    <a:pt x="57708" y="9561"/>
                  </a:lnTo>
                  <a:lnTo>
                    <a:pt x="57327" y="9307"/>
                  </a:lnTo>
                  <a:lnTo>
                    <a:pt x="56945" y="9070"/>
                  </a:lnTo>
                  <a:lnTo>
                    <a:pt x="56563" y="8834"/>
                  </a:lnTo>
                  <a:lnTo>
                    <a:pt x="56563" y="8834"/>
                  </a:lnTo>
                  <a:lnTo>
                    <a:pt x="55782" y="8398"/>
                  </a:lnTo>
                  <a:lnTo>
                    <a:pt x="54982" y="7998"/>
                  </a:lnTo>
                  <a:lnTo>
                    <a:pt x="53382" y="7198"/>
                  </a:lnTo>
                  <a:lnTo>
                    <a:pt x="52583" y="6780"/>
                  </a:lnTo>
                  <a:lnTo>
                    <a:pt x="51801" y="6344"/>
                  </a:lnTo>
                  <a:lnTo>
                    <a:pt x="51419" y="6126"/>
                  </a:lnTo>
                  <a:lnTo>
                    <a:pt x="51038" y="5889"/>
                  </a:lnTo>
                  <a:lnTo>
                    <a:pt x="50674" y="5635"/>
                  </a:lnTo>
                  <a:lnTo>
                    <a:pt x="50311" y="5381"/>
                  </a:lnTo>
                  <a:lnTo>
                    <a:pt x="50311" y="5381"/>
                  </a:lnTo>
                  <a:lnTo>
                    <a:pt x="50020" y="5144"/>
                  </a:lnTo>
                  <a:lnTo>
                    <a:pt x="49729" y="4908"/>
                  </a:lnTo>
                  <a:lnTo>
                    <a:pt x="49456" y="4653"/>
                  </a:lnTo>
                  <a:lnTo>
                    <a:pt x="49184" y="4381"/>
                  </a:lnTo>
                  <a:lnTo>
                    <a:pt x="48929" y="4108"/>
                  </a:lnTo>
                  <a:lnTo>
                    <a:pt x="48675" y="3817"/>
                  </a:lnTo>
                  <a:lnTo>
                    <a:pt x="48457" y="3527"/>
                  </a:lnTo>
                  <a:lnTo>
                    <a:pt x="48239" y="3218"/>
                  </a:lnTo>
                  <a:lnTo>
                    <a:pt x="48021" y="2909"/>
                  </a:lnTo>
                  <a:lnTo>
                    <a:pt x="47839" y="2581"/>
                  </a:lnTo>
                  <a:lnTo>
                    <a:pt x="47675" y="2254"/>
                  </a:lnTo>
                  <a:lnTo>
                    <a:pt x="47530" y="1927"/>
                  </a:lnTo>
                  <a:lnTo>
                    <a:pt x="47403" y="1582"/>
                  </a:lnTo>
                  <a:lnTo>
                    <a:pt x="47294" y="1236"/>
                  </a:lnTo>
                  <a:lnTo>
                    <a:pt x="47203" y="873"/>
                  </a:lnTo>
                  <a:lnTo>
                    <a:pt x="47148" y="528"/>
                  </a:lnTo>
                  <a:lnTo>
                    <a:pt x="47148" y="528"/>
                  </a:lnTo>
                  <a:lnTo>
                    <a:pt x="47239" y="473"/>
                  </a:lnTo>
                  <a:lnTo>
                    <a:pt x="47312" y="418"/>
                  </a:lnTo>
                  <a:lnTo>
                    <a:pt x="47439" y="273"/>
                  </a:lnTo>
                  <a:lnTo>
                    <a:pt x="47439" y="273"/>
                  </a:lnTo>
                  <a:lnTo>
                    <a:pt x="47548" y="455"/>
                  </a:lnTo>
                  <a:lnTo>
                    <a:pt x="47639" y="655"/>
                  </a:lnTo>
                  <a:lnTo>
                    <a:pt x="47766" y="818"/>
                  </a:lnTo>
                  <a:lnTo>
                    <a:pt x="47875" y="1000"/>
                  </a:lnTo>
                  <a:lnTo>
                    <a:pt x="48148" y="1327"/>
                  </a:lnTo>
                  <a:lnTo>
                    <a:pt x="48457" y="1636"/>
                  </a:lnTo>
                  <a:lnTo>
                    <a:pt x="48784" y="1927"/>
                  </a:lnTo>
                  <a:lnTo>
                    <a:pt x="49147" y="2182"/>
                  </a:lnTo>
                  <a:lnTo>
                    <a:pt x="49511" y="2436"/>
                  </a:lnTo>
                  <a:lnTo>
                    <a:pt x="49911" y="2672"/>
                  </a:lnTo>
                  <a:lnTo>
                    <a:pt x="49911" y="2672"/>
                  </a:lnTo>
                  <a:lnTo>
                    <a:pt x="50420" y="2945"/>
                  </a:lnTo>
                  <a:lnTo>
                    <a:pt x="50947" y="3163"/>
                  </a:lnTo>
                  <a:lnTo>
                    <a:pt x="51492" y="3381"/>
                  </a:lnTo>
                  <a:lnTo>
                    <a:pt x="52056" y="3563"/>
                  </a:lnTo>
                  <a:lnTo>
                    <a:pt x="52619" y="3708"/>
                  </a:lnTo>
                  <a:lnTo>
                    <a:pt x="53183" y="3854"/>
                  </a:lnTo>
                  <a:lnTo>
                    <a:pt x="54328" y="4126"/>
                  </a:lnTo>
                  <a:lnTo>
                    <a:pt x="54328" y="4126"/>
                  </a:lnTo>
                  <a:lnTo>
                    <a:pt x="55836" y="4490"/>
                  </a:lnTo>
                  <a:lnTo>
                    <a:pt x="57363" y="4872"/>
                  </a:lnTo>
                  <a:lnTo>
                    <a:pt x="58853" y="5290"/>
                  </a:lnTo>
                  <a:lnTo>
                    <a:pt x="59617" y="5526"/>
                  </a:lnTo>
                  <a:lnTo>
                    <a:pt x="60344" y="5762"/>
                  </a:lnTo>
                  <a:lnTo>
                    <a:pt x="61089" y="5998"/>
                  </a:lnTo>
                  <a:lnTo>
                    <a:pt x="61816" y="6271"/>
                  </a:lnTo>
                  <a:lnTo>
                    <a:pt x="62543" y="6562"/>
                  </a:lnTo>
                  <a:lnTo>
                    <a:pt x="63252" y="6853"/>
                  </a:lnTo>
                  <a:lnTo>
                    <a:pt x="63961" y="7180"/>
                  </a:lnTo>
                  <a:lnTo>
                    <a:pt x="64670" y="7507"/>
                  </a:lnTo>
                  <a:lnTo>
                    <a:pt x="65342" y="7871"/>
                  </a:lnTo>
                  <a:lnTo>
                    <a:pt x="66033" y="8252"/>
                  </a:lnTo>
                  <a:lnTo>
                    <a:pt x="66033" y="8252"/>
                  </a:lnTo>
                  <a:lnTo>
                    <a:pt x="66687" y="8670"/>
                  </a:lnTo>
                  <a:lnTo>
                    <a:pt x="67341" y="9107"/>
                  </a:lnTo>
                  <a:lnTo>
                    <a:pt x="67978" y="9561"/>
                  </a:lnTo>
                  <a:lnTo>
                    <a:pt x="68596" y="10052"/>
                  </a:lnTo>
                  <a:lnTo>
                    <a:pt x="69177" y="10579"/>
                  </a:lnTo>
                  <a:lnTo>
                    <a:pt x="69759" y="11106"/>
                  </a:lnTo>
                  <a:lnTo>
                    <a:pt x="70304" y="11669"/>
                  </a:lnTo>
                  <a:lnTo>
                    <a:pt x="70813" y="12251"/>
                  </a:lnTo>
                  <a:lnTo>
                    <a:pt x="71304" y="12869"/>
                  </a:lnTo>
                  <a:lnTo>
                    <a:pt x="71758" y="13487"/>
                  </a:lnTo>
                  <a:lnTo>
                    <a:pt x="72176" y="14141"/>
                  </a:lnTo>
                  <a:lnTo>
                    <a:pt x="72358" y="14468"/>
                  </a:lnTo>
                  <a:lnTo>
                    <a:pt x="72558" y="14814"/>
                  </a:lnTo>
                  <a:lnTo>
                    <a:pt x="72722" y="15159"/>
                  </a:lnTo>
                  <a:lnTo>
                    <a:pt x="72885" y="15504"/>
                  </a:lnTo>
                  <a:lnTo>
                    <a:pt x="73049" y="15868"/>
                  </a:lnTo>
                  <a:lnTo>
                    <a:pt x="73194" y="16213"/>
                  </a:lnTo>
                  <a:lnTo>
                    <a:pt x="73321" y="16577"/>
                  </a:lnTo>
                  <a:lnTo>
                    <a:pt x="73449" y="16940"/>
                  </a:lnTo>
                  <a:lnTo>
                    <a:pt x="73558" y="17322"/>
                  </a:lnTo>
                  <a:lnTo>
                    <a:pt x="73649" y="17704"/>
                  </a:lnTo>
                  <a:lnTo>
                    <a:pt x="73649" y="17704"/>
                  </a:lnTo>
                  <a:lnTo>
                    <a:pt x="73758" y="18158"/>
                  </a:lnTo>
                  <a:lnTo>
                    <a:pt x="73848" y="18649"/>
                  </a:lnTo>
                  <a:lnTo>
                    <a:pt x="73903" y="19121"/>
                  </a:lnTo>
                  <a:lnTo>
                    <a:pt x="73957" y="19594"/>
                  </a:lnTo>
                  <a:lnTo>
                    <a:pt x="73976" y="20067"/>
                  </a:lnTo>
                  <a:lnTo>
                    <a:pt x="73994" y="20539"/>
                  </a:lnTo>
                  <a:lnTo>
                    <a:pt x="73976" y="21030"/>
                  </a:lnTo>
                  <a:lnTo>
                    <a:pt x="73939" y="21503"/>
                  </a:lnTo>
                  <a:lnTo>
                    <a:pt x="73903" y="21975"/>
                  </a:lnTo>
                  <a:lnTo>
                    <a:pt x="73830" y="22448"/>
                  </a:lnTo>
                  <a:lnTo>
                    <a:pt x="73758" y="22920"/>
                  </a:lnTo>
                  <a:lnTo>
                    <a:pt x="73649" y="23393"/>
                  </a:lnTo>
                  <a:lnTo>
                    <a:pt x="73539" y="23865"/>
                  </a:lnTo>
                  <a:lnTo>
                    <a:pt x="73412" y="24320"/>
                  </a:lnTo>
                  <a:lnTo>
                    <a:pt x="73249" y="24792"/>
                  </a:lnTo>
                  <a:lnTo>
                    <a:pt x="73103" y="25247"/>
                  </a:lnTo>
                  <a:lnTo>
                    <a:pt x="72921" y="25683"/>
                  </a:lnTo>
                  <a:lnTo>
                    <a:pt x="72722" y="26137"/>
                  </a:lnTo>
                  <a:lnTo>
                    <a:pt x="72522" y="26574"/>
                  </a:lnTo>
                  <a:lnTo>
                    <a:pt x="72303" y="27010"/>
                  </a:lnTo>
                  <a:lnTo>
                    <a:pt x="72067" y="27428"/>
                  </a:lnTo>
                  <a:lnTo>
                    <a:pt x="71813" y="27846"/>
                  </a:lnTo>
                  <a:lnTo>
                    <a:pt x="71558" y="28264"/>
                  </a:lnTo>
                  <a:lnTo>
                    <a:pt x="71267" y="28664"/>
                  </a:lnTo>
                  <a:lnTo>
                    <a:pt x="70995" y="29064"/>
                  </a:lnTo>
                  <a:lnTo>
                    <a:pt x="70686" y="29445"/>
                  </a:lnTo>
                  <a:lnTo>
                    <a:pt x="70377" y="29809"/>
                  </a:lnTo>
                  <a:lnTo>
                    <a:pt x="70068" y="30172"/>
                  </a:lnTo>
                  <a:lnTo>
                    <a:pt x="69723" y="30536"/>
                  </a:lnTo>
                  <a:lnTo>
                    <a:pt x="69377" y="30881"/>
                  </a:lnTo>
                  <a:lnTo>
                    <a:pt x="69032" y="31208"/>
                  </a:lnTo>
                  <a:lnTo>
                    <a:pt x="68668" y="3153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7"/>
            <p:cNvSpPr/>
            <p:nvPr/>
          </p:nvSpPr>
          <p:spPr>
            <a:xfrm>
              <a:off x="2144410" y="2772425"/>
              <a:ext cx="467489" cy="484525"/>
            </a:xfrm>
            <a:custGeom>
              <a:rect b="b" l="l" r="r" t="t"/>
              <a:pathLst>
                <a:path extrusionOk="0" h="11888" w="11470">
                  <a:moveTo>
                    <a:pt x="5690" y="1"/>
                  </a:moveTo>
                  <a:lnTo>
                    <a:pt x="5399" y="19"/>
                  </a:lnTo>
                  <a:lnTo>
                    <a:pt x="5090" y="55"/>
                  </a:lnTo>
                  <a:lnTo>
                    <a:pt x="4799" y="110"/>
                  </a:lnTo>
                  <a:lnTo>
                    <a:pt x="4508" y="182"/>
                  </a:lnTo>
                  <a:lnTo>
                    <a:pt x="4218" y="255"/>
                  </a:lnTo>
                  <a:lnTo>
                    <a:pt x="3945" y="346"/>
                  </a:lnTo>
                  <a:lnTo>
                    <a:pt x="3672" y="455"/>
                  </a:lnTo>
                  <a:lnTo>
                    <a:pt x="3400" y="564"/>
                  </a:lnTo>
                  <a:lnTo>
                    <a:pt x="3145" y="691"/>
                  </a:lnTo>
                  <a:lnTo>
                    <a:pt x="2891" y="837"/>
                  </a:lnTo>
                  <a:lnTo>
                    <a:pt x="2654" y="1000"/>
                  </a:lnTo>
                  <a:lnTo>
                    <a:pt x="2418" y="1164"/>
                  </a:lnTo>
                  <a:lnTo>
                    <a:pt x="2182" y="1327"/>
                  </a:lnTo>
                  <a:lnTo>
                    <a:pt x="1982" y="1527"/>
                  </a:lnTo>
                  <a:lnTo>
                    <a:pt x="1764" y="1709"/>
                  </a:lnTo>
                  <a:lnTo>
                    <a:pt x="1564" y="1927"/>
                  </a:lnTo>
                  <a:lnTo>
                    <a:pt x="1382" y="2145"/>
                  </a:lnTo>
                  <a:lnTo>
                    <a:pt x="1200" y="2364"/>
                  </a:lnTo>
                  <a:lnTo>
                    <a:pt x="1037" y="2600"/>
                  </a:lnTo>
                  <a:lnTo>
                    <a:pt x="873" y="2836"/>
                  </a:lnTo>
                  <a:lnTo>
                    <a:pt x="728" y="3072"/>
                  </a:lnTo>
                  <a:lnTo>
                    <a:pt x="601" y="3327"/>
                  </a:lnTo>
                  <a:lnTo>
                    <a:pt x="491" y="3599"/>
                  </a:lnTo>
                  <a:lnTo>
                    <a:pt x="382" y="3872"/>
                  </a:lnTo>
                  <a:lnTo>
                    <a:pt x="273" y="4145"/>
                  </a:lnTo>
                  <a:lnTo>
                    <a:pt x="201" y="4417"/>
                  </a:lnTo>
                  <a:lnTo>
                    <a:pt x="128" y="4708"/>
                  </a:lnTo>
                  <a:lnTo>
                    <a:pt x="73" y="4999"/>
                  </a:lnTo>
                  <a:lnTo>
                    <a:pt x="37" y="5290"/>
                  </a:lnTo>
                  <a:lnTo>
                    <a:pt x="19" y="5581"/>
                  </a:lnTo>
                  <a:lnTo>
                    <a:pt x="1" y="5890"/>
                  </a:lnTo>
                  <a:lnTo>
                    <a:pt x="1" y="6199"/>
                  </a:lnTo>
                  <a:lnTo>
                    <a:pt x="19" y="6508"/>
                  </a:lnTo>
                  <a:lnTo>
                    <a:pt x="55" y="6798"/>
                  </a:lnTo>
                  <a:lnTo>
                    <a:pt x="110" y="7107"/>
                  </a:lnTo>
                  <a:lnTo>
                    <a:pt x="182" y="7398"/>
                  </a:lnTo>
                  <a:lnTo>
                    <a:pt x="255" y="7671"/>
                  </a:lnTo>
                  <a:lnTo>
                    <a:pt x="346" y="7962"/>
                  </a:lnTo>
                  <a:lnTo>
                    <a:pt x="455" y="8234"/>
                  </a:lnTo>
                  <a:lnTo>
                    <a:pt x="564" y="8489"/>
                  </a:lnTo>
                  <a:lnTo>
                    <a:pt x="710" y="8743"/>
                  </a:lnTo>
                  <a:lnTo>
                    <a:pt x="837" y="8998"/>
                  </a:lnTo>
                  <a:lnTo>
                    <a:pt x="1000" y="9234"/>
                  </a:lnTo>
                  <a:lnTo>
                    <a:pt x="1164" y="9470"/>
                  </a:lnTo>
                  <a:lnTo>
                    <a:pt x="1346" y="9707"/>
                  </a:lnTo>
                  <a:lnTo>
                    <a:pt x="1527" y="9925"/>
                  </a:lnTo>
                  <a:lnTo>
                    <a:pt x="1727" y="10125"/>
                  </a:lnTo>
                  <a:lnTo>
                    <a:pt x="1927" y="10325"/>
                  </a:lnTo>
                  <a:lnTo>
                    <a:pt x="2145" y="10506"/>
                  </a:lnTo>
                  <a:lnTo>
                    <a:pt x="2364" y="10688"/>
                  </a:lnTo>
                  <a:lnTo>
                    <a:pt x="2600" y="10852"/>
                  </a:lnTo>
                  <a:lnTo>
                    <a:pt x="2836" y="11015"/>
                  </a:lnTo>
                  <a:lnTo>
                    <a:pt x="3091" y="11161"/>
                  </a:lnTo>
                  <a:lnTo>
                    <a:pt x="3345" y="11288"/>
                  </a:lnTo>
                  <a:lnTo>
                    <a:pt x="3600" y="11415"/>
                  </a:lnTo>
                  <a:lnTo>
                    <a:pt x="3872" y="11524"/>
                  </a:lnTo>
                  <a:lnTo>
                    <a:pt x="4145" y="11615"/>
                  </a:lnTo>
                  <a:lnTo>
                    <a:pt x="4417" y="11688"/>
                  </a:lnTo>
                  <a:lnTo>
                    <a:pt x="4708" y="11760"/>
                  </a:lnTo>
                  <a:lnTo>
                    <a:pt x="4999" y="11815"/>
                  </a:lnTo>
                  <a:lnTo>
                    <a:pt x="5290" y="11851"/>
                  </a:lnTo>
                  <a:lnTo>
                    <a:pt x="5599" y="11888"/>
                  </a:lnTo>
                  <a:lnTo>
                    <a:pt x="6199" y="11888"/>
                  </a:lnTo>
                  <a:lnTo>
                    <a:pt x="6653" y="11851"/>
                  </a:lnTo>
                  <a:lnTo>
                    <a:pt x="7089" y="11779"/>
                  </a:lnTo>
                  <a:lnTo>
                    <a:pt x="7507" y="11688"/>
                  </a:lnTo>
                  <a:lnTo>
                    <a:pt x="7925" y="11561"/>
                  </a:lnTo>
                  <a:lnTo>
                    <a:pt x="8325" y="11397"/>
                  </a:lnTo>
                  <a:lnTo>
                    <a:pt x="8707" y="11215"/>
                  </a:lnTo>
                  <a:lnTo>
                    <a:pt x="9070" y="11015"/>
                  </a:lnTo>
                  <a:lnTo>
                    <a:pt x="9416" y="10779"/>
                  </a:lnTo>
                  <a:lnTo>
                    <a:pt x="9761" y="10506"/>
                  </a:lnTo>
                  <a:lnTo>
                    <a:pt x="10070" y="10234"/>
                  </a:lnTo>
                  <a:lnTo>
                    <a:pt x="10361" y="9943"/>
                  </a:lnTo>
                  <a:lnTo>
                    <a:pt x="10634" y="9616"/>
                  </a:lnTo>
                  <a:lnTo>
                    <a:pt x="10870" y="9270"/>
                  </a:lnTo>
                  <a:lnTo>
                    <a:pt x="11106" y="8925"/>
                  </a:lnTo>
                  <a:lnTo>
                    <a:pt x="11306" y="8543"/>
                  </a:lnTo>
                  <a:lnTo>
                    <a:pt x="11470" y="8162"/>
                  </a:lnTo>
                  <a:lnTo>
                    <a:pt x="11324" y="8416"/>
                  </a:lnTo>
                  <a:lnTo>
                    <a:pt x="11143" y="8671"/>
                  </a:lnTo>
                  <a:lnTo>
                    <a:pt x="10961" y="8925"/>
                  </a:lnTo>
                  <a:lnTo>
                    <a:pt x="10761" y="9143"/>
                  </a:lnTo>
                  <a:lnTo>
                    <a:pt x="10543" y="9361"/>
                  </a:lnTo>
                  <a:lnTo>
                    <a:pt x="10325" y="9579"/>
                  </a:lnTo>
                  <a:lnTo>
                    <a:pt x="10088" y="9761"/>
                  </a:lnTo>
                  <a:lnTo>
                    <a:pt x="9834" y="9925"/>
                  </a:lnTo>
                  <a:lnTo>
                    <a:pt x="9561" y="10088"/>
                  </a:lnTo>
                  <a:lnTo>
                    <a:pt x="9289" y="10234"/>
                  </a:lnTo>
                  <a:lnTo>
                    <a:pt x="8998" y="10361"/>
                  </a:lnTo>
                  <a:lnTo>
                    <a:pt x="8707" y="10452"/>
                  </a:lnTo>
                  <a:lnTo>
                    <a:pt x="8398" y="10543"/>
                  </a:lnTo>
                  <a:lnTo>
                    <a:pt x="8089" y="10615"/>
                  </a:lnTo>
                  <a:lnTo>
                    <a:pt x="7780" y="10652"/>
                  </a:lnTo>
                  <a:lnTo>
                    <a:pt x="7453" y="10688"/>
                  </a:lnTo>
                  <a:lnTo>
                    <a:pt x="7198" y="10688"/>
                  </a:lnTo>
                  <a:lnTo>
                    <a:pt x="6962" y="10670"/>
                  </a:lnTo>
                  <a:lnTo>
                    <a:pt x="6726" y="10652"/>
                  </a:lnTo>
                  <a:lnTo>
                    <a:pt x="6471" y="10634"/>
                  </a:lnTo>
                  <a:lnTo>
                    <a:pt x="6253" y="10579"/>
                  </a:lnTo>
                  <a:lnTo>
                    <a:pt x="6017" y="10524"/>
                  </a:lnTo>
                  <a:lnTo>
                    <a:pt x="5799" y="10452"/>
                  </a:lnTo>
                  <a:lnTo>
                    <a:pt x="5563" y="10379"/>
                  </a:lnTo>
                  <a:lnTo>
                    <a:pt x="5344" y="10288"/>
                  </a:lnTo>
                  <a:lnTo>
                    <a:pt x="5144" y="10197"/>
                  </a:lnTo>
                  <a:lnTo>
                    <a:pt x="4945" y="10088"/>
                  </a:lnTo>
                  <a:lnTo>
                    <a:pt x="4745" y="9979"/>
                  </a:lnTo>
                  <a:lnTo>
                    <a:pt x="4545" y="9852"/>
                  </a:lnTo>
                  <a:lnTo>
                    <a:pt x="4363" y="9725"/>
                  </a:lnTo>
                  <a:lnTo>
                    <a:pt x="4181" y="9579"/>
                  </a:lnTo>
                  <a:lnTo>
                    <a:pt x="3999" y="9416"/>
                  </a:lnTo>
                  <a:lnTo>
                    <a:pt x="3836" y="9270"/>
                  </a:lnTo>
                  <a:lnTo>
                    <a:pt x="3672" y="9089"/>
                  </a:lnTo>
                  <a:lnTo>
                    <a:pt x="3527" y="8925"/>
                  </a:lnTo>
                  <a:lnTo>
                    <a:pt x="3381" y="8743"/>
                  </a:lnTo>
                  <a:lnTo>
                    <a:pt x="3254" y="8543"/>
                  </a:lnTo>
                  <a:lnTo>
                    <a:pt x="3127" y="8362"/>
                  </a:lnTo>
                  <a:lnTo>
                    <a:pt x="3018" y="8143"/>
                  </a:lnTo>
                  <a:lnTo>
                    <a:pt x="2909" y="7944"/>
                  </a:lnTo>
                  <a:lnTo>
                    <a:pt x="2818" y="7725"/>
                  </a:lnTo>
                  <a:lnTo>
                    <a:pt x="2727" y="7507"/>
                  </a:lnTo>
                  <a:lnTo>
                    <a:pt x="2654" y="7289"/>
                  </a:lnTo>
                  <a:lnTo>
                    <a:pt x="2600" y="7053"/>
                  </a:lnTo>
                  <a:lnTo>
                    <a:pt x="2545" y="6817"/>
                  </a:lnTo>
                  <a:lnTo>
                    <a:pt x="2491" y="6580"/>
                  </a:lnTo>
                  <a:lnTo>
                    <a:pt x="2473" y="6344"/>
                  </a:lnTo>
                  <a:lnTo>
                    <a:pt x="2454" y="6090"/>
                  </a:lnTo>
                  <a:lnTo>
                    <a:pt x="2454" y="5853"/>
                  </a:lnTo>
                  <a:lnTo>
                    <a:pt x="2454" y="5599"/>
                  </a:lnTo>
                  <a:lnTo>
                    <a:pt x="2473" y="5363"/>
                  </a:lnTo>
                  <a:lnTo>
                    <a:pt x="2509" y="5126"/>
                  </a:lnTo>
                  <a:lnTo>
                    <a:pt x="2545" y="4890"/>
                  </a:lnTo>
                  <a:lnTo>
                    <a:pt x="2600" y="4654"/>
                  </a:lnTo>
                  <a:lnTo>
                    <a:pt x="2673" y="4436"/>
                  </a:lnTo>
                  <a:lnTo>
                    <a:pt x="2745" y="4217"/>
                  </a:lnTo>
                  <a:lnTo>
                    <a:pt x="2836" y="3999"/>
                  </a:lnTo>
                  <a:lnTo>
                    <a:pt x="2927" y="3781"/>
                  </a:lnTo>
                  <a:lnTo>
                    <a:pt x="3036" y="3581"/>
                  </a:lnTo>
                  <a:lnTo>
                    <a:pt x="3163" y="3381"/>
                  </a:lnTo>
                  <a:lnTo>
                    <a:pt x="3291" y="3181"/>
                  </a:lnTo>
                  <a:lnTo>
                    <a:pt x="3418" y="3000"/>
                  </a:lnTo>
                  <a:lnTo>
                    <a:pt x="3563" y="2818"/>
                  </a:lnTo>
                  <a:lnTo>
                    <a:pt x="3709" y="2654"/>
                  </a:lnTo>
                  <a:lnTo>
                    <a:pt x="3872" y="2473"/>
                  </a:lnTo>
                  <a:lnTo>
                    <a:pt x="4036" y="2327"/>
                  </a:lnTo>
                  <a:lnTo>
                    <a:pt x="4218" y="2164"/>
                  </a:lnTo>
                  <a:lnTo>
                    <a:pt x="4399" y="2036"/>
                  </a:lnTo>
                  <a:lnTo>
                    <a:pt x="4581" y="1891"/>
                  </a:lnTo>
                  <a:lnTo>
                    <a:pt x="4781" y="1782"/>
                  </a:lnTo>
                  <a:lnTo>
                    <a:pt x="4981" y="1655"/>
                  </a:lnTo>
                  <a:lnTo>
                    <a:pt x="5199" y="1546"/>
                  </a:lnTo>
                  <a:lnTo>
                    <a:pt x="5399" y="1455"/>
                  </a:lnTo>
                  <a:lnTo>
                    <a:pt x="5617" y="1382"/>
                  </a:lnTo>
                  <a:lnTo>
                    <a:pt x="5853" y="1291"/>
                  </a:lnTo>
                  <a:lnTo>
                    <a:pt x="6071" y="1237"/>
                  </a:lnTo>
                  <a:lnTo>
                    <a:pt x="6308" y="1182"/>
                  </a:lnTo>
                  <a:lnTo>
                    <a:pt x="6544" y="1146"/>
                  </a:lnTo>
                  <a:lnTo>
                    <a:pt x="6798" y="1109"/>
                  </a:lnTo>
                  <a:lnTo>
                    <a:pt x="7035" y="1091"/>
                  </a:lnTo>
                  <a:lnTo>
                    <a:pt x="7362" y="1091"/>
                  </a:lnTo>
                  <a:lnTo>
                    <a:pt x="7689" y="1109"/>
                  </a:lnTo>
                  <a:lnTo>
                    <a:pt x="7998" y="1146"/>
                  </a:lnTo>
                  <a:lnTo>
                    <a:pt x="8307" y="1218"/>
                  </a:lnTo>
                  <a:lnTo>
                    <a:pt x="8616" y="1291"/>
                  </a:lnTo>
                  <a:lnTo>
                    <a:pt x="8907" y="1382"/>
                  </a:lnTo>
                  <a:lnTo>
                    <a:pt x="9198" y="1509"/>
                  </a:lnTo>
                  <a:lnTo>
                    <a:pt x="9470" y="1636"/>
                  </a:lnTo>
                  <a:lnTo>
                    <a:pt x="9743" y="1800"/>
                  </a:lnTo>
                  <a:lnTo>
                    <a:pt x="9997" y="1964"/>
                  </a:lnTo>
                  <a:lnTo>
                    <a:pt x="10234" y="2145"/>
                  </a:lnTo>
                  <a:lnTo>
                    <a:pt x="10470" y="2345"/>
                  </a:lnTo>
                  <a:lnTo>
                    <a:pt x="10688" y="2545"/>
                  </a:lnTo>
                  <a:lnTo>
                    <a:pt x="10888" y="2782"/>
                  </a:lnTo>
                  <a:lnTo>
                    <a:pt x="11088" y="3018"/>
                  </a:lnTo>
                  <a:lnTo>
                    <a:pt x="11270" y="3272"/>
                  </a:lnTo>
                  <a:lnTo>
                    <a:pt x="11052" y="2891"/>
                  </a:lnTo>
                  <a:lnTo>
                    <a:pt x="10834" y="2545"/>
                  </a:lnTo>
                  <a:lnTo>
                    <a:pt x="10579" y="2200"/>
                  </a:lnTo>
                  <a:lnTo>
                    <a:pt x="10306" y="1891"/>
                  </a:lnTo>
                  <a:lnTo>
                    <a:pt x="9997" y="1600"/>
                  </a:lnTo>
                  <a:lnTo>
                    <a:pt x="9688" y="1327"/>
                  </a:lnTo>
                  <a:lnTo>
                    <a:pt x="9361" y="1073"/>
                  </a:lnTo>
                  <a:lnTo>
                    <a:pt x="8998" y="837"/>
                  </a:lnTo>
                  <a:lnTo>
                    <a:pt x="8634" y="637"/>
                  </a:lnTo>
                  <a:lnTo>
                    <a:pt x="8253" y="455"/>
                  </a:lnTo>
                  <a:lnTo>
                    <a:pt x="7853" y="310"/>
                  </a:lnTo>
                  <a:lnTo>
                    <a:pt x="7435" y="182"/>
                  </a:lnTo>
                  <a:lnTo>
                    <a:pt x="7017" y="92"/>
                  </a:lnTo>
                  <a:lnTo>
                    <a:pt x="6580" y="37"/>
                  </a:lnTo>
                  <a:lnTo>
                    <a:pt x="6144"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7"/>
            <p:cNvSpPr/>
            <p:nvPr/>
          </p:nvSpPr>
          <p:spPr>
            <a:xfrm>
              <a:off x="2144410" y="2772425"/>
              <a:ext cx="467489" cy="484525"/>
            </a:xfrm>
            <a:custGeom>
              <a:rect b="b" l="l" r="r" t="t"/>
              <a:pathLst>
                <a:path extrusionOk="0" fill="none" h="11888" w="11470">
                  <a:moveTo>
                    <a:pt x="11470" y="8162"/>
                  </a:moveTo>
                  <a:lnTo>
                    <a:pt x="11470" y="8162"/>
                  </a:lnTo>
                  <a:lnTo>
                    <a:pt x="11306" y="8543"/>
                  </a:lnTo>
                  <a:lnTo>
                    <a:pt x="11106" y="8925"/>
                  </a:lnTo>
                  <a:lnTo>
                    <a:pt x="10870" y="9270"/>
                  </a:lnTo>
                  <a:lnTo>
                    <a:pt x="10634" y="9616"/>
                  </a:lnTo>
                  <a:lnTo>
                    <a:pt x="10361" y="9943"/>
                  </a:lnTo>
                  <a:lnTo>
                    <a:pt x="10070" y="10234"/>
                  </a:lnTo>
                  <a:lnTo>
                    <a:pt x="9761" y="10506"/>
                  </a:lnTo>
                  <a:lnTo>
                    <a:pt x="9416" y="10779"/>
                  </a:lnTo>
                  <a:lnTo>
                    <a:pt x="9070" y="11015"/>
                  </a:lnTo>
                  <a:lnTo>
                    <a:pt x="8707" y="11215"/>
                  </a:lnTo>
                  <a:lnTo>
                    <a:pt x="8325" y="11397"/>
                  </a:lnTo>
                  <a:lnTo>
                    <a:pt x="7925" y="11561"/>
                  </a:lnTo>
                  <a:lnTo>
                    <a:pt x="7507" y="11688"/>
                  </a:lnTo>
                  <a:lnTo>
                    <a:pt x="7089" y="11779"/>
                  </a:lnTo>
                  <a:lnTo>
                    <a:pt x="6653" y="11851"/>
                  </a:lnTo>
                  <a:lnTo>
                    <a:pt x="6199" y="11888"/>
                  </a:lnTo>
                  <a:lnTo>
                    <a:pt x="6199" y="11888"/>
                  </a:lnTo>
                  <a:lnTo>
                    <a:pt x="5890" y="11888"/>
                  </a:lnTo>
                  <a:lnTo>
                    <a:pt x="5599" y="11888"/>
                  </a:lnTo>
                  <a:lnTo>
                    <a:pt x="5290" y="11851"/>
                  </a:lnTo>
                  <a:lnTo>
                    <a:pt x="4999" y="11815"/>
                  </a:lnTo>
                  <a:lnTo>
                    <a:pt x="4708" y="11760"/>
                  </a:lnTo>
                  <a:lnTo>
                    <a:pt x="4417" y="11688"/>
                  </a:lnTo>
                  <a:lnTo>
                    <a:pt x="4145" y="11615"/>
                  </a:lnTo>
                  <a:lnTo>
                    <a:pt x="3872" y="11524"/>
                  </a:lnTo>
                  <a:lnTo>
                    <a:pt x="3600" y="11415"/>
                  </a:lnTo>
                  <a:lnTo>
                    <a:pt x="3345" y="11288"/>
                  </a:lnTo>
                  <a:lnTo>
                    <a:pt x="3091" y="11161"/>
                  </a:lnTo>
                  <a:lnTo>
                    <a:pt x="2836" y="11015"/>
                  </a:lnTo>
                  <a:lnTo>
                    <a:pt x="2600" y="10852"/>
                  </a:lnTo>
                  <a:lnTo>
                    <a:pt x="2364" y="10688"/>
                  </a:lnTo>
                  <a:lnTo>
                    <a:pt x="2145" y="10506"/>
                  </a:lnTo>
                  <a:lnTo>
                    <a:pt x="1927" y="10325"/>
                  </a:lnTo>
                  <a:lnTo>
                    <a:pt x="1727" y="10125"/>
                  </a:lnTo>
                  <a:lnTo>
                    <a:pt x="1527" y="9925"/>
                  </a:lnTo>
                  <a:lnTo>
                    <a:pt x="1346" y="9707"/>
                  </a:lnTo>
                  <a:lnTo>
                    <a:pt x="1164" y="9470"/>
                  </a:lnTo>
                  <a:lnTo>
                    <a:pt x="1000" y="9234"/>
                  </a:lnTo>
                  <a:lnTo>
                    <a:pt x="837" y="8998"/>
                  </a:lnTo>
                  <a:lnTo>
                    <a:pt x="710" y="8743"/>
                  </a:lnTo>
                  <a:lnTo>
                    <a:pt x="564" y="8489"/>
                  </a:lnTo>
                  <a:lnTo>
                    <a:pt x="455" y="8234"/>
                  </a:lnTo>
                  <a:lnTo>
                    <a:pt x="346" y="7962"/>
                  </a:lnTo>
                  <a:lnTo>
                    <a:pt x="255" y="7671"/>
                  </a:lnTo>
                  <a:lnTo>
                    <a:pt x="182" y="7398"/>
                  </a:lnTo>
                  <a:lnTo>
                    <a:pt x="110" y="7107"/>
                  </a:lnTo>
                  <a:lnTo>
                    <a:pt x="55" y="6798"/>
                  </a:lnTo>
                  <a:lnTo>
                    <a:pt x="19" y="6508"/>
                  </a:lnTo>
                  <a:lnTo>
                    <a:pt x="1" y="6199"/>
                  </a:lnTo>
                  <a:lnTo>
                    <a:pt x="1" y="6199"/>
                  </a:lnTo>
                  <a:lnTo>
                    <a:pt x="1" y="5890"/>
                  </a:lnTo>
                  <a:lnTo>
                    <a:pt x="19" y="5581"/>
                  </a:lnTo>
                  <a:lnTo>
                    <a:pt x="37" y="5290"/>
                  </a:lnTo>
                  <a:lnTo>
                    <a:pt x="73" y="4999"/>
                  </a:lnTo>
                  <a:lnTo>
                    <a:pt x="128" y="4708"/>
                  </a:lnTo>
                  <a:lnTo>
                    <a:pt x="201" y="4417"/>
                  </a:lnTo>
                  <a:lnTo>
                    <a:pt x="273" y="4145"/>
                  </a:lnTo>
                  <a:lnTo>
                    <a:pt x="382" y="3872"/>
                  </a:lnTo>
                  <a:lnTo>
                    <a:pt x="491" y="3599"/>
                  </a:lnTo>
                  <a:lnTo>
                    <a:pt x="601" y="3327"/>
                  </a:lnTo>
                  <a:lnTo>
                    <a:pt x="728" y="3072"/>
                  </a:lnTo>
                  <a:lnTo>
                    <a:pt x="873" y="2836"/>
                  </a:lnTo>
                  <a:lnTo>
                    <a:pt x="1037" y="2600"/>
                  </a:lnTo>
                  <a:lnTo>
                    <a:pt x="1200" y="2364"/>
                  </a:lnTo>
                  <a:lnTo>
                    <a:pt x="1382" y="2145"/>
                  </a:lnTo>
                  <a:lnTo>
                    <a:pt x="1564" y="1927"/>
                  </a:lnTo>
                  <a:lnTo>
                    <a:pt x="1764" y="1709"/>
                  </a:lnTo>
                  <a:lnTo>
                    <a:pt x="1982" y="1527"/>
                  </a:lnTo>
                  <a:lnTo>
                    <a:pt x="2182" y="1327"/>
                  </a:lnTo>
                  <a:lnTo>
                    <a:pt x="2418" y="1164"/>
                  </a:lnTo>
                  <a:lnTo>
                    <a:pt x="2654" y="1000"/>
                  </a:lnTo>
                  <a:lnTo>
                    <a:pt x="2891" y="837"/>
                  </a:lnTo>
                  <a:lnTo>
                    <a:pt x="3145" y="691"/>
                  </a:lnTo>
                  <a:lnTo>
                    <a:pt x="3400" y="564"/>
                  </a:lnTo>
                  <a:lnTo>
                    <a:pt x="3672" y="455"/>
                  </a:lnTo>
                  <a:lnTo>
                    <a:pt x="3945" y="346"/>
                  </a:lnTo>
                  <a:lnTo>
                    <a:pt x="4218" y="255"/>
                  </a:lnTo>
                  <a:lnTo>
                    <a:pt x="4508" y="182"/>
                  </a:lnTo>
                  <a:lnTo>
                    <a:pt x="4799" y="110"/>
                  </a:lnTo>
                  <a:lnTo>
                    <a:pt x="5090" y="55"/>
                  </a:lnTo>
                  <a:lnTo>
                    <a:pt x="5399" y="19"/>
                  </a:lnTo>
                  <a:lnTo>
                    <a:pt x="5690" y="1"/>
                  </a:lnTo>
                  <a:lnTo>
                    <a:pt x="5690" y="1"/>
                  </a:lnTo>
                  <a:lnTo>
                    <a:pt x="6144" y="1"/>
                  </a:lnTo>
                  <a:lnTo>
                    <a:pt x="6580" y="37"/>
                  </a:lnTo>
                  <a:lnTo>
                    <a:pt x="7017" y="92"/>
                  </a:lnTo>
                  <a:lnTo>
                    <a:pt x="7435" y="182"/>
                  </a:lnTo>
                  <a:lnTo>
                    <a:pt x="7853" y="310"/>
                  </a:lnTo>
                  <a:lnTo>
                    <a:pt x="8253" y="455"/>
                  </a:lnTo>
                  <a:lnTo>
                    <a:pt x="8634" y="637"/>
                  </a:lnTo>
                  <a:lnTo>
                    <a:pt x="8998" y="837"/>
                  </a:lnTo>
                  <a:lnTo>
                    <a:pt x="9361" y="1073"/>
                  </a:lnTo>
                  <a:lnTo>
                    <a:pt x="9688" y="1327"/>
                  </a:lnTo>
                  <a:lnTo>
                    <a:pt x="9997" y="1600"/>
                  </a:lnTo>
                  <a:lnTo>
                    <a:pt x="10306" y="1891"/>
                  </a:lnTo>
                  <a:lnTo>
                    <a:pt x="10579" y="2200"/>
                  </a:lnTo>
                  <a:lnTo>
                    <a:pt x="10834" y="2545"/>
                  </a:lnTo>
                  <a:lnTo>
                    <a:pt x="11052" y="2891"/>
                  </a:lnTo>
                  <a:lnTo>
                    <a:pt x="11270" y="3272"/>
                  </a:lnTo>
                  <a:lnTo>
                    <a:pt x="11270" y="3272"/>
                  </a:lnTo>
                  <a:lnTo>
                    <a:pt x="11088" y="3018"/>
                  </a:lnTo>
                  <a:lnTo>
                    <a:pt x="10888" y="2782"/>
                  </a:lnTo>
                  <a:lnTo>
                    <a:pt x="10688" y="2545"/>
                  </a:lnTo>
                  <a:lnTo>
                    <a:pt x="10470" y="2345"/>
                  </a:lnTo>
                  <a:lnTo>
                    <a:pt x="10234" y="2145"/>
                  </a:lnTo>
                  <a:lnTo>
                    <a:pt x="9997" y="1964"/>
                  </a:lnTo>
                  <a:lnTo>
                    <a:pt x="9743" y="1800"/>
                  </a:lnTo>
                  <a:lnTo>
                    <a:pt x="9470" y="1636"/>
                  </a:lnTo>
                  <a:lnTo>
                    <a:pt x="9198" y="1509"/>
                  </a:lnTo>
                  <a:lnTo>
                    <a:pt x="8907" y="1382"/>
                  </a:lnTo>
                  <a:lnTo>
                    <a:pt x="8616" y="1291"/>
                  </a:lnTo>
                  <a:lnTo>
                    <a:pt x="8307" y="1218"/>
                  </a:lnTo>
                  <a:lnTo>
                    <a:pt x="7998" y="1146"/>
                  </a:lnTo>
                  <a:lnTo>
                    <a:pt x="7689" y="1109"/>
                  </a:lnTo>
                  <a:lnTo>
                    <a:pt x="7362" y="1091"/>
                  </a:lnTo>
                  <a:lnTo>
                    <a:pt x="7035" y="1091"/>
                  </a:lnTo>
                  <a:lnTo>
                    <a:pt x="7035" y="1091"/>
                  </a:lnTo>
                  <a:lnTo>
                    <a:pt x="6798" y="1109"/>
                  </a:lnTo>
                  <a:lnTo>
                    <a:pt x="6544" y="1146"/>
                  </a:lnTo>
                  <a:lnTo>
                    <a:pt x="6308" y="1182"/>
                  </a:lnTo>
                  <a:lnTo>
                    <a:pt x="6071" y="1237"/>
                  </a:lnTo>
                  <a:lnTo>
                    <a:pt x="5853" y="1291"/>
                  </a:lnTo>
                  <a:lnTo>
                    <a:pt x="5617" y="1382"/>
                  </a:lnTo>
                  <a:lnTo>
                    <a:pt x="5399" y="1455"/>
                  </a:lnTo>
                  <a:lnTo>
                    <a:pt x="5199" y="1546"/>
                  </a:lnTo>
                  <a:lnTo>
                    <a:pt x="4981" y="1655"/>
                  </a:lnTo>
                  <a:lnTo>
                    <a:pt x="4781" y="1782"/>
                  </a:lnTo>
                  <a:lnTo>
                    <a:pt x="4581" y="1891"/>
                  </a:lnTo>
                  <a:lnTo>
                    <a:pt x="4399" y="2036"/>
                  </a:lnTo>
                  <a:lnTo>
                    <a:pt x="4218" y="2164"/>
                  </a:lnTo>
                  <a:lnTo>
                    <a:pt x="4036" y="2327"/>
                  </a:lnTo>
                  <a:lnTo>
                    <a:pt x="3872" y="2473"/>
                  </a:lnTo>
                  <a:lnTo>
                    <a:pt x="3709" y="2654"/>
                  </a:lnTo>
                  <a:lnTo>
                    <a:pt x="3563" y="2818"/>
                  </a:lnTo>
                  <a:lnTo>
                    <a:pt x="3418" y="3000"/>
                  </a:lnTo>
                  <a:lnTo>
                    <a:pt x="3291" y="3181"/>
                  </a:lnTo>
                  <a:lnTo>
                    <a:pt x="3163" y="3381"/>
                  </a:lnTo>
                  <a:lnTo>
                    <a:pt x="3036" y="3581"/>
                  </a:lnTo>
                  <a:lnTo>
                    <a:pt x="2927" y="3781"/>
                  </a:lnTo>
                  <a:lnTo>
                    <a:pt x="2836" y="3999"/>
                  </a:lnTo>
                  <a:lnTo>
                    <a:pt x="2745" y="4217"/>
                  </a:lnTo>
                  <a:lnTo>
                    <a:pt x="2673" y="4436"/>
                  </a:lnTo>
                  <a:lnTo>
                    <a:pt x="2600" y="4654"/>
                  </a:lnTo>
                  <a:lnTo>
                    <a:pt x="2545" y="4890"/>
                  </a:lnTo>
                  <a:lnTo>
                    <a:pt x="2509" y="5126"/>
                  </a:lnTo>
                  <a:lnTo>
                    <a:pt x="2473" y="5363"/>
                  </a:lnTo>
                  <a:lnTo>
                    <a:pt x="2454" y="5599"/>
                  </a:lnTo>
                  <a:lnTo>
                    <a:pt x="2454" y="5853"/>
                  </a:lnTo>
                  <a:lnTo>
                    <a:pt x="2454" y="6090"/>
                  </a:lnTo>
                  <a:lnTo>
                    <a:pt x="2454" y="6090"/>
                  </a:lnTo>
                  <a:lnTo>
                    <a:pt x="2473" y="6344"/>
                  </a:lnTo>
                  <a:lnTo>
                    <a:pt x="2491" y="6580"/>
                  </a:lnTo>
                  <a:lnTo>
                    <a:pt x="2545" y="6817"/>
                  </a:lnTo>
                  <a:lnTo>
                    <a:pt x="2600" y="7053"/>
                  </a:lnTo>
                  <a:lnTo>
                    <a:pt x="2654" y="7289"/>
                  </a:lnTo>
                  <a:lnTo>
                    <a:pt x="2727" y="7507"/>
                  </a:lnTo>
                  <a:lnTo>
                    <a:pt x="2818" y="7725"/>
                  </a:lnTo>
                  <a:lnTo>
                    <a:pt x="2909" y="7944"/>
                  </a:lnTo>
                  <a:lnTo>
                    <a:pt x="3018" y="8143"/>
                  </a:lnTo>
                  <a:lnTo>
                    <a:pt x="3127" y="8362"/>
                  </a:lnTo>
                  <a:lnTo>
                    <a:pt x="3254" y="8543"/>
                  </a:lnTo>
                  <a:lnTo>
                    <a:pt x="3381" y="8743"/>
                  </a:lnTo>
                  <a:lnTo>
                    <a:pt x="3527" y="8925"/>
                  </a:lnTo>
                  <a:lnTo>
                    <a:pt x="3672" y="9089"/>
                  </a:lnTo>
                  <a:lnTo>
                    <a:pt x="3836" y="9270"/>
                  </a:lnTo>
                  <a:lnTo>
                    <a:pt x="3999" y="9416"/>
                  </a:lnTo>
                  <a:lnTo>
                    <a:pt x="4181" y="9579"/>
                  </a:lnTo>
                  <a:lnTo>
                    <a:pt x="4363" y="9725"/>
                  </a:lnTo>
                  <a:lnTo>
                    <a:pt x="4545" y="9852"/>
                  </a:lnTo>
                  <a:lnTo>
                    <a:pt x="4745" y="9979"/>
                  </a:lnTo>
                  <a:lnTo>
                    <a:pt x="4945" y="10088"/>
                  </a:lnTo>
                  <a:lnTo>
                    <a:pt x="5144" y="10197"/>
                  </a:lnTo>
                  <a:lnTo>
                    <a:pt x="5344" y="10288"/>
                  </a:lnTo>
                  <a:lnTo>
                    <a:pt x="5563" y="10379"/>
                  </a:lnTo>
                  <a:lnTo>
                    <a:pt x="5799" y="10452"/>
                  </a:lnTo>
                  <a:lnTo>
                    <a:pt x="6017" y="10524"/>
                  </a:lnTo>
                  <a:lnTo>
                    <a:pt x="6253" y="10579"/>
                  </a:lnTo>
                  <a:lnTo>
                    <a:pt x="6471" y="10634"/>
                  </a:lnTo>
                  <a:lnTo>
                    <a:pt x="6726" y="10652"/>
                  </a:lnTo>
                  <a:lnTo>
                    <a:pt x="6962" y="10670"/>
                  </a:lnTo>
                  <a:lnTo>
                    <a:pt x="7198" y="10688"/>
                  </a:lnTo>
                  <a:lnTo>
                    <a:pt x="7453" y="10688"/>
                  </a:lnTo>
                  <a:lnTo>
                    <a:pt x="7453" y="10688"/>
                  </a:lnTo>
                  <a:lnTo>
                    <a:pt x="7780" y="10652"/>
                  </a:lnTo>
                  <a:lnTo>
                    <a:pt x="8089" y="10615"/>
                  </a:lnTo>
                  <a:lnTo>
                    <a:pt x="8398" y="10543"/>
                  </a:lnTo>
                  <a:lnTo>
                    <a:pt x="8707" y="10452"/>
                  </a:lnTo>
                  <a:lnTo>
                    <a:pt x="8998" y="10361"/>
                  </a:lnTo>
                  <a:lnTo>
                    <a:pt x="9289" y="10234"/>
                  </a:lnTo>
                  <a:lnTo>
                    <a:pt x="9561" y="10088"/>
                  </a:lnTo>
                  <a:lnTo>
                    <a:pt x="9834" y="9925"/>
                  </a:lnTo>
                  <a:lnTo>
                    <a:pt x="10088" y="9761"/>
                  </a:lnTo>
                  <a:lnTo>
                    <a:pt x="10325" y="9579"/>
                  </a:lnTo>
                  <a:lnTo>
                    <a:pt x="10543" y="9361"/>
                  </a:lnTo>
                  <a:lnTo>
                    <a:pt x="10761" y="9143"/>
                  </a:lnTo>
                  <a:lnTo>
                    <a:pt x="10961" y="8925"/>
                  </a:lnTo>
                  <a:lnTo>
                    <a:pt x="11143" y="8671"/>
                  </a:lnTo>
                  <a:lnTo>
                    <a:pt x="11324" y="8416"/>
                  </a:lnTo>
                  <a:lnTo>
                    <a:pt x="11470" y="816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7"/>
            <p:cNvSpPr/>
            <p:nvPr/>
          </p:nvSpPr>
          <p:spPr>
            <a:xfrm>
              <a:off x="2557769" y="2956891"/>
              <a:ext cx="111920" cy="107437"/>
            </a:xfrm>
            <a:custGeom>
              <a:rect b="b" l="l" r="r" t="t"/>
              <a:pathLst>
                <a:path extrusionOk="0" h="2636" w="2746">
                  <a:moveTo>
                    <a:pt x="1328" y="0"/>
                  </a:moveTo>
                  <a:lnTo>
                    <a:pt x="1055" y="1000"/>
                  </a:lnTo>
                  <a:lnTo>
                    <a:pt x="1" y="1055"/>
                  </a:lnTo>
                  <a:lnTo>
                    <a:pt x="873" y="1618"/>
                  </a:lnTo>
                  <a:lnTo>
                    <a:pt x="601" y="2636"/>
                  </a:lnTo>
                  <a:lnTo>
                    <a:pt x="1419" y="1982"/>
                  </a:lnTo>
                  <a:lnTo>
                    <a:pt x="2291" y="2563"/>
                  </a:lnTo>
                  <a:lnTo>
                    <a:pt x="1909" y="1582"/>
                  </a:lnTo>
                  <a:lnTo>
                    <a:pt x="2745" y="927"/>
                  </a:lnTo>
                  <a:lnTo>
                    <a:pt x="1691" y="982"/>
                  </a:lnTo>
                  <a:lnTo>
                    <a:pt x="132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7"/>
            <p:cNvSpPr/>
            <p:nvPr/>
          </p:nvSpPr>
          <p:spPr>
            <a:xfrm>
              <a:off x="2557769" y="2956891"/>
              <a:ext cx="111920" cy="107437"/>
            </a:xfrm>
            <a:custGeom>
              <a:rect b="b" l="l" r="r" t="t"/>
              <a:pathLst>
                <a:path extrusionOk="0" fill="none" h="2636" w="2746">
                  <a:moveTo>
                    <a:pt x="1328" y="0"/>
                  </a:moveTo>
                  <a:lnTo>
                    <a:pt x="1691" y="982"/>
                  </a:lnTo>
                  <a:lnTo>
                    <a:pt x="2745" y="927"/>
                  </a:lnTo>
                  <a:lnTo>
                    <a:pt x="1909" y="1582"/>
                  </a:lnTo>
                  <a:lnTo>
                    <a:pt x="2291" y="2563"/>
                  </a:lnTo>
                  <a:lnTo>
                    <a:pt x="1419" y="1982"/>
                  </a:lnTo>
                  <a:lnTo>
                    <a:pt x="601" y="2636"/>
                  </a:lnTo>
                  <a:lnTo>
                    <a:pt x="873" y="1618"/>
                  </a:lnTo>
                  <a:lnTo>
                    <a:pt x="1" y="1055"/>
                  </a:lnTo>
                  <a:lnTo>
                    <a:pt x="1055" y="1000"/>
                  </a:lnTo>
                  <a:lnTo>
                    <a:pt x="132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7"/>
            <p:cNvSpPr/>
            <p:nvPr/>
          </p:nvSpPr>
          <p:spPr>
            <a:xfrm>
              <a:off x="842833" y="1977544"/>
              <a:ext cx="2332837" cy="537877"/>
            </a:xfrm>
            <a:custGeom>
              <a:rect b="b" l="l" r="r" t="t"/>
              <a:pathLst>
                <a:path extrusionOk="0" h="13197" w="57237">
                  <a:moveTo>
                    <a:pt x="44423" y="1"/>
                  </a:moveTo>
                  <a:lnTo>
                    <a:pt x="44568" y="255"/>
                  </a:lnTo>
                  <a:lnTo>
                    <a:pt x="44732" y="473"/>
                  </a:lnTo>
                  <a:lnTo>
                    <a:pt x="44568" y="237"/>
                  </a:lnTo>
                  <a:lnTo>
                    <a:pt x="44423" y="1"/>
                  </a:lnTo>
                  <a:close/>
                  <a:moveTo>
                    <a:pt x="45313" y="1110"/>
                  </a:moveTo>
                  <a:lnTo>
                    <a:pt x="45549" y="1310"/>
                  </a:lnTo>
                  <a:lnTo>
                    <a:pt x="45768" y="1491"/>
                  </a:lnTo>
                  <a:lnTo>
                    <a:pt x="45531" y="1291"/>
                  </a:lnTo>
                  <a:lnTo>
                    <a:pt x="45313" y="1110"/>
                  </a:lnTo>
                  <a:close/>
                  <a:moveTo>
                    <a:pt x="1" y="673"/>
                  </a:moveTo>
                  <a:lnTo>
                    <a:pt x="183" y="1346"/>
                  </a:lnTo>
                  <a:lnTo>
                    <a:pt x="364" y="2018"/>
                  </a:lnTo>
                  <a:lnTo>
                    <a:pt x="582" y="2673"/>
                  </a:lnTo>
                  <a:lnTo>
                    <a:pt x="582" y="2655"/>
                  </a:lnTo>
                  <a:lnTo>
                    <a:pt x="364" y="2000"/>
                  </a:lnTo>
                  <a:lnTo>
                    <a:pt x="183" y="1328"/>
                  </a:lnTo>
                  <a:lnTo>
                    <a:pt x="1" y="673"/>
                  </a:lnTo>
                  <a:close/>
                  <a:moveTo>
                    <a:pt x="54001" y="8653"/>
                  </a:moveTo>
                  <a:lnTo>
                    <a:pt x="54528" y="9016"/>
                  </a:lnTo>
                  <a:lnTo>
                    <a:pt x="54928" y="9306"/>
                  </a:lnTo>
                  <a:lnTo>
                    <a:pt x="54928" y="9306"/>
                  </a:lnTo>
                  <a:lnTo>
                    <a:pt x="54546" y="9016"/>
                  </a:lnTo>
                  <a:lnTo>
                    <a:pt x="54001" y="8653"/>
                  </a:lnTo>
                  <a:close/>
                  <a:moveTo>
                    <a:pt x="54928" y="9306"/>
                  </a:moveTo>
                  <a:lnTo>
                    <a:pt x="55074" y="9416"/>
                  </a:lnTo>
                  <a:lnTo>
                    <a:pt x="55146" y="9476"/>
                  </a:lnTo>
                  <a:lnTo>
                    <a:pt x="55055" y="9398"/>
                  </a:lnTo>
                  <a:lnTo>
                    <a:pt x="54928" y="9306"/>
                  </a:lnTo>
                  <a:close/>
                  <a:moveTo>
                    <a:pt x="55146" y="9476"/>
                  </a:moveTo>
                  <a:lnTo>
                    <a:pt x="55564" y="9834"/>
                  </a:lnTo>
                  <a:lnTo>
                    <a:pt x="56019" y="10254"/>
                  </a:lnTo>
                  <a:lnTo>
                    <a:pt x="56019" y="10254"/>
                  </a:lnTo>
                  <a:lnTo>
                    <a:pt x="55582" y="9834"/>
                  </a:lnTo>
                  <a:lnTo>
                    <a:pt x="55146" y="9476"/>
                  </a:lnTo>
                  <a:close/>
                  <a:moveTo>
                    <a:pt x="56019" y="10254"/>
                  </a:moveTo>
                  <a:lnTo>
                    <a:pt x="56055" y="10288"/>
                  </a:lnTo>
                  <a:lnTo>
                    <a:pt x="56273" y="10525"/>
                  </a:lnTo>
                  <a:lnTo>
                    <a:pt x="56369" y="10629"/>
                  </a:lnTo>
                  <a:lnTo>
                    <a:pt x="56273" y="10507"/>
                  </a:lnTo>
                  <a:lnTo>
                    <a:pt x="56037" y="10270"/>
                  </a:lnTo>
                  <a:lnTo>
                    <a:pt x="56019" y="10254"/>
                  </a:lnTo>
                  <a:close/>
                  <a:moveTo>
                    <a:pt x="56369" y="10629"/>
                  </a:moveTo>
                  <a:lnTo>
                    <a:pt x="56473" y="10761"/>
                  </a:lnTo>
                  <a:lnTo>
                    <a:pt x="56595" y="10893"/>
                  </a:lnTo>
                  <a:lnTo>
                    <a:pt x="56491" y="10761"/>
                  </a:lnTo>
                  <a:lnTo>
                    <a:pt x="56369" y="10629"/>
                  </a:lnTo>
                  <a:close/>
                  <a:moveTo>
                    <a:pt x="56595" y="10893"/>
                  </a:moveTo>
                  <a:lnTo>
                    <a:pt x="56691" y="11015"/>
                  </a:lnTo>
                  <a:lnTo>
                    <a:pt x="56834" y="11197"/>
                  </a:lnTo>
                  <a:lnTo>
                    <a:pt x="56691" y="10997"/>
                  </a:lnTo>
                  <a:lnTo>
                    <a:pt x="56595" y="10893"/>
                  </a:lnTo>
                  <a:close/>
                  <a:moveTo>
                    <a:pt x="56834" y="11197"/>
                  </a:moveTo>
                  <a:lnTo>
                    <a:pt x="56873" y="11252"/>
                  </a:lnTo>
                  <a:lnTo>
                    <a:pt x="57055" y="11524"/>
                  </a:lnTo>
                  <a:lnTo>
                    <a:pt x="57127" y="11633"/>
                  </a:lnTo>
                  <a:lnTo>
                    <a:pt x="57073" y="11543"/>
                  </a:lnTo>
                  <a:lnTo>
                    <a:pt x="56891" y="11270"/>
                  </a:lnTo>
                  <a:lnTo>
                    <a:pt x="56834" y="11197"/>
                  </a:lnTo>
                  <a:close/>
                  <a:moveTo>
                    <a:pt x="57127" y="11633"/>
                  </a:moveTo>
                  <a:lnTo>
                    <a:pt x="57236" y="11815"/>
                  </a:lnTo>
                  <a:lnTo>
                    <a:pt x="57236" y="11797"/>
                  </a:lnTo>
                  <a:lnTo>
                    <a:pt x="57127" y="11633"/>
                  </a:lnTo>
                  <a:close/>
                  <a:moveTo>
                    <a:pt x="7980" y="11506"/>
                  </a:moveTo>
                  <a:lnTo>
                    <a:pt x="8380" y="11724"/>
                  </a:lnTo>
                  <a:lnTo>
                    <a:pt x="8798" y="11942"/>
                  </a:lnTo>
                  <a:lnTo>
                    <a:pt x="8798" y="11942"/>
                  </a:lnTo>
                  <a:lnTo>
                    <a:pt x="8398" y="11724"/>
                  </a:lnTo>
                  <a:lnTo>
                    <a:pt x="7980" y="11506"/>
                  </a:lnTo>
                  <a:close/>
                  <a:moveTo>
                    <a:pt x="8798" y="11942"/>
                  </a:moveTo>
                  <a:lnTo>
                    <a:pt x="9216" y="12142"/>
                  </a:lnTo>
                  <a:lnTo>
                    <a:pt x="9652" y="12324"/>
                  </a:lnTo>
                  <a:lnTo>
                    <a:pt x="9652" y="12324"/>
                  </a:lnTo>
                  <a:lnTo>
                    <a:pt x="9216" y="12124"/>
                  </a:lnTo>
                  <a:lnTo>
                    <a:pt x="8798" y="11942"/>
                  </a:lnTo>
                  <a:close/>
                  <a:moveTo>
                    <a:pt x="9652" y="12324"/>
                  </a:moveTo>
                  <a:lnTo>
                    <a:pt x="10070" y="12506"/>
                  </a:lnTo>
                  <a:lnTo>
                    <a:pt x="10506" y="12670"/>
                  </a:lnTo>
                  <a:lnTo>
                    <a:pt x="10506" y="12670"/>
                  </a:lnTo>
                  <a:lnTo>
                    <a:pt x="10088" y="12506"/>
                  </a:lnTo>
                  <a:lnTo>
                    <a:pt x="9652" y="12324"/>
                  </a:lnTo>
                  <a:close/>
                  <a:moveTo>
                    <a:pt x="10506" y="12670"/>
                  </a:moveTo>
                  <a:lnTo>
                    <a:pt x="10943" y="12815"/>
                  </a:lnTo>
                  <a:lnTo>
                    <a:pt x="11397" y="12960"/>
                  </a:lnTo>
                  <a:lnTo>
                    <a:pt x="11397" y="12960"/>
                  </a:lnTo>
                  <a:lnTo>
                    <a:pt x="10961" y="12815"/>
                  </a:lnTo>
                  <a:lnTo>
                    <a:pt x="10506" y="12670"/>
                  </a:lnTo>
                  <a:close/>
                  <a:moveTo>
                    <a:pt x="11397" y="12960"/>
                  </a:moveTo>
                  <a:lnTo>
                    <a:pt x="11833" y="13088"/>
                  </a:lnTo>
                  <a:lnTo>
                    <a:pt x="12288" y="13197"/>
                  </a:lnTo>
                  <a:lnTo>
                    <a:pt x="11851" y="13088"/>
                  </a:lnTo>
                  <a:lnTo>
                    <a:pt x="11397" y="12960"/>
                  </a:lnTo>
                  <a:close/>
                </a:path>
              </a:pathLst>
            </a:custGeom>
            <a:solidFill>
              <a:srgbClr val="919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7"/>
            <p:cNvSpPr/>
            <p:nvPr/>
          </p:nvSpPr>
          <p:spPr>
            <a:xfrm>
              <a:off x="1168033" y="2446493"/>
              <a:ext cx="288237" cy="86691"/>
            </a:xfrm>
            <a:custGeom>
              <a:rect b="b" l="l" r="r" t="t"/>
              <a:pathLst>
                <a:path extrusionOk="0" fill="none" h="2127" w="7072">
                  <a:moveTo>
                    <a:pt x="1" y="0"/>
                  </a:moveTo>
                  <a:lnTo>
                    <a:pt x="1" y="0"/>
                  </a:lnTo>
                  <a:lnTo>
                    <a:pt x="1" y="0"/>
                  </a:lnTo>
                  <a:lnTo>
                    <a:pt x="1" y="0"/>
                  </a:lnTo>
                  <a:lnTo>
                    <a:pt x="419" y="218"/>
                  </a:lnTo>
                  <a:lnTo>
                    <a:pt x="819" y="436"/>
                  </a:lnTo>
                  <a:lnTo>
                    <a:pt x="1237" y="636"/>
                  </a:lnTo>
                  <a:lnTo>
                    <a:pt x="1673" y="818"/>
                  </a:lnTo>
                  <a:lnTo>
                    <a:pt x="2109" y="1000"/>
                  </a:lnTo>
                  <a:lnTo>
                    <a:pt x="2527" y="1164"/>
                  </a:lnTo>
                  <a:lnTo>
                    <a:pt x="2982" y="1309"/>
                  </a:lnTo>
                  <a:lnTo>
                    <a:pt x="3418" y="1454"/>
                  </a:lnTo>
                  <a:lnTo>
                    <a:pt x="3872" y="1582"/>
                  </a:lnTo>
                  <a:lnTo>
                    <a:pt x="4309" y="1691"/>
                  </a:lnTo>
                  <a:lnTo>
                    <a:pt x="4763" y="1800"/>
                  </a:lnTo>
                  <a:lnTo>
                    <a:pt x="5217" y="1891"/>
                  </a:lnTo>
                  <a:lnTo>
                    <a:pt x="5672" y="1963"/>
                  </a:lnTo>
                  <a:lnTo>
                    <a:pt x="6144" y="2036"/>
                  </a:lnTo>
                  <a:lnTo>
                    <a:pt x="6599" y="2090"/>
                  </a:lnTo>
                  <a:lnTo>
                    <a:pt x="7071" y="2127"/>
                  </a:lnTo>
                  <a:lnTo>
                    <a:pt x="7071" y="2127"/>
                  </a:lnTo>
                  <a:lnTo>
                    <a:pt x="7071" y="2127"/>
                  </a:lnTo>
                  <a:lnTo>
                    <a:pt x="7071" y="2127"/>
                  </a:lnTo>
                  <a:lnTo>
                    <a:pt x="6599" y="2090"/>
                  </a:lnTo>
                  <a:lnTo>
                    <a:pt x="6144" y="2036"/>
                  </a:lnTo>
                  <a:lnTo>
                    <a:pt x="5672" y="1963"/>
                  </a:lnTo>
                  <a:lnTo>
                    <a:pt x="5217" y="1891"/>
                  </a:lnTo>
                  <a:lnTo>
                    <a:pt x="4763" y="1800"/>
                  </a:lnTo>
                  <a:lnTo>
                    <a:pt x="4309" y="1691"/>
                  </a:lnTo>
                  <a:lnTo>
                    <a:pt x="3854" y="1582"/>
                  </a:lnTo>
                  <a:lnTo>
                    <a:pt x="3418" y="1454"/>
                  </a:lnTo>
                  <a:lnTo>
                    <a:pt x="2964" y="1309"/>
                  </a:lnTo>
                  <a:lnTo>
                    <a:pt x="2527" y="1164"/>
                  </a:lnTo>
                  <a:lnTo>
                    <a:pt x="2091" y="1000"/>
                  </a:lnTo>
                  <a:lnTo>
                    <a:pt x="1673" y="818"/>
                  </a:lnTo>
                  <a:lnTo>
                    <a:pt x="1237" y="618"/>
                  </a:lnTo>
                  <a:lnTo>
                    <a:pt x="819" y="436"/>
                  </a:lnTo>
                  <a:lnTo>
                    <a:pt x="401" y="2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7"/>
            <p:cNvSpPr/>
            <p:nvPr/>
          </p:nvSpPr>
          <p:spPr>
            <a:xfrm>
              <a:off x="3020769" y="2316111"/>
              <a:ext cx="154878" cy="143018"/>
            </a:xfrm>
            <a:custGeom>
              <a:rect b="b" l="l" r="r" t="t"/>
              <a:pathLst>
                <a:path extrusionOk="0" fill="none" h="3509" w="3800">
                  <a:moveTo>
                    <a:pt x="1" y="0"/>
                  </a:moveTo>
                  <a:lnTo>
                    <a:pt x="1" y="0"/>
                  </a:lnTo>
                  <a:lnTo>
                    <a:pt x="564" y="346"/>
                  </a:lnTo>
                  <a:lnTo>
                    <a:pt x="1091" y="709"/>
                  </a:lnTo>
                  <a:lnTo>
                    <a:pt x="1618" y="1091"/>
                  </a:lnTo>
                  <a:lnTo>
                    <a:pt x="2127" y="1527"/>
                  </a:lnTo>
                  <a:lnTo>
                    <a:pt x="2600" y="1963"/>
                  </a:lnTo>
                  <a:lnTo>
                    <a:pt x="2836" y="2200"/>
                  </a:lnTo>
                  <a:lnTo>
                    <a:pt x="3036" y="2454"/>
                  </a:lnTo>
                  <a:lnTo>
                    <a:pt x="3254" y="2690"/>
                  </a:lnTo>
                  <a:lnTo>
                    <a:pt x="3436" y="2945"/>
                  </a:lnTo>
                  <a:lnTo>
                    <a:pt x="3618" y="3217"/>
                  </a:lnTo>
                  <a:lnTo>
                    <a:pt x="3799" y="3490"/>
                  </a:lnTo>
                  <a:lnTo>
                    <a:pt x="3799" y="3490"/>
                  </a:lnTo>
                  <a:lnTo>
                    <a:pt x="3799" y="3508"/>
                  </a:lnTo>
                  <a:lnTo>
                    <a:pt x="3799" y="3508"/>
                  </a:lnTo>
                  <a:lnTo>
                    <a:pt x="3636" y="3236"/>
                  </a:lnTo>
                  <a:lnTo>
                    <a:pt x="3454" y="2963"/>
                  </a:lnTo>
                  <a:lnTo>
                    <a:pt x="3254" y="2708"/>
                  </a:lnTo>
                  <a:lnTo>
                    <a:pt x="3054" y="2454"/>
                  </a:lnTo>
                  <a:lnTo>
                    <a:pt x="2836" y="2218"/>
                  </a:lnTo>
                  <a:lnTo>
                    <a:pt x="2618" y="1981"/>
                  </a:lnTo>
                  <a:lnTo>
                    <a:pt x="2145" y="1527"/>
                  </a:lnTo>
                  <a:lnTo>
                    <a:pt x="1637" y="1109"/>
                  </a:lnTo>
                  <a:lnTo>
                    <a:pt x="1109" y="709"/>
                  </a:lnTo>
                  <a:lnTo>
                    <a:pt x="564" y="346"/>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7"/>
            <p:cNvSpPr/>
            <p:nvPr/>
          </p:nvSpPr>
          <p:spPr>
            <a:xfrm>
              <a:off x="3019302" y="2315378"/>
              <a:ext cx="1508" cy="774"/>
            </a:xfrm>
            <a:custGeom>
              <a:rect b="b" l="l" r="r" t="t"/>
              <a:pathLst>
                <a:path extrusionOk="0" fill="none" h="19" w="37">
                  <a:moveTo>
                    <a:pt x="0" y="0"/>
                  </a:moveTo>
                  <a:lnTo>
                    <a:pt x="0" y="0"/>
                  </a:lnTo>
                  <a:lnTo>
                    <a:pt x="37" y="18"/>
                  </a:lnTo>
                  <a:lnTo>
                    <a:pt x="37"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7"/>
            <p:cNvSpPr/>
            <p:nvPr/>
          </p:nvSpPr>
          <p:spPr>
            <a:xfrm>
              <a:off x="3018568" y="2314603"/>
              <a:ext cx="774" cy="815"/>
            </a:xfrm>
            <a:custGeom>
              <a:rect b="b" l="l" r="r" t="t"/>
              <a:pathLst>
                <a:path extrusionOk="0" fill="none" h="20" w="19">
                  <a:moveTo>
                    <a:pt x="0" y="1"/>
                  </a:moveTo>
                  <a:lnTo>
                    <a:pt x="0" y="1"/>
                  </a:lnTo>
                  <a:lnTo>
                    <a:pt x="18" y="19"/>
                  </a:lnTo>
                  <a:lnTo>
                    <a:pt x="18"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7"/>
            <p:cNvSpPr/>
            <p:nvPr/>
          </p:nvSpPr>
          <p:spPr>
            <a:xfrm>
              <a:off x="837656" y="1976810"/>
              <a:ext cx="28938" cy="109678"/>
            </a:xfrm>
            <a:custGeom>
              <a:rect b="b" l="l" r="r" t="t"/>
              <a:pathLst>
                <a:path extrusionOk="0" fill="none" h="2691" w="710">
                  <a:moveTo>
                    <a:pt x="1" y="1"/>
                  </a:moveTo>
                  <a:lnTo>
                    <a:pt x="1" y="1"/>
                  </a:lnTo>
                  <a:lnTo>
                    <a:pt x="128" y="691"/>
                  </a:lnTo>
                  <a:lnTo>
                    <a:pt x="310" y="1364"/>
                  </a:lnTo>
                  <a:lnTo>
                    <a:pt x="491" y="2036"/>
                  </a:lnTo>
                  <a:lnTo>
                    <a:pt x="709" y="2691"/>
                  </a:lnTo>
                  <a:lnTo>
                    <a:pt x="709" y="2691"/>
                  </a:lnTo>
                  <a:lnTo>
                    <a:pt x="709" y="2673"/>
                  </a:lnTo>
                  <a:lnTo>
                    <a:pt x="709" y="2673"/>
                  </a:lnTo>
                  <a:lnTo>
                    <a:pt x="491" y="2018"/>
                  </a:lnTo>
                  <a:lnTo>
                    <a:pt x="310" y="1346"/>
                  </a:lnTo>
                  <a:lnTo>
                    <a:pt x="128" y="69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7"/>
            <p:cNvSpPr/>
            <p:nvPr/>
          </p:nvSpPr>
          <p:spPr>
            <a:xfrm>
              <a:off x="2647434" y="1967192"/>
              <a:ext cx="60769" cy="71163"/>
            </a:xfrm>
            <a:custGeom>
              <a:rect b="b" l="l" r="r" t="t"/>
              <a:pathLst>
                <a:path extrusionOk="0" fill="none" h="1746" w="1491">
                  <a:moveTo>
                    <a:pt x="0" y="0"/>
                  </a:moveTo>
                  <a:lnTo>
                    <a:pt x="0" y="0"/>
                  </a:lnTo>
                  <a:lnTo>
                    <a:pt x="146" y="255"/>
                  </a:lnTo>
                  <a:lnTo>
                    <a:pt x="291" y="509"/>
                  </a:lnTo>
                  <a:lnTo>
                    <a:pt x="455" y="727"/>
                  </a:lnTo>
                  <a:lnTo>
                    <a:pt x="636" y="946"/>
                  </a:lnTo>
                  <a:lnTo>
                    <a:pt x="836" y="1164"/>
                  </a:lnTo>
                  <a:lnTo>
                    <a:pt x="1036" y="1364"/>
                  </a:lnTo>
                  <a:lnTo>
                    <a:pt x="1272" y="1564"/>
                  </a:lnTo>
                  <a:lnTo>
                    <a:pt x="1491" y="1745"/>
                  </a:lnTo>
                  <a:lnTo>
                    <a:pt x="1491" y="1745"/>
                  </a:lnTo>
                  <a:lnTo>
                    <a:pt x="1491" y="1745"/>
                  </a:lnTo>
                  <a:lnTo>
                    <a:pt x="1491" y="1745"/>
                  </a:lnTo>
                  <a:lnTo>
                    <a:pt x="1254" y="1545"/>
                  </a:lnTo>
                  <a:lnTo>
                    <a:pt x="1036" y="1364"/>
                  </a:lnTo>
                  <a:lnTo>
                    <a:pt x="836" y="1164"/>
                  </a:lnTo>
                  <a:lnTo>
                    <a:pt x="636" y="946"/>
                  </a:lnTo>
                  <a:lnTo>
                    <a:pt x="455" y="727"/>
                  </a:lnTo>
                  <a:lnTo>
                    <a:pt x="291" y="491"/>
                  </a:lnTo>
                  <a:lnTo>
                    <a:pt x="146" y="255"/>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7"/>
            <p:cNvSpPr/>
            <p:nvPr/>
          </p:nvSpPr>
          <p:spPr>
            <a:xfrm>
              <a:off x="2647434" y="1967192"/>
              <a:ext cx="41" cy="41"/>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7"/>
            <p:cNvSpPr/>
            <p:nvPr/>
          </p:nvSpPr>
          <p:spPr>
            <a:xfrm>
              <a:off x="2647434" y="1966458"/>
              <a:ext cx="41" cy="774"/>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7"/>
            <p:cNvSpPr/>
            <p:nvPr/>
          </p:nvSpPr>
          <p:spPr>
            <a:xfrm>
              <a:off x="2647434" y="1965724"/>
              <a:ext cx="41" cy="774"/>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7"/>
            <p:cNvSpPr/>
            <p:nvPr/>
          </p:nvSpPr>
          <p:spPr>
            <a:xfrm>
              <a:off x="812469" y="1954598"/>
              <a:ext cx="1508" cy="1508"/>
            </a:xfrm>
            <a:custGeom>
              <a:rect b="b" l="l" r="r" t="t"/>
              <a:pathLst>
                <a:path extrusionOk="0" fill="none" h="37" w="37">
                  <a:moveTo>
                    <a:pt x="1" y="0"/>
                  </a:moveTo>
                  <a:lnTo>
                    <a:pt x="1" y="0"/>
                  </a:lnTo>
                  <a:lnTo>
                    <a:pt x="1" y="37"/>
                  </a:lnTo>
                  <a:lnTo>
                    <a:pt x="1" y="37"/>
                  </a:lnTo>
                  <a:lnTo>
                    <a:pt x="1" y="0"/>
                  </a:lnTo>
                  <a:lnTo>
                    <a:pt x="37"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7"/>
            <p:cNvSpPr/>
            <p:nvPr/>
          </p:nvSpPr>
          <p:spPr>
            <a:xfrm>
              <a:off x="1478439" y="2534650"/>
              <a:ext cx="60036" cy="774"/>
            </a:xfrm>
            <a:custGeom>
              <a:rect b="b" l="l" r="r" t="t"/>
              <a:pathLst>
                <a:path extrusionOk="0" h="19" w="1473">
                  <a:moveTo>
                    <a:pt x="1" y="0"/>
                  </a:moveTo>
                  <a:lnTo>
                    <a:pt x="691" y="18"/>
                  </a:lnTo>
                  <a:lnTo>
                    <a:pt x="701" y="18"/>
                  </a:lnTo>
                  <a:lnTo>
                    <a:pt x="701" y="18"/>
                  </a:lnTo>
                  <a:lnTo>
                    <a:pt x="1" y="0"/>
                  </a:lnTo>
                  <a:close/>
                  <a:moveTo>
                    <a:pt x="1473" y="0"/>
                  </a:moveTo>
                  <a:lnTo>
                    <a:pt x="701" y="18"/>
                  </a:lnTo>
                  <a:lnTo>
                    <a:pt x="701" y="18"/>
                  </a:lnTo>
                  <a:lnTo>
                    <a:pt x="710" y="18"/>
                  </a:lnTo>
                  <a:lnTo>
                    <a:pt x="1473" y="0"/>
                  </a:lnTo>
                  <a:close/>
                </a:path>
              </a:pathLst>
            </a:custGeom>
            <a:solidFill>
              <a:srgbClr val="7F7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7"/>
            <p:cNvSpPr/>
            <p:nvPr/>
          </p:nvSpPr>
          <p:spPr>
            <a:xfrm>
              <a:off x="1478439" y="2523523"/>
              <a:ext cx="153411" cy="11901"/>
            </a:xfrm>
            <a:custGeom>
              <a:rect b="b" l="l" r="r" t="t"/>
              <a:pathLst>
                <a:path extrusionOk="0" fill="none" h="292" w="3764">
                  <a:moveTo>
                    <a:pt x="3763" y="1"/>
                  </a:moveTo>
                  <a:lnTo>
                    <a:pt x="3763" y="1"/>
                  </a:lnTo>
                  <a:lnTo>
                    <a:pt x="3000" y="128"/>
                  </a:lnTo>
                  <a:lnTo>
                    <a:pt x="2236" y="219"/>
                  </a:lnTo>
                  <a:lnTo>
                    <a:pt x="1473" y="273"/>
                  </a:lnTo>
                  <a:lnTo>
                    <a:pt x="710" y="291"/>
                  </a:lnTo>
                  <a:lnTo>
                    <a:pt x="710" y="291"/>
                  </a:lnTo>
                  <a:lnTo>
                    <a:pt x="1" y="273"/>
                  </a:lnTo>
                  <a:lnTo>
                    <a:pt x="1" y="273"/>
                  </a:lnTo>
                  <a:lnTo>
                    <a:pt x="1" y="273"/>
                  </a:lnTo>
                  <a:lnTo>
                    <a:pt x="1" y="273"/>
                  </a:lnTo>
                  <a:lnTo>
                    <a:pt x="691" y="291"/>
                  </a:lnTo>
                  <a:lnTo>
                    <a:pt x="691" y="291"/>
                  </a:lnTo>
                  <a:lnTo>
                    <a:pt x="1473" y="273"/>
                  </a:lnTo>
                  <a:lnTo>
                    <a:pt x="2236" y="219"/>
                  </a:lnTo>
                  <a:lnTo>
                    <a:pt x="3000" y="128"/>
                  </a:lnTo>
                  <a:lnTo>
                    <a:pt x="376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7"/>
            <p:cNvSpPr/>
            <p:nvPr/>
          </p:nvSpPr>
          <p:spPr>
            <a:xfrm>
              <a:off x="1632542" y="2523523"/>
              <a:ext cx="41" cy="41"/>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7"/>
            <p:cNvSpPr/>
            <p:nvPr/>
          </p:nvSpPr>
          <p:spPr>
            <a:xfrm>
              <a:off x="1634009" y="2471680"/>
              <a:ext cx="246746" cy="51151"/>
            </a:xfrm>
            <a:custGeom>
              <a:rect b="b" l="l" r="r" t="t"/>
              <a:pathLst>
                <a:path extrusionOk="0" fill="none" h="1255" w="6054">
                  <a:moveTo>
                    <a:pt x="6053" y="0"/>
                  </a:moveTo>
                  <a:lnTo>
                    <a:pt x="6053" y="0"/>
                  </a:lnTo>
                  <a:lnTo>
                    <a:pt x="5599" y="18"/>
                  </a:lnTo>
                  <a:lnTo>
                    <a:pt x="5599" y="18"/>
                  </a:lnTo>
                  <a:lnTo>
                    <a:pt x="5235" y="73"/>
                  </a:lnTo>
                  <a:lnTo>
                    <a:pt x="4890" y="109"/>
                  </a:lnTo>
                  <a:lnTo>
                    <a:pt x="4181" y="237"/>
                  </a:lnTo>
                  <a:lnTo>
                    <a:pt x="3472" y="400"/>
                  </a:lnTo>
                  <a:lnTo>
                    <a:pt x="2781" y="564"/>
                  </a:lnTo>
                  <a:lnTo>
                    <a:pt x="1400" y="945"/>
                  </a:lnTo>
                  <a:lnTo>
                    <a:pt x="691" y="1109"/>
                  </a:lnTo>
                  <a:lnTo>
                    <a:pt x="1" y="1254"/>
                  </a:lnTo>
                  <a:lnTo>
                    <a:pt x="1" y="1254"/>
                  </a:lnTo>
                  <a:lnTo>
                    <a:pt x="1" y="1254"/>
                  </a:lnTo>
                  <a:lnTo>
                    <a:pt x="1" y="1254"/>
                  </a:lnTo>
                  <a:lnTo>
                    <a:pt x="691" y="1109"/>
                  </a:lnTo>
                  <a:lnTo>
                    <a:pt x="1400" y="945"/>
                  </a:lnTo>
                  <a:lnTo>
                    <a:pt x="2781" y="564"/>
                  </a:lnTo>
                  <a:lnTo>
                    <a:pt x="3472" y="400"/>
                  </a:lnTo>
                  <a:lnTo>
                    <a:pt x="4181" y="237"/>
                  </a:lnTo>
                  <a:lnTo>
                    <a:pt x="4890" y="109"/>
                  </a:lnTo>
                  <a:lnTo>
                    <a:pt x="5235" y="73"/>
                  </a:lnTo>
                  <a:lnTo>
                    <a:pt x="5599" y="18"/>
                  </a:lnTo>
                  <a:lnTo>
                    <a:pt x="5599" y="18"/>
                  </a:lnTo>
                  <a:lnTo>
                    <a:pt x="605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7"/>
            <p:cNvSpPr/>
            <p:nvPr/>
          </p:nvSpPr>
          <p:spPr>
            <a:xfrm>
              <a:off x="1456227" y="2533142"/>
              <a:ext cx="41" cy="41"/>
            </a:xfrm>
            <a:custGeom>
              <a:rect b="b" l="l" r="r" t="t"/>
              <a:pathLst>
                <a:path extrusionOk="0" h="1" w="1">
                  <a:moveTo>
                    <a:pt x="0" y="1"/>
                  </a:moveTo>
                  <a:lnTo>
                    <a:pt x="0" y="1"/>
                  </a:lnTo>
                  <a:lnTo>
                    <a:pt x="0" y="1"/>
                  </a:lnTo>
                  <a:lnTo>
                    <a:pt x="0" y="1"/>
                  </a:lnTo>
                  <a:lnTo>
                    <a:pt x="0" y="1"/>
                  </a:lnTo>
                  <a:lnTo>
                    <a:pt x="0" y="1"/>
                  </a:lnTo>
                  <a:lnTo>
                    <a:pt x="0" y="1"/>
                  </a:lnTo>
                  <a:lnTo>
                    <a:pt x="0" y="1"/>
                  </a:lnTo>
                  <a:lnTo>
                    <a:pt x="0" y="1"/>
                  </a:lnTo>
                  <a:close/>
                </a:path>
              </a:pathLst>
            </a:custGeom>
            <a:solidFill>
              <a:srgbClr val="918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7"/>
            <p:cNvSpPr/>
            <p:nvPr/>
          </p:nvSpPr>
          <p:spPr>
            <a:xfrm>
              <a:off x="1456227" y="2533142"/>
              <a:ext cx="41" cy="41"/>
            </a:xfrm>
            <a:custGeom>
              <a:rect b="b" l="l" r="r" t="t"/>
              <a:pathLst>
                <a:path extrusionOk="0" fill="none" h="1" w="1">
                  <a:moveTo>
                    <a:pt x="0" y="1"/>
                  </a:moveTo>
                  <a:lnTo>
                    <a:pt x="0" y="1"/>
                  </a:lnTo>
                  <a:lnTo>
                    <a:pt x="0" y="1"/>
                  </a:lnTo>
                  <a:lnTo>
                    <a:pt x="0" y="1"/>
                  </a:ln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7"/>
            <p:cNvSpPr/>
            <p:nvPr/>
          </p:nvSpPr>
          <p:spPr>
            <a:xfrm>
              <a:off x="1456227" y="2533142"/>
              <a:ext cx="22254" cy="1549"/>
            </a:xfrm>
            <a:custGeom>
              <a:rect b="b" l="l" r="r" t="t"/>
              <a:pathLst>
                <a:path extrusionOk="0" h="38" w="546">
                  <a:moveTo>
                    <a:pt x="0" y="1"/>
                  </a:moveTo>
                  <a:lnTo>
                    <a:pt x="0" y="1"/>
                  </a:lnTo>
                  <a:lnTo>
                    <a:pt x="0" y="1"/>
                  </a:lnTo>
                  <a:lnTo>
                    <a:pt x="0" y="1"/>
                  </a:lnTo>
                  <a:lnTo>
                    <a:pt x="546" y="37"/>
                  </a:lnTo>
                  <a:lnTo>
                    <a:pt x="546" y="37"/>
                  </a:lnTo>
                  <a:lnTo>
                    <a:pt x="546" y="37"/>
                  </a:lnTo>
                  <a:lnTo>
                    <a:pt x="546" y="37"/>
                  </a:lnTo>
                  <a:lnTo>
                    <a:pt x="0" y="1"/>
                  </a:lnTo>
                  <a:close/>
                </a:path>
              </a:pathLst>
            </a:custGeom>
            <a:solidFill>
              <a:srgbClr val="919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7"/>
            <p:cNvSpPr/>
            <p:nvPr/>
          </p:nvSpPr>
          <p:spPr>
            <a:xfrm>
              <a:off x="1456227" y="2533142"/>
              <a:ext cx="22254" cy="1549"/>
            </a:xfrm>
            <a:custGeom>
              <a:rect b="b" l="l" r="r" t="t"/>
              <a:pathLst>
                <a:path extrusionOk="0" fill="none" h="38" w="546">
                  <a:moveTo>
                    <a:pt x="0" y="1"/>
                  </a:moveTo>
                  <a:lnTo>
                    <a:pt x="0" y="1"/>
                  </a:lnTo>
                  <a:lnTo>
                    <a:pt x="0" y="1"/>
                  </a:lnTo>
                  <a:lnTo>
                    <a:pt x="0" y="1"/>
                  </a:lnTo>
                  <a:lnTo>
                    <a:pt x="546" y="37"/>
                  </a:lnTo>
                  <a:lnTo>
                    <a:pt x="546" y="37"/>
                  </a:lnTo>
                  <a:lnTo>
                    <a:pt x="546" y="37"/>
                  </a:lnTo>
                  <a:lnTo>
                    <a:pt x="546" y="37"/>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7"/>
            <p:cNvSpPr/>
            <p:nvPr/>
          </p:nvSpPr>
          <p:spPr>
            <a:xfrm>
              <a:off x="713959" y="1954598"/>
              <a:ext cx="2978803" cy="1401650"/>
            </a:xfrm>
            <a:custGeom>
              <a:rect b="b" l="l" r="r" t="t"/>
              <a:pathLst>
                <a:path extrusionOk="0" h="34390" w="73086">
                  <a:moveTo>
                    <a:pt x="2418" y="0"/>
                  </a:moveTo>
                  <a:lnTo>
                    <a:pt x="2418" y="37"/>
                  </a:lnTo>
                  <a:lnTo>
                    <a:pt x="1963" y="1527"/>
                  </a:lnTo>
                  <a:lnTo>
                    <a:pt x="1527" y="3036"/>
                  </a:lnTo>
                  <a:lnTo>
                    <a:pt x="1127" y="4563"/>
                  </a:lnTo>
                  <a:lnTo>
                    <a:pt x="945" y="5344"/>
                  </a:lnTo>
                  <a:lnTo>
                    <a:pt x="782" y="6108"/>
                  </a:lnTo>
                  <a:lnTo>
                    <a:pt x="618" y="6871"/>
                  </a:lnTo>
                  <a:lnTo>
                    <a:pt x="473" y="7652"/>
                  </a:lnTo>
                  <a:lnTo>
                    <a:pt x="346" y="8434"/>
                  </a:lnTo>
                  <a:lnTo>
                    <a:pt x="236" y="9197"/>
                  </a:lnTo>
                  <a:lnTo>
                    <a:pt x="146" y="9979"/>
                  </a:lnTo>
                  <a:lnTo>
                    <a:pt x="73" y="10761"/>
                  </a:lnTo>
                  <a:lnTo>
                    <a:pt x="18" y="11524"/>
                  </a:lnTo>
                  <a:lnTo>
                    <a:pt x="0" y="12306"/>
                  </a:lnTo>
                  <a:lnTo>
                    <a:pt x="55" y="12887"/>
                  </a:lnTo>
                  <a:lnTo>
                    <a:pt x="127" y="13469"/>
                  </a:lnTo>
                  <a:lnTo>
                    <a:pt x="200" y="14032"/>
                  </a:lnTo>
                  <a:lnTo>
                    <a:pt x="309" y="14614"/>
                  </a:lnTo>
                  <a:lnTo>
                    <a:pt x="418" y="15177"/>
                  </a:lnTo>
                  <a:lnTo>
                    <a:pt x="545" y="15741"/>
                  </a:lnTo>
                  <a:lnTo>
                    <a:pt x="709" y="16286"/>
                  </a:lnTo>
                  <a:lnTo>
                    <a:pt x="854" y="16831"/>
                  </a:lnTo>
                  <a:lnTo>
                    <a:pt x="1036" y="17377"/>
                  </a:lnTo>
                  <a:lnTo>
                    <a:pt x="1236" y="17904"/>
                  </a:lnTo>
                  <a:lnTo>
                    <a:pt x="1454" y="18431"/>
                  </a:lnTo>
                  <a:lnTo>
                    <a:pt x="1672" y="18958"/>
                  </a:lnTo>
                  <a:lnTo>
                    <a:pt x="1909" y="19467"/>
                  </a:lnTo>
                  <a:lnTo>
                    <a:pt x="2181" y="19976"/>
                  </a:lnTo>
                  <a:lnTo>
                    <a:pt x="2454" y="20448"/>
                  </a:lnTo>
                  <a:lnTo>
                    <a:pt x="2745" y="20939"/>
                  </a:lnTo>
                  <a:lnTo>
                    <a:pt x="3054" y="21412"/>
                  </a:lnTo>
                  <a:lnTo>
                    <a:pt x="3381" y="21866"/>
                  </a:lnTo>
                  <a:lnTo>
                    <a:pt x="3726" y="22302"/>
                  </a:lnTo>
                  <a:lnTo>
                    <a:pt x="4090" y="22738"/>
                  </a:lnTo>
                  <a:lnTo>
                    <a:pt x="4453" y="23157"/>
                  </a:lnTo>
                  <a:lnTo>
                    <a:pt x="4853" y="23575"/>
                  </a:lnTo>
                  <a:lnTo>
                    <a:pt x="5271" y="23956"/>
                  </a:lnTo>
                  <a:lnTo>
                    <a:pt x="5707" y="24338"/>
                  </a:lnTo>
                  <a:lnTo>
                    <a:pt x="6144" y="24701"/>
                  </a:lnTo>
                  <a:lnTo>
                    <a:pt x="6616" y="25047"/>
                  </a:lnTo>
                  <a:lnTo>
                    <a:pt x="7107" y="25374"/>
                  </a:lnTo>
                  <a:lnTo>
                    <a:pt x="7598" y="25683"/>
                  </a:lnTo>
                  <a:lnTo>
                    <a:pt x="8125" y="25974"/>
                  </a:lnTo>
                  <a:lnTo>
                    <a:pt x="8670" y="26265"/>
                  </a:lnTo>
                  <a:lnTo>
                    <a:pt x="9215" y="26519"/>
                  </a:lnTo>
                  <a:lnTo>
                    <a:pt x="9797" y="26755"/>
                  </a:lnTo>
                  <a:lnTo>
                    <a:pt x="10469" y="27010"/>
                  </a:lnTo>
                  <a:lnTo>
                    <a:pt x="11142" y="27210"/>
                  </a:lnTo>
                  <a:lnTo>
                    <a:pt x="11814" y="27392"/>
                  </a:lnTo>
                  <a:lnTo>
                    <a:pt x="12505" y="27537"/>
                  </a:lnTo>
                  <a:lnTo>
                    <a:pt x="13178" y="27628"/>
                  </a:lnTo>
                  <a:lnTo>
                    <a:pt x="13868" y="27701"/>
                  </a:lnTo>
                  <a:lnTo>
                    <a:pt x="14559" y="27755"/>
                  </a:lnTo>
                  <a:lnTo>
                    <a:pt x="15250" y="27773"/>
                  </a:lnTo>
                  <a:lnTo>
                    <a:pt x="15777" y="27755"/>
                  </a:lnTo>
                  <a:lnTo>
                    <a:pt x="16322" y="27737"/>
                  </a:lnTo>
                  <a:lnTo>
                    <a:pt x="16849" y="27701"/>
                  </a:lnTo>
                  <a:lnTo>
                    <a:pt x="17376" y="27646"/>
                  </a:lnTo>
                  <a:lnTo>
                    <a:pt x="17903" y="27573"/>
                  </a:lnTo>
                  <a:lnTo>
                    <a:pt x="18449" y="27501"/>
                  </a:lnTo>
                  <a:lnTo>
                    <a:pt x="18976" y="27410"/>
                  </a:lnTo>
                  <a:lnTo>
                    <a:pt x="19503" y="27301"/>
                  </a:lnTo>
                  <a:lnTo>
                    <a:pt x="20557" y="27064"/>
                  </a:lnTo>
                  <a:lnTo>
                    <a:pt x="21611" y="26792"/>
                  </a:lnTo>
                  <a:lnTo>
                    <a:pt x="22647" y="26483"/>
                  </a:lnTo>
                  <a:lnTo>
                    <a:pt x="23683" y="26156"/>
                  </a:lnTo>
                  <a:lnTo>
                    <a:pt x="23683" y="26156"/>
                  </a:lnTo>
                  <a:lnTo>
                    <a:pt x="23320" y="26337"/>
                  </a:lnTo>
                  <a:lnTo>
                    <a:pt x="22956" y="26537"/>
                  </a:lnTo>
                  <a:lnTo>
                    <a:pt x="22266" y="26955"/>
                  </a:lnTo>
                  <a:lnTo>
                    <a:pt x="21593" y="27392"/>
                  </a:lnTo>
                  <a:lnTo>
                    <a:pt x="20939" y="27846"/>
                  </a:lnTo>
                  <a:lnTo>
                    <a:pt x="19630" y="28755"/>
                  </a:lnTo>
                  <a:lnTo>
                    <a:pt x="18976" y="29191"/>
                  </a:lnTo>
                  <a:lnTo>
                    <a:pt x="18321" y="29609"/>
                  </a:lnTo>
                  <a:lnTo>
                    <a:pt x="18921" y="29391"/>
                  </a:lnTo>
                  <a:lnTo>
                    <a:pt x="19521" y="29191"/>
                  </a:lnTo>
                  <a:lnTo>
                    <a:pt x="20139" y="28991"/>
                  </a:lnTo>
                  <a:lnTo>
                    <a:pt x="20757" y="28827"/>
                  </a:lnTo>
                  <a:lnTo>
                    <a:pt x="21393" y="28664"/>
                  </a:lnTo>
                  <a:lnTo>
                    <a:pt x="22011" y="28500"/>
                  </a:lnTo>
                  <a:lnTo>
                    <a:pt x="22647" y="28373"/>
                  </a:lnTo>
                  <a:lnTo>
                    <a:pt x="23283" y="28246"/>
                  </a:lnTo>
                  <a:lnTo>
                    <a:pt x="23920" y="28137"/>
                  </a:lnTo>
                  <a:lnTo>
                    <a:pt x="24556" y="28046"/>
                  </a:lnTo>
                  <a:lnTo>
                    <a:pt x="25192" y="27973"/>
                  </a:lnTo>
                  <a:lnTo>
                    <a:pt x="25828" y="27900"/>
                  </a:lnTo>
                  <a:lnTo>
                    <a:pt x="26464" y="27864"/>
                  </a:lnTo>
                  <a:lnTo>
                    <a:pt x="27100" y="27828"/>
                  </a:lnTo>
                  <a:lnTo>
                    <a:pt x="27755" y="27791"/>
                  </a:lnTo>
                  <a:lnTo>
                    <a:pt x="28391" y="27791"/>
                  </a:lnTo>
                  <a:lnTo>
                    <a:pt x="29336" y="27810"/>
                  </a:lnTo>
                  <a:lnTo>
                    <a:pt x="30263" y="27846"/>
                  </a:lnTo>
                  <a:lnTo>
                    <a:pt x="31208" y="27937"/>
                  </a:lnTo>
                  <a:lnTo>
                    <a:pt x="32135" y="28046"/>
                  </a:lnTo>
                  <a:lnTo>
                    <a:pt x="33062" y="28173"/>
                  </a:lnTo>
                  <a:lnTo>
                    <a:pt x="33971" y="28355"/>
                  </a:lnTo>
                  <a:lnTo>
                    <a:pt x="34880" y="28555"/>
                  </a:lnTo>
                  <a:lnTo>
                    <a:pt x="35788" y="28791"/>
                  </a:lnTo>
                  <a:lnTo>
                    <a:pt x="35788" y="28791"/>
                  </a:lnTo>
                  <a:lnTo>
                    <a:pt x="35643" y="28500"/>
                  </a:lnTo>
                  <a:lnTo>
                    <a:pt x="35516" y="28209"/>
                  </a:lnTo>
                  <a:lnTo>
                    <a:pt x="35407" y="27900"/>
                  </a:lnTo>
                  <a:lnTo>
                    <a:pt x="35316" y="27591"/>
                  </a:lnTo>
                  <a:lnTo>
                    <a:pt x="35225" y="27264"/>
                  </a:lnTo>
                  <a:lnTo>
                    <a:pt x="35170" y="26937"/>
                  </a:lnTo>
                  <a:lnTo>
                    <a:pt x="35134" y="26610"/>
                  </a:lnTo>
                  <a:lnTo>
                    <a:pt x="35098" y="26265"/>
                  </a:lnTo>
                  <a:lnTo>
                    <a:pt x="35098" y="25792"/>
                  </a:lnTo>
                  <a:lnTo>
                    <a:pt x="35134" y="25319"/>
                  </a:lnTo>
                  <a:lnTo>
                    <a:pt x="35207" y="24865"/>
                  </a:lnTo>
                  <a:lnTo>
                    <a:pt x="35316" y="24429"/>
                  </a:lnTo>
                  <a:lnTo>
                    <a:pt x="35443" y="23993"/>
                  </a:lnTo>
                  <a:lnTo>
                    <a:pt x="35625" y="23575"/>
                  </a:lnTo>
                  <a:lnTo>
                    <a:pt x="35825" y="23175"/>
                  </a:lnTo>
                  <a:lnTo>
                    <a:pt x="36043" y="22793"/>
                  </a:lnTo>
                  <a:lnTo>
                    <a:pt x="36297" y="22430"/>
                  </a:lnTo>
                  <a:lnTo>
                    <a:pt x="36588" y="22084"/>
                  </a:lnTo>
                  <a:lnTo>
                    <a:pt x="36879" y="21757"/>
                  </a:lnTo>
                  <a:lnTo>
                    <a:pt x="37206" y="21466"/>
                  </a:lnTo>
                  <a:lnTo>
                    <a:pt x="37570" y="21194"/>
                  </a:lnTo>
                  <a:lnTo>
                    <a:pt x="37933" y="20939"/>
                  </a:lnTo>
                  <a:lnTo>
                    <a:pt x="38333" y="20721"/>
                  </a:lnTo>
                  <a:lnTo>
                    <a:pt x="38733" y="20521"/>
                  </a:lnTo>
                  <a:lnTo>
                    <a:pt x="38151" y="19812"/>
                  </a:lnTo>
                  <a:lnTo>
                    <a:pt x="37606" y="19067"/>
                  </a:lnTo>
                  <a:lnTo>
                    <a:pt x="37079" y="18285"/>
                  </a:lnTo>
                  <a:lnTo>
                    <a:pt x="36588" y="17486"/>
                  </a:lnTo>
                  <a:lnTo>
                    <a:pt x="36134" y="16650"/>
                  </a:lnTo>
                  <a:lnTo>
                    <a:pt x="35698" y="15795"/>
                  </a:lnTo>
                  <a:lnTo>
                    <a:pt x="35316" y="14905"/>
                  </a:lnTo>
                  <a:lnTo>
                    <a:pt x="34952" y="14014"/>
                  </a:lnTo>
                  <a:lnTo>
                    <a:pt x="34262" y="13723"/>
                  </a:lnTo>
                  <a:lnTo>
                    <a:pt x="33553" y="13451"/>
                  </a:lnTo>
                  <a:lnTo>
                    <a:pt x="32826" y="13233"/>
                  </a:lnTo>
                  <a:lnTo>
                    <a:pt x="32099" y="13033"/>
                  </a:lnTo>
                  <a:lnTo>
                    <a:pt x="31372" y="12887"/>
                  </a:lnTo>
                  <a:lnTo>
                    <a:pt x="30645" y="12760"/>
                  </a:lnTo>
                  <a:lnTo>
                    <a:pt x="30263" y="12724"/>
                  </a:lnTo>
                  <a:lnTo>
                    <a:pt x="29899" y="12687"/>
                  </a:lnTo>
                  <a:lnTo>
                    <a:pt x="29536" y="12669"/>
                  </a:lnTo>
                  <a:lnTo>
                    <a:pt x="29154" y="12669"/>
                  </a:lnTo>
                  <a:lnTo>
                    <a:pt x="28627" y="12687"/>
                  </a:lnTo>
                  <a:lnTo>
                    <a:pt x="28173" y="12705"/>
                  </a:lnTo>
                  <a:lnTo>
                    <a:pt x="27809" y="12760"/>
                  </a:lnTo>
                  <a:lnTo>
                    <a:pt x="27464" y="12796"/>
                  </a:lnTo>
                  <a:lnTo>
                    <a:pt x="26755" y="12924"/>
                  </a:lnTo>
                  <a:lnTo>
                    <a:pt x="26046" y="13087"/>
                  </a:lnTo>
                  <a:lnTo>
                    <a:pt x="25355" y="13251"/>
                  </a:lnTo>
                  <a:lnTo>
                    <a:pt x="23974" y="13632"/>
                  </a:lnTo>
                  <a:lnTo>
                    <a:pt x="23265" y="13796"/>
                  </a:lnTo>
                  <a:lnTo>
                    <a:pt x="22575" y="13941"/>
                  </a:lnTo>
                  <a:lnTo>
                    <a:pt x="22538" y="13960"/>
                  </a:lnTo>
                  <a:lnTo>
                    <a:pt x="22520" y="13960"/>
                  </a:lnTo>
                  <a:lnTo>
                    <a:pt x="21757" y="14087"/>
                  </a:lnTo>
                  <a:lnTo>
                    <a:pt x="20993" y="14178"/>
                  </a:lnTo>
                  <a:lnTo>
                    <a:pt x="20230" y="14232"/>
                  </a:lnTo>
                  <a:lnTo>
                    <a:pt x="19448" y="14250"/>
                  </a:lnTo>
                  <a:lnTo>
                    <a:pt x="18758" y="14232"/>
                  </a:lnTo>
                  <a:lnTo>
                    <a:pt x="18212" y="14196"/>
                  </a:lnTo>
                  <a:lnTo>
                    <a:pt x="17740" y="14159"/>
                  </a:lnTo>
                  <a:lnTo>
                    <a:pt x="17285" y="14105"/>
                  </a:lnTo>
                  <a:lnTo>
                    <a:pt x="16813" y="14032"/>
                  </a:lnTo>
                  <a:lnTo>
                    <a:pt x="16358" y="13960"/>
                  </a:lnTo>
                  <a:lnTo>
                    <a:pt x="15904" y="13869"/>
                  </a:lnTo>
                  <a:lnTo>
                    <a:pt x="15450" y="13760"/>
                  </a:lnTo>
                  <a:lnTo>
                    <a:pt x="15013" y="13651"/>
                  </a:lnTo>
                  <a:lnTo>
                    <a:pt x="14559" y="13523"/>
                  </a:lnTo>
                  <a:lnTo>
                    <a:pt x="14123" y="13378"/>
                  </a:lnTo>
                  <a:lnTo>
                    <a:pt x="13668" y="13233"/>
                  </a:lnTo>
                  <a:lnTo>
                    <a:pt x="13250" y="13069"/>
                  </a:lnTo>
                  <a:lnTo>
                    <a:pt x="12814" y="12887"/>
                  </a:lnTo>
                  <a:lnTo>
                    <a:pt x="12378" y="12705"/>
                  </a:lnTo>
                  <a:lnTo>
                    <a:pt x="11960" y="12505"/>
                  </a:lnTo>
                  <a:lnTo>
                    <a:pt x="11560" y="12287"/>
                  </a:lnTo>
                  <a:lnTo>
                    <a:pt x="11142" y="12069"/>
                  </a:lnTo>
                  <a:lnTo>
                    <a:pt x="11396" y="12596"/>
                  </a:lnTo>
                  <a:lnTo>
                    <a:pt x="11669" y="13087"/>
                  </a:lnTo>
                  <a:lnTo>
                    <a:pt x="11978" y="13560"/>
                  </a:lnTo>
                  <a:lnTo>
                    <a:pt x="12323" y="14032"/>
                  </a:lnTo>
                  <a:lnTo>
                    <a:pt x="12705" y="14450"/>
                  </a:lnTo>
                  <a:lnTo>
                    <a:pt x="13105" y="14868"/>
                  </a:lnTo>
                  <a:lnTo>
                    <a:pt x="13323" y="15050"/>
                  </a:lnTo>
                  <a:lnTo>
                    <a:pt x="13541" y="15232"/>
                  </a:lnTo>
                  <a:lnTo>
                    <a:pt x="13777" y="15414"/>
                  </a:lnTo>
                  <a:lnTo>
                    <a:pt x="14032" y="15577"/>
                  </a:lnTo>
                  <a:lnTo>
                    <a:pt x="14414" y="15886"/>
                  </a:lnTo>
                  <a:lnTo>
                    <a:pt x="14813" y="16177"/>
                  </a:lnTo>
                  <a:lnTo>
                    <a:pt x="15232" y="16468"/>
                  </a:lnTo>
                  <a:lnTo>
                    <a:pt x="15668" y="16740"/>
                  </a:lnTo>
                  <a:lnTo>
                    <a:pt x="16122" y="17013"/>
                  </a:lnTo>
                  <a:lnTo>
                    <a:pt x="16577" y="17268"/>
                  </a:lnTo>
                  <a:lnTo>
                    <a:pt x="17049" y="17504"/>
                  </a:lnTo>
                  <a:lnTo>
                    <a:pt x="17540" y="17740"/>
                  </a:lnTo>
                  <a:lnTo>
                    <a:pt x="18031" y="17940"/>
                  </a:lnTo>
                  <a:lnTo>
                    <a:pt x="18521" y="18122"/>
                  </a:lnTo>
                  <a:lnTo>
                    <a:pt x="19030" y="18285"/>
                  </a:lnTo>
                  <a:lnTo>
                    <a:pt x="19539" y="18413"/>
                  </a:lnTo>
                  <a:lnTo>
                    <a:pt x="20048" y="18522"/>
                  </a:lnTo>
                  <a:lnTo>
                    <a:pt x="20557" y="18613"/>
                  </a:lnTo>
                  <a:lnTo>
                    <a:pt x="21084" y="18649"/>
                  </a:lnTo>
                  <a:lnTo>
                    <a:pt x="21593" y="18667"/>
                  </a:lnTo>
                  <a:lnTo>
                    <a:pt x="22102" y="18649"/>
                  </a:lnTo>
                  <a:lnTo>
                    <a:pt x="22611" y="18594"/>
                  </a:lnTo>
                  <a:lnTo>
                    <a:pt x="23102" y="18504"/>
                  </a:lnTo>
                  <a:lnTo>
                    <a:pt x="23611" y="18376"/>
                  </a:lnTo>
                  <a:lnTo>
                    <a:pt x="23847" y="18285"/>
                  </a:lnTo>
                  <a:lnTo>
                    <a:pt x="24101" y="18195"/>
                  </a:lnTo>
                  <a:lnTo>
                    <a:pt x="24338" y="18085"/>
                  </a:lnTo>
                  <a:lnTo>
                    <a:pt x="24574" y="17976"/>
                  </a:lnTo>
                  <a:lnTo>
                    <a:pt x="24810" y="17849"/>
                  </a:lnTo>
                  <a:lnTo>
                    <a:pt x="25046" y="17704"/>
                  </a:lnTo>
                  <a:lnTo>
                    <a:pt x="25283" y="17558"/>
                  </a:lnTo>
                  <a:lnTo>
                    <a:pt x="25501" y="17395"/>
                  </a:lnTo>
                  <a:lnTo>
                    <a:pt x="25156" y="17795"/>
                  </a:lnTo>
                  <a:lnTo>
                    <a:pt x="24774" y="18158"/>
                  </a:lnTo>
                  <a:lnTo>
                    <a:pt x="24392" y="18504"/>
                  </a:lnTo>
                  <a:lnTo>
                    <a:pt x="23974" y="18831"/>
                  </a:lnTo>
                  <a:lnTo>
                    <a:pt x="23538" y="19121"/>
                  </a:lnTo>
                  <a:lnTo>
                    <a:pt x="23102" y="19376"/>
                  </a:lnTo>
                  <a:lnTo>
                    <a:pt x="22647" y="19630"/>
                  </a:lnTo>
                  <a:lnTo>
                    <a:pt x="22157" y="19849"/>
                  </a:lnTo>
                  <a:lnTo>
                    <a:pt x="21684" y="20030"/>
                  </a:lnTo>
                  <a:lnTo>
                    <a:pt x="21175" y="20194"/>
                  </a:lnTo>
                  <a:lnTo>
                    <a:pt x="20666" y="20339"/>
                  </a:lnTo>
                  <a:lnTo>
                    <a:pt x="20157" y="20448"/>
                  </a:lnTo>
                  <a:lnTo>
                    <a:pt x="19630" y="20539"/>
                  </a:lnTo>
                  <a:lnTo>
                    <a:pt x="19103" y="20612"/>
                  </a:lnTo>
                  <a:lnTo>
                    <a:pt x="18576" y="20648"/>
                  </a:lnTo>
                  <a:lnTo>
                    <a:pt x="18049" y="20666"/>
                  </a:lnTo>
                  <a:lnTo>
                    <a:pt x="17685" y="20648"/>
                  </a:lnTo>
                  <a:lnTo>
                    <a:pt x="17322" y="20630"/>
                  </a:lnTo>
                  <a:lnTo>
                    <a:pt x="16976" y="20612"/>
                  </a:lnTo>
                  <a:lnTo>
                    <a:pt x="16613" y="20576"/>
                  </a:lnTo>
                  <a:lnTo>
                    <a:pt x="16249" y="20521"/>
                  </a:lnTo>
                  <a:lnTo>
                    <a:pt x="15904" y="20448"/>
                  </a:lnTo>
                  <a:lnTo>
                    <a:pt x="15559" y="20376"/>
                  </a:lnTo>
                  <a:lnTo>
                    <a:pt x="15195" y="20303"/>
                  </a:lnTo>
                  <a:lnTo>
                    <a:pt x="14850" y="20194"/>
                  </a:lnTo>
                  <a:lnTo>
                    <a:pt x="14504" y="20085"/>
                  </a:lnTo>
                  <a:lnTo>
                    <a:pt x="14159" y="19976"/>
                  </a:lnTo>
                  <a:lnTo>
                    <a:pt x="13832" y="19849"/>
                  </a:lnTo>
                  <a:lnTo>
                    <a:pt x="13487" y="19703"/>
                  </a:lnTo>
                  <a:lnTo>
                    <a:pt x="13159" y="19540"/>
                  </a:lnTo>
                  <a:lnTo>
                    <a:pt x="12832" y="19376"/>
                  </a:lnTo>
                  <a:lnTo>
                    <a:pt x="12523" y="19212"/>
                  </a:lnTo>
                  <a:lnTo>
                    <a:pt x="12014" y="18922"/>
                  </a:lnTo>
                  <a:lnTo>
                    <a:pt x="11505" y="18594"/>
                  </a:lnTo>
                  <a:lnTo>
                    <a:pt x="11033" y="18267"/>
                  </a:lnTo>
                  <a:lnTo>
                    <a:pt x="10560" y="17922"/>
                  </a:lnTo>
                  <a:lnTo>
                    <a:pt x="10124" y="17540"/>
                  </a:lnTo>
                  <a:lnTo>
                    <a:pt x="9688" y="17158"/>
                  </a:lnTo>
                  <a:lnTo>
                    <a:pt x="9270" y="16759"/>
                  </a:lnTo>
                  <a:lnTo>
                    <a:pt x="8852" y="16341"/>
                  </a:lnTo>
                  <a:lnTo>
                    <a:pt x="8470" y="15904"/>
                  </a:lnTo>
                  <a:lnTo>
                    <a:pt x="8088" y="15450"/>
                  </a:lnTo>
                  <a:lnTo>
                    <a:pt x="7725" y="14977"/>
                  </a:lnTo>
                  <a:lnTo>
                    <a:pt x="7380" y="14505"/>
                  </a:lnTo>
                  <a:lnTo>
                    <a:pt x="7052" y="14014"/>
                  </a:lnTo>
                  <a:lnTo>
                    <a:pt x="6743" y="13523"/>
                  </a:lnTo>
                  <a:lnTo>
                    <a:pt x="6453" y="13014"/>
                  </a:lnTo>
                  <a:lnTo>
                    <a:pt x="6162" y="12487"/>
                  </a:lnTo>
                  <a:lnTo>
                    <a:pt x="5889" y="11942"/>
                  </a:lnTo>
                  <a:lnTo>
                    <a:pt x="5635" y="11415"/>
                  </a:lnTo>
                  <a:lnTo>
                    <a:pt x="5398" y="10851"/>
                  </a:lnTo>
                  <a:lnTo>
                    <a:pt x="5180" y="10306"/>
                  </a:lnTo>
                  <a:lnTo>
                    <a:pt x="4980" y="9725"/>
                  </a:lnTo>
                  <a:lnTo>
                    <a:pt x="4780" y="9161"/>
                  </a:lnTo>
                  <a:lnTo>
                    <a:pt x="4617" y="8579"/>
                  </a:lnTo>
                  <a:lnTo>
                    <a:pt x="4453" y="7998"/>
                  </a:lnTo>
                  <a:lnTo>
                    <a:pt x="4308" y="7416"/>
                  </a:lnTo>
                  <a:lnTo>
                    <a:pt x="4181" y="6816"/>
                  </a:lnTo>
                  <a:lnTo>
                    <a:pt x="4072" y="6235"/>
                  </a:lnTo>
                  <a:lnTo>
                    <a:pt x="3981" y="5635"/>
                  </a:lnTo>
                  <a:lnTo>
                    <a:pt x="3890" y="5035"/>
                  </a:lnTo>
                  <a:lnTo>
                    <a:pt x="3835" y="4435"/>
                  </a:lnTo>
                  <a:lnTo>
                    <a:pt x="3781" y="3836"/>
                  </a:lnTo>
                  <a:lnTo>
                    <a:pt x="3744" y="3236"/>
                  </a:lnTo>
                  <a:lnTo>
                    <a:pt x="3526" y="2581"/>
                  </a:lnTo>
                  <a:lnTo>
                    <a:pt x="3345" y="1909"/>
                  </a:lnTo>
                  <a:lnTo>
                    <a:pt x="3163" y="1236"/>
                  </a:lnTo>
                  <a:lnTo>
                    <a:pt x="3036" y="546"/>
                  </a:lnTo>
                  <a:lnTo>
                    <a:pt x="3036" y="528"/>
                  </a:lnTo>
                  <a:lnTo>
                    <a:pt x="2926" y="473"/>
                  </a:lnTo>
                  <a:lnTo>
                    <a:pt x="2836" y="400"/>
                  </a:lnTo>
                  <a:lnTo>
                    <a:pt x="2745" y="309"/>
                  </a:lnTo>
                  <a:lnTo>
                    <a:pt x="2672" y="219"/>
                  </a:lnTo>
                  <a:lnTo>
                    <a:pt x="2599" y="91"/>
                  </a:lnTo>
                  <a:lnTo>
                    <a:pt x="2454" y="19"/>
                  </a:lnTo>
                  <a:lnTo>
                    <a:pt x="2418" y="0"/>
                  </a:lnTo>
                  <a:close/>
                  <a:moveTo>
                    <a:pt x="47421" y="273"/>
                  </a:moveTo>
                  <a:lnTo>
                    <a:pt x="47294" y="418"/>
                  </a:lnTo>
                  <a:lnTo>
                    <a:pt x="47221" y="473"/>
                  </a:lnTo>
                  <a:lnTo>
                    <a:pt x="47130" y="528"/>
                  </a:lnTo>
                  <a:lnTo>
                    <a:pt x="47185" y="873"/>
                  </a:lnTo>
                  <a:lnTo>
                    <a:pt x="47276" y="1236"/>
                  </a:lnTo>
                  <a:lnTo>
                    <a:pt x="47385" y="1582"/>
                  </a:lnTo>
                  <a:lnTo>
                    <a:pt x="47512" y="1927"/>
                  </a:lnTo>
                  <a:lnTo>
                    <a:pt x="47657" y="2254"/>
                  </a:lnTo>
                  <a:lnTo>
                    <a:pt x="47821" y="2581"/>
                  </a:lnTo>
                  <a:lnTo>
                    <a:pt x="48003" y="2909"/>
                  </a:lnTo>
                  <a:lnTo>
                    <a:pt x="48221" y="3218"/>
                  </a:lnTo>
                  <a:lnTo>
                    <a:pt x="48439" y="3527"/>
                  </a:lnTo>
                  <a:lnTo>
                    <a:pt x="48657" y="3817"/>
                  </a:lnTo>
                  <a:lnTo>
                    <a:pt x="48911" y="4108"/>
                  </a:lnTo>
                  <a:lnTo>
                    <a:pt x="49166" y="4381"/>
                  </a:lnTo>
                  <a:lnTo>
                    <a:pt x="49438" y="4653"/>
                  </a:lnTo>
                  <a:lnTo>
                    <a:pt x="49711" y="4908"/>
                  </a:lnTo>
                  <a:lnTo>
                    <a:pt x="50002" y="5144"/>
                  </a:lnTo>
                  <a:lnTo>
                    <a:pt x="50293" y="5381"/>
                  </a:lnTo>
                  <a:lnTo>
                    <a:pt x="50656" y="5635"/>
                  </a:lnTo>
                  <a:lnTo>
                    <a:pt x="51020" y="5889"/>
                  </a:lnTo>
                  <a:lnTo>
                    <a:pt x="51401" y="6126"/>
                  </a:lnTo>
                  <a:lnTo>
                    <a:pt x="51783" y="6344"/>
                  </a:lnTo>
                  <a:lnTo>
                    <a:pt x="52565" y="6780"/>
                  </a:lnTo>
                  <a:lnTo>
                    <a:pt x="53364" y="7198"/>
                  </a:lnTo>
                  <a:lnTo>
                    <a:pt x="54964" y="7998"/>
                  </a:lnTo>
                  <a:lnTo>
                    <a:pt x="55764" y="8398"/>
                  </a:lnTo>
                  <a:lnTo>
                    <a:pt x="56545" y="8834"/>
                  </a:lnTo>
                  <a:lnTo>
                    <a:pt x="56563" y="8852"/>
                  </a:lnTo>
                  <a:lnTo>
                    <a:pt x="56600" y="8870"/>
                  </a:lnTo>
                  <a:lnTo>
                    <a:pt x="57163" y="9216"/>
                  </a:lnTo>
                  <a:lnTo>
                    <a:pt x="57708" y="9579"/>
                  </a:lnTo>
                  <a:lnTo>
                    <a:pt x="58236" y="9979"/>
                  </a:lnTo>
                  <a:lnTo>
                    <a:pt x="58744" y="10397"/>
                  </a:lnTo>
                  <a:lnTo>
                    <a:pt x="59217" y="10851"/>
                  </a:lnTo>
                  <a:lnTo>
                    <a:pt x="59435" y="11088"/>
                  </a:lnTo>
                  <a:lnTo>
                    <a:pt x="59653" y="11324"/>
                  </a:lnTo>
                  <a:lnTo>
                    <a:pt x="59853" y="11578"/>
                  </a:lnTo>
                  <a:lnTo>
                    <a:pt x="60053" y="11833"/>
                  </a:lnTo>
                  <a:lnTo>
                    <a:pt x="60235" y="12106"/>
                  </a:lnTo>
                  <a:lnTo>
                    <a:pt x="60398" y="12378"/>
                  </a:lnTo>
                  <a:lnTo>
                    <a:pt x="60544" y="12560"/>
                  </a:lnTo>
                  <a:lnTo>
                    <a:pt x="60889" y="13087"/>
                  </a:lnTo>
                  <a:lnTo>
                    <a:pt x="61198" y="13596"/>
                  </a:lnTo>
                  <a:lnTo>
                    <a:pt x="61453" y="14141"/>
                  </a:lnTo>
                  <a:lnTo>
                    <a:pt x="61671" y="14687"/>
                  </a:lnTo>
                  <a:lnTo>
                    <a:pt x="61853" y="15232"/>
                  </a:lnTo>
                  <a:lnTo>
                    <a:pt x="61980" y="15795"/>
                  </a:lnTo>
                  <a:lnTo>
                    <a:pt x="62089" y="16341"/>
                  </a:lnTo>
                  <a:lnTo>
                    <a:pt x="62143" y="16904"/>
                  </a:lnTo>
                  <a:lnTo>
                    <a:pt x="62180" y="17449"/>
                  </a:lnTo>
                  <a:lnTo>
                    <a:pt x="62162" y="18013"/>
                  </a:lnTo>
                  <a:lnTo>
                    <a:pt x="62107" y="18558"/>
                  </a:lnTo>
                  <a:lnTo>
                    <a:pt x="62034" y="19103"/>
                  </a:lnTo>
                  <a:lnTo>
                    <a:pt x="61907" y="19649"/>
                  </a:lnTo>
                  <a:lnTo>
                    <a:pt x="61762" y="20176"/>
                  </a:lnTo>
                  <a:lnTo>
                    <a:pt x="61580" y="20703"/>
                  </a:lnTo>
                  <a:lnTo>
                    <a:pt x="61380" y="21212"/>
                  </a:lnTo>
                  <a:lnTo>
                    <a:pt x="61126" y="21702"/>
                  </a:lnTo>
                  <a:lnTo>
                    <a:pt x="60871" y="22193"/>
                  </a:lnTo>
                  <a:lnTo>
                    <a:pt x="60562" y="22648"/>
                  </a:lnTo>
                  <a:lnTo>
                    <a:pt x="60235" y="23102"/>
                  </a:lnTo>
                  <a:lnTo>
                    <a:pt x="59890" y="23520"/>
                  </a:lnTo>
                  <a:lnTo>
                    <a:pt x="59508" y="23920"/>
                  </a:lnTo>
                  <a:lnTo>
                    <a:pt x="59108" y="24320"/>
                  </a:lnTo>
                  <a:lnTo>
                    <a:pt x="58672" y="24665"/>
                  </a:lnTo>
                  <a:lnTo>
                    <a:pt x="58217" y="24992"/>
                  </a:lnTo>
                  <a:lnTo>
                    <a:pt x="57745" y="25301"/>
                  </a:lnTo>
                  <a:lnTo>
                    <a:pt x="57254" y="25574"/>
                  </a:lnTo>
                  <a:lnTo>
                    <a:pt x="56745" y="25828"/>
                  </a:lnTo>
                  <a:lnTo>
                    <a:pt x="56218" y="26028"/>
                  </a:lnTo>
                  <a:lnTo>
                    <a:pt x="55655" y="26210"/>
                  </a:lnTo>
                  <a:lnTo>
                    <a:pt x="55091" y="26356"/>
                  </a:lnTo>
                  <a:lnTo>
                    <a:pt x="54510" y="26465"/>
                  </a:lnTo>
                  <a:lnTo>
                    <a:pt x="53782" y="26555"/>
                  </a:lnTo>
                  <a:lnTo>
                    <a:pt x="53055" y="26646"/>
                  </a:lnTo>
                  <a:lnTo>
                    <a:pt x="52328" y="26683"/>
                  </a:lnTo>
                  <a:lnTo>
                    <a:pt x="51638" y="26701"/>
                  </a:lnTo>
                  <a:lnTo>
                    <a:pt x="51056" y="26683"/>
                  </a:lnTo>
                  <a:lnTo>
                    <a:pt x="50493" y="26664"/>
                  </a:lnTo>
                  <a:lnTo>
                    <a:pt x="49947" y="26610"/>
                  </a:lnTo>
                  <a:lnTo>
                    <a:pt x="49384" y="26555"/>
                  </a:lnTo>
                  <a:lnTo>
                    <a:pt x="48839" y="26465"/>
                  </a:lnTo>
                  <a:lnTo>
                    <a:pt x="48312" y="26356"/>
                  </a:lnTo>
                  <a:lnTo>
                    <a:pt x="47766" y="26246"/>
                  </a:lnTo>
                  <a:lnTo>
                    <a:pt x="47239" y="26101"/>
                  </a:lnTo>
                  <a:lnTo>
                    <a:pt x="47148" y="26174"/>
                  </a:lnTo>
                  <a:lnTo>
                    <a:pt x="47530" y="27155"/>
                  </a:lnTo>
                  <a:lnTo>
                    <a:pt x="46658" y="26574"/>
                  </a:lnTo>
                  <a:lnTo>
                    <a:pt x="45840" y="27228"/>
                  </a:lnTo>
                  <a:lnTo>
                    <a:pt x="46112" y="26210"/>
                  </a:lnTo>
                  <a:lnTo>
                    <a:pt x="45240" y="25647"/>
                  </a:lnTo>
                  <a:lnTo>
                    <a:pt x="45785" y="25610"/>
                  </a:lnTo>
                  <a:lnTo>
                    <a:pt x="45385" y="25447"/>
                  </a:lnTo>
                  <a:lnTo>
                    <a:pt x="44985" y="25283"/>
                  </a:lnTo>
                  <a:lnTo>
                    <a:pt x="44586" y="25101"/>
                  </a:lnTo>
                  <a:lnTo>
                    <a:pt x="44186" y="24901"/>
                  </a:lnTo>
                  <a:lnTo>
                    <a:pt x="43804" y="24701"/>
                  </a:lnTo>
                  <a:lnTo>
                    <a:pt x="43422" y="24483"/>
                  </a:lnTo>
                  <a:lnTo>
                    <a:pt x="43041" y="24247"/>
                  </a:lnTo>
                  <a:lnTo>
                    <a:pt x="42677" y="24029"/>
                  </a:lnTo>
                  <a:lnTo>
                    <a:pt x="42314" y="23775"/>
                  </a:lnTo>
                  <a:lnTo>
                    <a:pt x="41950" y="23520"/>
                  </a:lnTo>
                  <a:lnTo>
                    <a:pt x="41605" y="23266"/>
                  </a:lnTo>
                  <a:lnTo>
                    <a:pt x="41259" y="22993"/>
                  </a:lnTo>
                  <a:lnTo>
                    <a:pt x="40587" y="22411"/>
                  </a:lnTo>
                  <a:lnTo>
                    <a:pt x="39932" y="21812"/>
                  </a:lnTo>
                  <a:lnTo>
                    <a:pt x="39660" y="21975"/>
                  </a:lnTo>
                  <a:lnTo>
                    <a:pt x="39387" y="22175"/>
                  </a:lnTo>
                  <a:lnTo>
                    <a:pt x="39151" y="22375"/>
                  </a:lnTo>
                  <a:lnTo>
                    <a:pt x="38915" y="22593"/>
                  </a:lnTo>
                  <a:lnTo>
                    <a:pt x="38697" y="22829"/>
                  </a:lnTo>
                  <a:lnTo>
                    <a:pt x="38497" y="23084"/>
                  </a:lnTo>
                  <a:lnTo>
                    <a:pt x="38315" y="23338"/>
                  </a:lnTo>
                  <a:lnTo>
                    <a:pt x="38151" y="23629"/>
                  </a:lnTo>
                  <a:lnTo>
                    <a:pt x="38006" y="23902"/>
                  </a:lnTo>
                  <a:lnTo>
                    <a:pt x="37879" y="24211"/>
                  </a:lnTo>
                  <a:lnTo>
                    <a:pt x="37770" y="24502"/>
                  </a:lnTo>
                  <a:lnTo>
                    <a:pt x="37679" y="24829"/>
                  </a:lnTo>
                  <a:lnTo>
                    <a:pt x="37606" y="25156"/>
                  </a:lnTo>
                  <a:lnTo>
                    <a:pt x="37570" y="25483"/>
                  </a:lnTo>
                  <a:lnTo>
                    <a:pt x="37551" y="25810"/>
                  </a:lnTo>
                  <a:lnTo>
                    <a:pt x="37551" y="26156"/>
                  </a:lnTo>
                  <a:lnTo>
                    <a:pt x="37570" y="26392"/>
                  </a:lnTo>
                  <a:lnTo>
                    <a:pt x="37588" y="26628"/>
                  </a:lnTo>
                  <a:lnTo>
                    <a:pt x="37642" y="26864"/>
                  </a:lnTo>
                  <a:lnTo>
                    <a:pt x="37679" y="27101"/>
                  </a:lnTo>
                  <a:lnTo>
                    <a:pt x="37751" y="27319"/>
                  </a:lnTo>
                  <a:lnTo>
                    <a:pt x="37806" y="27537"/>
                  </a:lnTo>
                  <a:lnTo>
                    <a:pt x="37897" y="27755"/>
                  </a:lnTo>
                  <a:lnTo>
                    <a:pt x="37988" y="27955"/>
                  </a:lnTo>
                  <a:lnTo>
                    <a:pt x="38188" y="28373"/>
                  </a:lnTo>
                  <a:lnTo>
                    <a:pt x="38442" y="28737"/>
                  </a:lnTo>
                  <a:lnTo>
                    <a:pt x="38715" y="29100"/>
                  </a:lnTo>
                  <a:lnTo>
                    <a:pt x="39024" y="29427"/>
                  </a:lnTo>
                  <a:lnTo>
                    <a:pt x="39369" y="29718"/>
                  </a:lnTo>
                  <a:lnTo>
                    <a:pt x="39733" y="29973"/>
                  </a:lnTo>
                  <a:lnTo>
                    <a:pt x="40114" y="30209"/>
                  </a:lnTo>
                  <a:lnTo>
                    <a:pt x="40532" y="30391"/>
                  </a:lnTo>
                  <a:lnTo>
                    <a:pt x="40732" y="30481"/>
                  </a:lnTo>
                  <a:lnTo>
                    <a:pt x="40950" y="30554"/>
                  </a:lnTo>
                  <a:lnTo>
                    <a:pt x="41187" y="30609"/>
                  </a:lnTo>
                  <a:lnTo>
                    <a:pt x="41405" y="30663"/>
                  </a:lnTo>
                  <a:lnTo>
                    <a:pt x="41641" y="30700"/>
                  </a:lnTo>
                  <a:lnTo>
                    <a:pt x="41859" y="30736"/>
                  </a:lnTo>
                  <a:lnTo>
                    <a:pt x="42095" y="30754"/>
                  </a:lnTo>
                  <a:lnTo>
                    <a:pt x="42550" y="30754"/>
                  </a:lnTo>
                  <a:lnTo>
                    <a:pt x="42877" y="30718"/>
                  </a:lnTo>
                  <a:lnTo>
                    <a:pt x="43186" y="30681"/>
                  </a:lnTo>
                  <a:lnTo>
                    <a:pt x="43495" y="30609"/>
                  </a:lnTo>
                  <a:lnTo>
                    <a:pt x="43804" y="30518"/>
                  </a:lnTo>
                  <a:lnTo>
                    <a:pt x="44095" y="30427"/>
                  </a:lnTo>
                  <a:lnTo>
                    <a:pt x="44386" y="30300"/>
                  </a:lnTo>
                  <a:lnTo>
                    <a:pt x="44658" y="30154"/>
                  </a:lnTo>
                  <a:lnTo>
                    <a:pt x="44931" y="29991"/>
                  </a:lnTo>
                  <a:lnTo>
                    <a:pt x="45185" y="29827"/>
                  </a:lnTo>
                  <a:lnTo>
                    <a:pt x="45422" y="29645"/>
                  </a:lnTo>
                  <a:lnTo>
                    <a:pt x="45640" y="29427"/>
                  </a:lnTo>
                  <a:lnTo>
                    <a:pt x="45858" y="29209"/>
                  </a:lnTo>
                  <a:lnTo>
                    <a:pt x="46058" y="28991"/>
                  </a:lnTo>
                  <a:lnTo>
                    <a:pt x="46240" y="28737"/>
                  </a:lnTo>
                  <a:lnTo>
                    <a:pt x="46421" y="28482"/>
                  </a:lnTo>
                  <a:lnTo>
                    <a:pt x="46567" y="28228"/>
                  </a:lnTo>
                  <a:lnTo>
                    <a:pt x="46439" y="28518"/>
                  </a:lnTo>
                  <a:lnTo>
                    <a:pt x="46312" y="28791"/>
                  </a:lnTo>
                  <a:lnTo>
                    <a:pt x="46149" y="29064"/>
                  </a:lnTo>
                  <a:lnTo>
                    <a:pt x="45985" y="29318"/>
                  </a:lnTo>
                  <a:lnTo>
                    <a:pt x="45821" y="29573"/>
                  </a:lnTo>
                  <a:lnTo>
                    <a:pt x="45622" y="29809"/>
                  </a:lnTo>
                  <a:lnTo>
                    <a:pt x="45422" y="30045"/>
                  </a:lnTo>
                  <a:lnTo>
                    <a:pt x="45203" y="30263"/>
                  </a:lnTo>
                  <a:lnTo>
                    <a:pt x="44985" y="30463"/>
                  </a:lnTo>
                  <a:lnTo>
                    <a:pt x="44749" y="30663"/>
                  </a:lnTo>
                  <a:lnTo>
                    <a:pt x="44513" y="30845"/>
                  </a:lnTo>
                  <a:lnTo>
                    <a:pt x="44258" y="31027"/>
                  </a:lnTo>
                  <a:lnTo>
                    <a:pt x="43986" y="31190"/>
                  </a:lnTo>
                  <a:lnTo>
                    <a:pt x="43713" y="31336"/>
                  </a:lnTo>
                  <a:lnTo>
                    <a:pt x="43422" y="31463"/>
                  </a:lnTo>
                  <a:lnTo>
                    <a:pt x="43131" y="31572"/>
                  </a:lnTo>
                  <a:lnTo>
                    <a:pt x="44731" y="32154"/>
                  </a:lnTo>
                  <a:lnTo>
                    <a:pt x="45531" y="32426"/>
                  </a:lnTo>
                  <a:lnTo>
                    <a:pt x="46330" y="32681"/>
                  </a:lnTo>
                  <a:lnTo>
                    <a:pt x="47148" y="32917"/>
                  </a:lnTo>
                  <a:lnTo>
                    <a:pt x="47948" y="33153"/>
                  </a:lnTo>
                  <a:lnTo>
                    <a:pt x="48766" y="33371"/>
                  </a:lnTo>
                  <a:lnTo>
                    <a:pt x="49584" y="33571"/>
                  </a:lnTo>
                  <a:lnTo>
                    <a:pt x="50384" y="33753"/>
                  </a:lnTo>
                  <a:lnTo>
                    <a:pt x="51202" y="33917"/>
                  </a:lnTo>
                  <a:lnTo>
                    <a:pt x="52019" y="34062"/>
                  </a:lnTo>
                  <a:lnTo>
                    <a:pt x="52837" y="34171"/>
                  </a:lnTo>
                  <a:lnTo>
                    <a:pt x="53637" y="34262"/>
                  </a:lnTo>
                  <a:lnTo>
                    <a:pt x="54455" y="34335"/>
                  </a:lnTo>
                  <a:lnTo>
                    <a:pt x="55255" y="34371"/>
                  </a:lnTo>
                  <a:lnTo>
                    <a:pt x="56054" y="34389"/>
                  </a:lnTo>
                  <a:lnTo>
                    <a:pt x="56836" y="34389"/>
                  </a:lnTo>
                  <a:lnTo>
                    <a:pt x="57599" y="34335"/>
                  </a:lnTo>
                  <a:lnTo>
                    <a:pt x="58345" y="34262"/>
                  </a:lnTo>
                  <a:lnTo>
                    <a:pt x="59108" y="34171"/>
                  </a:lnTo>
                  <a:lnTo>
                    <a:pt x="59853" y="34026"/>
                  </a:lnTo>
                  <a:lnTo>
                    <a:pt x="60580" y="33862"/>
                  </a:lnTo>
                  <a:lnTo>
                    <a:pt x="61307" y="33662"/>
                  </a:lnTo>
                  <a:lnTo>
                    <a:pt x="62034" y="33426"/>
                  </a:lnTo>
                  <a:lnTo>
                    <a:pt x="62761" y="33153"/>
                  </a:lnTo>
                  <a:lnTo>
                    <a:pt x="63470" y="32826"/>
                  </a:lnTo>
                  <a:lnTo>
                    <a:pt x="64161" y="32481"/>
                  </a:lnTo>
                  <a:lnTo>
                    <a:pt x="64852" y="32081"/>
                  </a:lnTo>
                  <a:lnTo>
                    <a:pt x="65524" y="31645"/>
                  </a:lnTo>
                  <a:lnTo>
                    <a:pt x="66197" y="31172"/>
                  </a:lnTo>
                  <a:lnTo>
                    <a:pt x="66851" y="30645"/>
                  </a:lnTo>
                  <a:lnTo>
                    <a:pt x="67487" y="30082"/>
                  </a:lnTo>
                  <a:lnTo>
                    <a:pt x="67869" y="29736"/>
                  </a:lnTo>
                  <a:lnTo>
                    <a:pt x="68232" y="29391"/>
                  </a:lnTo>
                  <a:lnTo>
                    <a:pt x="68596" y="29027"/>
                  </a:lnTo>
                  <a:lnTo>
                    <a:pt x="68923" y="28646"/>
                  </a:lnTo>
                  <a:lnTo>
                    <a:pt x="69250" y="28264"/>
                  </a:lnTo>
                  <a:lnTo>
                    <a:pt x="69559" y="27882"/>
                  </a:lnTo>
                  <a:lnTo>
                    <a:pt x="69850" y="27482"/>
                  </a:lnTo>
                  <a:lnTo>
                    <a:pt x="70141" y="27083"/>
                  </a:lnTo>
                  <a:lnTo>
                    <a:pt x="70413" y="26664"/>
                  </a:lnTo>
                  <a:lnTo>
                    <a:pt x="70668" y="26246"/>
                  </a:lnTo>
                  <a:lnTo>
                    <a:pt x="70904" y="25828"/>
                  </a:lnTo>
                  <a:lnTo>
                    <a:pt x="71140" y="25392"/>
                  </a:lnTo>
                  <a:lnTo>
                    <a:pt x="71359" y="24956"/>
                  </a:lnTo>
                  <a:lnTo>
                    <a:pt x="71558" y="24520"/>
                  </a:lnTo>
                  <a:lnTo>
                    <a:pt x="71740" y="24065"/>
                  </a:lnTo>
                  <a:lnTo>
                    <a:pt x="71922" y="23611"/>
                  </a:lnTo>
                  <a:lnTo>
                    <a:pt x="72086" y="23157"/>
                  </a:lnTo>
                  <a:lnTo>
                    <a:pt x="72231" y="22702"/>
                  </a:lnTo>
                  <a:lnTo>
                    <a:pt x="72376" y="22230"/>
                  </a:lnTo>
                  <a:lnTo>
                    <a:pt x="72504" y="21757"/>
                  </a:lnTo>
                  <a:lnTo>
                    <a:pt x="72613" y="21284"/>
                  </a:lnTo>
                  <a:lnTo>
                    <a:pt x="72704" y="20812"/>
                  </a:lnTo>
                  <a:lnTo>
                    <a:pt x="72794" y="20321"/>
                  </a:lnTo>
                  <a:lnTo>
                    <a:pt x="72867" y="19849"/>
                  </a:lnTo>
                  <a:lnTo>
                    <a:pt x="72940" y="19358"/>
                  </a:lnTo>
                  <a:lnTo>
                    <a:pt x="72994" y="18867"/>
                  </a:lnTo>
                  <a:lnTo>
                    <a:pt x="73031" y="18394"/>
                  </a:lnTo>
                  <a:lnTo>
                    <a:pt x="73049" y="17904"/>
                  </a:lnTo>
                  <a:lnTo>
                    <a:pt x="73067" y="17413"/>
                  </a:lnTo>
                  <a:lnTo>
                    <a:pt x="73085" y="16904"/>
                  </a:lnTo>
                  <a:lnTo>
                    <a:pt x="73067" y="16413"/>
                  </a:lnTo>
                  <a:lnTo>
                    <a:pt x="73049" y="15923"/>
                  </a:lnTo>
                  <a:lnTo>
                    <a:pt x="72903" y="15577"/>
                  </a:lnTo>
                  <a:lnTo>
                    <a:pt x="72740" y="15232"/>
                  </a:lnTo>
                  <a:lnTo>
                    <a:pt x="72376" y="14559"/>
                  </a:lnTo>
                  <a:lnTo>
                    <a:pt x="72340" y="15123"/>
                  </a:lnTo>
                  <a:lnTo>
                    <a:pt x="72267" y="15686"/>
                  </a:lnTo>
                  <a:lnTo>
                    <a:pt x="72158" y="16250"/>
                  </a:lnTo>
                  <a:lnTo>
                    <a:pt x="72013" y="16795"/>
                  </a:lnTo>
                  <a:lnTo>
                    <a:pt x="71831" y="17340"/>
                  </a:lnTo>
                  <a:lnTo>
                    <a:pt x="71722" y="17595"/>
                  </a:lnTo>
                  <a:lnTo>
                    <a:pt x="71613" y="17849"/>
                  </a:lnTo>
                  <a:lnTo>
                    <a:pt x="71486" y="18104"/>
                  </a:lnTo>
                  <a:lnTo>
                    <a:pt x="71340" y="18340"/>
                  </a:lnTo>
                  <a:lnTo>
                    <a:pt x="71195" y="18576"/>
                  </a:lnTo>
                  <a:lnTo>
                    <a:pt x="71050" y="18794"/>
                  </a:lnTo>
                  <a:lnTo>
                    <a:pt x="70886" y="19012"/>
                  </a:lnTo>
                  <a:lnTo>
                    <a:pt x="70704" y="19212"/>
                  </a:lnTo>
                  <a:lnTo>
                    <a:pt x="70522" y="19412"/>
                  </a:lnTo>
                  <a:lnTo>
                    <a:pt x="70322" y="19594"/>
                  </a:lnTo>
                  <a:lnTo>
                    <a:pt x="70123" y="19776"/>
                  </a:lnTo>
                  <a:lnTo>
                    <a:pt x="69923" y="19939"/>
                  </a:lnTo>
                  <a:lnTo>
                    <a:pt x="69686" y="20085"/>
                  </a:lnTo>
                  <a:lnTo>
                    <a:pt x="69468" y="20212"/>
                  </a:lnTo>
                  <a:lnTo>
                    <a:pt x="69232" y="20339"/>
                  </a:lnTo>
                  <a:lnTo>
                    <a:pt x="68977" y="20448"/>
                  </a:lnTo>
                  <a:lnTo>
                    <a:pt x="68723" y="20539"/>
                  </a:lnTo>
                  <a:lnTo>
                    <a:pt x="68450" y="20612"/>
                  </a:lnTo>
                  <a:lnTo>
                    <a:pt x="68160" y="20685"/>
                  </a:lnTo>
                  <a:lnTo>
                    <a:pt x="67887" y="20721"/>
                  </a:lnTo>
                  <a:lnTo>
                    <a:pt x="67578" y="20757"/>
                  </a:lnTo>
                  <a:lnTo>
                    <a:pt x="66942" y="20757"/>
                  </a:lnTo>
                  <a:lnTo>
                    <a:pt x="66578" y="20721"/>
                  </a:lnTo>
                  <a:lnTo>
                    <a:pt x="66924" y="20630"/>
                  </a:lnTo>
                  <a:lnTo>
                    <a:pt x="67233" y="20503"/>
                  </a:lnTo>
                  <a:lnTo>
                    <a:pt x="67542" y="20357"/>
                  </a:lnTo>
                  <a:lnTo>
                    <a:pt x="67814" y="20194"/>
                  </a:lnTo>
                  <a:lnTo>
                    <a:pt x="68087" y="20012"/>
                  </a:lnTo>
                  <a:lnTo>
                    <a:pt x="68341" y="19812"/>
                  </a:lnTo>
                  <a:lnTo>
                    <a:pt x="68559" y="19594"/>
                  </a:lnTo>
                  <a:lnTo>
                    <a:pt x="68778" y="19358"/>
                  </a:lnTo>
                  <a:lnTo>
                    <a:pt x="68977" y="19103"/>
                  </a:lnTo>
                  <a:lnTo>
                    <a:pt x="69177" y="18849"/>
                  </a:lnTo>
                  <a:lnTo>
                    <a:pt x="69341" y="18576"/>
                  </a:lnTo>
                  <a:lnTo>
                    <a:pt x="69486" y="18304"/>
                  </a:lnTo>
                  <a:lnTo>
                    <a:pt x="69614" y="18013"/>
                  </a:lnTo>
                  <a:lnTo>
                    <a:pt x="69723" y="17704"/>
                  </a:lnTo>
                  <a:lnTo>
                    <a:pt x="69832" y="17395"/>
                  </a:lnTo>
                  <a:lnTo>
                    <a:pt x="69904" y="17086"/>
                  </a:lnTo>
                  <a:lnTo>
                    <a:pt x="69977" y="16777"/>
                  </a:lnTo>
                  <a:lnTo>
                    <a:pt x="70014" y="16468"/>
                  </a:lnTo>
                  <a:lnTo>
                    <a:pt x="70032" y="16141"/>
                  </a:lnTo>
                  <a:lnTo>
                    <a:pt x="70050" y="15832"/>
                  </a:lnTo>
                  <a:lnTo>
                    <a:pt x="70032" y="15523"/>
                  </a:lnTo>
                  <a:lnTo>
                    <a:pt x="70014" y="15214"/>
                  </a:lnTo>
                  <a:lnTo>
                    <a:pt x="69959" y="14905"/>
                  </a:lnTo>
                  <a:lnTo>
                    <a:pt x="69904" y="14596"/>
                  </a:lnTo>
                  <a:lnTo>
                    <a:pt x="69814" y="14305"/>
                  </a:lnTo>
                  <a:lnTo>
                    <a:pt x="69705" y="14014"/>
                  </a:lnTo>
                  <a:lnTo>
                    <a:pt x="69595" y="13741"/>
                  </a:lnTo>
                  <a:lnTo>
                    <a:pt x="69450" y="13487"/>
                  </a:lnTo>
                  <a:lnTo>
                    <a:pt x="69286" y="13233"/>
                  </a:lnTo>
                  <a:lnTo>
                    <a:pt x="69123" y="12996"/>
                  </a:lnTo>
                  <a:lnTo>
                    <a:pt x="68923" y="12778"/>
                  </a:lnTo>
                  <a:lnTo>
                    <a:pt x="68705" y="12560"/>
                  </a:lnTo>
                  <a:lnTo>
                    <a:pt x="68323" y="12178"/>
                  </a:lnTo>
                  <a:lnTo>
                    <a:pt x="67941" y="11815"/>
                  </a:lnTo>
                  <a:lnTo>
                    <a:pt x="67542" y="11469"/>
                  </a:lnTo>
                  <a:lnTo>
                    <a:pt x="67124" y="11142"/>
                  </a:lnTo>
                  <a:lnTo>
                    <a:pt x="66687" y="10851"/>
                  </a:lnTo>
                  <a:lnTo>
                    <a:pt x="66251" y="10561"/>
                  </a:lnTo>
                  <a:lnTo>
                    <a:pt x="65815" y="10288"/>
                  </a:lnTo>
                  <a:lnTo>
                    <a:pt x="65360" y="10034"/>
                  </a:lnTo>
                  <a:lnTo>
                    <a:pt x="64888" y="9797"/>
                  </a:lnTo>
                  <a:lnTo>
                    <a:pt x="64415" y="9561"/>
                  </a:lnTo>
                  <a:lnTo>
                    <a:pt x="63925" y="9343"/>
                  </a:lnTo>
                  <a:lnTo>
                    <a:pt x="63434" y="9143"/>
                  </a:lnTo>
                  <a:lnTo>
                    <a:pt x="62434" y="8761"/>
                  </a:lnTo>
                  <a:lnTo>
                    <a:pt x="61416" y="8416"/>
                  </a:lnTo>
                  <a:lnTo>
                    <a:pt x="60362" y="8071"/>
                  </a:lnTo>
                  <a:lnTo>
                    <a:pt x="59308" y="7762"/>
                  </a:lnTo>
                  <a:lnTo>
                    <a:pt x="57181" y="7125"/>
                  </a:lnTo>
                  <a:lnTo>
                    <a:pt x="56127" y="6798"/>
                  </a:lnTo>
                  <a:lnTo>
                    <a:pt x="55073" y="6435"/>
                  </a:lnTo>
                  <a:lnTo>
                    <a:pt x="54019" y="6053"/>
                  </a:lnTo>
                  <a:lnTo>
                    <a:pt x="53510" y="5835"/>
                  </a:lnTo>
                  <a:lnTo>
                    <a:pt x="53001" y="5617"/>
                  </a:lnTo>
                  <a:lnTo>
                    <a:pt x="52674" y="5490"/>
                  </a:lnTo>
                  <a:lnTo>
                    <a:pt x="52383" y="5344"/>
                  </a:lnTo>
                  <a:lnTo>
                    <a:pt x="52074" y="5181"/>
                  </a:lnTo>
                  <a:lnTo>
                    <a:pt x="51783" y="5017"/>
                  </a:lnTo>
                  <a:lnTo>
                    <a:pt x="51511" y="4835"/>
                  </a:lnTo>
                  <a:lnTo>
                    <a:pt x="51238" y="4635"/>
                  </a:lnTo>
                  <a:lnTo>
                    <a:pt x="50965" y="4417"/>
                  </a:lnTo>
                  <a:lnTo>
                    <a:pt x="50711" y="4199"/>
                  </a:lnTo>
                  <a:lnTo>
                    <a:pt x="50456" y="3963"/>
                  </a:lnTo>
                  <a:lnTo>
                    <a:pt x="50220" y="3708"/>
                  </a:lnTo>
                  <a:lnTo>
                    <a:pt x="49984" y="3454"/>
                  </a:lnTo>
                  <a:lnTo>
                    <a:pt x="49747" y="3181"/>
                  </a:lnTo>
                  <a:lnTo>
                    <a:pt x="49529" y="2909"/>
                  </a:lnTo>
                  <a:lnTo>
                    <a:pt x="49329" y="2636"/>
                  </a:lnTo>
                  <a:lnTo>
                    <a:pt x="48930" y="2054"/>
                  </a:lnTo>
                  <a:lnTo>
                    <a:pt x="48711" y="1873"/>
                  </a:lnTo>
                  <a:lnTo>
                    <a:pt x="48475" y="1673"/>
                  </a:lnTo>
                  <a:lnTo>
                    <a:pt x="48275" y="1473"/>
                  </a:lnTo>
                  <a:lnTo>
                    <a:pt x="48075" y="1255"/>
                  </a:lnTo>
                  <a:lnTo>
                    <a:pt x="47894" y="1036"/>
                  </a:lnTo>
                  <a:lnTo>
                    <a:pt x="47730" y="818"/>
                  </a:lnTo>
                  <a:lnTo>
                    <a:pt x="47585" y="564"/>
                  </a:lnTo>
                  <a:lnTo>
                    <a:pt x="47439" y="309"/>
                  </a:lnTo>
                  <a:lnTo>
                    <a:pt x="47439" y="291"/>
                  </a:lnTo>
                  <a:lnTo>
                    <a:pt x="47439" y="273"/>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7"/>
            <p:cNvSpPr/>
            <p:nvPr/>
          </p:nvSpPr>
          <p:spPr>
            <a:xfrm>
              <a:off x="2244428" y="1965724"/>
              <a:ext cx="1448318" cy="1390524"/>
            </a:xfrm>
            <a:custGeom>
              <a:rect b="b" l="l" r="r" t="t"/>
              <a:pathLst>
                <a:path extrusionOk="0" fill="none" h="34117" w="35535">
                  <a:moveTo>
                    <a:pt x="9870" y="0"/>
                  </a:moveTo>
                  <a:lnTo>
                    <a:pt x="9870" y="0"/>
                  </a:lnTo>
                  <a:lnTo>
                    <a:pt x="9743" y="145"/>
                  </a:lnTo>
                  <a:lnTo>
                    <a:pt x="9670" y="200"/>
                  </a:lnTo>
                  <a:lnTo>
                    <a:pt x="9579" y="255"/>
                  </a:lnTo>
                  <a:lnTo>
                    <a:pt x="9579" y="255"/>
                  </a:lnTo>
                  <a:lnTo>
                    <a:pt x="9634" y="600"/>
                  </a:lnTo>
                  <a:lnTo>
                    <a:pt x="9725" y="963"/>
                  </a:lnTo>
                  <a:lnTo>
                    <a:pt x="9834" y="1309"/>
                  </a:lnTo>
                  <a:lnTo>
                    <a:pt x="9961" y="1654"/>
                  </a:lnTo>
                  <a:lnTo>
                    <a:pt x="10106" y="1981"/>
                  </a:lnTo>
                  <a:lnTo>
                    <a:pt x="10270" y="2308"/>
                  </a:lnTo>
                  <a:lnTo>
                    <a:pt x="10452" y="2636"/>
                  </a:lnTo>
                  <a:lnTo>
                    <a:pt x="10670" y="2945"/>
                  </a:lnTo>
                  <a:lnTo>
                    <a:pt x="10888" y="3254"/>
                  </a:lnTo>
                  <a:lnTo>
                    <a:pt x="11106" y="3544"/>
                  </a:lnTo>
                  <a:lnTo>
                    <a:pt x="11360" y="3835"/>
                  </a:lnTo>
                  <a:lnTo>
                    <a:pt x="11615" y="4108"/>
                  </a:lnTo>
                  <a:lnTo>
                    <a:pt x="11887" y="4380"/>
                  </a:lnTo>
                  <a:lnTo>
                    <a:pt x="12160" y="4635"/>
                  </a:lnTo>
                  <a:lnTo>
                    <a:pt x="12451" y="4871"/>
                  </a:lnTo>
                  <a:lnTo>
                    <a:pt x="12742" y="5108"/>
                  </a:lnTo>
                  <a:lnTo>
                    <a:pt x="12742" y="5108"/>
                  </a:lnTo>
                  <a:lnTo>
                    <a:pt x="13105" y="5362"/>
                  </a:lnTo>
                  <a:lnTo>
                    <a:pt x="13469" y="5616"/>
                  </a:lnTo>
                  <a:lnTo>
                    <a:pt x="13850" y="5853"/>
                  </a:lnTo>
                  <a:lnTo>
                    <a:pt x="14232" y="6071"/>
                  </a:lnTo>
                  <a:lnTo>
                    <a:pt x="15014" y="6507"/>
                  </a:lnTo>
                  <a:lnTo>
                    <a:pt x="15813" y="6925"/>
                  </a:lnTo>
                  <a:lnTo>
                    <a:pt x="17413" y="7725"/>
                  </a:lnTo>
                  <a:lnTo>
                    <a:pt x="18213" y="8125"/>
                  </a:lnTo>
                  <a:lnTo>
                    <a:pt x="18994" y="8561"/>
                  </a:lnTo>
                  <a:lnTo>
                    <a:pt x="18994" y="8561"/>
                  </a:lnTo>
                  <a:lnTo>
                    <a:pt x="18994" y="8561"/>
                  </a:lnTo>
                  <a:lnTo>
                    <a:pt x="19012" y="8579"/>
                  </a:lnTo>
                  <a:lnTo>
                    <a:pt x="19012" y="8579"/>
                  </a:lnTo>
                  <a:lnTo>
                    <a:pt x="19012" y="8579"/>
                  </a:lnTo>
                  <a:lnTo>
                    <a:pt x="19012" y="8579"/>
                  </a:lnTo>
                  <a:lnTo>
                    <a:pt x="19049" y="8597"/>
                  </a:lnTo>
                  <a:lnTo>
                    <a:pt x="19049" y="8597"/>
                  </a:lnTo>
                  <a:lnTo>
                    <a:pt x="19049" y="8597"/>
                  </a:lnTo>
                  <a:lnTo>
                    <a:pt x="19049" y="8597"/>
                  </a:lnTo>
                  <a:lnTo>
                    <a:pt x="19612" y="8943"/>
                  </a:lnTo>
                  <a:lnTo>
                    <a:pt x="20157" y="9306"/>
                  </a:lnTo>
                  <a:lnTo>
                    <a:pt x="20685" y="9706"/>
                  </a:lnTo>
                  <a:lnTo>
                    <a:pt x="21193" y="10124"/>
                  </a:lnTo>
                  <a:lnTo>
                    <a:pt x="21666" y="10578"/>
                  </a:lnTo>
                  <a:lnTo>
                    <a:pt x="21884" y="10815"/>
                  </a:lnTo>
                  <a:lnTo>
                    <a:pt x="22102" y="11051"/>
                  </a:lnTo>
                  <a:lnTo>
                    <a:pt x="22302" y="11305"/>
                  </a:lnTo>
                  <a:lnTo>
                    <a:pt x="22502" y="11560"/>
                  </a:lnTo>
                  <a:lnTo>
                    <a:pt x="22684" y="11833"/>
                  </a:lnTo>
                  <a:lnTo>
                    <a:pt x="22847" y="12105"/>
                  </a:lnTo>
                  <a:lnTo>
                    <a:pt x="22847" y="12105"/>
                  </a:lnTo>
                  <a:lnTo>
                    <a:pt x="22993" y="12287"/>
                  </a:lnTo>
                  <a:lnTo>
                    <a:pt x="22993" y="12287"/>
                  </a:lnTo>
                  <a:lnTo>
                    <a:pt x="23338" y="12814"/>
                  </a:lnTo>
                  <a:lnTo>
                    <a:pt x="23647" y="13323"/>
                  </a:lnTo>
                  <a:lnTo>
                    <a:pt x="23902" y="13868"/>
                  </a:lnTo>
                  <a:lnTo>
                    <a:pt x="24120" y="14414"/>
                  </a:lnTo>
                  <a:lnTo>
                    <a:pt x="24302" y="14959"/>
                  </a:lnTo>
                  <a:lnTo>
                    <a:pt x="24429" y="15522"/>
                  </a:lnTo>
                  <a:lnTo>
                    <a:pt x="24538" y="16068"/>
                  </a:lnTo>
                  <a:lnTo>
                    <a:pt x="24592" y="16631"/>
                  </a:lnTo>
                  <a:lnTo>
                    <a:pt x="24629" y="17176"/>
                  </a:lnTo>
                  <a:lnTo>
                    <a:pt x="24611" y="17740"/>
                  </a:lnTo>
                  <a:lnTo>
                    <a:pt x="24556" y="18285"/>
                  </a:lnTo>
                  <a:lnTo>
                    <a:pt x="24483" y="18830"/>
                  </a:lnTo>
                  <a:lnTo>
                    <a:pt x="24356" y="19376"/>
                  </a:lnTo>
                  <a:lnTo>
                    <a:pt x="24211" y="19903"/>
                  </a:lnTo>
                  <a:lnTo>
                    <a:pt x="24029" y="20430"/>
                  </a:lnTo>
                  <a:lnTo>
                    <a:pt x="23829" y="20939"/>
                  </a:lnTo>
                  <a:lnTo>
                    <a:pt x="23575" y="21429"/>
                  </a:lnTo>
                  <a:lnTo>
                    <a:pt x="23320" y="21920"/>
                  </a:lnTo>
                  <a:lnTo>
                    <a:pt x="23011" y="22375"/>
                  </a:lnTo>
                  <a:lnTo>
                    <a:pt x="22684" y="22829"/>
                  </a:lnTo>
                  <a:lnTo>
                    <a:pt x="22339" y="23247"/>
                  </a:lnTo>
                  <a:lnTo>
                    <a:pt x="21957" y="23647"/>
                  </a:lnTo>
                  <a:lnTo>
                    <a:pt x="21557" y="24047"/>
                  </a:lnTo>
                  <a:lnTo>
                    <a:pt x="21121" y="24392"/>
                  </a:lnTo>
                  <a:lnTo>
                    <a:pt x="20666" y="24719"/>
                  </a:lnTo>
                  <a:lnTo>
                    <a:pt x="20194" y="25028"/>
                  </a:lnTo>
                  <a:lnTo>
                    <a:pt x="19703" y="25301"/>
                  </a:lnTo>
                  <a:lnTo>
                    <a:pt x="19194" y="25555"/>
                  </a:lnTo>
                  <a:lnTo>
                    <a:pt x="18667" y="25755"/>
                  </a:lnTo>
                  <a:lnTo>
                    <a:pt x="18104" y="25937"/>
                  </a:lnTo>
                  <a:lnTo>
                    <a:pt x="17540" y="26083"/>
                  </a:lnTo>
                  <a:lnTo>
                    <a:pt x="16959" y="26192"/>
                  </a:lnTo>
                  <a:lnTo>
                    <a:pt x="16959" y="26192"/>
                  </a:lnTo>
                  <a:lnTo>
                    <a:pt x="16231" y="26282"/>
                  </a:lnTo>
                  <a:lnTo>
                    <a:pt x="15504" y="26373"/>
                  </a:lnTo>
                  <a:lnTo>
                    <a:pt x="14777" y="26410"/>
                  </a:lnTo>
                  <a:lnTo>
                    <a:pt x="14087" y="26428"/>
                  </a:lnTo>
                  <a:lnTo>
                    <a:pt x="14087" y="26428"/>
                  </a:lnTo>
                  <a:lnTo>
                    <a:pt x="13505" y="26410"/>
                  </a:lnTo>
                  <a:lnTo>
                    <a:pt x="12942" y="26391"/>
                  </a:lnTo>
                  <a:lnTo>
                    <a:pt x="12396" y="26337"/>
                  </a:lnTo>
                  <a:lnTo>
                    <a:pt x="11833" y="26282"/>
                  </a:lnTo>
                  <a:lnTo>
                    <a:pt x="11288" y="26192"/>
                  </a:lnTo>
                  <a:lnTo>
                    <a:pt x="10761" y="26083"/>
                  </a:lnTo>
                  <a:lnTo>
                    <a:pt x="10215" y="25973"/>
                  </a:lnTo>
                  <a:lnTo>
                    <a:pt x="9688" y="25828"/>
                  </a:lnTo>
                  <a:lnTo>
                    <a:pt x="9597" y="25901"/>
                  </a:lnTo>
                  <a:lnTo>
                    <a:pt x="9979" y="26882"/>
                  </a:lnTo>
                  <a:lnTo>
                    <a:pt x="9107" y="26301"/>
                  </a:lnTo>
                  <a:lnTo>
                    <a:pt x="8289" y="26955"/>
                  </a:lnTo>
                  <a:lnTo>
                    <a:pt x="8561" y="25937"/>
                  </a:lnTo>
                  <a:lnTo>
                    <a:pt x="7689" y="25374"/>
                  </a:lnTo>
                  <a:lnTo>
                    <a:pt x="8234" y="25337"/>
                  </a:lnTo>
                  <a:lnTo>
                    <a:pt x="8234" y="25337"/>
                  </a:lnTo>
                  <a:lnTo>
                    <a:pt x="7834" y="25174"/>
                  </a:lnTo>
                  <a:lnTo>
                    <a:pt x="7434" y="25010"/>
                  </a:lnTo>
                  <a:lnTo>
                    <a:pt x="7035" y="24828"/>
                  </a:lnTo>
                  <a:lnTo>
                    <a:pt x="6635" y="24628"/>
                  </a:lnTo>
                  <a:lnTo>
                    <a:pt x="6253" y="24428"/>
                  </a:lnTo>
                  <a:lnTo>
                    <a:pt x="5871" y="24210"/>
                  </a:lnTo>
                  <a:lnTo>
                    <a:pt x="5490" y="23974"/>
                  </a:lnTo>
                  <a:lnTo>
                    <a:pt x="5126" y="23756"/>
                  </a:lnTo>
                  <a:lnTo>
                    <a:pt x="4763" y="23502"/>
                  </a:lnTo>
                  <a:lnTo>
                    <a:pt x="4399" y="23247"/>
                  </a:lnTo>
                  <a:lnTo>
                    <a:pt x="4054" y="22993"/>
                  </a:lnTo>
                  <a:lnTo>
                    <a:pt x="3708" y="22720"/>
                  </a:lnTo>
                  <a:lnTo>
                    <a:pt x="3036" y="22138"/>
                  </a:lnTo>
                  <a:lnTo>
                    <a:pt x="2381" y="21539"/>
                  </a:lnTo>
                  <a:lnTo>
                    <a:pt x="2381" y="21539"/>
                  </a:lnTo>
                  <a:lnTo>
                    <a:pt x="2109" y="21702"/>
                  </a:lnTo>
                  <a:lnTo>
                    <a:pt x="1836" y="21902"/>
                  </a:lnTo>
                  <a:lnTo>
                    <a:pt x="1600" y="22102"/>
                  </a:lnTo>
                  <a:lnTo>
                    <a:pt x="1364" y="22320"/>
                  </a:lnTo>
                  <a:lnTo>
                    <a:pt x="1146" y="22556"/>
                  </a:lnTo>
                  <a:lnTo>
                    <a:pt x="946" y="22811"/>
                  </a:lnTo>
                  <a:lnTo>
                    <a:pt x="764" y="23065"/>
                  </a:lnTo>
                  <a:lnTo>
                    <a:pt x="600" y="23356"/>
                  </a:lnTo>
                  <a:lnTo>
                    <a:pt x="455" y="23629"/>
                  </a:lnTo>
                  <a:lnTo>
                    <a:pt x="328" y="23938"/>
                  </a:lnTo>
                  <a:lnTo>
                    <a:pt x="219" y="24229"/>
                  </a:lnTo>
                  <a:lnTo>
                    <a:pt x="128" y="24556"/>
                  </a:lnTo>
                  <a:lnTo>
                    <a:pt x="55" y="24883"/>
                  </a:lnTo>
                  <a:lnTo>
                    <a:pt x="19" y="25210"/>
                  </a:lnTo>
                  <a:lnTo>
                    <a:pt x="0" y="25537"/>
                  </a:lnTo>
                  <a:lnTo>
                    <a:pt x="0" y="25883"/>
                  </a:lnTo>
                  <a:lnTo>
                    <a:pt x="0" y="25883"/>
                  </a:lnTo>
                  <a:lnTo>
                    <a:pt x="19" y="26119"/>
                  </a:lnTo>
                  <a:lnTo>
                    <a:pt x="37" y="26355"/>
                  </a:lnTo>
                  <a:lnTo>
                    <a:pt x="91" y="26591"/>
                  </a:lnTo>
                  <a:lnTo>
                    <a:pt x="128" y="26828"/>
                  </a:lnTo>
                  <a:lnTo>
                    <a:pt x="200" y="27046"/>
                  </a:lnTo>
                  <a:lnTo>
                    <a:pt x="255" y="27264"/>
                  </a:lnTo>
                  <a:lnTo>
                    <a:pt x="346" y="27482"/>
                  </a:lnTo>
                  <a:lnTo>
                    <a:pt x="437" y="27682"/>
                  </a:lnTo>
                  <a:lnTo>
                    <a:pt x="637" y="28100"/>
                  </a:lnTo>
                  <a:lnTo>
                    <a:pt x="891" y="28464"/>
                  </a:lnTo>
                  <a:lnTo>
                    <a:pt x="1164" y="28827"/>
                  </a:lnTo>
                  <a:lnTo>
                    <a:pt x="1473" y="29154"/>
                  </a:lnTo>
                  <a:lnTo>
                    <a:pt x="1818" y="29445"/>
                  </a:lnTo>
                  <a:lnTo>
                    <a:pt x="2182" y="29700"/>
                  </a:lnTo>
                  <a:lnTo>
                    <a:pt x="2563" y="29936"/>
                  </a:lnTo>
                  <a:lnTo>
                    <a:pt x="2981" y="30118"/>
                  </a:lnTo>
                  <a:lnTo>
                    <a:pt x="3181" y="30208"/>
                  </a:lnTo>
                  <a:lnTo>
                    <a:pt x="3399" y="30281"/>
                  </a:lnTo>
                  <a:lnTo>
                    <a:pt x="3636" y="30336"/>
                  </a:lnTo>
                  <a:lnTo>
                    <a:pt x="3854" y="30390"/>
                  </a:lnTo>
                  <a:lnTo>
                    <a:pt x="4090" y="30427"/>
                  </a:lnTo>
                  <a:lnTo>
                    <a:pt x="4308" y="30463"/>
                  </a:lnTo>
                  <a:lnTo>
                    <a:pt x="4544" y="30481"/>
                  </a:lnTo>
                  <a:lnTo>
                    <a:pt x="4781" y="30481"/>
                  </a:lnTo>
                  <a:lnTo>
                    <a:pt x="4781" y="30481"/>
                  </a:lnTo>
                  <a:lnTo>
                    <a:pt x="4999" y="30481"/>
                  </a:lnTo>
                  <a:lnTo>
                    <a:pt x="4999" y="30481"/>
                  </a:lnTo>
                  <a:lnTo>
                    <a:pt x="5326" y="30445"/>
                  </a:lnTo>
                  <a:lnTo>
                    <a:pt x="5635" y="30408"/>
                  </a:lnTo>
                  <a:lnTo>
                    <a:pt x="5944" y="30336"/>
                  </a:lnTo>
                  <a:lnTo>
                    <a:pt x="6253" y="30245"/>
                  </a:lnTo>
                  <a:lnTo>
                    <a:pt x="6544" y="30154"/>
                  </a:lnTo>
                  <a:lnTo>
                    <a:pt x="6835" y="30027"/>
                  </a:lnTo>
                  <a:lnTo>
                    <a:pt x="7107" y="29881"/>
                  </a:lnTo>
                  <a:lnTo>
                    <a:pt x="7380" y="29718"/>
                  </a:lnTo>
                  <a:lnTo>
                    <a:pt x="7634" y="29554"/>
                  </a:lnTo>
                  <a:lnTo>
                    <a:pt x="7871" y="29372"/>
                  </a:lnTo>
                  <a:lnTo>
                    <a:pt x="8089" y="29154"/>
                  </a:lnTo>
                  <a:lnTo>
                    <a:pt x="8307" y="28936"/>
                  </a:lnTo>
                  <a:lnTo>
                    <a:pt x="8507" y="28718"/>
                  </a:lnTo>
                  <a:lnTo>
                    <a:pt x="8689" y="28464"/>
                  </a:lnTo>
                  <a:lnTo>
                    <a:pt x="8870" y="28209"/>
                  </a:lnTo>
                  <a:lnTo>
                    <a:pt x="9016" y="27955"/>
                  </a:lnTo>
                  <a:lnTo>
                    <a:pt x="9016" y="27955"/>
                  </a:lnTo>
                  <a:lnTo>
                    <a:pt x="8888" y="28245"/>
                  </a:lnTo>
                  <a:lnTo>
                    <a:pt x="8761" y="28518"/>
                  </a:lnTo>
                  <a:lnTo>
                    <a:pt x="8598" y="28791"/>
                  </a:lnTo>
                  <a:lnTo>
                    <a:pt x="8434" y="29045"/>
                  </a:lnTo>
                  <a:lnTo>
                    <a:pt x="8270" y="29300"/>
                  </a:lnTo>
                  <a:lnTo>
                    <a:pt x="8071" y="29536"/>
                  </a:lnTo>
                  <a:lnTo>
                    <a:pt x="7871" y="29772"/>
                  </a:lnTo>
                  <a:lnTo>
                    <a:pt x="7652" y="29990"/>
                  </a:lnTo>
                  <a:lnTo>
                    <a:pt x="7434" y="30190"/>
                  </a:lnTo>
                  <a:lnTo>
                    <a:pt x="7198" y="30390"/>
                  </a:lnTo>
                  <a:lnTo>
                    <a:pt x="6962" y="30572"/>
                  </a:lnTo>
                  <a:lnTo>
                    <a:pt x="6707" y="30754"/>
                  </a:lnTo>
                  <a:lnTo>
                    <a:pt x="6435" y="30917"/>
                  </a:lnTo>
                  <a:lnTo>
                    <a:pt x="6162" y="31063"/>
                  </a:lnTo>
                  <a:lnTo>
                    <a:pt x="5871" y="31190"/>
                  </a:lnTo>
                  <a:lnTo>
                    <a:pt x="5580" y="31299"/>
                  </a:lnTo>
                  <a:lnTo>
                    <a:pt x="5580" y="31299"/>
                  </a:lnTo>
                  <a:lnTo>
                    <a:pt x="7180" y="31881"/>
                  </a:lnTo>
                  <a:lnTo>
                    <a:pt x="7980" y="32153"/>
                  </a:lnTo>
                  <a:lnTo>
                    <a:pt x="8779" y="32408"/>
                  </a:lnTo>
                  <a:lnTo>
                    <a:pt x="9597" y="32644"/>
                  </a:lnTo>
                  <a:lnTo>
                    <a:pt x="10397" y="32880"/>
                  </a:lnTo>
                  <a:lnTo>
                    <a:pt x="11215" y="33098"/>
                  </a:lnTo>
                  <a:lnTo>
                    <a:pt x="12033" y="33298"/>
                  </a:lnTo>
                  <a:lnTo>
                    <a:pt x="12833" y="33480"/>
                  </a:lnTo>
                  <a:lnTo>
                    <a:pt x="13651" y="33644"/>
                  </a:lnTo>
                  <a:lnTo>
                    <a:pt x="14468" y="33789"/>
                  </a:lnTo>
                  <a:lnTo>
                    <a:pt x="15286" y="33898"/>
                  </a:lnTo>
                  <a:lnTo>
                    <a:pt x="16086" y="33989"/>
                  </a:lnTo>
                  <a:lnTo>
                    <a:pt x="16904" y="34062"/>
                  </a:lnTo>
                  <a:lnTo>
                    <a:pt x="17704" y="34098"/>
                  </a:lnTo>
                  <a:lnTo>
                    <a:pt x="18503" y="34116"/>
                  </a:lnTo>
                  <a:lnTo>
                    <a:pt x="18503" y="34116"/>
                  </a:lnTo>
                  <a:lnTo>
                    <a:pt x="19285" y="34116"/>
                  </a:lnTo>
                  <a:lnTo>
                    <a:pt x="20048" y="34062"/>
                  </a:lnTo>
                  <a:lnTo>
                    <a:pt x="20794" y="33989"/>
                  </a:lnTo>
                  <a:lnTo>
                    <a:pt x="21557" y="33898"/>
                  </a:lnTo>
                  <a:lnTo>
                    <a:pt x="22302" y="33753"/>
                  </a:lnTo>
                  <a:lnTo>
                    <a:pt x="23029" y="33589"/>
                  </a:lnTo>
                  <a:lnTo>
                    <a:pt x="23756" y="33389"/>
                  </a:lnTo>
                  <a:lnTo>
                    <a:pt x="24483" y="33153"/>
                  </a:lnTo>
                  <a:lnTo>
                    <a:pt x="25210" y="32880"/>
                  </a:lnTo>
                  <a:lnTo>
                    <a:pt x="25919" y="32553"/>
                  </a:lnTo>
                  <a:lnTo>
                    <a:pt x="26610" y="32208"/>
                  </a:lnTo>
                  <a:lnTo>
                    <a:pt x="27301" y="31808"/>
                  </a:lnTo>
                  <a:lnTo>
                    <a:pt x="27973" y="31372"/>
                  </a:lnTo>
                  <a:lnTo>
                    <a:pt x="28646" y="30899"/>
                  </a:lnTo>
                  <a:lnTo>
                    <a:pt x="29300" y="30372"/>
                  </a:lnTo>
                  <a:lnTo>
                    <a:pt x="29936" y="29809"/>
                  </a:lnTo>
                  <a:lnTo>
                    <a:pt x="29936" y="29809"/>
                  </a:lnTo>
                  <a:lnTo>
                    <a:pt x="30318" y="29463"/>
                  </a:lnTo>
                  <a:lnTo>
                    <a:pt x="30681" y="29118"/>
                  </a:lnTo>
                  <a:lnTo>
                    <a:pt x="31045" y="28754"/>
                  </a:lnTo>
                  <a:lnTo>
                    <a:pt x="31372" y="28373"/>
                  </a:lnTo>
                  <a:lnTo>
                    <a:pt x="31699" y="27991"/>
                  </a:lnTo>
                  <a:lnTo>
                    <a:pt x="32008" y="27609"/>
                  </a:lnTo>
                  <a:lnTo>
                    <a:pt x="32299" y="27209"/>
                  </a:lnTo>
                  <a:lnTo>
                    <a:pt x="32590" y="26810"/>
                  </a:lnTo>
                  <a:lnTo>
                    <a:pt x="32862" y="26391"/>
                  </a:lnTo>
                  <a:lnTo>
                    <a:pt x="33117" y="25973"/>
                  </a:lnTo>
                  <a:lnTo>
                    <a:pt x="33353" y="25555"/>
                  </a:lnTo>
                  <a:lnTo>
                    <a:pt x="33589" y="25119"/>
                  </a:lnTo>
                  <a:lnTo>
                    <a:pt x="33808" y="24683"/>
                  </a:lnTo>
                  <a:lnTo>
                    <a:pt x="34007" y="24247"/>
                  </a:lnTo>
                  <a:lnTo>
                    <a:pt x="34189" y="23792"/>
                  </a:lnTo>
                  <a:lnTo>
                    <a:pt x="34371" y="23338"/>
                  </a:lnTo>
                  <a:lnTo>
                    <a:pt x="34535" y="22884"/>
                  </a:lnTo>
                  <a:lnTo>
                    <a:pt x="34680" y="22429"/>
                  </a:lnTo>
                  <a:lnTo>
                    <a:pt x="34825" y="21957"/>
                  </a:lnTo>
                  <a:lnTo>
                    <a:pt x="34953" y="21484"/>
                  </a:lnTo>
                  <a:lnTo>
                    <a:pt x="35062" y="21011"/>
                  </a:lnTo>
                  <a:lnTo>
                    <a:pt x="35153" y="20539"/>
                  </a:lnTo>
                  <a:lnTo>
                    <a:pt x="35243" y="20048"/>
                  </a:lnTo>
                  <a:lnTo>
                    <a:pt x="35316" y="19576"/>
                  </a:lnTo>
                  <a:lnTo>
                    <a:pt x="35389" y="19085"/>
                  </a:lnTo>
                  <a:lnTo>
                    <a:pt x="35443" y="18594"/>
                  </a:lnTo>
                  <a:lnTo>
                    <a:pt x="35480" y="18121"/>
                  </a:lnTo>
                  <a:lnTo>
                    <a:pt x="35498" y="17631"/>
                  </a:lnTo>
                  <a:lnTo>
                    <a:pt x="35516" y="17140"/>
                  </a:lnTo>
                  <a:lnTo>
                    <a:pt x="35534" y="16631"/>
                  </a:lnTo>
                  <a:lnTo>
                    <a:pt x="35516" y="16140"/>
                  </a:lnTo>
                  <a:lnTo>
                    <a:pt x="35498" y="15650"/>
                  </a:lnTo>
                  <a:lnTo>
                    <a:pt x="35498" y="15650"/>
                  </a:lnTo>
                  <a:lnTo>
                    <a:pt x="35352" y="15304"/>
                  </a:lnTo>
                  <a:lnTo>
                    <a:pt x="35189" y="14959"/>
                  </a:lnTo>
                  <a:lnTo>
                    <a:pt x="34825" y="14286"/>
                  </a:lnTo>
                  <a:lnTo>
                    <a:pt x="34825" y="14286"/>
                  </a:lnTo>
                  <a:lnTo>
                    <a:pt x="34789" y="14850"/>
                  </a:lnTo>
                  <a:lnTo>
                    <a:pt x="34716" y="15413"/>
                  </a:lnTo>
                  <a:lnTo>
                    <a:pt x="34607" y="15977"/>
                  </a:lnTo>
                  <a:lnTo>
                    <a:pt x="34462" y="16522"/>
                  </a:lnTo>
                  <a:lnTo>
                    <a:pt x="34280" y="17067"/>
                  </a:lnTo>
                  <a:lnTo>
                    <a:pt x="34171" y="17322"/>
                  </a:lnTo>
                  <a:lnTo>
                    <a:pt x="34062" y="17576"/>
                  </a:lnTo>
                  <a:lnTo>
                    <a:pt x="33935" y="17831"/>
                  </a:lnTo>
                  <a:lnTo>
                    <a:pt x="33789" y="18067"/>
                  </a:lnTo>
                  <a:lnTo>
                    <a:pt x="33644" y="18303"/>
                  </a:lnTo>
                  <a:lnTo>
                    <a:pt x="33499" y="18521"/>
                  </a:lnTo>
                  <a:lnTo>
                    <a:pt x="33335" y="18739"/>
                  </a:lnTo>
                  <a:lnTo>
                    <a:pt x="33153" y="18939"/>
                  </a:lnTo>
                  <a:lnTo>
                    <a:pt x="32971" y="19139"/>
                  </a:lnTo>
                  <a:lnTo>
                    <a:pt x="32771" y="19321"/>
                  </a:lnTo>
                  <a:lnTo>
                    <a:pt x="32572" y="19503"/>
                  </a:lnTo>
                  <a:lnTo>
                    <a:pt x="32372" y="19666"/>
                  </a:lnTo>
                  <a:lnTo>
                    <a:pt x="32135" y="19812"/>
                  </a:lnTo>
                  <a:lnTo>
                    <a:pt x="31917" y="19939"/>
                  </a:lnTo>
                  <a:lnTo>
                    <a:pt x="31681" y="20066"/>
                  </a:lnTo>
                  <a:lnTo>
                    <a:pt x="31426" y="20175"/>
                  </a:lnTo>
                  <a:lnTo>
                    <a:pt x="31172" y="20266"/>
                  </a:lnTo>
                  <a:lnTo>
                    <a:pt x="30899" y="20339"/>
                  </a:lnTo>
                  <a:lnTo>
                    <a:pt x="30609" y="20412"/>
                  </a:lnTo>
                  <a:lnTo>
                    <a:pt x="30336" y="20448"/>
                  </a:lnTo>
                  <a:lnTo>
                    <a:pt x="30027" y="20484"/>
                  </a:lnTo>
                  <a:lnTo>
                    <a:pt x="29718" y="20484"/>
                  </a:lnTo>
                  <a:lnTo>
                    <a:pt x="29718" y="20484"/>
                  </a:lnTo>
                  <a:lnTo>
                    <a:pt x="29391" y="20484"/>
                  </a:lnTo>
                  <a:lnTo>
                    <a:pt x="29027" y="20448"/>
                  </a:lnTo>
                  <a:lnTo>
                    <a:pt x="29027" y="20448"/>
                  </a:lnTo>
                  <a:lnTo>
                    <a:pt x="29373" y="20357"/>
                  </a:lnTo>
                  <a:lnTo>
                    <a:pt x="29682" y="20230"/>
                  </a:lnTo>
                  <a:lnTo>
                    <a:pt x="29991" y="20084"/>
                  </a:lnTo>
                  <a:lnTo>
                    <a:pt x="30263" y="19921"/>
                  </a:lnTo>
                  <a:lnTo>
                    <a:pt x="30536" y="19739"/>
                  </a:lnTo>
                  <a:lnTo>
                    <a:pt x="30790" y="19539"/>
                  </a:lnTo>
                  <a:lnTo>
                    <a:pt x="31008" y="19321"/>
                  </a:lnTo>
                  <a:lnTo>
                    <a:pt x="31227" y="19085"/>
                  </a:lnTo>
                  <a:lnTo>
                    <a:pt x="31426" y="18830"/>
                  </a:lnTo>
                  <a:lnTo>
                    <a:pt x="31626" y="18576"/>
                  </a:lnTo>
                  <a:lnTo>
                    <a:pt x="31790" y="18303"/>
                  </a:lnTo>
                  <a:lnTo>
                    <a:pt x="31935" y="18031"/>
                  </a:lnTo>
                  <a:lnTo>
                    <a:pt x="32063" y="17740"/>
                  </a:lnTo>
                  <a:lnTo>
                    <a:pt x="32172" y="17431"/>
                  </a:lnTo>
                  <a:lnTo>
                    <a:pt x="32281" y="17122"/>
                  </a:lnTo>
                  <a:lnTo>
                    <a:pt x="32353" y="16813"/>
                  </a:lnTo>
                  <a:lnTo>
                    <a:pt x="32426" y="16504"/>
                  </a:lnTo>
                  <a:lnTo>
                    <a:pt x="32463" y="16195"/>
                  </a:lnTo>
                  <a:lnTo>
                    <a:pt x="32481" y="15868"/>
                  </a:lnTo>
                  <a:lnTo>
                    <a:pt x="32499" y="15559"/>
                  </a:lnTo>
                  <a:lnTo>
                    <a:pt x="32481" y="15250"/>
                  </a:lnTo>
                  <a:lnTo>
                    <a:pt x="32463" y="14941"/>
                  </a:lnTo>
                  <a:lnTo>
                    <a:pt x="32408" y="14632"/>
                  </a:lnTo>
                  <a:lnTo>
                    <a:pt x="32353" y="14323"/>
                  </a:lnTo>
                  <a:lnTo>
                    <a:pt x="32263" y="14032"/>
                  </a:lnTo>
                  <a:lnTo>
                    <a:pt x="32154" y="13741"/>
                  </a:lnTo>
                  <a:lnTo>
                    <a:pt x="32044" y="13468"/>
                  </a:lnTo>
                  <a:lnTo>
                    <a:pt x="31899" y="13214"/>
                  </a:lnTo>
                  <a:lnTo>
                    <a:pt x="31735" y="12960"/>
                  </a:lnTo>
                  <a:lnTo>
                    <a:pt x="31572" y="12723"/>
                  </a:lnTo>
                  <a:lnTo>
                    <a:pt x="31372" y="12505"/>
                  </a:lnTo>
                  <a:lnTo>
                    <a:pt x="31154" y="12287"/>
                  </a:lnTo>
                  <a:lnTo>
                    <a:pt x="31154" y="12287"/>
                  </a:lnTo>
                  <a:lnTo>
                    <a:pt x="30772" y="11905"/>
                  </a:lnTo>
                  <a:lnTo>
                    <a:pt x="30390" y="11542"/>
                  </a:lnTo>
                  <a:lnTo>
                    <a:pt x="29991" y="11196"/>
                  </a:lnTo>
                  <a:lnTo>
                    <a:pt x="29573" y="10869"/>
                  </a:lnTo>
                  <a:lnTo>
                    <a:pt x="29136" y="10578"/>
                  </a:lnTo>
                  <a:lnTo>
                    <a:pt x="28700" y="10288"/>
                  </a:lnTo>
                  <a:lnTo>
                    <a:pt x="28264" y="10015"/>
                  </a:lnTo>
                  <a:lnTo>
                    <a:pt x="27809" y="9761"/>
                  </a:lnTo>
                  <a:lnTo>
                    <a:pt x="27337" y="9524"/>
                  </a:lnTo>
                  <a:lnTo>
                    <a:pt x="26864" y="9288"/>
                  </a:lnTo>
                  <a:lnTo>
                    <a:pt x="26374" y="9070"/>
                  </a:lnTo>
                  <a:lnTo>
                    <a:pt x="25883" y="8870"/>
                  </a:lnTo>
                  <a:lnTo>
                    <a:pt x="24883" y="8488"/>
                  </a:lnTo>
                  <a:lnTo>
                    <a:pt x="23865" y="8143"/>
                  </a:lnTo>
                  <a:lnTo>
                    <a:pt x="22811" y="7798"/>
                  </a:lnTo>
                  <a:lnTo>
                    <a:pt x="21757" y="7489"/>
                  </a:lnTo>
                  <a:lnTo>
                    <a:pt x="19630" y="6852"/>
                  </a:lnTo>
                  <a:lnTo>
                    <a:pt x="18576" y="6525"/>
                  </a:lnTo>
                  <a:lnTo>
                    <a:pt x="17522" y="6162"/>
                  </a:lnTo>
                  <a:lnTo>
                    <a:pt x="16468" y="5780"/>
                  </a:lnTo>
                  <a:lnTo>
                    <a:pt x="15959" y="5562"/>
                  </a:lnTo>
                  <a:lnTo>
                    <a:pt x="15450" y="5344"/>
                  </a:lnTo>
                  <a:lnTo>
                    <a:pt x="15450" y="5344"/>
                  </a:lnTo>
                  <a:lnTo>
                    <a:pt x="15123" y="5217"/>
                  </a:lnTo>
                  <a:lnTo>
                    <a:pt x="14832" y="5071"/>
                  </a:lnTo>
                  <a:lnTo>
                    <a:pt x="14523" y="4908"/>
                  </a:lnTo>
                  <a:lnTo>
                    <a:pt x="14232" y="4744"/>
                  </a:lnTo>
                  <a:lnTo>
                    <a:pt x="13960" y="4562"/>
                  </a:lnTo>
                  <a:lnTo>
                    <a:pt x="13687" y="4362"/>
                  </a:lnTo>
                  <a:lnTo>
                    <a:pt x="13414" y="4144"/>
                  </a:lnTo>
                  <a:lnTo>
                    <a:pt x="13160" y="3926"/>
                  </a:lnTo>
                  <a:lnTo>
                    <a:pt x="12905" y="3690"/>
                  </a:lnTo>
                  <a:lnTo>
                    <a:pt x="12669" y="3435"/>
                  </a:lnTo>
                  <a:lnTo>
                    <a:pt x="12433" y="3181"/>
                  </a:lnTo>
                  <a:lnTo>
                    <a:pt x="12196" y="2908"/>
                  </a:lnTo>
                  <a:lnTo>
                    <a:pt x="11978" y="2636"/>
                  </a:lnTo>
                  <a:lnTo>
                    <a:pt x="11778" y="2363"/>
                  </a:lnTo>
                  <a:lnTo>
                    <a:pt x="11379" y="1781"/>
                  </a:lnTo>
                  <a:lnTo>
                    <a:pt x="11379" y="1781"/>
                  </a:lnTo>
                  <a:lnTo>
                    <a:pt x="11160" y="1600"/>
                  </a:lnTo>
                  <a:lnTo>
                    <a:pt x="10924" y="1400"/>
                  </a:lnTo>
                  <a:lnTo>
                    <a:pt x="10724" y="1200"/>
                  </a:lnTo>
                  <a:lnTo>
                    <a:pt x="10524" y="982"/>
                  </a:lnTo>
                  <a:lnTo>
                    <a:pt x="10343" y="763"/>
                  </a:lnTo>
                  <a:lnTo>
                    <a:pt x="10179" y="545"/>
                  </a:lnTo>
                  <a:lnTo>
                    <a:pt x="10034" y="291"/>
                  </a:lnTo>
                  <a:lnTo>
                    <a:pt x="9888" y="36"/>
                  </a:lnTo>
                  <a:lnTo>
                    <a:pt x="9888" y="36"/>
                  </a:lnTo>
                  <a:lnTo>
                    <a:pt x="9888" y="36"/>
                  </a:lnTo>
                  <a:lnTo>
                    <a:pt x="9888" y="36"/>
                  </a:lnTo>
                  <a:lnTo>
                    <a:pt x="9888" y="36"/>
                  </a:lnTo>
                  <a:lnTo>
                    <a:pt x="9888" y="36"/>
                  </a:lnTo>
                  <a:lnTo>
                    <a:pt x="9888" y="36"/>
                  </a:lnTo>
                  <a:lnTo>
                    <a:pt x="9888" y="36"/>
                  </a:lnTo>
                  <a:lnTo>
                    <a:pt x="9888" y="18"/>
                  </a:lnTo>
                  <a:lnTo>
                    <a:pt x="9888" y="18"/>
                  </a:lnTo>
                  <a:lnTo>
                    <a:pt x="9888" y="18"/>
                  </a:lnTo>
                  <a:lnTo>
                    <a:pt x="9888" y="18"/>
                  </a:lnTo>
                  <a:lnTo>
                    <a:pt x="9888" y="0"/>
                  </a:lnTo>
                  <a:lnTo>
                    <a:pt x="9888" y="0"/>
                  </a:lnTo>
                  <a:lnTo>
                    <a:pt x="9870" y="0"/>
                  </a:lnTo>
                  <a:lnTo>
                    <a:pt x="987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7"/>
            <p:cNvSpPr/>
            <p:nvPr/>
          </p:nvSpPr>
          <p:spPr>
            <a:xfrm>
              <a:off x="713959" y="1954598"/>
              <a:ext cx="1578660" cy="1206789"/>
            </a:xfrm>
            <a:custGeom>
              <a:rect b="b" l="l" r="r" t="t"/>
              <a:pathLst>
                <a:path extrusionOk="0" fill="none" h="29609" w="38733">
                  <a:moveTo>
                    <a:pt x="2418" y="0"/>
                  </a:moveTo>
                  <a:lnTo>
                    <a:pt x="2418" y="0"/>
                  </a:lnTo>
                  <a:lnTo>
                    <a:pt x="2418" y="37"/>
                  </a:lnTo>
                  <a:lnTo>
                    <a:pt x="2418" y="37"/>
                  </a:lnTo>
                  <a:lnTo>
                    <a:pt x="1963" y="1527"/>
                  </a:lnTo>
                  <a:lnTo>
                    <a:pt x="1527" y="3036"/>
                  </a:lnTo>
                  <a:lnTo>
                    <a:pt x="1127" y="4563"/>
                  </a:lnTo>
                  <a:lnTo>
                    <a:pt x="945" y="5344"/>
                  </a:lnTo>
                  <a:lnTo>
                    <a:pt x="782" y="6108"/>
                  </a:lnTo>
                  <a:lnTo>
                    <a:pt x="618" y="6871"/>
                  </a:lnTo>
                  <a:lnTo>
                    <a:pt x="473" y="7652"/>
                  </a:lnTo>
                  <a:lnTo>
                    <a:pt x="346" y="8434"/>
                  </a:lnTo>
                  <a:lnTo>
                    <a:pt x="236" y="9197"/>
                  </a:lnTo>
                  <a:lnTo>
                    <a:pt x="146" y="9979"/>
                  </a:lnTo>
                  <a:lnTo>
                    <a:pt x="73" y="10761"/>
                  </a:lnTo>
                  <a:lnTo>
                    <a:pt x="18" y="11524"/>
                  </a:lnTo>
                  <a:lnTo>
                    <a:pt x="0" y="12306"/>
                  </a:lnTo>
                  <a:lnTo>
                    <a:pt x="0" y="12306"/>
                  </a:lnTo>
                  <a:lnTo>
                    <a:pt x="55" y="12887"/>
                  </a:lnTo>
                  <a:lnTo>
                    <a:pt x="127" y="13469"/>
                  </a:lnTo>
                  <a:lnTo>
                    <a:pt x="200" y="14032"/>
                  </a:lnTo>
                  <a:lnTo>
                    <a:pt x="309" y="14614"/>
                  </a:lnTo>
                  <a:lnTo>
                    <a:pt x="418" y="15177"/>
                  </a:lnTo>
                  <a:lnTo>
                    <a:pt x="545" y="15741"/>
                  </a:lnTo>
                  <a:lnTo>
                    <a:pt x="709" y="16286"/>
                  </a:lnTo>
                  <a:lnTo>
                    <a:pt x="854" y="16831"/>
                  </a:lnTo>
                  <a:lnTo>
                    <a:pt x="1036" y="17377"/>
                  </a:lnTo>
                  <a:lnTo>
                    <a:pt x="1236" y="17904"/>
                  </a:lnTo>
                  <a:lnTo>
                    <a:pt x="1454" y="18431"/>
                  </a:lnTo>
                  <a:lnTo>
                    <a:pt x="1672" y="18958"/>
                  </a:lnTo>
                  <a:lnTo>
                    <a:pt x="1909" y="19467"/>
                  </a:lnTo>
                  <a:lnTo>
                    <a:pt x="2181" y="19976"/>
                  </a:lnTo>
                  <a:lnTo>
                    <a:pt x="2454" y="20448"/>
                  </a:lnTo>
                  <a:lnTo>
                    <a:pt x="2745" y="20939"/>
                  </a:lnTo>
                  <a:lnTo>
                    <a:pt x="3054" y="21412"/>
                  </a:lnTo>
                  <a:lnTo>
                    <a:pt x="3381" y="21866"/>
                  </a:lnTo>
                  <a:lnTo>
                    <a:pt x="3726" y="22302"/>
                  </a:lnTo>
                  <a:lnTo>
                    <a:pt x="4090" y="22738"/>
                  </a:lnTo>
                  <a:lnTo>
                    <a:pt x="4453" y="23157"/>
                  </a:lnTo>
                  <a:lnTo>
                    <a:pt x="4853" y="23575"/>
                  </a:lnTo>
                  <a:lnTo>
                    <a:pt x="5271" y="23956"/>
                  </a:lnTo>
                  <a:lnTo>
                    <a:pt x="5707" y="24338"/>
                  </a:lnTo>
                  <a:lnTo>
                    <a:pt x="6144" y="24701"/>
                  </a:lnTo>
                  <a:lnTo>
                    <a:pt x="6616" y="25047"/>
                  </a:lnTo>
                  <a:lnTo>
                    <a:pt x="7107" y="25374"/>
                  </a:lnTo>
                  <a:lnTo>
                    <a:pt x="7598" y="25683"/>
                  </a:lnTo>
                  <a:lnTo>
                    <a:pt x="8125" y="25974"/>
                  </a:lnTo>
                  <a:lnTo>
                    <a:pt x="8670" y="26265"/>
                  </a:lnTo>
                  <a:lnTo>
                    <a:pt x="9215" y="26519"/>
                  </a:lnTo>
                  <a:lnTo>
                    <a:pt x="9797" y="26755"/>
                  </a:lnTo>
                  <a:lnTo>
                    <a:pt x="9797" y="26755"/>
                  </a:lnTo>
                  <a:lnTo>
                    <a:pt x="10469" y="27010"/>
                  </a:lnTo>
                  <a:lnTo>
                    <a:pt x="11142" y="27210"/>
                  </a:lnTo>
                  <a:lnTo>
                    <a:pt x="11814" y="27392"/>
                  </a:lnTo>
                  <a:lnTo>
                    <a:pt x="12505" y="27537"/>
                  </a:lnTo>
                  <a:lnTo>
                    <a:pt x="13178" y="27628"/>
                  </a:lnTo>
                  <a:lnTo>
                    <a:pt x="13868" y="27701"/>
                  </a:lnTo>
                  <a:lnTo>
                    <a:pt x="14559" y="27755"/>
                  </a:lnTo>
                  <a:lnTo>
                    <a:pt x="15250" y="27773"/>
                  </a:lnTo>
                  <a:lnTo>
                    <a:pt x="15250" y="27773"/>
                  </a:lnTo>
                  <a:lnTo>
                    <a:pt x="15777" y="27755"/>
                  </a:lnTo>
                  <a:lnTo>
                    <a:pt x="16322" y="27737"/>
                  </a:lnTo>
                  <a:lnTo>
                    <a:pt x="16849" y="27701"/>
                  </a:lnTo>
                  <a:lnTo>
                    <a:pt x="17376" y="27646"/>
                  </a:lnTo>
                  <a:lnTo>
                    <a:pt x="17903" y="27573"/>
                  </a:lnTo>
                  <a:lnTo>
                    <a:pt x="18449" y="27501"/>
                  </a:lnTo>
                  <a:lnTo>
                    <a:pt x="18976" y="27410"/>
                  </a:lnTo>
                  <a:lnTo>
                    <a:pt x="19503" y="27301"/>
                  </a:lnTo>
                  <a:lnTo>
                    <a:pt x="20557" y="27064"/>
                  </a:lnTo>
                  <a:lnTo>
                    <a:pt x="21611" y="26792"/>
                  </a:lnTo>
                  <a:lnTo>
                    <a:pt x="22647" y="26483"/>
                  </a:lnTo>
                  <a:lnTo>
                    <a:pt x="23683" y="26156"/>
                  </a:lnTo>
                  <a:lnTo>
                    <a:pt x="23683" y="26156"/>
                  </a:lnTo>
                  <a:lnTo>
                    <a:pt x="23320" y="26337"/>
                  </a:lnTo>
                  <a:lnTo>
                    <a:pt x="22956" y="26537"/>
                  </a:lnTo>
                  <a:lnTo>
                    <a:pt x="22266" y="26955"/>
                  </a:lnTo>
                  <a:lnTo>
                    <a:pt x="21593" y="27392"/>
                  </a:lnTo>
                  <a:lnTo>
                    <a:pt x="20939" y="27846"/>
                  </a:lnTo>
                  <a:lnTo>
                    <a:pt x="19630" y="28755"/>
                  </a:lnTo>
                  <a:lnTo>
                    <a:pt x="18976" y="29191"/>
                  </a:lnTo>
                  <a:lnTo>
                    <a:pt x="18321" y="29609"/>
                  </a:lnTo>
                  <a:lnTo>
                    <a:pt x="18321" y="29609"/>
                  </a:lnTo>
                  <a:lnTo>
                    <a:pt x="18921" y="29391"/>
                  </a:lnTo>
                  <a:lnTo>
                    <a:pt x="19521" y="29191"/>
                  </a:lnTo>
                  <a:lnTo>
                    <a:pt x="20139" y="28991"/>
                  </a:lnTo>
                  <a:lnTo>
                    <a:pt x="20757" y="28827"/>
                  </a:lnTo>
                  <a:lnTo>
                    <a:pt x="21393" y="28664"/>
                  </a:lnTo>
                  <a:lnTo>
                    <a:pt x="22011" y="28500"/>
                  </a:lnTo>
                  <a:lnTo>
                    <a:pt x="22647" y="28373"/>
                  </a:lnTo>
                  <a:lnTo>
                    <a:pt x="23283" y="28246"/>
                  </a:lnTo>
                  <a:lnTo>
                    <a:pt x="23920" y="28137"/>
                  </a:lnTo>
                  <a:lnTo>
                    <a:pt x="24556" y="28046"/>
                  </a:lnTo>
                  <a:lnTo>
                    <a:pt x="25192" y="27973"/>
                  </a:lnTo>
                  <a:lnTo>
                    <a:pt x="25828" y="27900"/>
                  </a:lnTo>
                  <a:lnTo>
                    <a:pt x="26464" y="27864"/>
                  </a:lnTo>
                  <a:lnTo>
                    <a:pt x="27100" y="27828"/>
                  </a:lnTo>
                  <a:lnTo>
                    <a:pt x="27755" y="27791"/>
                  </a:lnTo>
                  <a:lnTo>
                    <a:pt x="28391" y="27791"/>
                  </a:lnTo>
                  <a:lnTo>
                    <a:pt x="28391" y="27791"/>
                  </a:lnTo>
                  <a:lnTo>
                    <a:pt x="29336" y="27810"/>
                  </a:lnTo>
                  <a:lnTo>
                    <a:pt x="30263" y="27846"/>
                  </a:lnTo>
                  <a:lnTo>
                    <a:pt x="31208" y="27937"/>
                  </a:lnTo>
                  <a:lnTo>
                    <a:pt x="32135" y="28046"/>
                  </a:lnTo>
                  <a:lnTo>
                    <a:pt x="33062" y="28173"/>
                  </a:lnTo>
                  <a:lnTo>
                    <a:pt x="33971" y="28355"/>
                  </a:lnTo>
                  <a:lnTo>
                    <a:pt x="34880" y="28555"/>
                  </a:lnTo>
                  <a:lnTo>
                    <a:pt x="35788" y="28791"/>
                  </a:lnTo>
                  <a:lnTo>
                    <a:pt x="35788" y="28791"/>
                  </a:lnTo>
                  <a:lnTo>
                    <a:pt x="35643" y="28500"/>
                  </a:lnTo>
                  <a:lnTo>
                    <a:pt x="35516" y="28209"/>
                  </a:lnTo>
                  <a:lnTo>
                    <a:pt x="35407" y="27900"/>
                  </a:lnTo>
                  <a:lnTo>
                    <a:pt x="35316" y="27591"/>
                  </a:lnTo>
                  <a:lnTo>
                    <a:pt x="35225" y="27264"/>
                  </a:lnTo>
                  <a:lnTo>
                    <a:pt x="35170" y="26937"/>
                  </a:lnTo>
                  <a:lnTo>
                    <a:pt x="35134" y="26610"/>
                  </a:lnTo>
                  <a:lnTo>
                    <a:pt x="35098" y="26265"/>
                  </a:lnTo>
                  <a:lnTo>
                    <a:pt x="35098" y="26265"/>
                  </a:lnTo>
                  <a:lnTo>
                    <a:pt x="35098" y="25792"/>
                  </a:lnTo>
                  <a:lnTo>
                    <a:pt x="35134" y="25319"/>
                  </a:lnTo>
                  <a:lnTo>
                    <a:pt x="35207" y="24865"/>
                  </a:lnTo>
                  <a:lnTo>
                    <a:pt x="35316" y="24429"/>
                  </a:lnTo>
                  <a:lnTo>
                    <a:pt x="35443" y="23993"/>
                  </a:lnTo>
                  <a:lnTo>
                    <a:pt x="35625" y="23575"/>
                  </a:lnTo>
                  <a:lnTo>
                    <a:pt x="35825" y="23175"/>
                  </a:lnTo>
                  <a:lnTo>
                    <a:pt x="36043" y="22793"/>
                  </a:lnTo>
                  <a:lnTo>
                    <a:pt x="36297" y="22430"/>
                  </a:lnTo>
                  <a:lnTo>
                    <a:pt x="36588" y="22084"/>
                  </a:lnTo>
                  <a:lnTo>
                    <a:pt x="36879" y="21757"/>
                  </a:lnTo>
                  <a:lnTo>
                    <a:pt x="37206" y="21466"/>
                  </a:lnTo>
                  <a:lnTo>
                    <a:pt x="37570" y="21194"/>
                  </a:lnTo>
                  <a:lnTo>
                    <a:pt x="37933" y="20939"/>
                  </a:lnTo>
                  <a:lnTo>
                    <a:pt x="38333" y="20721"/>
                  </a:lnTo>
                  <a:lnTo>
                    <a:pt x="38733" y="20521"/>
                  </a:lnTo>
                  <a:lnTo>
                    <a:pt x="38733" y="20521"/>
                  </a:lnTo>
                  <a:lnTo>
                    <a:pt x="38151" y="19812"/>
                  </a:lnTo>
                  <a:lnTo>
                    <a:pt x="37606" y="19067"/>
                  </a:lnTo>
                  <a:lnTo>
                    <a:pt x="37079" y="18285"/>
                  </a:lnTo>
                  <a:lnTo>
                    <a:pt x="36588" y="17486"/>
                  </a:lnTo>
                  <a:lnTo>
                    <a:pt x="36134" y="16650"/>
                  </a:lnTo>
                  <a:lnTo>
                    <a:pt x="35698" y="15795"/>
                  </a:lnTo>
                  <a:lnTo>
                    <a:pt x="35316" y="14905"/>
                  </a:lnTo>
                  <a:lnTo>
                    <a:pt x="34952" y="14014"/>
                  </a:lnTo>
                  <a:lnTo>
                    <a:pt x="34952" y="14014"/>
                  </a:lnTo>
                  <a:lnTo>
                    <a:pt x="34262" y="13723"/>
                  </a:lnTo>
                  <a:lnTo>
                    <a:pt x="33553" y="13451"/>
                  </a:lnTo>
                  <a:lnTo>
                    <a:pt x="32826" y="13233"/>
                  </a:lnTo>
                  <a:lnTo>
                    <a:pt x="32099" y="13033"/>
                  </a:lnTo>
                  <a:lnTo>
                    <a:pt x="31372" y="12887"/>
                  </a:lnTo>
                  <a:lnTo>
                    <a:pt x="30645" y="12760"/>
                  </a:lnTo>
                  <a:lnTo>
                    <a:pt x="30263" y="12724"/>
                  </a:lnTo>
                  <a:lnTo>
                    <a:pt x="29899" y="12687"/>
                  </a:lnTo>
                  <a:lnTo>
                    <a:pt x="29536" y="12669"/>
                  </a:lnTo>
                  <a:lnTo>
                    <a:pt x="29154" y="12669"/>
                  </a:lnTo>
                  <a:lnTo>
                    <a:pt x="29154" y="12669"/>
                  </a:lnTo>
                  <a:lnTo>
                    <a:pt x="28627" y="12687"/>
                  </a:lnTo>
                  <a:lnTo>
                    <a:pt x="28627" y="12687"/>
                  </a:lnTo>
                  <a:lnTo>
                    <a:pt x="28173" y="12705"/>
                  </a:lnTo>
                  <a:lnTo>
                    <a:pt x="28173" y="12705"/>
                  </a:lnTo>
                  <a:lnTo>
                    <a:pt x="27809" y="12760"/>
                  </a:lnTo>
                  <a:lnTo>
                    <a:pt x="27464" y="12796"/>
                  </a:lnTo>
                  <a:lnTo>
                    <a:pt x="26755" y="12924"/>
                  </a:lnTo>
                  <a:lnTo>
                    <a:pt x="26046" y="13087"/>
                  </a:lnTo>
                  <a:lnTo>
                    <a:pt x="25355" y="13251"/>
                  </a:lnTo>
                  <a:lnTo>
                    <a:pt x="23974" y="13632"/>
                  </a:lnTo>
                  <a:lnTo>
                    <a:pt x="23265" y="13796"/>
                  </a:lnTo>
                  <a:lnTo>
                    <a:pt x="22575" y="13941"/>
                  </a:lnTo>
                  <a:lnTo>
                    <a:pt x="22575" y="13941"/>
                  </a:lnTo>
                  <a:lnTo>
                    <a:pt x="22575" y="13941"/>
                  </a:lnTo>
                  <a:lnTo>
                    <a:pt x="22538" y="13960"/>
                  </a:lnTo>
                  <a:lnTo>
                    <a:pt x="22538" y="13960"/>
                  </a:lnTo>
                  <a:lnTo>
                    <a:pt x="22538" y="13960"/>
                  </a:lnTo>
                  <a:lnTo>
                    <a:pt x="22538" y="13960"/>
                  </a:lnTo>
                  <a:lnTo>
                    <a:pt x="22520" y="13960"/>
                  </a:lnTo>
                  <a:lnTo>
                    <a:pt x="22520" y="13960"/>
                  </a:lnTo>
                  <a:lnTo>
                    <a:pt x="21757" y="14087"/>
                  </a:lnTo>
                  <a:lnTo>
                    <a:pt x="20993" y="14178"/>
                  </a:lnTo>
                  <a:lnTo>
                    <a:pt x="20230" y="14232"/>
                  </a:lnTo>
                  <a:lnTo>
                    <a:pt x="19448" y="14250"/>
                  </a:lnTo>
                  <a:lnTo>
                    <a:pt x="19448" y="14250"/>
                  </a:lnTo>
                  <a:lnTo>
                    <a:pt x="18758" y="14232"/>
                  </a:lnTo>
                  <a:lnTo>
                    <a:pt x="18758" y="14232"/>
                  </a:lnTo>
                  <a:lnTo>
                    <a:pt x="18212" y="14196"/>
                  </a:lnTo>
                  <a:lnTo>
                    <a:pt x="18212" y="14196"/>
                  </a:lnTo>
                  <a:lnTo>
                    <a:pt x="18212" y="14196"/>
                  </a:lnTo>
                  <a:lnTo>
                    <a:pt x="18212" y="14196"/>
                  </a:lnTo>
                  <a:lnTo>
                    <a:pt x="17740" y="14159"/>
                  </a:lnTo>
                  <a:lnTo>
                    <a:pt x="17285" y="14105"/>
                  </a:lnTo>
                  <a:lnTo>
                    <a:pt x="16813" y="14032"/>
                  </a:lnTo>
                  <a:lnTo>
                    <a:pt x="16358" y="13960"/>
                  </a:lnTo>
                  <a:lnTo>
                    <a:pt x="15904" y="13869"/>
                  </a:lnTo>
                  <a:lnTo>
                    <a:pt x="15450" y="13760"/>
                  </a:lnTo>
                  <a:lnTo>
                    <a:pt x="15013" y="13651"/>
                  </a:lnTo>
                  <a:lnTo>
                    <a:pt x="14559" y="13523"/>
                  </a:lnTo>
                  <a:lnTo>
                    <a:pt x="14123" y="13378"/>
                  </a:lnTo>
                  <a:lnTo>
                    <a:pt x="13668" y="13233"/>
                  </a:lnTo>
                  <a:lnTo>
                    <a:pt x="13250" y="13069"/>
                  </a:lnTo>
                  <a:lnTo>
                    <a:pt x="12814" y="12887"/>
                  </a:lnTo>
                  <a:lnTo>
                    <a:pt x="12378" y="12705"/>
                  </a:lnTo>
                  <a:lnTo>
                    <a:pt x="11960" y="12505"/>
                  </a:lnTo>
                  <a:lnTo>
                    <a:pt x="11560" y="12287"/>
                  </a:lnTo>
                  <a:lnTo>
                    <a:pt x="11142" y="12069"/>
                  </a:lnTo>
                  <a:lnTo>
                    <a:pt x="11142" y="12069"/>
                  </a:lnTo>
                  <a:lnTo>
                    <a:pt x="11396" y="12596"/>
                  </a:lnTo>
                  <a:lnTo>
                    <a:pt x="11669" y="13087"/>
                  </a:lnTo>
                  <a:lnTo>
                    <a:pt x="11978" y="13560"/>
                  </a:lnTo>
                  <a:lnTo>
                    <a:pt x="12323" y="14032"/>
                  </a:lnTo>
                  <a:lnTo>
                    <a:pt x="12705" y="14450"/>
                  </a:lnTo>
                  <a:lnTo>
                    <a:pt x="13105" y="14868"/>
                  </a:lnTo>
                  <a:lnTo>
                    <a:pt x="13323" y="15050"/>
                  </a:lnTo>
                  <a:lnTo>
                    <a:pt x="13541" y="15232"/>
                  </a:lnTo>
                  <a:lnTo>
                    <a:pt x="13777" y="15414"/>
                  </a:lnTo>
                  <a:lnTo>
                    <a:pt x="14032" y="15577"/>
                  </a:lnTo>
                  <a:lnTo>
                    <a:pt x="14032" y="15577"/>
                  </a:lnTo>
                  <a:lnTo>
                    <a:pt x="14414" y="15886"/>
                  </a:lnTo>
                  <a:lnTo>
                    <a:pt x="14813" y="16177"/>
                  </a:lnTo>
                  <a:lnTo>
                    <a:pt x="15232" y="16468"/>
                  </a:lnTo>
                  <a:lnTo>
                    <a:pt x="15668" y="16740"/>
                  </a:lnTo>
                  <a:lnTo>
                    <a:pt x="16122" y="17013"/>
                  </a:lnTo>
                  <a:lnTo>
                    <a:pt x="16577" y="17268"/>
                  </a:lnTo>
                  <a:lnTo>
                    <a:pt x="17049" y="17504"/>
                  </a:lnTo>
                  <a:lnTo>
                    <a:pt x="17540" y="17740"/>
                  </a:lnTo>
                  <a:lnTo>
                    <a:pt x="18031" y="17940"/>
                  </a:lnTo>
                  <a:lnTo>
                    <a:pt x="18521" y="18122"/>
                  </a:lnTo>
                  <a:lnTo>
                    <a:pt x="19030" y="18285"/>
                  </a:lnTo>
                  <a:lnTo>
                    <a:pt x="19539" y="18413"/>
                  </a:lnTo>
                  <a:lnTo>
                    <a:pt x="20048" y="18522"/>
                  </a:lnTo>
                  <a:lnTo>
                    <a:pt x="20557" y="18613"/>
                  </a:lnTo>
                  <a:lnTo>
                    <a:pt x="21084" y="18649"/>
                  </a:lnTo>
                  <a:lnTo>
                    <a:pt x="21593" y="18667"/>
                  </a:lnTo>
                  <a:lnTo>
                    <a:pt x="21593" y="18667"/>
                  </a:lnTo>
                  <a:lnTo>
                    <a:pt x="22102" y="18649"/>
                  </a:lnTo>
                  <a:lnTo>
                    <a:pt x="22611" y="18594"/>
                  </a:lnTo>
                  <a:lnTo>
                    <a:pt x="23102" y="18504"/>
                  </a:lnTo>
                  <a:lnTo>
                    <a:pt x="23611" y="18376"/>
                  </a:lnTo>
                  <a:lnTo>
                    <a:pt x="23847" y="18285"/>
                  </a:lnTo>
                  <a:lnTo>
                    <a:pt x="24101" y="18195"/>
                  </a:lnTo>
                  <a:lnTo>
                    <a:pt x="24338" y="18085"/>
                  </a:lnTo>
                  <a:lnTo>
                    <a:pt x="24574" y="17976"/>
                  </a:lnTo>
                  <a:lnTo>
                    <a:pt x="24810" y="17849"/>
                  </a:lnTo>
                  <a:lnTo>
                    <a:pt x="25046" y="17704"/>
                  </a:lnTo>
                  <a:lnTo>
                    <a:pt x="25283" y="17558"/>
                  </a:lnTo>
                  <a:lnTo>
                    <a:pt x="25501" y="17395"/>
                  </a:lnTo>
                  <a:lnTo>
                    <a:pt x="25501" y="17395"/>
                  </a:lnTo>
                  <a:lnTo>
                    <a:pt x="25156" y="17795"/>
                  </a:lnTo>
                  <a:lnTo>
                    <a:pt x="24774" y="18158"/>
                  </a:lnTo>
                  <a:lnTo>
                    <a:pt x="24392" y="18504"/>
                  </a:lnTo>
                  <a:lnTo>
                    <a:pt x="23974" y="18831"/>
                  </a:lnTo>
                  <a:lnTo>
                    <a:pt x="23538" y="19121"/>
                  </a:lnTo>
                  <a:lnTo>
                    <a:pt x="23102" y="19376"/>
                  </a:lnTo>
                  <a:lnTo>
                    <a:pt x="22647" y="19630"/>
                  </a:lnTo>
                  <a:lnTo>
                    <a:pt x="22157" y="19849"/>
                  </a:lnTo>
                  <a:lnTo>
                    <a:pt x="21684" y="20030"/>
                  </a:lnTo>
                  <a:lnTo>
                    <a:pt x="21175" y="20194"/>
                  </a:lnTo>
                  <a:lnTo>
                    <a:pt x="20666" y="20339"/>
                  </a:lnTo>
                  <a:lnTo>
                    <a:pt x="20157" y="20448"/>
                  </a:lnTo>
                  <a:lnTo>
                    <a:pt x="19630" y="20539"/>
                  </a:lnTo>
                  <a:lnTo>
                    <a:pt x="19103" y="20612"/>
                  </a:lnTo>
                  <a:lnTo>
                    <a:pt x="18576" y="20648"/>
                  </a:lnTo>
                  <a:lnTo>
                    <a:pt x="18049" y="20666"/>
                  </a:lnTo>
                  <a:lnTo>
                    <a:pt x="18049" y="20666"/>
                  </a:lnTo>
                  <a:lnTo>
                    <a:pt x="17685" y="20648"/>
                  </a:lnTo>
                  <a:lnTo>
                    <a:pt x="17322" y="20630"/>
                  </a:lnTo>
                  <a:lnTo>
                    <a:pt x="16976" y="20612"/>
                  </a:lnTo>
                  <a:lnTo>
                    <a:pt x="16613" y="20576"/>
                  </a:lnTo>
                  <a:lnTo>
                    <a:pt x="16249" y="20521"/>
                  </a:lnTo>
                  <a:lnTo>
                    <a:pt x="15904" y="20448"/>
                  </a:lnTo>
                  <a:lnTo>
                    <a:pt x="15559" y="20376"/>
                  </a:lnTo>
                  <a:lnTo>
                    <a:pt x="15195" y="20303"/>
                  </a:lnTo>
                  <a:lnTo>
                    <a:pt x="14850" y="20194"/>
                  </a:lnTo>
                  <a:lnTo>
                    <a:pt x="14504" y="20085"/>
                  </a:lnTo>
                  <a:lnTo>
                    <a:pt x="14159" y="19976"/>
                  </a:lnTo>
                  <a:lnTo>
                    <a:pt x="13832" y="19849"/>
                  </a:lnTo>
                  <a:lnTo>
                    <a:pt x="13487" y="19703"/>
                  </a:lnTo>
                  <a:lnTo>
                    <a:pt x="13159" y="19540"/>
                  </a:lnTo>
                  <a:lnTo>
                    <a:pt x="12832" y="19376"/>
                  </a:lnTo>
                  <a:lnTo>
                    <a:pt x="12523" y="19212"/>
                  </a:lnTo>
                  <a:lnTo>
                    <a:pt x="12523" y="19212"/>
                  </a:lnTo>
                  <a:lnTo>
                    <a:pt x="12014" y="18922"/>
                  </a:lnTo>
                  <a:lnTo>
                    <a:pt x="11505" y="18594"/>
                  </a:lnTo>
                  <a:lnTo>
                    <a:pt x="11033" y="18267"/>
                  </a:lnTo>
                  <a:lnTo>
                    <a:pt x="10560" y="17922"/>
                  </a:lnTo>
                  <a:lnTo>
                    <a:pt x="10124" y="17540"/>
                  </a:lnTo>
                  <a:lnTo>
                    <a:pt x="9688" y="17158"/>
                  </a:lnTo>
                  <a:lnTo>
                    <a:pt x="9270" y="16759"/>
                  </a:lnTo>
                  <a:lnTo>
                    <a:pt x="8852" y="16341"/>
                  </a:lnTo>
                  <a:lnTo>
                    <a:pt x="8470" y="15904"/>
                  </a:lnTo>
                  <a:lnTo>
                    <a:pt x="8088" y="15450"/>
                  </a:lnTo>
                  <a:lnTo>
                    <a:pt x="7725" y="14977"/>
                  </a:lnTo>
                  <a:lnTo>
                    <a:pt x="7380" y="14505"/>
                  </a:lnTo>
                  <a:lnTo>
                    <a:pt x="7052" y="14014"/>
                  </a:lnTo>
                  <a:lnTo>
                    <a:pt x="6743" y="13523"/>
                  </a:lnTo>
                  <a:lnTo>
                    <a:pt x="6453" y="13014"/>
                  </a:lnTo>
                  <a:lnTo>
                    <a:pt x="6162" y="12487"/>
                  </a:lnTo>
                  <a:lnTo>
                    <a:pt x="5889" y="11942"/>
                  </a:lnTo>
                  <a:lnTo>
                    <a:pt x="5635" y="11415"/>
                  </a:lnTo>
                  <a:lnTo>
                    <a:pt x="5398" y="10851"/>
                  </a:lnTo>
                  <a:lnTo>
                    <a:pt x="5180" y="10306"/>
                  </a:lnTo>
                  <a:lnTo>
                    <a:pt x="4980" y="9725"/>
                  </a:lnTo>
                  <a:lnTo>
                    <a:pt x="4780" y="9161"/>
                  </a:lnTo>
                  <a:lnTo>
                    <a:pt x="4617" y="8579"/>
                  </a:lnTo>
                  <a:lnTo>
                    <a:pt x="4453" y="7998"/>
                  </a:lnTo>
                  <a:lnTo>
                    <a:pt x="4308" y="7416"/>
                  </a:lnTo>
                  <a:lnTo>
                    <a:pt x="4181" y="6816"/>
                  </a:lnTo>
                  <a:lnTo>
                    <a:pt x="4072" y="6235"/>
                  </a:lnTo>
                  <a:lnTo>
                    <a:pt x="3981" y="5635"/>
                  </a:lnTo>
                  <a:lnTo>
                    <a:pt x="3890" y="5035"/>
                  </a:lnTo>
                  <a:lnTo>
                    <a:pt x="3835" y="4435"/>
                  </a:lnTo>
                  <a:lnTo>
                    <a:pt x="3781" y="3836"/>
                  </a:lnTo>
                  <a:lnTo>
                    <a:pt x="3744" y="3236"/>
                  </a:lnTo>
                  <a:lnTo>
                    <a:pt x="3744" y="3236"/>
                  </a:lnTo>
                  <a:lnTo>
                    <a:pt x="3526" y="2581"/>
                  </a:lnTo>
                  <a:lnTo>
                    <a:pt x="3345" y="1909"/>
                  </a:lnTo>
                  <a:lnTo>
                    <a:pt x="3163" y="1236"/>
                  </a:lnTo>
                  <a:lnTo>
                    <a:pt x="3036" y="546"/>
                  </a:lnTo>
                  <a:lnTo>
                    <a:pt x="3036" y="546"/>
                  </a:lnTo>
                  <a:lnTo>
                    <a:pt x="3036" y="528"/>
                  </a:lnTo>
                  <a:lnTo>
                    <a:pt x="3036" y="528"/>
                  </a:lnTo>
                  <a:lnTo>
                    <a:pt x="3036" y="528"/>
                  </a:lnTo>
                  <a:lnTo>
                    <a:pt x="2926" y="473"/>
                  </a:lnTo>
                  <a:lnTo>
                    <a:pt x="2836" y="400"/>
                  </a:lnTo>
                  <a:lnTo>
                    <a:pt x="2836" y="400"/>
                  </a:lnTo>
                  <a:lnTo>
                    <a:pt x="2745" y="309"/>
                  </a:lnTo>
                  <a:lnTo>
                    <a:pt x="2672" y="219"/>
                  </a:lnTo>
                  <a:lnTo>
                    <a:pt x="2672" y="219"/>
                  </a:lnTo>
                  <a:lnTo>
                    <a:pt x="2599" y="91"/>
                  </a:lnTo>
                  <a:lnTo>
                    <a:pt x="2454" y="19"/>
                  </a:lnTo>
                  <a:lnTo>
                    <a:pt x="24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7"/>
            <p:cNvSpPr/>
            <p:nvPr/>
          </p:nvSpPr>
          <p:spPr>
            <a:xfrm>
              <a:off x="2144410" y="2790970"/>
              <a:ext cx="467489" cy="450411"/>
            </a:xfrm>
            <a:custGeom>
              <a:rect b="b" l="l" r="r" t="t"/>
              <a:pathLst>
                <a:path extrusionOk="0" h="11051" w="11470">
                  <a:moveTo>
                    <a:pt x="3636" y="0"/>
                  </a:moveTo>
                  <a:lnTo>
                    <a:pt x="3236" y="200"/>
                  </a:lnTo>
                  <a:lnTo>
                    <a:pt x="2836" y="418"/>
                  </a:lnTo>
                  <a:lnTo>
                    <a:pt x="2473" y="673"/>
                  </a:lnTo>
                  <a:lnTo>
                    <a:pt x="2109" y="945"/>
                  </a:lnTo>
                  <a:lnTo>
                    <a:pt x="1782" y="1236"/>
                  </a:lnTo>
                  <a:lnTo>
                    <a:pt x="1491" y="1563"/>
                  </a:lnTo>
                  <a:lnTo>
                    <a:pt x="1200" y="1909"/>
                  </a:lnTo>
                  <a:lnTo>
                    <a:pt x="946" y="2272"/>
                  </a:lnTo>
                  <a:lnTo>
                    <a:pt x="728" y="2654"/>
                  </a:lnTo>
                  <a:lnTo>
                    <a:pt x="528" y="3054"/>
                  </a:lnTo>
                  <a:lnTo>
                    <a:pt x="346" y="3472"/>
                  </a:lnTo>
                  <a:lnTo>
                    <a:pt x="219" y="3908"/>
                  </a:lnTo>
                  <a:lnTo>
                    <a:pt x="110" y="4344"/>
                  </a:lnTo>
                  <a:lnTo>
                    <a:pt x="37" y="4798"/>
                  </a:lnTo>
                  <a:lnTo>
                    <a:pt x="1" y="5271"/>
                  </a:lnTo>
                  <a:lnTo>
                    <a:pt x="1" y="5744"/>
                  </a:lnTo>
                  <a:lnTo>
                    <a:pt x="37" y="6089"/>
                  </a:lnTo>
                  <a:lnTo>
                    <a:pt x="73" y="6416"/>
                  </a:lnTo>
                  <a:lnTo>
                    <a:pt x="128" y="6743"/>
                  </a:lnTo>
                  <a:lnTo>
                    <a:pt x="219" y="7070"/>
                  </a:lnTo>
                  <a:lnTo>
                    <a:pt x="310" y="7379"/>
                  </a:lnTo>
                  <a:lnTo>
                    <a:pt x="419" y="7688"/>
                  </a:lnTo>
                  <a:lnTo>
                    <a:pt x="546" y="7979"/>
                  </a:lnTo>
                  <a:lnTo>
                    <a:pt x="691" y="8270"/>
                  </a:lnTo>
                  <a:lnTo>
                    <a:pt x="1219" y="8434"/>
                  </a:lnTo>
                  <a:lnTo>
                    <a:pt x="1746" y="8597"/>
                  </a:lnTo>
                  <a:lnTo>
                    <a:pt x="2273" y="8761"/>
                  </a:lnTo>
                  <a:lnTo>
                    <a:pt x="2800" y="8961"/>
                  </a:lnTo>
                  <a:lnTo>
                    <a:pt x="4072" y="9488"/>
                  </a:lnTo>
                  <a:lnTo>
                    <a:pt x="5363" y="10015"/>
                  </a:lnTo>
                  <a:lnTo>
                    <a:pt x="6689" y="10542"/>
                  </a:lnTo>
                  <a:lnTo>
                    <a:pt x="8034" y="11051"/>
                  </a:lnTo>
                  <a:lnTo>
                    <a:pt x="8325" y="10942"/>
                  </a:lnTo>
                  <a:lnTo>
                    <a:pt x="8616" y="10815"/>
                  </a:lnTo>
                  <a:lnTo>
                    <a:pt x="8889" y="10669"/>
                  </a:lnTo>
                  <a:lnTo>
                    <a:pt x="9161" y="10506"/>
                  </a:lnTo>
                  <a:lnTo>
                    <a:pt x="9416" y="10324"/>
                  </a:lnTo>
                  <a:lnTo>
                    <a:pt x="9652" y="10142"/>
                  </a:lnTo>
                  <a:lnTo>
                    <a:pt x="9888" y="9942"/>
                  </a:lnTo>
                  <a:lnTo>
                    <a:pt x="10106" y="9742"/>
                  </a:lnTo>
                  <a:lnTo>
                    <a:pt x="10325" y="9524"/>
                  </a:lnTo>
                  <a:lnTo>
                    <a:pt x="10525" y="9288"/>
                  </a:lnTo>
                  <a:lnTo>
                    <a:pt x="10724" y="9052"/>
                  </a:lnTo>
                  <a:lnTo>
                    <a:pt x="10888" y="8797"/>
                  </a:lnTo>
                  <a:lnTo>
                    <a:pt x="11052" y="8543"/>
                  </a:lnTo>
                  <a:lnTo>
                    <a:pt x="11215" y="8270"/>
                  </a:lnTo>
                  <a:lnTo>
                    <a:pt x="11342" y="7997"/>
                  </a:lnTo>
                  <a:lnTo>
                    <a:pt x="11470" y="7707"/>
                  </a:lnTo>
                  <a:lnTo>
                    <a:pt x="11324" y="7961"/>
                  </a:lnTo>
                  <a:lnTo>
                    <a:pt x="11143" y="8216"/>
                  </a:lnTo>
                  <a:lnTo>
                    <a:pt x="10961" y="8470"/>
                  </a:lnTo>
                  <a:lnTo>
                    <a:pt x="10761" y="8688"/>
                  </a:lnTo>
                  <a:lnTo>
                    <a:pt x="10543" y="8906"/>
                  </a:lnTo>
                  <a:lnTo>
                    <a:pt x="10325" y="9124"/>
                  </a:lnTo>
                  <a:lnTo>
                    <a:pt x="10088" y="9306"/>
                  </a:lnTo>
                  <a:lnTo>
                    <a:pt x="9834" y="9470"/>
                  </a:lnTo>
                  <a:lnTo>
                    <a:pt x="9561" y="9633"/>
                  </a:lnTo>
                  <a:lnTo>
                    <a:pt x="9289" y="9779"/>
                  </a:lnTo>
                  <a:lnTo>
                    <a:pt x="8998" y="9906"/>
                  </a:lnTo>
                  <a:lnTo>
                    <a:pt x="8707" y="9997"/>
                  </a:lnTo>
                  <a:lnTo>
                    <a:pt x="8398" y="10088"/>
                  </a:lnTo>
                  <a:lnTo>
                    <a:pt x="8089" y="10160"/>
                  </a:lnTo>
                  <a:lnTo>
                    <a:pt x="7780" y="10197"/>
                  </a:lnTo>
                  <a:lnTo>
                    <a:pt x="7453" y="10233"/>
                  </a:lnTo>
                  <a:lnTo>
                    <a:pt x="6998" y="10233"/>
                  </a:lnTo>
                  <a:lnTo>
                    <a:pt x="6762" y="10215"/>
                  </a:lnTo>
                  <a:lnTo>
                    <a:pt x="6544" y="10179"/>
                  </a:lnTo>
                  <a:lnTo>
                    <a:pt x="6308" y="10142"/>
                  </a:lnTo>
                  <a:lnTo>
                    <a:pt x="6090" y="10088"/>
                  </a:lnTo>
                  <a:lnTo>
                    <a:pt x="5853" y="10033"/>
                  </a:lnTo>
                  <a:lnTo>
                    <a:pt x="5635" y="9960"/>
                  </a:lnTo>
                  <a:lnTo>
                    <a:pt x="5435" y="9870"/>
                  </a:lnTo>
                  <a:lnTo>
                    <a:pt x="5017" y="9688"/>
                  </a:lnTo>
                  <a:lnTo>
                    <a:pt x="4636" y="9452"/>
                  </a:lnTo>
                  <a:lnTo>
                    <a:pt x="4272" y="9197"/>
                  </a:lnTo>
                  <a:lnTo>
                    <a:pt x="3927" y="8906"/>
                  </a:lnTo>
                  <a:lnTo>
                    <a:pt x="3618" y="8579"/>
                  </a:lnTo>
                  <a:lnTo>
                    <a:pt x="3345" y="8216"/>
                  </a:lnTo>
                  <a:lnTo>
                    <a:pt x="3091" y="7852"/>
                  </a:lnTo>
                  <a:lnTo>
                    <a:pt x="2891" y="7434"/>
                  </a:lnTo>
                  <a:lnTo>
                    <a:pt x="2800" y="7234"/>
                  </a:lnTo>
                  <a:lnTo>
                    <a:pt x="2709" y="7016"/>
                  </a:lnTo>
                  <a:lnTo>
                    <a:pt x="2654" y="6798"/>
                  </a:lnTo>
                  <a:lnTo>
                    <a:pt x="2582" y="6580"/>
                  </a:lnTo>
                  <a:lnTo>
                    <a:pt x="2545" y="6343"/>
                  </a:lnTo>
                  <a:lnTo>
                    <a:pt x="2491" y="6107"/>
                  </a:lnTo>
                  <a:lnTo>
                    <a:pt x="2473" y="5871"/>
                  </a:lnTo>
                  <a:lnTo>
                    <a:pt x="2454" y="5635"/>
                  </a:lnTo>
                  <a:lnTo>
                    <a:pt x="2454" y="5289"/>
                  </a:lnTo>
                  <a:lnTo>
                    <a:pt x="2473" y="4962"/>
                  </a:lnTo>
                  <a:lnTo>
                    <a:pt x="2509" y="4635"/>
                  </a:lnTo>
                  <a:lnTo>
                    <a:pt x="2582" y="4308"/>
                  </a:lnTo>
                  <a:lnTo>
                    <a:pt x="2673" y="3981"/>
                  </a:lnTo>
                  <a:lnTo>
                    <a:pt x="2782" y="3690"/>
                  </a:lnTo>
                  <a:lnTo>
                    <a:pt x="2909" y="3381"/>
                  </a:lnTo>
                  <a:lnTo>
                    <a:pt x="3054" y="3108"/>
                  </a:lnTo>
                  <a:lnTo>
                    <a:pt x="3218" y="2817"/>
                  </a:lnTo>
                  <a:lnTo>
                    <a:pt x="3400" y="2563"/>
                  </a:lnTo>
                  <a:lnTo>
                    <a:pt x="3600" y="2308"/>
                  </a:lnTo>
                  <a:lnTo>
                    <a:pt x="3818" y="2072"/>
                  </a:lnTo>
                  <a:lnTo>
                    <a:pt x="4054" y="1854"/>
                  </a:lnTo>
                  <a:lnTo>
                    <a:pt x="4290" y="1654"/>
                  </a:lnTo>
                  <a:lnTo>
                    <a:pt x="4563" y="1454"/>
                  </a:lnTo>
                  <a:lnTo>
                    <a:pt x="4835" y="1291"/>
                  </a:lnTo>
                  <a:lnTo>
                    <a:pt x="4218" y="673"/>
                  </a:lnTo>
                  <a:lnTo>
                    <a:pt x="363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7"/>
            <p:cNvSpPr/>
            <p:nvPr/>
          </p:nvSpPr>
          <p:spPr>
            <a:xfrm>
              <a:off x="2144410" y="2790970"/>
              <a:ext cx="467489" cy="450411"/>
            </a:xfrm>
            <a:custGeom>
              <a:rect b="b" l="l" r="r" t="t"/>
              <a:pathLst>
                <a:path extrusionOk="0" fill="none" h="11051" w="11470">
                  <a:moveTo>
                    <a:pt x="3636" y="0"/>
                  </a:moveTo>
                  <a:lnTo>
                    <a:pt x="3636" y="0"/>
                  </a:lnTo>
                  <a:lnTo>
                    <a:pt x="3236" y="200"/>
                  </a:lnTo>
                  <a:lnTo>
                    <a:pt x="2836" y="418"/>
                  </a:lnTo>
                  <a:lnTo>
                    <a:pt x="2473" y="673"/>
                  </a:lnTo>
                  <a:lnTo>
                    <a:pt x="2109" y="945"/>
                  </a:lnTo>
                  <a:lnTo>
                    <a:pt x="1782" y="1236"/>
                  </a:lnTo>
                  <a:lnTo>
                    <a:pt x="1491" y="1563"/>
                  </a:lnTo>
                  <a:lnTo>
                    <a:pt x="1200" y="1909"/>
                  </a:lnTo>
                  <a:lnTo>
                    <a:pt x="946" y="2272"/>
                  </a:lnTo>
                  <a:lnTo>
                    <a:pt x="728" y="2654"/>
                  </a:lnTo>
                  <a:lnTo>
                    <a:pt x="528" y="3054"/>
                  </a:lnTo>
                  <a:lnTo>
                    <a:pt x="346" y="3472"/>
                  </a:lnTo>
                  <a:lnTo>
                    <a:pt x="219" y="3908"/>
                  </a:lnTo>
                  <a:lnTo>
                    <a:pt x="110" y="4344"/>
                  </a:lnTo>
                  <a:lnTo>
                    <a:pt x="37" y="4798"/>
                  </a:lnTo>
                  <a:lnTo>
                    <a:pt x="1" y="5271"/>
                  </a:lnTo>
                  <a:lnTo>
                    <a:pt x="1" y="5744"/>
                  </a:lnTo>
                  <a:lnTo>
                    <a:pt x="1" y="5744"/>
                  </a:lnTo>
                  <a:lnTo>
                    <a:pt x="37" y="6089"/>
                  </a:lnTo>
                  <a:lnTo>
                    <a:pt x="73" y="6416"/>
                  </a:lnTo>
                  <a:lnTo>
                    <a:pt x="128" y="6743"/>
                  </a:lnTo>
                  <a:lnTo>
                    <a:pt x="219" y="7070"/>
                  </a:lnTo>
                  <a:lnTo>
                    <a:pt x="310" y="7379"/>
                  </a:lnTo>
                  <a:lnTo>
                    <a:pt x="419" y="7688"/>
                  </a:lnTo>
                  <a:lnTo>
                    <a:pt x="546" y="7979"/>
                  </a:lnTo>
                  <a:lnTo>
                    <a:pt x="691" y="8270"/>
                  </a:lnTo>
                  <a:lnTo>
                    <a:pt x="691" y="8270"/>
                  </a:lnTo>
                  <a:lnTo>
                    <a:pt x="1219" y="8434"/>
                  </a:lnTo>
                  <a:lnTo>
                    <a:pt x="1746" y="8597"/>
                  </a:lnTo>
                  <a:lnTo>
                    <a:pt x="2273" y="8761"/>
                  </a:lnTo>
                  <a:lnTo>
                    <a:pt x="2800" y="8961"/>
                  </a:lnTo>
                  <a:lnTo>
                    <a:pt x="2800" y="8961"/>
                  </a:lnTo>
                  <a:lnTo>
                    <a:pt x="4072" y="9488"/>
                  </a:lnTo>
                  <a:lnTo>
                    <a:pt x="5363" y="10015"/>
                  </a:lnTo>
                  <a:lnTo>
                    <a:pt x="6689" y="10542"/>
                  </a:lnTo>
                  <a:lnTo>
                    <a:pt x="8034" y="11051"/>
                  </a:lnTo>
                  <a:lnTo>
                    <a:pt x="8034" y="11051"/>
                  </a:lnTo>
                  <a:lnTo>
                    <a:pt x="8325" y="10942"/>
                  </a:lnTo>
                  <a:lnTo>
                    <a:pt x="8616" y="10815"/>
                  </a:lnTo>
                  <a:lnTo>
                    <a:pt x="8889" y="10669"/>
                  </a:lnTo>
                  <a:lnTo>
                    <a:pt x="9161" y="10506"/>
                  </a:lnTo>
                  <a:lnTo>
                    <a:pt x="9416" y="10324"/>
                  </a:lnTo>
                  <a:lnTo>
                    <a:pt x="9652" y="10142"/>
                  </a:lnTo>
                  <a:lnTo>
                    <a:pt x="9888" y="9942"/>
                  </a:lnTo>
                  <a:lnTo>
                    <a:pt x="10106" y="9742"/>
                  </a:lnTo>
                  <a:lnTo>
                    <a:pt x="10325" y="9524"/>
                  </a:lnTo>
                  <a:lnTo>
                    <a:pt x="10525" y="9288"/>
                  </a:lnTo>
                  <a:lnTo>
                    <a:pt x="10724" y="9052"/>
                  </a:lnTo>
                  <a:lnTo>
                    <a:pt x="10888" y="8797"/>
                  </a:lnTo>
                  <a:lnTo>
                    <a:pt x="11052" y="8543"/>
                  </a:lnTo>
                  <a:lnTo>
                    <a:pt x="11215" y="8270"/>
                  </a:lnTo>
                  <a:lnTo>
                    <a:pt x="11342" y="7997"/>
                  </a:lnTo>
                  <a:lnTo>
                    <a:pt x="11470" y="7707"/>
                  </a:lnTo>
                  <a:lnTo>
                    <a:pt x="11470" y="7707"/>
                  </a:lnTo>
                  <a:lnTo>
                    <a:pt x="11324" y="7961"/>
                  </a:lnTo>
                  <a:lnTo>
                    <a:pt x="11143" y="8216"/>
                  </a:lnTo>
                  <a:lnTo>
                    <a:pt x="10961" y="8470"/>
                  </a:lnTo>
                  <a:lnTo>
                    <a:pt x="10761" y="8688"/>
                  </a:lnTo>
                  <a:lnTo>
                    <a:pt x="10543" y="8906"/>
                  </a:lnTo>
                  <a:lnTo>
                    <a:pt x="10325" y="9124"/>
                  </a:lnTo>
                  <a:lnTo>
                    <a:pt x="10088" y="9306"/>
                  </a:lnTo>
                  <a:lnTo>
                    <a:pt x="9834" y="9470"/>
                  </a:lnTo>
                  <a:lnTo>
                    <a:pt x="9561" y="9633"/>
                  </a:lnTo>
                  <a:lnTo>
                    <a:pt x="9289" y="9779"/>
                  </a:lnTo>
                  <a:lnTo>
                    <a:pt x="8998" y="9906"/>
                  </a:lnTo>
                  <a:lnTo>
                    <a:pt x="8707" y="9997"/>
                  </a:lnTo>
                  <a:lnTo>
                    <a:pt x="8398" y="10088"/>
                  </a:lnTo>
                  <a:lnTo>
                    <a:pt x="8089" y="10160"/>
                  </a:lnTo>
                  <a:lnTo>
                    <a:pt x="7780" y="10197"/>
                  </a:lnTo>
                  <a:lnTo>
                    <a:pt x="7453" y="10233"/>
                  </a:lnTo>
                  <a:lnTo>
                    <a:pt x="7453" y="10233"/>
                  </a:lnTo>
                  <a:lnTo>
                    <a:pt x="7235" y="10233"/>
                  </a:lnTo>
                  <a:lnTo>
                    <a:pt x="7235" y="10233"/>
                  </a:lnTo>
                  <a:lnTo>
                    <a:pt x="6998" y="10233"/>
                  </a:lnTo>
                  <a:lnTo>
                    <a:pt x="6762" y="10215"/>
                  </a:lnTo>
                  <a:lnTo>
                    <a:pt x="6544" y="10179"/>
                  </a:lnTo>
                  <a:lnTo>
                    <a:pt x="6308" y="10142"/>
                  </a:lnTo>
                  <a:lnTo>
                    <a:pt x="6090" y="10088"/>
                  </a:lnTo>
                  <a:lnTo>
                    <a:pt x="5853" y="10033"/>
                  </a:lnTo>
                  <a:lnTo>
                    <a:pt x="5635" y="9960"/>
                  </a:lnTo>
                  <a:lnTo>
                    <a:pt x="5435" y="9870"/>
                  </a:lnTo>
                  <a:lnTo>
                    <a:pt x="5017" y="9688"/>
                  </a:lnTo>
                  <a:lnTo>
                    <a:pt x="4636" y="9452"/>
                  </a:lnTo>
                  <a:lnTo>
                    <a:pt x="4272" y="9197"/>
                  </a:lnTo>
                  <a:lnTo>
                    <a:pt x="3927" y="8906"/>
                  </a:lnTo>
                  <a:lnTo>
                    <a:pt x="3618" y="8579"/>
                  </a:lnTo>
                  <a:lnTo>
                    <a:pt x="3345" y="8216"/>
                  </a:lnTo>
                  <a:lnTo>
                    <a:pt x="3091" y="7852"/>
                  </a:lnTo>
                  <a:lnTo>
                    <a:pt x="2891" y="7434"/>
                  </a:lnTo>
                  <a:lnTo>
                    <a:pt x="2800" y="7234"/>
                  </a:lnTo>
                  <a:lnTo>
                    <a:pt x="2709" y="7016"/>
                  </a:lnTo>
                  <a:lnTo>
                    <a:pt x="2654" y="6798"/>
                  </a:lnTo>
                  <a:lnTo>
                    <a:pt x="2582" y="6580"/>
                  </a:lnTo>
                  <a:lnTo>
                    <a:pt x="2545" y="6343"/>
                  </a:lnTo>
                  <a:lnTo>
                    <a:pt x="2491" y="6107"/>
                  </a:lnTo>
                  <a:lnTo>
                    <a:pt x="2473" y="5871"/>
                  </a:lnTo>
                  <a:lnTo>
                    <a:pt x="2454" y="5635"/>
                  </a:lnTo>
                  <a:lnTo>
                    <a:pt x="2454" y="5635"/>
                  </a:lnTo>
                  <a:lnTo>
                    <a:pt x="2454" y="5289"/>
                  </a:lnTo>
                  <a:lnTo>
                    <a:pt x="2473" y="4962"/>
                  </a:lnTo>
                  <a:lnTo>
                    <a:pt x="2509" y="4635"/>
                  </a:lnTo>
                  <a:lnTo>
                    <a:pt x="2582" y="4308"/>
                  </a:lnTo>
                  <a:lnTo>
                    <a:pt x="2673" y="3981"/>
                  </a:lnTo>
                  <a:lnTo>
                    <a:pt x="2782" y="3690"/>
                  </a:lnTo>
                  <a:lnTo>
                    <a:pt x="2909" y="3381"/>
                  </a:lnTo>
                  <a:lnTo>
                    <a:pt x="3054" y="3108"/>
                  </a:lnTo>
                  <a:lnTo>
                    <a:pt x="3218" y="2817"/>
                  </a:lnTo>
                  <a:lnTo>
                    <a:pt x="3400" y="2563"/>
                  </a:lnTo>
                  <a:lnTo>
                    <a:pt x="3600" y="2308"/>
                  </a:lnTo>
                  <a:lnTo>
                    <a:pt x="3818" y="2072"/>
                  </a:lnTo>
                  <a:lnTo>
                    <a:pt x="4054" y="1854"/>
                  </a:lnTo>
                  <a:lnTo>
                    <a:pt x="4290" y="1654"/>
                  </a:lnTo>
                  <a:lnTo>
                    <a:pt x="4563" y="1454"/>
                  </a:lnTo>
                  <a:lnTo>
                    <a:pt x="4835" y="1291"/>
                  </a:lnTo>
                  <a:lnTo>
                    <a:pt x="4835" y="1291"/>
                  </a:lnTo>
                  <a:lnTo>
                    <a:pt x="4218" y="673"/>
                  </a:lnTo>
                  <a:lnTo>
                    <a:pt x="36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7"/>
            <p:cNvSpPr/>
            <p:nvPr/>
          </p:nvSpPr>
          <p:spPr>
            <a:xfrm>
              <a:off x="2557769" y="2998382"/>
              <a:ext cx="93375" cy="65946"/>
            </a:xfrm>
            <a:custGeom>
              <a:rect b="b" l="l" r="r" t="t"/>
              <a:pathLst>
                <a:path extrusionOk="0" h="1618" w="2291">
                  <a:moveTo>
                    <a:pt x="546" y="0"/>
                  </a:moveTo>
                  <a:lnTo>
                    <a:pt x="1" y="37"/>
                  </a:lnTo>
                  <a:lnTo>
                    <a:pt x="873" y="600"/>
                  </a:lnTo>
                  <a:lnTo>
                    <a:pt x="601" y="1618"/>
                  </a:lnTo>
                  <a:lnTo>
                    <a:pt x="1419" y="964"/>
                  </a:lnTo>
                  <a:lnTo>
                    <a:pt x="2291" y="1545"/>
                  </a:lnTo>
                  <a:lnTo>
                    <a:pt x="1909" y="564"/>
                  </a:lnTo>
                  <a:lnTo>
                    <a:pt x="2000" y="491"/>
                  </a:lnTo>
                  <a:lnTo>
                    <a:pt x="1273" y="273"/>
                  </a:lnTo>
                  <a:lnTo>
                    <a:pt x="546" y="0"/>
                  </a:lnTo>
                  <a:close/>
                </a:path>
              </a:pathLst>
            </a:custGeom>
            <a:solidFill>
              <a:srgbClr val="919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7"/>
            <p:cNvSpPr/>
            <p:nvPr/>
          </p:nvSpPr>
          <p:spPr>
            <a:xfrm>
              <a:off x="2557769" y="2998382"/>
              <a:ext cx="93375" cy="65946"/>
            </a:xfrm>
            <a:custGeom>
              <a:rect b="b" l="l" r="r" t="t"/>
              <a:pathLst>
                <a:path extrusionOk="0" fill="none" h="1618" w="2291">
                  <a:moveTo>
                    <a:pt x="546" y="0"/>
                  </a:moveTo>
                  <a:lnTo>
                    <a:pt x="1" y="37"/>
                  </a:lnTo>
                  <a:lnTo>
                    <a:pt x="873" y="600"/>
                  </a:lnTo>
                  <a:lnTo>
                    <a:pt x="601" y="1618"/>
                  </a:lnTo>
                  <a:lnTo>
                    <a:pt x="1419" y="964"/>
                  </a:lnTo>
                  <a:lnTo>
                    <a:pt x="2291" y="1545"/>
                  </a:lnTo>
                  <a:lnTo>
                    <a:pt x="1909" y="564"/>
                  </a:lnTo>
                  <a:lnTo>
                    <a:pt x="2000" y="491"/>
                  </a:lnTo>
                  <a:lnTo>
                    <a:pt x="2000" y="491"/>
                  </a:lnTo>
                  <a:lnTo>
                    <a:pt x="1273" y="273"/>
                  </a:lnTo>
                  <a:lnTo>
                    <a:pt x="54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38"/>
          <p:cNvSpPr txBox="1"/>
          <p:nvPr/>
        </p:nvSpPr>
        <p:spPr>
          <a:xfrm>
            <a:off x="402650" y="337700"/>
            <a:ext cx="8001000" cy="63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400">
                <a:latin typeface="Merriweather ExtraBold"/>
                <a:ea typeface="Merriweather ExtraBold"/>
                <a:cs typeface="Merriweather ExtraBold"/>
                <a:sym typeface="Merriweather ExtraBold"/>
              </a:rPr>
              <a:t>Country's Actions or Inaction: Pollution laws  </a:t>
            </a:r>
            <a:endParaRPr sz="2400">
              <a:latin typeface="Merriweather ExtraBold"/>
              <a:ea typeface="Merriweather ExtraBold"/>
              <a:cs typeface="Merriweather ExtraBold"/>
              <a:sym typeface="Merriweather ExtraBold"/>
            </a:endParaRPr>
          </a:p>
          <a:p>
            <a:pPr indent="0" lvl="0" marL="0" rtl="0" algn="l">
              <a:spcBef>
                <a:spcPts val="1200"/>
              </a:spcBef>
              <a:spcAft>
                <a:spcPts val="0"/>
              </a:spcAft>
              <a:buNone/>
            </a:pPr>
            <a:r>
              <a:t/>
            </a:r>
            <a:endParaRPr>
              <a:solidFill>
                <a:schemeClr val="lt1"/>
              </a:solidFill>
              <a:latin typeface="Mallanna"/>
              <a:ea typeface="Mallanna"/>
              <a:cs typeface="Mallanna"/>
              <a:sym typeface="Mallanna"/>
            </a:endParaRPr>
          </a:p>
        </p:txBody>
      </p:sp>
      <p:sp>
        <p:nvSpPr>
          <p:cNvPr id="1638" name="Google Shape;1638;p38"/>
          <p:cNvSpPr txBox="1"/>
          <p:nvPr/>
        </p:nvSpPr>
        <p:spPr>
          <a:xfrm>
            <a:off x="220800" y="1493700"/>
            <a:ext cx="8624400" cy="24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Merriweather SemiBold"/>
                <a:ea typeface="Merriweather SemiBold"/>
                <a:cs typeface="Merriweather SemiBold"/>
                <a:sym typeface="Merriweather SemiBold"/>
              </a:rPr>
              <a:t>Türkiye has made some moves on climate change, like signing the Paris Agreement and putting money into solar and wind power. Still, progress is seen as slow by many critics. They also point out that pollution laws aren't always strictly enforced, letting some industries pollute freely. Additionally, the country still leans on fossil fuels for energy, adding to greenhouse gases. Because of this, issues like air pollution, droughts, and climate-related disasters stay major problems.</a:t>
            </a:r>
            <a:endParaRPr sz="1900">
              <a:latin typeface="Merriweather SemiBold"/>
              <a:ea typeface="Merriweather SemiBold"/>
              <a:cs typeface="Merriweather SemiBold"/>
              <a:sym typeface="Merriweather SemiBold"/>
            </a:endParaRPr>
          </a:p>
        </p:txBody>
      </p:sp>
      <p:grpSp>
        <p:nvGrpSpPr>
          <p:cNvPr id="1639" name="Google Shape;1639;p38"/>
          <p:cNvGrpSpPr/>
          <p:nvPr/>
        </p:nvGrpSpPr>
        <p:grpSpPr>
          <a:xfrm>
            <a:off x="3305585" y="3686058"/>
            <a:ext cx="2532831" cy="1293250"/>
            <a:chOff x="720027" y="2534924"/>
            <a:chExt cx="2962722" cy="1512750"/>
          </a:xfrm>
        </p:grpSpPr>
        <p:sp>
          <p:nvSpPr>
            <p:cNvPr id="1640" name="Google Shape;1640;p38"/>
            <p:cNvSpPr/>
            <p:nvPr/>
          </p:nvSpPr>
          <p:spPr>
            <a:xfrm>
              <a:off x="1464778" y="2581718"/>
              <a:ext cx="1528367" cy="1103860"/>
            </a:xfrm>
            <a:custGeom>
              <a:rect b="b" l="l" r="r" t="t"/>
              <a:pathLst>
                <a:path extrusionOk="0" h="54633" w="75643">
                  <a:moveTo>
                    <a:pt x="75643" y="0"/>
                  </a:move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1" name="Google Shape;1641;p38"/>
            <p:cNvSpPr/>
            <p:nvPr/>
          </p:nvSpPr>
          <p:spPr>
            <a:xfrm>
              <a:off x="1464778" y="2581718"/>
              <a:ext cx="1528367" cy="1103860"/>
            </a:xfrm>
            <a:custGeom>
              <a:rect b="b" l="l" r="r" t="t"/>
              <a:pathLst>
                <a:path extrusionOk="0" fill="none" h="54633" w="75643">
                  <a:moveTo>
                    <a:pt x="75643" y="0"/>
                  </a:moveTo>
                  <a:lnTo>
                    <a:pt x="75643" y="0"/>
                  </a:ln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2" name="Google Shape;1642;p38"/>
            <p:cNvSpPr/>
            <p:nvPr/>
          </p:nvSpPr>
          <p:spPr>
            <a:xfrm>
              <a:off x="1170757" y="2558503"/>
              <a:ext cx="291780" cy="86376"/>
            </a:xfrm>
            <a:custGeom>
              <a:rect b="b" l="l" r="r" t="t"/>
              <a:pathLst>
                <a:path extrusionOk="0" h="4275" w="14441">
                  <a:moveTo>
                    <a:pt x="4011" y="1"/>
                  </a:moveTo>
                  <a:lnTo>
                    <a:pt x="3427" y="20"/>
                  </a:lnTo>
                  <a:lnTo>
                    <a:pt x="2843" y="39"/>
                  </a:lnTo>
                  <a:lnTo>
                    <a:pt x="2260" y="95"/>
                  </a:lnTo>
                  <a:lnTo>
                    <a:pt x="1676" y="152"/>
                  </a:lnTo>
                  <a:lnTo>
                    <a:pt x="1093" y="227"/>
                  </a:lnTo>
                  <a:lnTo>
                    <a:pt x="848" y="265"/>
                  </a:lnTo>
                  <a:lnTo>
                    <a:pt x="528" y="340"/>
                  </a:lnTo>
                  <a:lnTo>
                    <a:pt x="208" y="396"/>
                  </a:lnTo>
                  <a:lnTo>
                    <a:pt x="76" y="415"/>
                  </a:lnTo>
                  <a:lnTo>
                    <a:pt x="1" y="396"/>
                  </a:lnTo>
                  <a:lnTo>
                    <a:pt x="1" y="396"/>
                  </a:lnTo>
                  <a:lnTo>
                    <a:pt x="4613" y="3070"/>
                  </a:lnTo>
                  <a:lnTo>
                    <a:pt x="5310" y="3465"/>
                  </a:lnTo>
                  <a:lnTo>
                    <a:pt x="5667" y="3653"/>
                  </a:lnTo>
                  <a:lnTo>
                    <a:pt x="6025" y="3823"/>
                  </a:lnTo>
                  <a:lnTo>
                    <a:pt x="6383" y="3973"/>
                  </a:lnTo>
                  <a:lnTo>
                    <a:pt x="6759" y="4086"/>
                  </a:lnTo>
                  <a:lnTo>
                    <a:pt x="7136" y="4180"/>
                  </a:lnTo>
                  <a:lnTo>
                    <a:pt x="7531" y="4256"/>
                  </a:lnTo>
                  <a:lnTo>
                    <a:pt x="7813" y="4274"/>
                  </a:lnTo>
                  <a:lnTo>
                    <a:pt x="8096" y="4274"/>
                  </a:lnTo>
                  <a:lnTo>
                    <a:pt x="8378" y="4256"/>
                  </a:lnTo>
                  <a:lnTo>
                    <a:pt x="8642" y="4218"/>
                  </a:lnTo>
                  <a:lnTo>
                    <a:pt x="8924" y="4161"/>
                  </a:lnTo>
                  <a:lnTo>
                    <a:pt x="9188" y="4105"/>
                  </a:lnTo>
                  <a:lnTo>
                    <a:pt x="9734" y="3936"/>
                  </a:lnTo>
                  <a:lnTo>
                    <a:pt x="10261" y="3747"/>
                  </a:lnTo>
                  <a:lnTo>
                    <a:pt x="10788" y="3521"/>
                  </a:lnTo>
                  <a:lnTo>
                    <a:pt x="11823" y="3088"/>
                  </a:lnTo>
                  <a:lnTo>
                    <a:pt x="12275" y="2900"/>
                  </a:lnTo>
                  <a:lnTo>
                    <a:pt x="12746" y="2712"/>
                  </a:lnTo>
                  <a:lnTo>
                    <a:pt x="13235" y="2561"/>
                  </a:lnTo>
                  <a:lnTo>
                    <a:pt x="13725" y="2448"/>
                  </a:lnTo>
                  <a:lnTo>
                    <a:pt x="13894" y="2430"/>
                  </a:lnTo>
                  <a:lnTo>
                    <a:pt x="14120" y="2411"/>
                  </a:lnTo>
                  <a:lnTo>
                    <a:pt x="14233" y="2392"/>
                  </a:lnTo>
                  <a:lnTo>
                    <a:pt x="14327" y="2354"/>
                  </a:lnTo>
                  <a:lnTo>
                    <a:pt x="14402" y="2317"/>
                  </a:lnTo>
                  <a:lnTo>
                    <a:pt x="14440" y="2241"/>
                  </a:lnTo>
                  <a:lnTo>
                    <a:pt x="14440" y="2185"/>
                  </a:lnTo>
                  <a:lnTo>
                    <a:pt x="14440" y="2147"/>
                  </a:lnTo>
                  <a:lnTo>
                    <a:pt x="14384" y="2053"/>
                  </a:lnTo>
                  <a:lnTo>
                    <a:pt x="14308" y="1978"/>
                  </a:lnTo>
                  <a:lnTo>
                    <a:pt x="14195" y="1921"/>
                  </a:lnTo>
                  <a:lnTo>
                    <a:pt x="13969" y="1808"/>
                  </a:lnTo>
                  <a:lnTo>
                    <a:pt x="13781" y="1752"/>
                  </a:lnTo>
                  <a:lnTo>
                    <a:pt x="13235" y="1545"/>
                  </a:lnTo>
                  <a:lnTo>
                    <a:pt x="12670" y="1338"/>
                  </a:lnTo>
                  <a:lnTo>
                    <a:pt x="12124" y="1168"/>
                  </a:lnTo>
                  <a:lnTo>
                    <a:pt x="11560" y="999"/>
                  </a:lnTo>
                  <a:lnTo>
                    <a:pt x="10995" y="829"/>
                  </a:lnTo>
                  <a:lnTo>
                    <a:pt x="10411" y="698"/>
                  </a:lnTo>
                  <a:lnTo>
                    <a:pt x="9847" y="566"/>
                  </a:lnTo>
                  <a:lnTo>
                    <a:pt x="9263" y="453"/>
                  </a:lnTo>
                  <a:lnTo>
                    <a:pt x="8698" y="340"/>
                  </a:lnTo>
                  <a:lnTo>
                    <a:pt x="8115" y="246"/>
                  </a:lnTo>
                  <a:lnTo>
                    <a:pt x="7531" y="170"/>
                  </a:lnTo>
                  <a:lnTo>
                    <a:pt x="6947" y="114"/>
                  </a:lnTo>
                  <a:lnTo>
                    <a:pt x="6345" y="57"/>
                  </a:lnTo>
                  <a:lnTo>
                    <a:pt x="5761" y="20"/>
                  </a:lnTo>
                  <a:lnTo>
                    <a:pt x="5178" y="1"/>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3" name="Google Shape;1643;p38"/>
            <p:cNvSpPr/>
            <p:nvPr/>
          </p:nvSpPr>
          <p:spPr>
            <a:xfrm>
              <a:off x="1170757" y="2558503"/>
              <a:ext cx="291780" cy="86376"/>
            </a:xfrm>
            <a:custGeom>
              <a:rect b="b" l="l" r="r" t="t"/>
              <a:pathLst>
                <a:path extrusionOk="0" fill="none" h="4275" w="14441">
                  <a:moveTo>
                    <a:pt x="7531" y="4256"/>
                  </a:moveTo>
                  <a:lnTo>
                    <a:pt x="7531" y="4256"/>
                  </a:lnTo>
                  <a:lnTo>
                    <a:pt x="7136" y="4180"/>
                  </a:lnTo>
                  <a:lnTo>
                    <a:pt x="6759" y="4086"/>
                  </a:lnTo>
                  <a:lnTo>
                    <a:pt x="6383" y="3973"/>
                  </a:lnTo>
                  <a:lnTo>
                    <a:pt x="6025" y="3823"/>
                  </a:lnTo>
                  <a:lnTo>
                    <a:pt x="5667" y="3653"/>
                  </a:lnTo>
                  <a:lnTo>
                    <a:pt x="5310" y="3465"/>
                  </a:lnTo>
                  <a:lnTo>
                    <a:pt x="4613" y="3070"/>
                  </a:lnTo>
                  <a:lnTo>
                    <a:pt x="4613" y="3070"/>
                  </a:lnTo>
                  <a:lnTo>
                    <a:pt x="1" y="396"/>
                  </a:lnTo>
                  <a:lnTo>
                    <a:pt x="1" y="396"/>
                  </a:lnTo>
                  <a:lnTo>
                    <a:pt x="76" y="415"/>
                  </a:lnTo>
                  <a:lnTo>
                    <a:pt x="208" y="396"/>
                  </a:lnTo>
                  <a:lnTo>
                    <a:pt x="528" y="340"/>
                  </a:lnTo>
                  <a:lnTo>
                    <a:pt x="848" y="265"/>
                  </a:lnTo>
                  <a:lnTo>
                    <a:pt x="1093" y="227"/>
                  </a:lnTo>
                  <a:lnTo>
                    <a:pt x="1093" y="227"/>
                  </a:lnTo>
                  <a:lnTo>
                    <a:pt x="1676" y="152"/>
                  </a:lnTo>
                  <a:lnTo>
                    <a:pt x="2260" y="95"/>
                  </a:lnTo>
                  <a:lnTo>
                    <a:pt x="2260" y="95"/>
                  </a:lnTo>
                  <a:lnTo>
                    <a:pt x="2843" y="39"/>
                  </a:lnTo>
                  <a:lnTo>
                    <a:pt x="3427" y="20"/>
                  </a:lnTo>
                  <a:lnTo>
                    <a:pt x="4011" y="1"/>
                  </a:lnTo>
                  <a:lnTo>
                    <a:pt x="4594" y="1"/>
                  </a:lnTo>
                  <a:lnTo>
                    <a:pt x="4594" y="1"/>
                  </a:lnTo>
                  <a:lnTo>
                    <a:pt x="5178" y="1"/>
                  </a:lnTo>
                  <a:lnTo>
                    <a:pt x="5761" y="20"/>
                  </a:lnTo>
                  <a:lnTo>
                    <a:pt x="6345" y="57"/>
                  </a:lnTo>
                  <a:lnTo>
                    <a:pt x="6947" y="114"/>
                  </a:lnTo>
                  <a:lnTo>
                    <a:pt x="7531" y="170"/>
                  </a:lnTo>
                  <a:lnTo>
                    <a:pt x="8115" y="246"/>
                  </a:lnTo>
                  <a:lnTo>
                    <a:pt x="8698" y="340"/>
                  </a:lnTo>
                  <a:lnTo>
                    <a:pt x="9263" y="453"/>
                  </a:lnTo>
                  <a:lnTo>
                    <a:pt x="9263" y="453"/>
                  </a:lnTo>
                  <a:lnTo>
                    <a:pt x="9847" y="566"/>
                  </a:lnTo>
                  <a:lnTo>
                    <a:pt x="10411" y="698"/>
                  </a:lnTo>
                  <a:lnTo>
                    <a:pt x="10995" y="829"/>
                  </a:lnTo>
                  <a:lnTo>
                    <a:pt x="11560" y="999"/>
                  </a:lnTo>
                  <a:lnTo>
                    <a:pt x="12124" y="1168"/>
                  </a:lnTo>
                  <a:lnTo>
                    <a:pt x="12670" y="1338"/>
                  </a:lnTo>
                  <a:lnTo>
                    <a:pt x="13235" y="1545"/>
                  </a:lnTo>
                  <a:lnTo>
                    <a:pt x="13781" y="1752"/>
                  </a:lnTo>
                  <a:lnTo>
                    <a:pt x="13781" y="1752"/>
                  </a:lnTo>
                  <a:lnTo>
                    <a:pt x="13969" y="1808"/>
                  </a:lnTo>
                  <a:lnTo>
                    <a:pt x="14195" y="1921"/>
                  </a:lnTo>
                  <a:lnTo>
                    <a:pt x="14308" y="1978"/>
                  </a:lnTo>
                  <a:lnTo>
                    <a:pt x="14384" y="2053"/>
                  </a:lnTo>
                  <a:lnTo>
                    <a:pt x="14440" y="2147"/>
                  </a:lnTo>
                  <a:lnTo>
                    <a:pt x="14440" y="2185"/>
                  </a:lnTo>
                  <a:lnTo>
                    <a:pt x="14440" y="2241"/>
                  </a:lnTo>
                  <a:lnTo>
                    <a:pt x="14440" y="2241"/>
                  </a:lnTo>
                  <a:lnTo>
                    <a:pt x="14402" y="2317"/>
                  </a:lnTo>
                  <a:lnTo>
                    <a:pt x="14327" y="2354"/>
                  </a:lnTo>
                  <a:lnTo>
                    <a:pt x="14233" y="2392"/>
                  </a:lnTo>
                  <a:lnTo>
                    <a:pt x="14120" y="2411"/>
                  </a:lnTo>
                  <a:lnTo>
                    <a:pt x="13894" y="2430"/>
                  </a:lnTo>
                  <a:lnTo>
                    <a:pt x="13725" y="2448"/>
                  </a:lnTo>
                  <a:lnTo>
                    <a:pt x="13725" y="2448"/>
                  </a:lnTo>
                  <a:lnTo>
                    <a:pt x="13235" y="2561"/>
                  </a:lnTo>
                  <a:lnTo>
                    <a:pt x="12746" y="2712"/>
                  </a:lnTo>
                  <a:lnTo>
                    <a:pt x="12275" y="2900"/>
                  </a:lnTo>
                  <a:lnTo>
                    <a:pt x="11823" y="3088"/>
                  </a:lnTo>
                  <a:lnTo>
                    <a:pt x="11823" y="3088"/>
                  </a:lnTo>
                  <a:lnTo>
                    <a:pt x="10788" y="3521"/>
                  </a:lnTo>
                  <a:lnTo>
                    <a:pt x="10261" y="3747"/>
                  </a:lnTo>
                  <a:lnTo>
                    <a:pt x="9734" y="3936"/>
                  </a:lnTo>
                  <a:lnTo>
                    <a:pt x="9188" y="4105"/>
                  </a:lnTo>
                  <a:lnTo>
                    <a:pt x="8924" y="4161"/>
                  </a:lnTo>
                  <a:lnTo>
                    <a:pt x="8642" y="4218"/>
                  </a:lnTo>
                  <a:lnTo>
                    <a:pt x="8378" y="4256"/>
                  </a:lnTo>
                  <a:lnTo>
                    <a:pt x="8096" y="4274"/>
                  </a:lnTo>
                  <a:lnTo>
                    <a:pt x="7813" y="4274"/>
                  </a:lnTo>
                  <a:lnTo>
                    <a:pt x="7531" y="4256"/>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4" name="Google Shape;1644;p38"/>
            <p:cNvSpPr/>
            <p:nvPr/>
          </p:nvSpPr>
          <p:spPr>
            <a:xfrm>
              <a:off x="720027" y="2562705"/>
              <a:ext cx="439721" cy="799552"/>
            </a:xfrm>
            <a:custGeom>
              <a:rect b="b" l="l" r="r" t="t"/>
              <a:pathLst>
                <a:path extrusionOk="0" h="39572" w="21763">
                  <a:moveTo>
                    <a:pt x="21236" y="0"/>
                  </a:move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8641" y="8114"/>
                  </a:lnTo>
                  <a:lnTo>
                    <a:pt x="8171" y="8716"/>
                  </a:lnTo>
                  <a:lnTo>
                    <a:pt x="7662" y="9319"/>
                  </a:lnTo>
                  <a:lnTo>
                    <a:pt x="7173" y="9902"/>
                  </a:lnTo>
                  <a:lnTo>
                    <a:pt x="6646" y="10467"/>
                  </a:lnTo>
                  <a:lnTo>
                    <a:pt x="6100" y="11032"/>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693" y="18882"/>
                  </a:lnTo>
                  <a:lnTo>
                    <a:pt x="10881" y="17885"/>
                  </a:lnTo>
                  <a:lnTo>
                    <a:pt x="11220" y="15889"/>
                  </a:lnTo>
                  <a:lnTo>
                    <a:pt x="11578" y="13894"/>
                  </a:lnTo>
                  <a:lnTo>
                    <a:pt x="11766" y="12896"/>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lnTo>
                    <a:pt x="21236" y="0"/>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5" name="Google Shape;1645;p38"/>
            <p:cNvSpPr/>
            <p:nvPr/>
          </p:nvSpPr>
          <p:spPr>
            <a:xfrm>
              <a:off x="720027" y="2562705"/>
              <a:ext cx="439721" cy="799552"/>
            </a:xfrm>
            <a:custGeom>
              <a:rect b="b" l="l" r="r" t="t"/>
              <a:pathLst>
                <a:path extrusionOk="0" fill="none" h="39572" w="21763">
                  <a:moveTo>
                    <a:pt x="21763" y="19"/>
                  </a:moveTo>
                  <a:lnTo>
                    <a:pt x="21763" y="19"/>
                  </a:lnTo>
                  <a:lnTo>
                    <a:pt x="21236" y="0"/>
                  </a:ln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9601" y="6890"/>
                  </a:lnTo>
                  <a:lnTo>
                    <a:pt x="8641" y="8114"/>
                  </a:lnTo>
                  <a:lnTo>
                    <a:pt x="8171" y="8716"/>
                  </a:lnTo>
                  <a:lnTo>
                    <a:pt x="7662" y="9319"/>
                  </a:lnTo>
                  <a:lnTo>
                    <a:pt x="7173" y="9902"/>
                  </a:lnTo>
                  <a:lnTo>
                    <a:pt x="6646" y="10467"/>
                  </a:lnTo>
                  <a:lnTo>
                    <a:pt x="6100" y="11032"/>
                  </a:lnTo>
                  <a:lnTo>
                    <a:pt x="5535" y="11540"/>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486" y="19861"/>
                  </a:lnTo>
                  <a:lnTo>
                    <a:pt x="10693" y="18882"/>
                  </a:lnTo>
                  <a:lnTo>
                    <a:pt x="10881" y="17885"/>
                  </a:lnTo>
                  <a:lnTo>
                    <a:pt x="11220" y="15889"/>
                  </a:lnTo>
                  <a:lnTo>
                    <a:pt x="11578" y="13894"/>
                  </a:lnTo>
                  <a:lnTo>
                    <a:pt x="11766" y="12896"/>
                  </a:lnTo>
                  <a:lnTo>
                    <a:pt x="11992" y="11917"/>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6" name="Google Shape;1646;p38"/>
            <p:cNvSpPr/>
            <p:nvPr/>
          </p:nvSpPr>
          <p:spPr>
            <a:xfrm>
              <a:off x="2977900" y="2550906"/>
              <a:ext cx="291780" cy="86356"/>
            </a:xfrm>
            <a:custGeom>
              <a:rect b="b" l="l" r="r" t="t"/>
              <a:pathLst>
                <a:path extrusionOk="0" h="4274" w="14441">
                  <a:moveTo>
                    <a:pt x="9866" y="0"/>
                  </a:moveTo>
                  <a:lnTo>
                    <a:pt x="9263" y="19"/>
                  </a:lnTo>
                  <a:lnTo>
                    <a:pt x="8680" y="38"/>
                  </a:lnTo>
                  <a:lnTo>
                    <a:pt x="8096" y="76"/>
                  </a:lnTo>
                  <a:lnTo>
                    <a:pt x="7512" y="132"/>
                  </a:lnTo>
                  <a:lnTo>
                    <a:pt x="6929" y="189"/>
                  </a:lnTo>
                  <a:lnTo>
                    <a:pt x="6345" y="264"/>
                  </a:lnTo>
                  <a:lnTo>
                    <a:pt x="5762" y="358"/>
                  </a:lnTo>
                  <a:lnTo>
                    <a:pt x="5178" y="452"/>
                  </a:lnTo>
                  <a:lnTo>
                    <a:pt x="4613" y="584"/>
                  </a:lnTo>
                  <a:lnTo>
                    <a:pt x="4030" y="716"/>
                  </a:lnTo>
                  <a:lnTo>
                    <a:pt x="3465" y="848"/>
                  </a:lnTo>
                  <a:lnTo>
                    <a:pt x="2900" y="998"/>
                  </a:lnTo>
                  <a:lnTo>
                    <a:pt x="2335" y="1168"/>
                  </a:lnTo>
                  <a:lnTo>
                    <a:pt x="1770" y="1356"/>
                  </a:lnTo>
                  <a:lnTo>
                    <a:pt x="1225" y="1544"/>
                  </a:lnTo>
                  <a:lnTo>
                    <a:pt x="660" y="1751"/>
                  </a:lnTo>
                  <a:lnTo>
                    <a:pt x="490" y="1827"/>
                  </a:lnTo>
                  <a:lnTo>
                    <a:pt x="246" y="1921"/>
                  </a:lnTo>
                  <a:lnTo>
                    <a:pt x="151" y="1996"/>
                  </a:lnTo>
                  <a:lnTo>
                    <a:pt x="57" y="2071"/>
                  </a:lnTo>
                  <a:lnTo>
                    <a:pt x="20" y="2165"/>
                  </a:lnTo>
                  <a:lnTo>
                    <a:pt x="1" y="2203"/>
                  </a:lnTo>
                  <a:lnTo>
                    <a:pt x="20" y="2260"/>
                  </a:lnTo>
                  <a:lnTo>
                    <a:pt x="57" y="2316"/>
                  </a:lnTo>
                  <a:lnTo>
                    <a:pt x="114" y="2373"/>
                  </a:lnTo>
                  <a:lnTo>
                    <a:pt x="208" y="2391"/>
                  </a:lnTo>
                  <a:lnTo>
                    <a:pt x="321" y="2410"/>
                  </a:lnTo>
                  <a:lnTo>
                    <a:pt x="547" y="2429"/>
                  </a:lnTo>
                  <a:lnTo>
                    <a:pt x="735" y="2448"/>
                  </a:lnTo>
                  <a:lnTo>
                    <a:pt x="1225" y="2580"/>
                  </a:lnTo>
                  <a:lnTo>
                    <a:pt x="1695" y="2730"/>
                  </a:lnTo>
                  <a:lnTo>
                    <a:pt x="2166" y="2900"/>
                  </a:lnTo>
                  <a:lnTo>
                    <a:pt x="2636" y="3088"/>
                  </a:lnTo>
                  <a:lnTo>
                    <a:pt x="3653" y="3540"/>
                  </a:lnTo>
                  <a:lnTo>
                    <a:pt x="4180" y="3766"/>
                  </a:lnTo>
                  <a:lnTo>
                    <a:pt x="4707" y="3954"/>
                  </a:lnTo>
                  <a:lnTo>
                    <a:pt x="5253" y="4123"/>
                  </a:lnTo>
                  <a:lnTo>
                    <a:pt x="5536" y="4180"/>
                  </a:lnTo>
                  <a:lnTo>
                    <a:pt x="5799" y="4236"/>
                  </a:lnTo>
                  <a:lnTo>
                    <a:pt x="6082" y="4255"/>
                  </a:lnTo>
                  <a:lnTo>
                    <a:pt x="6364" y="4274"/>
                  </a:lnTo>
                  <a:lnTo>
                    <a:pt x="6646" y="4274"/>
                  </a:lnTo>
                  <a:lnTo>
                    <a:pt x="6929" y="4255"/>
                  </a:lnTo>
                  <a:lnTo>
                    <a:pt x="7305" y="4199"/>
                  </a:lnTo>
                  <a:lnTo>
                    <a:pt x="7682" y="4105"/>
                  </a:lnTo>
                  <a:lnTo>
                    <a:pt x="8058" y="3973"/>
                  </a:lnTo>
                  <a:lnTo>
                    <a:pt x="8435" y="3822"/>
                  </a:lnTo>
                  <a:lnTo>
                    <a:pt x="8793" y="3653"/>
                  </a:lnTo>
                  <a:lnTo>
                    <a:pt x="9131" y="3483"/>
                  </a:lnTo>
                  <a:lnTo>
                    <a:pt x="9828" y="3088"/>
                  </a:lnTo>
                  <a:lnTo>
                    <a:pt x="14440" y="396"/>
                  </a:lnTo>
                  <a:lnTo>
                    <a:pt x="14365" y="415"/>
                  </a:lnTo>
                  <a:lnTo>
                    <a:pt x="14233" y="415"/>
                  </a:lnTo>
                  <a:lnTo>
                    <a:pt x="13913" y="358"/>
                  </a:lnTo>
                  <a:lnTo>
                    <a:pt x="13593" y="283"/>
                  </a:lnTo>
                  <a:lnTo>
                    <a:pt x="13367" y="226"/>
                  </a:lnTo>
                  <a:lnTo>
                    <a:pt x="12784" y="151"/>
                  </a:lnTo>
                  <a:lnTo>
                    <a:pt x="12181" y="95"/>
                  </a:lnTo>
                  <a:lnTo>
                    <a:pt x="11598" y="57"/>
                  </a:lnTo>
                  <a:lnTo>
                    <a:pt x="11014" y="19"/>
                  </a:lnTo>
                  <a:lnTo>
                    <a:pt x="10449" y="19"/>
                  </a:lnTo>
                  <a:lnTo>
                    <a:pt x="9866" y="0"/>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7" name="Google Shape;1647;p38"/>
            <p:cNvSpPr/>
            <p:nvPr/>
          </p:nvSpPr>
          <p:spPr>
            <a:xfrm>
              <a:off x="3267375" y="2552421"/>
              <a:ext cx="415374" cy="799189"/>
            </a:xfrm>
            <a:custGeom>
              <a:rect b="b" l="l" r="r" t="t"/>
              <a:pathLst>
                <a:path extrusionOk="0" h="39554" w="20558">
                  <a:moveTo>
                    <a:pt x="509" y="1"/>
                  </a:moveTo>
                  <a:lnTo>
                    <a:pt x="0" y="20"/>
                  </a:lnTo>
                  <a:lnTo>
                    <a:pt x="471" y="76"/>
                  </a:lnTo>
                  <a:lnTo>
                    <a:pt x="942" y="189"/>
                  </a:lnTo>
                  <a:lnTo>
                    <a:pt x="1393" y="340"/>
                  </a:lnTo>
                  <a:lnTo>
                    <a:pt x="1845" y="528"/>
                  </a:lnTo>
                  <a:lnTo>
                    <a:pt x="2278" y="735"/>
                  </a:lnTo>
                  <a:lnTo>
                    <a:pt x="2692" y="980"/>
                  </a:lnTo>
                  <a:lnTo>
                    <a:pt x="3107" y="1262"/>
                  </a:lnTo>
                  <a:lnTo>
                    <a:pt x="3521" y="1563"/>
                  </a:lnTo>
                  <a:lnTo>
                    <a:pt x="3897" y="1883"/>
                  </a:lnTo>
                  <a:lnTo>
                    <a:pt x="4274" y="2222"/>
                  </a:lnTo>
                  <a:lnTo>
                    <a:pt x="4650" y="2580"/>
                  </a:lnTo>
                  <a:lnTo>
                    <a:pt x="5008" y="2956"/>
                  </a:lnTo>
                  <a:lnTo>
                    <a:pt x="5347" y="3333"/>
                  </a:lnTo>
                  <a:lnTo>
                    <a:pt x="5667" y="3728"/>
                  </a:lnTo>
                  <a:lnTo>
                    <a:pt x="5968" y="4124"/>
                  </a:lnTo>
                  <a:lnTo>
                    <a:pt x="6269" y="4538"/>
                  </a:lnTo>
                  <a:lnTo>
                    <a:pt x="6552" y="4933"/>
                  </a:lnTo>
                  <a:lnTo>
                    <a:pt x="6815" y="5366"/>
                  </a:lnTo>
                  <a:lnTo>
                    <a:pt x="7060" y="5780"/>
                  </a:lnTo>
                  <a:lnTo>
                    <a:pt x="7305" y="6213"/>
                  </a:lnTo>
                  <a:lnTo>
                    <a:pt x="7531" y="6665"/>
                  </a:lnTo>
                  <a:lnTo>
                    <a:pt x="7738" y="7117"/>
                  </a:lnTo>
                  <a:lnTo>
                    <a:pt x="7945" y="7569"/>
                  </a:lnTo>
                  <a:lnTo>
                    <a:pt x="8114" y="8039"/>
                  </a:lnTo>
                  <a:lnTo>
                    <a:pt x="8302" y="8510"/>
                  </a:lnTo>
                  <a:lnTo>
                    <a:pt x="8453" y="8981"/>
                  </a:lnTo>
                  <a:lnTo>
                    <a:pt x="8754" y="9960"/>
                  </a:lnTo>
                  <a:lnTo>
                    <a:pt x="9018" y="10939"/>
                  </a:lnTo>
                  <a:lnTo>
                    <a:pt x="9244" y="11918"/>
                  </a:lnTo>
                  <a:lnTo>
                    <a:pt x="9451" y="12896"/>
                  </a:lnTo>
                  <a:lnTo>
                    <a:pt x="9639" y="13894"/>
                  </a:lnTo>
                  <a:lnTo>
                    <a:pt x="9978" y="15890"/>
                  </a:lnTo>
                  <a:lnTo>
                    <a:pt x="10298" y="17866"/>
                  </a:lnTo>
                  <a:lnTo>
                    <a:pt x="10467" y="18864"/>
                  </a:lnTo>
                  <a:lnTo>
                    <a:pt x="10674" y="19862"/>
                  </a:lnTo>
                  <a:lnTo>
                    <a:pt x="10806" y="20559"/>
                  </a:lnTo>
                  <a:lnTo>
                    <a:pt x="10976" y="21236"/>
                  </a:lnTo>
                  <a:lnTo>
                    <a:pt x="11145" y="21914"/>
                  </a:lnTo>
                  <a:lnTo>
                    <a:pt x="11333" y="22592"/>
                  </a:lnTo>
                  <a:lnTo>
                    <a:pt x="11522" y="23269"/>
                  </a:lnTo>
                  <a:lnTo>
                    <a:pt x="11729" y="23947"/>
                  </a:lnTo>
                  <a:lnTo>
                    <a:pt x="11936" y="24606"/>
                  </a:lnTo>
                  <a:lnTo>
                    <a:pt x="12162" y="25284"/>
                  </a:lnTo>
                  <a:lnTo>
                    <a:pt x="12406" y="25943"/>
                  </a:lnTo>
                  <a:lnTo>
                    <a:pt x="12651" y="26583"/>
                  </a:lnTo>
                  <a:lnTo>
                    <a:pt x="12915" y="27242"/>
                  </a:lnTo>
                  <a:lnTo>
                    <a:pt x="13178" y="27882"/>
                  </a:lnTo>
                  <a:lnTo>
                    <a:pt x="13461" y="28522"/>
                  </a:lnTo>
                  <a:lnTo>
                    <a:pt x="13743" y="29162"/>
                  </a:lnTo>
                  <a:lnTo>
                    <a:pt x="14044" y="29783"/>
                  </a:lnTo>
                  <a:lnTo>
                    <a:pt x="14346" y="30404"/>
                  </a:lnTo>
                  <a:lnTo>
                    <a:pt x="15004" y="31647"/>
                  </a:lnTo>
                  <a:lnTo>
                    <a:pt x="15682" y="32852"/>
                  </a:lnTo>
                  <a:lnTo>
                    <a:pt x="16416" y="34038"/>
                  </a:lnTo>
                  <a:lnTo>
                    <a:pt x="17169" y="35186"/>
                  </a:lnTo>
                  <a:lnTo>
                    <a:pt x="17960" y="36335"/>
                  </a:lnTo>
                  <a:lnTo>
                    <a:pt x="18807" y="37426"/>
                  </a:lnTo>
                  <a:lnTo>
                    <a:pt x="19654" y="38518"/>
                  </a:lnTo>
                  <a:lnTo>
                    <a:pt x="20558" y="39554"/>
                  </a:lnTo>
                  <a:lnTo>
                    <a:pt x="20558" y="14101"/>
                  </a:lnTo>
                  <a:lnTo>
                    <a:pt x="20200" y="14064"/>
                  </a:lnTo>
                  <a:lnTo>
                    <a:pt x="19843" y="14007"/>
                  </a:lnTo>
                  <a:lnTo>
                    <a:pt x="19485" y="13932"/>
                  </a:lnTo>
                  <a:lnTo>
                    <a:pt x="19127" y="13819"/>
                  </a:lnTo>
                  <a:lnTo>
                    <a:pt x="18788" y="13706"/>
                  </a:lnTo>
                  <a:lnTo>
                    <a:pt x="18450" y="13593"/>
                  </a:lnTo>
                  <a:lnTo>
                    <a:pt x="18111" y="13442"/>
                  </a:lnTo>
                  <a:lnTo>
                    <a:pt x="17772" y="13273"/>
                  </a:lnTo>
                  <a:lnTo>
                    <a:pt x="17452" y="13104"/>
                  </a:lnTo>
                  <a:lnTo>
                    <a:pt x="17132" y="12915"/>
                  </a:lnTo>
                  <a:lnTo>
                    <a:pt x="16812" y="12708"/>
                  </a:lnTo>
                  <a:lnTo>
                    <a:pt x="16510" y="12501"/>
                  </a:lnTo>
                  <a:lnTo>
                    <a:pt x="16209" y="12275"/>
                  </a:lnTo>
                  <a:lnTo>
                    <a:pt x="15908" y="12030"/>
                  </a:lnTo>
                  <a:lnTo>
                    <a:pt x="15626" y="11786"/>
                  </a:lnTo>
                  <a:lnTo>
                    <a:pt x="15343" y="11541"/>
                  </a:lnTo>
                  <a:lnTo>
                    <a:pt x="14816" y="11014"/>
                  </a:lnTo>
                  <a:lnTo>
                    <a:pt x="14289" y="10468"/>
                  </a:lnTo>
                  <a:lnTo>
                    <a:pt x="13800" y="9903"/>
                  </a:lnTo>
                  <a:lnTo>
                    <a:pt x="13329" y="9320"/>
                  </a:lnTo>
                  <a:lnTo>
                    <a:pt x="12858" y="8717"/>
                  </a:lnTo>
                  <a:lnTo>
                    <a:pt x="12406" y="8115"/>
                  </a:lnTo>
                  <a:lnTo>
                    <a:pt x="11503" y="6891"/>
                  </a:lnTo>
                  <a:lnTo>
                    <a:pt x="10580" y="5667"/>
                  </a:lnTo>
                  <a:lnTo>
                    <a:pt x="10110" y="5084"/>
                  </a:lnTo>
                  <a:lnTo>
                    <a:pt x="9639" y="4500"/>
                  </a:lnTo>
                  <a:lnTo>
                    <a:pt x="9131" y="3935"/>
                  </a:lnTo>
                  <a:lnTo>
                    <a:pt x="8604" y="3389"/>
                  </a:lnTo>
                  <a:lnTo>
                    <a:pt x="8058" y="2881"/>
                  </a:lnTo>
                  <a:lnTo>
                    <a:pt x="7775" y="2636"/>
                  </a:lnTo>
                  <a:lnTo>
                    <a:pt x="7493" y="2410"/>
                  </a:lnTo>
                  <a:lnTo>
                    <a:pt x="7079" y="2109"/>
                  </a:lnTo>
                  <a:lnTo>
                    <a:pt x="6665" y="1827"/>
                  </a:lnTo>
                  <a:lnTo>
                    <a:pt x="6232" y="1563"/>
                  </a:lnTo>
                  <a:lnTo>
                    <a:pt x="5780" y="1319"/>
                  </a:lnTo>
                  <a:lnTo>
                    <a:pt x="5347" y="1093"/>
                  </a:lnTo>
                  <a:lnTo>
                    <a:pt x="4876" y="886"/>
                  </a:lnTo>
                  <a:lnTo>
                    <a:pt x="4406" y="697"/>
                  </a:lnTo>
                  <a:lnTo>
                    <a:pt x="3935" y="528"/>
                  </a:lnTo>
                  <a:lnTo>
                    <a:pt x="3464" y="396"/>
                  </a:lnTo>
                  <a:lnTo>
                    <a:pt x="2975" y="264"/>
                  </a:lnTo>
                  <a:lnTo>
                    <a:pt x="2485" y="170"/>
                  </a:lnTo>
                  <a:lnTo>
                    <a:pt x="1996" y="95"/>
                  </a:lnTo>
                  <a:lnTo>
                    <a:pt x="1506" y="38"/>
                  </a:lnTo>
                  <a:lnTo>
                    <a:pt x="998" y="20"/>
                  </a:lnTo>
                  <a:lnTo>
                    <a:pt x="509" y="1"/>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8" name="Google Shape;1648;p38"/>
            <p:cNvSpPr/>
            <p:nvPr/>
          </p:nvSpPr>
          <p:spPr>
            <a:xfrm>
              <a:off x="3267375" y="2552421"/>
              <a:ext cx="415374" cy="799189"/>
            </a:xfrm>
            <a:custGeom>
              <a:rect b="b" l="l" r="r" t="t"/>
              <a:pathLst>
                <a:path extrusionOk="0" fill="none" h="39554" w="20558">
                  <a:moveTo>
                    <a:pt x="0" y="20"/>
                  </a:moveTo>
                  <a:lnTo>
                    <a:pt x="0" y="20"/>
                  </a:lnTo>
                  <a:lnTo>
                    <a:pt x="509" y="1"/>
                  </a:lnTo>
                  <a:lnTo>
                    <a:pt x="998" y="20"/>
                  </a:lnTo>
                  <a:lnTo>
                    <a:pt x="1506" y="38"/>
                  </a:lnTo>
                  <a:lnTo>
                    <a:pt x="1996" y="95"/>
                  </a:lnTo>
                  <a:lnTo>
                    <a:pt x="2485" y="170"/>
                  </a:lnTo>
                  <a:lnTo>
                    <a:pt x="2975" y="264"/>
                  </a:lnTo>
                  <a:lnTo>
                    <a:pt x="3464" y="396"/>
                  </a:lnTo>
                  <a:lnTo>
                    <a:pt x="3935" y="528"/>
                  </a:lnTo>
                  <a:lnTo>
                    <a:pt x="4406" y="697"/>
                  </a:lnTo>
                  <a:lnTo>
                    <a:pt x="4876" y="886"/>
                  </a:lnTo>
                  <a:lnTo>
                    <a:pt x="5347" y="1093"/>
                  </a:lnTo>
                  <a:lnTo>
                    <a:pt x="5780" y="1319"/>
                  </a:lnTo>
                  <a:lnTo>
                    <a:pt x="6232" y="1563"/>
                  </a:lnTo>
                  <a:lnTo>
                    <a:pt x="6665" y="1827"/>
                  </a:lnTo>
                  <a:lnTo>
                    <a:pt x="7079" y="2109"/>
                  </a:lnTo>
                  <a:lnTo>
                    <a:pt x="7493" y="2410"/>
                  </a:lnTo>
                  <a:lnTo>
                    <a:pt x="7493" y="2410"/>
                  </a:lnTo>
                  <a:lnTo>
                    <a:pt x="7775" y="2636"/>
                  </a:lnTo>
                  <a:lnTo>
                    <a:pt x="8058" y="2881"/>
                  </a:lnTo>
                  <a:lnTo>
                    <a:pt x="8604" y="3389"/>
                  </a:lnTo>
                  <a:lnTo>
                    <a:pt x="9131" y="3935"/>
                  </a:lnTo>
                  <a:lnTo>
                    <a:pt x="9639" y="4500"/>
                  </a:lnTo>
                  <a:lnTo>
                    <a:pt x="10110" y="5084"/>
                  </a:lnTo>
                  <a:lnTo>
                    <a:pt x="10580" y="5667"/>
                  </a:lnTo>
                  <a:lnTo>
                    <a:pt x="11503" y="6891"/>
                  </a:lnTo>
                  <a:lnTo>
                    <a:pt x="11503" y="6891"/>
                  </a:lnTo>
                  <a:lnTo>
                    <a:pt x="12406" y="8115"/>
                  </a:lnTo>
                  <a:lnTo>
                    <a:pt x="12858" y="8717"/>
                  </a:lnTo>
                  <a:lnTo>
                    <a:pt x="13329" y="9320"/>
                  </a:lnTo>
                  <a:lnTo>
                    <a:pt x="13800" y="9903"/>
                  </a:lnTo>
                  <a:lnTo>
                    <a:pt x="14289" y="10468"/>
                  </a:lnTo>
                  <a:lnTo>
                    <a:pt x="14816" y="11014"/>
                  </a:lnTo>
                  <a:lnTo>
                    <a:pt x="15343" y="11541"/>
                  </a:lnTo>
                  <a:lnTo>
                    <a:pt x="15343" y="11541"/>
                  </a:lnTo>
                  <a:lnTo>
                    <a:pt x="15626" y="11786"/>
                  </a:lnTo>
                  <a:lnTo>
                    <a:pt x="15908" y="12030"/>
                  </a:lnTo>
                  <a:lnTo>
                    <a:pt x="16209" y="12275"/>
                  </a:lnTo>
                  <a:lnTo>
                    <a:pt x="16510" y="12501"/>
                  </a:lnTo>
                  <a:lnTo>
                    <a:pt x="16812" y="12708"/>
                  </a:lnTo>
                  <a:lnTo>
                    <a:pt x="17132" y="12915"/>
                  </a:lnTo>
                  <a:lnTo>
                    <a:pt x="17452" y="13104"/>
                  </a:lnTo>
                  <a:lnTo>
                    <a:pt x="17772" y="13273"/>
                  </a:lnTo>
                  <a:lnTo>
                    <a:pt x="18111" y="13442"/>
                  </a:lnTo>
                  <a:lnTo>
                    <a:pt x="18450" y="13593"/>
                  </a:lnTo>
                  <a:lnTo>
                    <a:pt x="18788" y="13706"/>
                  </a:lnTo>
                  <a:lnTo>
                    <a:pt x="19127" y="13819"/>
                  </a:lnTo>
                  <a:lnTo>
                    <a:pt x="19485" y="13932"/>
                  </a:lnTo>
                  <a:lnTo>
                    <a:pt x="19843" y="14007"/>
                  </a:lnTo>
                  <a:lnTo>
                    <a:pt x="20200" y="14064"/>
                  </a:lnTo>
                  <a:lnTo>
                    <a:pt x="20558" y="14101"/>
                  </a:lnTo>
                  <a:lnTo>
                    <a:pt x="20558" y="39554"/>
                  </a:lnTo>
                  <a:lnTo>
                    <a:pt x="20558" y="39554"/>
                  </a:lnTo>
                  <a:lnTo>
                    <a:pt x="19654" y="38518"/>
                  </a:lnTo>
                  <a:lnTo>
                    <a:pt x="18807" y="37426"/>
                  </a:lnTo>
                  <a:lnTo>
                    <a:pt x="17960" y="36335"/>
                  </a:lnTo>
                  <a:lnTo>
                    <a:pt x="17169" y="35186"/>
                  </a:lnTo>
                  <a:lnTo>
                    <a:pt x="16416" y="34038"/>
                  </a:lnTo>
                  <a:lnTo>
                    <a:pt x="15682" y="32852"/>
                  </a:lnTo>
                  <a:lnTo>
                    <a:pt x="15004" y="31647"/>
                  </a:lnTo>
                  <a:lnTo>
                    <a:pt x="14346" y="30404"/>
                  </a:lnTo>
                  <a:lnTo>
                    <a:pt x="14044" y="29783"/>
                  </a:lnTo>
                  <a:lnTo>
                    <a:pt x="13743" y="29162"/>
                  </a:lnTo>
                  <a:lnTo>
                    <a:pt x="13461" y="28522"/>
                  </a:lnTo>
                  <a:lnTo>
                    <a:pt x="13178" y="27882"/>
                  </a:lnTo>
                  <a:lnTo>
                    <a:pt x="12915" y="27242"/>
                  </a:lnTo>
                  <a:lnTo>
                    <a:pt x="12651" y="26583"/>
                  </a:lnTo>
                  <a:lnTo>
                    <a:pt x="12406" y="25943"/>
                  </a:lnTo>
                  <a:lnTo>
                    <a:pt x="12162" y="25284"/>
                  </a:lnTo>
                  <a:lnTo>
                    <a:pt x="11936" y="24606"/>
                  </a:lnTo>
                  <a:lnTo>
                    <a:pt x="11729" y="23947"/>
                  </a:lnTo>
                  <a:lnTo>
                    <a:pt x="11522" y="23269"/>
                  </a:lnTo>
                  <a:lnTo>
                    <a:pt x="11333" y="22592"/>
                  </a:lnTo>
                  <a:lnTo>
                    <a:pt x="11145" y="21914"/>
                  </a:lnTo>
                  <a:lnTo>
                    <a:pt x="10976" y="21236"/>
                  </a:lnTo>
                  <a:lnTo>
                    <a:pt x="10806" y="20559"/>
                  </a:lnTo>
                  <a:lnTo>
                    <a:pt x="10674" y="19862"/>
                  </a:lnTo>
                  <a:lnTo>
                    <a:pt x="10674" y="19862"/>
                  </a:lnTo>
                  <a:lnTo>
                    <a:pt x="10467" y="18864"/>
                  </a:lnTo>
                  <a:lnTo>
                    <a:pt x="10298" y="17866"/>
                  </a:lnTo>
                  <a:lnTo>
                    <a:pt x="9978" y="15890"/>
                  </a:lnTo>
                  <a:lnTo>
                    <a:pt x="9639" y="13894"/>
                  </a:lnTo>
                  <a:lnTo>
                    <a:pt x="9451" y="12896"/>
                  </a:lnTo>
                  <a:lnTo>
                    <a:pt x="9244" y="11918"/>
                  </a:lnTo>
                  <a:lnTo>
                    <a:pt x="9244" y="11918"/>
                  </a:lnTo>
                  <a:lnTo>
                    <a:pt x="9018" y="10939"/>
                  </a:lnTo>
                  <a:lnTo>
                    <a:pt x="8754" y="9960"/>
                  </a:lnTo>
                  <a:lnTo>
                    <a:pt x="8453" y="8981"/>
                  </a:lnTo>
                  <a:lnTo>
                    <a:pt x="8302" y="8510"/>
                  </a:lnTo>
                  <a:lnTo>
                    <a:pt x="8114" y="8039"/>
                  </a:lnTo>
                  <a:lnTo>
                    <a:pt x="7945" y="7569"/>
                  </a:lnTo>
                  <a:lnTo>
                    <a:pt x="7738" y="7117"/>
                  </a:lnTo>
                  <a:lnTo>
                    <a:pt x="7531" y="6665"/>
                  </a:lnTo>
                  <a:lnTo>
                    <a:pt x="7305" y="6213"/>
                  </a:lnTo>
                  <a:lnTo>
                    <a:pt x="7060" y="5780"/>
                  </a:lnTo>
                  <a:lnTo>
                    <a:pt x="6815" y="5366"/>
                  </a:lnTo>
                  <a:lnTo>
                    <a:pt x="6552" y="4933"/>
                  </a:lnTo>
                  <a:lnTo>
                    <a:pt x="6269" y="4538"/>
                  </a:lnTo>
                  <a:lnTo>
                    <a:pt x="6269" y="4538"/>
                  </a:lnTo>
                  <a:lnTo>
                    <a:pt x="5968" y="4124"/>
                  </a:lnTo>
                  <a:lnTo>
                    <a:pt x="5667" y="3728"/>
                  </a:lnTo>
                  <a:lnTo>
                    <a:pt x="5347" y="3333"/>
                  </a:lnTo>
                  <a:lnTo>
                    <a:pt x="5008" y="2956"/>
                  </a:lnTo>
                  <a:lnTo>
                    <a:pt x="4650" y="2580"/>
                  </a:lnTo>
                  <a:lnTo>
                    <a:pt x="4274" y="2222"/>
                  </a:lnTo>
                  <a:lnTo>
                    <a:pt x="3897" y="1883"/>
                  </a:lnTo>
                  <a:lnTo>
                    <a:pt x="3521" y="1563"/>
                  </a:lnTo>
                  <a:lnTo>
                    <a:pt x="3107" y="1262"/>
                  </a:lnTo>
                  <a:lnTo>
                    <a:pt x="2692" y="980"/>
                  </a:lnTo>
                  <a:lnTo>
                    <a:pt x="2278" y="735"/>
                  </a:lnTo>
                  <a:lnTo>
                    <a:pt x="1845" y="528"/>
                  </a:lnTo>
                  <a:lnTo>
                    <a:pt x="1393" y="340"/>
                  </a:lnTo>
                  <a:lnTo>
                    <a:pt x="942" y="189"/>
                  </a:lnTo>
                  <a:lnTo>
                    <a:pt x="471" y="76"/>
                  </a:lnTo>
                  <a:lnTo>
                    <a:pt x="0" y="2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9" name="Google Shape;1649;p38"/>
            <p:cNvSpPr/>
            <p:nvPr/>
          </p:nvSpPr>
          <p:spPr>
            <a:xfrm>
              <a:off x="1985518" y="3072774"/>
              <a:ext cx="542060" cy="542060"/>
            </a:xfrm>
            <a:custGeom>
              <a:rect b="b" l="l" r="r" t="t"/>
              <a:pathLst>
                <a:path extrusionOk="0" h="26828" w="26828">
                  <a:moveTo>
                    <a:pt x="12934" y="0"/>
                  </a:moveTo>
                  <a:lnTo>
                    <a:pt x="12463" y="38"/>
                  </a:lnTo>
                  <a:lnTo>
                    <a:pt x="11992" y="76"/>
                  </a:lnTo>
                  <a:lnTo>
                    <a:pt x="11503" y="132"/>
                  </a:lnTo>
                  <a:lnTo>
                    <a:pt x="11032" y="208"/>
                  </a:lnTo>
                  <a:lnTo>
                    <a:pt x="10562" y="302"/>
                  </a:lnTo>
                  <a:lnTo>
                    <a:pt x="10091" y="415"/>
                  </a:lnTo>
                  <a:lnTo>
                    <a:pt x="9620" y="546"/>
                  </a:lnTo>
                  <a:lnTo>
                    <a:pt x="9150" y="697"/>
                  </a:lnTo>
                  <a:lnTo>
                    <a:pt x="8679" y="866"/>
                  </a:lnTo>
                  <a:lnTo>
                    <a:pt x="8227" y="1055"/>
                  </a:lnTo>
                  <a:lnTo>
                    <a:pt x="7776" y="1243"/>
                  </a:lnTo>
                  <a:lnTo>
                    <a:pt x="7305" y="1469"/>
                  </a:lnTo>
                  <a:lnTo>
                    <a:pt x="6872" y="1714"/>
                  </a:lnTo>
                  <a:lnTo>
                    <a:pt x="6269" y="2071"/>
                  </a:lnTo>
                  <a:lnTo>
                    <a:pt x="5705" y="2448"/>
                  </a:lnTo>
                  <a:lnTo>
                    <a:pt x="5159" y="2843"/>
                  </a:lnTo>
                  <a:lnTo>
                    <a:pt x="4632" y="3276"/>
                  </a:lnTo>
                  <a:lnTo>
                    <a:pt x="4142" y="3709"/>
                  </a:lnTo>
                  <a:lnTo>
                    <a:pt x="3671" y="4180"/>
                  </a:lnTo>
                  <a:lnTo>
                    <a:pt x="3238" y="4669"/>
                  </a:lnTo>
                  <a:lnTo>
                    <a:pt x="2824" y="5178"/>
                  </a:lnTo>
                  <a:lnTo>
                    <a:pt x="2429" y="5705"/>
                  </a:lnTo>
                  <a:lnTo>
                    <a:pt x="2071" y="6251"/>
                  </a:lnTo>
                  <a:lnTo>
                    <a:pt x="1732" y="6797"/>
                  </a:lnTo>
                  <a:lnTo>
                    <a:pt x="1431" y="7361"/>
                  </a:lnTo>
                  <a:lnTo>
                    <a:pt x="1168" y="7945"/>
                  </a:lnTo>
                  <a:lnTo>
                    <a:pt x="904" y="8547"/>
                  </a:lnTo>
                  <a:lnTo>
                    <a:pt x="697" y="9150"/>
                  </a:lnTo>
                  <a:lnTo>
                    <a:pt x="509" y="9771"/>
                  </a:lnTo>
                  <a:lnTo>
                    <a:pt x="339" y="10392"/>
                  </a:lnTo>
                  <a:lnTo>
                    <a:pt x="208" y="11014"/>
                  </a:lnTo>
                  <a:lnTo>
                    <a:pt x="113" y="11654"/>
                  </a:lnTo>
                  <a:lnTo>
                    <a:pt x="38" y="12294"/>
                  </a:lnTo>
                  <a:lnTo>
                    <a:pt x="0" y="12953"/>
                  </a:lnTo>
                  <a:lnTo>
                    <a:pt x="0" y="13593"/>
                  </a:lnTo>
                  <a:lnTo>
                    <a:pt x="19" y="14252"/>
                  </a:lnTo>
                  <a:lnTo>
                    <a:pt x="76" y="14892"/>
                  </a:lnTo>
                  <a:lnTo>
                    <a:pt x="170" y="15551"/>
                  </a:lnTo>
                  <a:lnTo>
                    <a:pt x="283" y="16191"/>
                  </a:lnTo>
                  <a:lnTo>
                    <a:pt x="433" y="16831"/>
                  </a:lnTo>
                  <a:lnTo>
                    <a:pt x="622" y="17471"/>
                  </a:lnTo>
                  <a:lnTo>
                    <a:pt x="848" y="18111"/>
                  </a:lnTo>
                  <a:lnTo>
                    <a:pt x="1092" y="18732"/>
                  </a:lnTo>
                  <a:lnTo>
                    <a:pt x="1375" y="19353"/>
                  </a:lnTo>
                  <a:lnTo>
                    <a:pt x="1695" y="19975"/>
                  </a:lnTo>
                  <a:lnTo>
                    <a:pt x="2052" y="20558"/>
                  </a:lnTo>
                  <a:lnTo>
                    <a:pt x="2429" y="21123"/>
                  </a:lnTo>
                  <a:lnTo>
                    <a:pt x="2843" y="21669"/>
                  </a:lnTo>
                  <a:lnTo>
                    <a:pt x="3257" y="22196"/>
                  </a:lnTo>
                  <a:lnTo>
                    <a:pt x="3709" y="22686"/>
                  </a:lnTo>
                  <a:lnTo>
                    <a:pt x="4180" y="23156"/>
                  </a:lnTo>
                  <a:lnTo>
                    <a:pt x="4669" y="23589"/>
                  </a:lnTo>
                  <a:lnTo>
                    <a:pt x="5178" y="24003"/>
                  </a:lnTo>
                  <a:lnTo>
                    <a:pt x="5705" y="24399"/>
                  </a:lnTo>
                  <a:lnTo>
                    <a:pt x="6232" y="24756"/>
                  </a:lnTo>
                  <a:lnTo>
                    <a:pt x="6797" y="25095"/>
                  </a:lnTo>
                  <a:lnTo>
                    <a:pt x="7361" y="25396"/>
                  </a:lnTo>
                  <a:lnTo>
                    <a:pt x="7945" y="25679"/>
                  </a:lnTo>
                  <a:lnTo>
                    <a:pt x="8547" y="25924"/>
                  </a:lnTo>
                  <a:lnTo>
                    <a:pt x="9150" y="26131"/>
                  </a:lnTo>
                  <a:lnTo>
                    <a:pt x="9752" y="26319"/>
                  </a:lnTo>
                  <a:lnTo>
                    <a:pt x="10392" y="26488"/>
                  </a:lnTo>
                  <a:lnTo>
                    <a:pt x="11014" y="26620"/>
                  </a:lnTo>
                  <a:lnTo>
                    <a:pt x="11654" y="26714"/>
                  </a:lnTo>
                  <a:lnTo>
                    <a:pt x="12294" y="26790"/>
                  </a:lnTo>
                  <a:lnTo>
                    <a:pt x="12934" y="26827"/>
                  </a:lnTo>
                  <a:lnTo>
                    <a:pt x="13593" y="26827"/>
                  </a:lnTo>
                  <a:lnTo>
                    <a:pt x="14233" y="26808"/>
                  </a:lnTo>
                  <a:lnTo>
                    <a:pt x="14892" y="26752"/>
                  </a:lnTo>
                  <a:lnTo>
                    <a:pt x="15532" y="26677"/>
                  </a:lnTo>
                  <a:lnTo>
                    <a:pt x="16191" y="26545"/>
                  </a:lnTo>
                  <a:lnTo>
                    <a:pt x="16831" y="26394"/>
                  </a:lnTo>
                  <a:lnTo>
                    <a:pt x="17471" y="26206"/>
                  </a:lnTo>
                  <a:lnTo>
                    <a:pt x="18092" y="25999"/>
                  </a:lnTo>
                  <a:lnTo>
                    <a:pt x="18732" y="25735"/>
                  </a:lnTo>
                  <a:lnTo>
                    <a:pt x="19353" y="25453"/>
                  </a:lnTo>
                  <a:lnTo>
                    <a:pt x="19956" y="25133"/>
                  </a:lnTo>
                  <a:lnTo>
                    <a:pt x="20389" y="24869"/>
                  </a:lnTo>
                  <a:lnTo>
                    <a:pt x="20822" y="24606"/>
                  </a:lnTo>
                  <a:lnTo>
                    <a:pt x="21236" y="24323"/>
                  </a:lnTo>
                  <a:lnTo>
                    <a:pt x="21631" y="24022"/>
                  </a:lnTo>
                  <a:lnTo>
                    <a:pt x="22027" y="23721"/>
                  </a:lnTo>
                  <a:lnTo>
                    <a:pt x="22384" y="23401"/>
                  </a:lnTo>
                  <a:lnTo>
                    <a:pt x="22742" y="23062"/>
                  </a:lnTo>
                  <a:lnTo>
                    <a:pt x="23081" y="22723"/>
                  </a:lnTo>
                  <a:lnTo>
                    <a:pt x="23420" y="22366"/>
                  </a:lnTo>
                  <a:lnTo>
                    <a:pt x="23740" y="21989"/>
                  </a:lnTo>
                  <a:lnTo>
                    <a:pt x="24041" y="21612"/>
                  </a:lnTo>
                  <a:lnTo>
                    <a:pt x="24323" y="21236"/>
                  </a:lnTo>
                  <a:lnTo>
                    <a:pt x="24587" y="20841"/>
                  </a:lnTo>
                  <a:lnTo>
                    <a:pt x="24850" y="20445"/>
                  </a:lnTo>
                  <a:lnTo>
                    <a:pt x="25095" y="20031"/>
                  </a:lnTo>
                  <a:lnTo>
                    <a:pt x="25321" y="19617"/>
                  </a:lnTo>
                  <a:lnTo>
                    <a:pt x="25528" y="19184"/>
                  </a:lnTo>
                  <a:lnTo>
                    <a:pt x="25716" y="18751"/>
                  </a:lnTo>
                  <a:lnTo>
                    <a:pt x="25905" y="18318"/>
                  </a:lnTo>
                  <a:lnTo>
                    <a:pt x="26074" y="17866"/>
                  </a:lnTo>
                  <a:lnTo>
                    <a:pt x="26206" y="17433"/>
                  </a:lnTo>
                  <a:lnTo>
                    <a:pt x="26357" y="16981"/>
                  </a:lnTo>
                  <a:lnTo>
                    <a:pt x="26469" y="16511"/>
                  </a:lnTo>
                  <a:lnTo>
                    <a:pt x="26564" y="16059"/>
                  </a:lnTo>
                  <a:lnTo>
                    <a:pt x="26658" y="15588"/>
                  </a:lnTo>
                  <a:lnTo>
                    <a:pt x="26714" y="15118"/>
                  </a:lnTo>
                  <a:lnTo>
                    <a:pt x="26771" y="14647"/>
                  </a:lnTo>
                  <a:lnTo>
                    <a:pt x="26808" y="14176"/>
                  </a:lnTo>
                  <a:lnTo>
                    <a:pt x="26827" y="13706"/>
                  </a:lnTo>
                  <a:lnTo>
                    <a:pt x="26827" y="13216"/>
                  </a:lnTo>
                  <a:lnTo>
                    <a:pt x="26808" y="12746"/>
                  </a:lnTo>
                  <a:lnTo>
                    <a:pt x="26790" y="12275"/>
                  </a:lnTo>
                  <a:lnTo>
                    <a:pt x="26733" y="12953"/>
                  </a:lnTo>
                  <a:lnTo>
                    <a:pt x="26658" y="13649"/>
                  </a:lnTo>
                  <a:lnTo>
                    <a:pt x="26526" y="14327"/>
                  </a:lnTo>
                  <a:lnTo>
                    <a:pt x="26357" y="14986"/>
                  </a:lnTo>
                  <a:lnTo>
                    <a:pt x="26149" y="15645"/>
                  </a:lnTo>
                  <a:lnTo>
                    <a:pt x="25905" y="16285"/>
                  </a:lnTo>
                  <a:lnTo>
                    <a:pt x="25603" y="16906"/>
                  </a:lnTo>
                  <a:lnTo>
                    <a:pt x="25265" y="17508"/>
                  </a:lnTo>
                  <a:lnTo>
                    <a:pt x="24907" y="18092"/>
                  </a:lnTo>
                  <a:lnTo>
                    <a:pt x="24493" y="18657"/>
                  </a:lnTo>
                  <a:lnTo>
                    <a:pt x="24267" y="18920"/>
                  </a:lnTo>
                  <a:lnTo>
                    <a:pt x="24041" y="19203"/>
                  </a:lnTo>
                  <a:lnTo>
                    <a:pt x="23796" y="19448"/>
                  </a:lnTo>
                  <a:lnTo>
                    <a:pt x="23551" y="19711"/>
                  </a:lnTo>
                  <a:lnTo>
                    <a:pt x="23288" y="19956"/>
                  </a:lnTo>
                  <a:lnTo>
                    <a:pt x="23024" y="20182"/>
                  </a:lnTo>
                  <a:lnTo>
                    <a:pt x="22761" y="20408"/>
                  </a:lnTo>
                  <a:lnTo>
                    <a:pt x="22478" y="20634"/>
                  </a:lnTo>
                  <a:lnTo>
                    <a:pt x="22177" y="20841"/>
                  </a:lnTo>
                  <a:lnTo>
                    <a:pt x="21876" y="21048"/>
                  </a:lnTo>
                  <a:lnTo>
                    <a:pt x="21556" y="21255"/>
                  </a:lnTo>
                  <a:lnTo>
                    <a:pt x="21236" y="21424"/>
                  </a:lnTo>
                  <a:lnTo>
                    <a:pt x="20746" y="21688"/>
                  </a:lnTo>
                  <a:lnTo>
                    <a:pt x="20257" y="21933"/>
                  </a:lnTo>
                  <a:lnTo>
                    <a:pt x="19749" y="22121"/>
                  </a:lnTo>
                  <a:lnTo>
                    <a:pt x="19240" y="22309"/>
                  </a:lnTo>
                  <a:lnTo>
                    <a:pt x="18713" y="22460"/>
                  </a:lnTo>
                  <a:lnTo>
                    <a:pt x="18205" y="22573"/>
                  </a:lnTo>
                  <a:lnTo>
                    <a:pt x="17678" y="22667"/>
                  </a:lnTo>
                  <a:lnTo>
                    <a:pt x="17151" y="22742"/>
                  </a:lnTo>
                  <a:lnTo>
                    <a:pt x="16624" y="22799"/>
                  </a:lnTo>
                  <a:lnTo>
                    <a:pt x="16115" y="22817"/>
                  </a:lnTo>
                  <a:lnTo>
                    <a:pt x="15588" y="22799"/>
                  </a:lnTo>
                  <a:lnTo>
                    <a:pt x="15061" y="22780"/>
                  </a:lnTo>
                  <a:lnTo>
                    <a:pt x="14553" y="22723"/>
                  </a:lnTo>
                  <a:lnTo>
                    <a:pt x="14026" y="22629"/>
                  </a:lnTo>
                  <a:lnTo>
                    <a:pt x="13517" y="22535"/>
                  </a:lnTo>
                  <a:lnTo>
                    <a:pt x="13028" y="22403"/>
                  </a:lnTo>
                  <a:lnTo>
                    <a:pt x="12520" y="22253"/>
                  </a:lnTo>
                  <a:lnTo>
                    <a:pt x="12030" y="22064"/>
                  </a:lnTo>
                  <a:lnTo>
                    <a:pt x="11559" y="21876"/>
                  </a:lnTo>
                  <a:lnTo>
                    <a:pt x="11089" y="21650"/>
                  </a:lnTo>
                  <a:lnTo>
                    <a:pt x="10637" y="21405"/>
                  </a:lnTo>
                  <a:lnTo>
                    <a:pt x="10185" y="21142"/>
                  </a:lnTo>
                  <a:lnTo>
                    <a:pt x="9752" y="20841"/>
                  </a:lnTo>
                  <a:lnTo>
                    <a:pt x="9319" y="20539"/>
                  </a:lnTo>
                  <a:lnTo>
                    <a:pt x="8905" y="20201"/>
                  </a:lnTo>
                  <a:lnTo>
                    <a:pt x="8510" y="19843"/>
                  </a:lnTo>
                  <a:lnTo>
                    <a:pt x="8133" y="19466"/>
                  </a:lnTo>
                  <a:lnTo>
                    <a:pt x="7776" y="19071"/>
                  </a:lnTo>
                  <a:lnTo>
                    <a:pt x="7437" y="18638"/>
                  </a:lnTo>
                  <a:lnTo>
                    <a:pt x="7117" y="18205"/>
                  </a:lnTo>
                  <a:lnTo>
                    <a:pt x="6815" y="17753"/>
                  </a:lnTo>
                  <a:lnTo>
                    <a:pt x="6533" y="17264"/>
                  </a:lnTo>
                  <a:lnTo>
                    <a:pt x="6269" y="16774"/>
                  </a:lnTo>
                  <a:lnTo>
                    <a:pt x="6025" y="16285"/>
                  </a:lnTo>
                  <a:lnTo>
                    <a:pt x="5836" y="15776"/>
                  </a:lnTo>
                  <a:lnTo>
                    <a:pt x="5648" y="15268"/>
                  </a:lnTo>
                  <a:lnTo>
                    <a:pt x="5498" y="14741"/>
                  </a:lnTo>
                  <a:lnTo>
                    <a:pt x="5385" y="14233"/>
                  </a:lnTo>
                  <a:lnTo>
                    <a:pt x="5290" y="13706"/>
                  </a:lnTo>
                  <a:lnTo>
                    <a:pt x="5215" y="13179"/>
                  </a:lnTo>
                  <a:lnTo>
                    <a:pt x="5159" y="12651"/>
                  </a:lnTo>
                  <a:lnTo>
                    <a:pt x="5140" y="12124"/>
                  </a:lnTo>
                  <a:lnTo>
                    <a:pt x="5159" y="11616"/>
                  </a:lnTo>
                  <a:lnTo>
                    <a:pt x="5178" y="11089"/>
                  </a:lnTo>
                  <a:lnTo>
                    <a:pt x="5234" y="10581"/>
                  </a:lnTo>
                  <a:lnTo>
                    <a:pt x="5328" y="10053"/>
                  </a:lnTo>
                  <a:lnTo>
                    <a:pt x="5422" y="9545"/>
                  </a:lnTo>
                  <a:lnTo>
                    <a:pt x="5554" y="9056"/>
                  </a:lnTo>
                  <a:lnTo>
                    <a:pt x="5705" y="8547"/>
                  </a:lnTo>
                  <a:lnTo>
                    <a:pt x="5893" y="8058"/>
                  </a:lnTo>
                  <a:lnTo>
                    <a:pt x="6081" y="7587"/>
                  </a:lnTo>
                  <a:lnTo>
                    <a:pt x="6307" y="7117"/>
                  </a:lnTo>
                  <a:lnTo>
                    <a:pt x="6552" y="6646"/>
                  </a:lnTo>
                  <a:lnTo>
                    <a:pt x="6815" y="6213"/>
                  </a:lnTo>
                  <a:lnTo>
                    <a:pt x="7117" y="5761"/>
                  </a:lnTo>
                  <a:lnTo>
                    <a:pt x="7418" y="5347"/>
                  </a:lnTo>
                  <a:lnTo>
                    <a:pt x="7757" y="4933"/>
                  </a:lnTo>
                  <a:lnTo>
                    <a:pt x="8114" y="4537"/>
                  </a:lnTo>
                  <a:lnTo>
                    <a:pt x="8491" y="4161"/>
                  </a:lnTo>
                  <a:lnTo>
                    <a:pt x="8886" y="3803"/>
                  </a:lnTo>
                  <a:lnTo>
                    <a:pt x="9319" y="3464"/>
                  </a:lnTo>
                  <a:lnTo>
                    <a:pt x="9752" y="3144"/>
                  </a:lnTo>
                  <a:lnTo>
                    <a:pt x="10204" y="2824"/>
                  </a:lnTo>
                  <a:lnTo>
                    <a:pt x="10693" y="2542"/>
                  </a:lnTo>
                  <a:lnTo>
                    <a:pt x="11014" y="2373"/>
                  </a:lnTo>
                  <a:lnTo>
                    <a:pt x="11334" y="2203"/>
                  </a:lnTo>
                  <a:lnTo>
                    <a:pt x="11672" y="2052"/>
                  </a:lnTo>
                  <a:lnTo>
                    <a:pt x="12011" y="1921"/>
                  </a:lnTo>
                  <a:lnTo>
                    <a:pt x="12350" y="1789"/>
                  </a:lnTo>
                  <a:lnTo>
                    <a:pt x="12689" y="1676"/>
                  </a:lnTo>
                  <a:lnTo>
                    <a:pt x="13028" y="1582"/>
                  </a:lnTo>
                  <a:lnTo>
                    <a:pt x="13367" y="1488"/>
                  </a:lnTo>
                  <a:lnTo>
                    <a:pt x="13706" y="1412"/>
                  </a:lnTo>
                  <a:lnTo>
                    <a:pt x="14063" y="1337"/>
                  </a:lnTo>
                  <a:lnTo>
                    <a:pt x="14402" y="1281"/>
                  </a:lnTo>
                  <a:lnTo>
                    <a:pt x="14741" y="1243"/>
                  </a:lnTo>
                  <a:lnTo>
                    <a:pt x="15438" y="1187"/>
                  </a:lnTo>
                  <a:lnTo>
                    <a:pt x="16134" y="1168"/>
                  </a:lnTo>
                  <a:lnTo>
                    <a:pt x="16831" y="1205"/>
                  </a:lnTo>
                  <a:lnTo>
                    <a:pt x="17508" y="1281"/>
                  </a:lnTo>
                  <a:lnTo>
                    <a:pt x="18186" y="1412"/>
                  </a:lnTo>
                  <a:lnTo>
                    <a:pt x="18864" y="1563"/>
                  </a:lnTo>
                  <a:lnTo>
                    <a:pt x="19523" y="1770"/>
                  </a:lnTo>
                  <a:lnTo>
                    <a:pt x="20163" y="2015"/>
                  </a:lnTo>
                  <a:lnTo>
                    <a:pt x="20784" y="2297"/>
                  </a:lnTo>
                  <a:lnTo>
                    <a:pt x="21387" y="2636"/>
                  </a:lnTo>
                  <a:lnTo>
                    <a:pt x="21010" y="2354"/>
                  </a:lnTo>
                  <a:lnTo>
                    <a:pt x="20596" y="2090"/>
                  </a:lnTo>
                  <a:lnTo>
                    <a:pt x="20201" y="1845"/>
                  </a:lnTo>
                  <a:lnTo>
                    <a:pt x="19786" y="1619"/>
                  </a:lnTo>
                  <a:lnTo>
                    <a:pt x="19353" y="1394"/>
                  </a:lnTo>
                  <a:lnTo>
                    <a:pt x="18939" y="1187"/>
                  </a:lnTo>
                  <a:lnTo>
                    <a:pt x="18506" y="998"/>
                  </a:lnTo>
                  <a:lnTo>
                    <a:pt x="18054" y="829"/>
                  </a:lnTo>
                  <a:lnTo>
                    <a:pt x="17603" y="678"/>
                  </a:lnTo>
                  <a:lnTo>
                    <a:pt x="17151" y="546"/>
                  </a:lnTo>
                  <a:lnTo>
                    <a:pt x="16699" y="415"/>
                  </a:lnTo>
                  <a:lnTo>
                    <a:pt x="16247" y="302"/>
                  </a:lnTo>
                  <a:lnTo>
                    <a:pt x="15776" y="208"/>
                  </a:lnTo>
                  <a:lnTo>
                    <a:pt x="15306" y="132"/>
                  </a:lnTo>
                  <a:lnTo>
                    <a:pt x="14835" y="76"/>
                  </a:lnTo>
                  <a:lnTo>
                    <a:pt x="14365" y="38"/>
                  </a:lnTo>
                  <a:lnTo>
                    <a:pt x="13894" y="19"/>
                  </a:lnTo>
                  <a:lnTo>
                    <a:pt x="13423" y="0"/>
                  </a:lnTo>
                  <a:close/>
                </a:path>
              </a:pathLst>
            </a:custGeom>
            <a:gradFill>
              <a:gsLst>
                <a:gs pos="0">
                  <a:schemeClr val="accent3"/>
                </a:gs>
                <a:gs pos="100000">
                  <a:schemeClr val="accent4"/>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0" name="Google Shape;1650;p38"/>
            <p:cNvSpPr/>
            <p:nvPr/>
          </p:nvSpPr>
          <p:spPr>
            <a:xfrm>
              <a:off x="1985518" y="3072774"/>
              <a:ext cx="542060" cy="542060"/>
            </a:xfrm>
            <a:custGeom>
              <a:rect b="b" l="l" r="r" t="t"/>
              <a:pathLst>
                <a:path extrusionOk="0" fill="none" h="26828" w="26828">
                  <a:moveTo>
                    <a:pt x="26790" y="12275"/>
                  </a:moveTo>
                  <a:lnTo>
                    <a:pt x="26790" y="12275"/>
                  </a:lnTo>
                  <a:lnTo>
                    <a:pt x="26808" y="12746"/>
                  </a:lnTo>
                  <a:lnTo>
                    <a:pt x="26827" y="13216"/>
                  </a:lnTo>
                  <a:lnTo>
                    <a:pt x="26827" y="13706"/>
                  </a:lnTo>
                  <a:lnTo>
                    <a:pt x="26808" y="14176"/>
                  </a:lnTo>
                  <a:lnTo>
                    <a:pt x="26771" y="14647"/>
                  </a:lnTo>
                  <a:lnTo>
                    <a:pt x="26714" y="15118"/>
                  </a:lnTo>
                  <a:lnTo>
                    <a:pt x="26658" y="15588"/>
                  </a:lnTo>
                  <a:lnTo>
                    <a:pt x="26564" y="16059"/>
                  </a:lnTo>
                  <a:lnTo>
                    <a:pt x="26469" y="16511"/>
                  </a:lnTo>
                  <a:lnTo>
                    <a:pt x="26357" y="16981"/>
                  </a:lnTo>
                  <a:lnTo>
                    <a:pt x="26206" y="17433"/>
                  </a:lnTo>
                  <a:lnTo>
                    <a:pt x="26074" y="17866"/>
                  </a:lnTo>
                  <a:lnTo>
                    <a:pt x="25905" y="18318"/>
                  </a:lnTo>
                  <a:lnTo>
                    <a:pt x="25716" y="18751"/>
                  </a:lnTo>
                  <a:lnTo>
                    <a:pt x="25528" y="19184"/>
                  </a:lnTo>
                  <a:lnTo>
                    <a:pt x="25321" y="19617"/>
                  </a:lnTo>
                  <a:lnTo>
                    <a:pt x="25095" y="20031"/>
                  </a:lnTo>
                  <a:lnTo>
                    <a:pt x="24850" y="20445"/>
                  </a:lnTo>
                  <a:lnTo>
                    <a:pt x="24587" y="20841"/>
                  </a:lnTo>
                  <a:lnTo>
                    <a:pt x="24323" y="21236"/>
                  </a:lnTo>
                  <a:lnTo>
                    <a:pt x="24041" y="21612"/>
                  </a:lnTo>
                  <a:lnTo>
                    <a:pt x="23740" y="21989"/>
                  </a:lnTo>
                  <a:lnTo>
                    <a:pt x="23420" y="22366"/>
                  </a:lnTo>
                  <a:lnTo>
                    <a:pt x="23081" y="22723"/>
                  </a:lnTo>
                  <a:lnTo>
                    <a:pt x="22742" y="23062"/>
                  </a:lnTo>
                  <a:lnTo>
                    <a:pt x="22384" y="23401"/>
                  </a:lnTo>
                  <a:lnTo>
                    <a:pt x="22027" y="23721"/>
                  </a:lnTo>
                  <a:lnTo>
                    <a:pt x="21631" y="24022"/>
                  </a:lnTo>
                  <a:lnTo>
                    <a:pt x="21236" y="24323"/>
                  </a:lnTo>
                  <a:lnTo>
                    <a:pt x="20822" y="24606"/>
                  </a:lnTo>
                  <a:lnTo>
                    <a:pt x="20389" y="24869"/>
                  </a:lnTo>
                  <a:lnTo>
                    <a:pt x="19956" y="25133"/>
                  </a:lnTo>
                  <a:lnTo>
                    <a:pt x="19956" y="25133"/>
                  </a:lnTo>
                  <a:lnTo>
                    <a:pt x="19353" y="25453"/>
                  </a:lnTo>
                  <a:lnTo>
                    <a:pt x="18732" y="25735"/>
                  </a:lnTo>
                  <a:lnTo>
                    <a:pt x="18092" y="25999"/>
                  </a:lnTo>
                  <a:lnTo>
                    <a:pt x="17471" y="26206"/>
                  </a:lnTo>
                  <a:lnTo>
                    <a:pt x="16831" y="26394"/>
                  </a:lnTo>
                  <a:lnTo>
                    <a:pt x="16191" y="26545"/>
                  </a:lnTo>
                  <a:lnTo>
                    <a:pt x="15532" y="26677"/>
                  </a:lnTo>
                  <a:lnTo>
                    <a:pt x="14892" y="26752"/>
                  </a:lnTo>
                  <a:lnTo>
                    <a:pt x="14233" y="26808"/>
                  </a:lnTo>
                  <a:lnTo>
                    <a:pt x="13593" y="26827"/>
                  </a:lnTo>
                  <a:lnTo>
                    <a:pt x="12934" y="26827"/>
                  </a:lnTo>
                  <a:lnTo>
                    <a:pt x="12294" y="26790"/>
                  </a:lnTo>
                  <a:lnTo>
                    <a:pt x="11654" y="26714"/>
                  </a:lnTo>
                  <a:lnTo>
                    <a:pt x="11014" y="26620"/>
                  </a:lnTo>
                  <a:lnTo>
                    <a:pt x="10392" y="26488"/>
                  </a:lnTo>
                  <a:lnTo>
                    <a:pt x="9752" y="26319"/>
                  </a:lnTo>
                  <a:lnTo>
                    <a:pt x="9150" y="26131"/>
                  </a:lnTo>
                  <a:lnTo>
                    <a:pt x="8547" y="25924"/>
                  </a:lnTo>
                  <a:lnTo>
                    <a:pt x="7945" y="25679"/>
                  </a:lnTo>
                  <a:lnTo>
                    <a:pt x="7361" y="25396"/>
                  </a:lnTo>
                  <a:lnTo>
                    <a:pt x="6797" y="25095"/>
                  </a:lnTo>
                  <a:lnTo>
                    <a:pt x="6232" y="24756"/>
                  </a:lnTo>
                  <a:lnTo>
                    <a:pt x="5705" y="24399"/>
                  </a:lnTo>
                  <a:lnTo>
                    <a:pt x="5178" y="24003"/>
                  </a:lnTo>
                  <a:lnTo>
                    <a:pt x="4669" y="23589"/>
                  </a:lnTo>
                  <a:lnTo>
                    <a:pt x="4180" y="23156"/>
                  </a:lnTo>
                  <a:lnTo>
                    <a:pt x="3709" y="22686"/>
                  </a:lnTo>
                  <a:lnTo>
                    <a:pt x="3257" y="22196"/>
                  </a:lnTo>
                  <a:lnTo>
                    <a:pt x="2843" y="21669"/>
                  </a:lnTo>
                  <a:lnTo>
                    <a:pt x="2429" y="21123"/>
                  </a:lnTo>
                  <a:lnTo>
                    <a:pt x="2052" y="20558"/>
                  </a:lnTo>
                  <a:lnTo>
                    <a:pt x="1695" y="19975"/>
                  </a:lnTo>
                  <a:lnTo>
                    <a:pt x="1695" y="19975"/>
                  </a:lnTo>
                  <a:lnTo>
                    <a:pt x="1375" y="19353"/>
                  </a:lnTo>
                  <a:lnTo>
                    <a:pt x="1092" y="18732"/>
                  </a:lnTo>
                  <a:lnTo>
                    <a:pt x="848" y="18111"/>
                  </a:lnTo>
                  <a:lnTo>
                    <a:pt x="622" y="17471"/>
                  </a:lnTo>
                  <a:lnTo>
                    <a:pt x="433" y="16831"/>
                  </a:lnTo>
                  <a:lnTo>
                    <a:pt x="283" y="16191"/>
                  </a:lnTo>
                  <a:lnTo>
                    <a:pt x="170" y="15551"/>
                  </a:lnTo>
                  <a:lnTo>
                    <a:pt x="76" y="14892"/>
                  </a:lnTo>
                  <a:lnTo>
                    <a:pt x="19" y="14252"/>
                  </a:lnTo>
                  <a:lnTo>
                    <a:pt x="0" y="13593"/>
                  </a:lnTo>
                  <a:lnTo>
                    <a:pt x="0" y="12953"/>
                  </a:lnTo>
                  <a:lnTo>
                    <a:pt x="38" y="12294"/>
                  </a:lnTo>
                  <a:lnTo>
                    <a:pt x="113" y="11654"/>
                  </a:lnTo>
                  <a:lnTo>
                    <a:pt x="208" y="11014"/>
                  </a:lnTo>
                  <a:lnTo>
                    <a:pt x="339" y="10392"/>
                  </a:lnTo>
                  <a:lnTo>
                    <a:pt x="509" y="9771"/>
                  </a:lnTo>
                  <a:lnTo>
                    <a:pt x="697" y="9150"/>
                  </a:lnTo>
                  <a:lnTo>
                    <a:pt x="904" y="8547"/>
                  </a:lnTo>
                  <a:lnTo>
                    <a:pt x="1168" y="7945"/>
                  </a:lnTo>
                  <a:lnTo>
                    <a:pt x="1431" y="7361"/>
                  </a:lnTo>
                  <a:lnTo>
                    <a:pt x="1732" y="6797"/>
                  </a:lnTo>
                  <a:lnTo>
                    <a:pt x="2071" y="6251"/>
                  </a:lnTo>
                  <a:lnTo>
                    <a:pt x="2429" y="5705"/>
                  </a:lnTo>
                  <a:lnTo>
                    <a:pt x="2824" y="5178"/>
                  </a:lnTo>
                  <a:lnTo>
                    <a:pt x="3238" y="4669"/>
                  </a:lnTo>
                  <a:lnTo>
                    <a:pt x="3671" y="4180"/>
                  </a:lnTo>
                  <a:lnTo>
                    <a:pt x="4142" y="3709"/>
                  </a:lnTo>
                  <a:lnTo>
                    <a:pt x="4632" y="3276"/>
                  </a:lnTo>
                  <a:lnTo>
                    <a:pt x="5159" y="2843"/>
                  </a:lnTo>
                  <a:lnTo>
                    <a:pt x="5705" y="2448"/>
                  </a:lnTo>
                  <a:lnTo>
                    <a:pt x="6269" y="2071"/>
                  </a:lnTo>
                  <a:lnTo>
                    <a:pt x="6872" y="1714"/>
                  </a:lnTo>
                  <a:lnTo>
                    <a:pt x="6872" y="1714"/>
                  </a:lnTo>
                  <a:lnTo>
                    <a:pt x="7305" y="1469"/>
                  </a:lnTo>
                  <a:lnTo>
                    <a:pt x="7776" y="1243"/>
                  </a:lnTo>
                  <a:lnTo>
                    <a:pt x="8227" y="1055"/>
                  </a:lnTo>
                  <a:lnTo>
                    <a:pt x="8679" y="866"/>
                  </a:lnTo>
                  <a:lnTo>
                    <a:pt x="9150" y="697"/>
                  </a:lnTo>
                  <a:lnTo>
                    <a:pt x="9620" y="546"/>
                  </a:lnTo>
                  <a:lnTo>
                    <a:pt x="10091" y="415"/>
                  </a:lnTo>
                  <a:lnTo>
                    <a:pt x="10562" y="302"/>
                  </a:lnTo>
                  <a:lnTo>
                    <a:pt x="11032" y="208"/>
                  </a:lnTo>
                  <a:lnTo>
                    <a:pt x="11503" y="132"/>
                  </a:lnTo>
                  <a:lnTo>
                    <a:pt x="11992" y="76"/>
                  </a:lnTo>
                  <a:lnTo>
                    <a:pt x="12463" y="38"/>
                  </a:lnTo>
                  <a:lnTo>
                    <a:pt x="12934" y="0"/>
                  </a:lnTo>
                  <a:lnTo>
                    <a:pt x="13423" y="0"/>
                  </a:lnTo>
                  <a:lnTo>
                    <a:pt x="13894" y="19"/>
                  </a:lnTo>
                  <a:lnTo>
                    <a:pt x="14365" y="38"/>
                  </a:lnTo>
                  <a:lnTo>
                    <a:pt x="14835" y="76"/>
                  </a:lnTo>
                  <a:lnTo>
                    <a:pt x="15306" y="132"/>
                  </a:lnTo>
                  <a:lnTo>
                    <a:pt x="15776" y="208"/>
                  </a:lnTo>
                  <a:lnTo>
                    <a:pt x="16247" y="302"/>
                  </a:lnTo>
                  <a:lnTo>
                    <a:pt x="16699" y="415"/>
                  </a:lnTo>
                  <a:lnTo>
                    <a:pt x="17151" y="546"/>
                  </a:lnTo>
                  <a:lnTo>
                    <a:pt x="17603" y="678"/>
                  </a:lnTo>
                  <a:lnTo>
                    <a:pt x="18054" y="829"/>
                  </a:lnTo>
                  <a:lnTo>
                    <a:pt x="18506" y="998"/>
                  </a:lnTo>
                  <a:lnTo>
                    <a:pt x="18939" y="1187"/>
                  </a:lnTo>
                  <a:lnTo>
                    <a:pt x="19353" y="1394"/>
                  </a:lnTo>
                  <a:lnTo>
                    <a:pt x="19786" y="1619"/>
                  </a:lnTo>
                  <a:lnTo>
                    <a:pt x="20201" y="1845"/>
                  </a:lnTo>
                  <a:lnTo>
                    <a:pt x="20596" y="2090"/>
                  </a:lnTo>
                  <a:lnTo>
                    <a:pt x="21010" y="2354"/>
                  </a:lnTo>
                  <a:lnTo>
                    <a:pt x="21387" y="2636"/>
                  </a:lnTo>
                  <a:lnTo>
                    <a:pt x="21387" y="2636"/>
                  </a:lnTo>
                  <a:lnTo>
                    <a:pt x="20784" y="2297"/>
                  </a:lnTo>
                  <a:lnTo>
                    <a:pt x="20163" y="2015"/>
                  </a:lnTo>
                  <a:lnTo>
                    <a:pt x="19523" y="1770"/>
                  </a:lnTo>
                  <a:lnTo>
                    <a:pt x="18864" y="1563"/>
                  </a:lnTo>
                  <a:lnTo>
                    <a:pt x="18186" y="1412"/>
                  </a:lnTo>
                  <a:lnTo>
                    <a:pt x="17508" y="1281"/>
                  </a:lnTo>
                  <a:lnTo>
                    <a:pt x="16831" y="1205"/>
                  </a:lnTo>
                  <a:lnTo>
                    <a:pt x="16134" y="1168"/>
                  </a:lnTo>
                  <a:lnTo>
                    <a:pt x="15438" y="1187"/>
                  </a:lnTo>
                  <a:lnTo>
                    <a:pt x="14741" y="1243"/>
                  </a:lnTo>
                  <a:lnTo>
                    <a:pt x="14402" y="1281"/>
                  </a:lnTo>
                  <a:lnTo>
                    <a:pt x="14063" y="1337"/>
                  </a:lnTo>
                  <a:lnTo>
                    <a:pt x="13706" y="1412"/>
                  </a:lnTo>
                  <a:lnTo>
                    <a:pt x="13367" y="1488"/>
                  </a:lnTo>
                  <a:lnTo>
                    <a:pt x="13028" y="1582"/>
                  </a:lnTo>
                  <a:lnTo>
                    <a:pt x="12689" y="1676"/>
                  </a:lnTo>
                  <a:lnTo>
                    <a:pt x="12350" y="1789"/>
                  </a:lnTo>
                  <a:lnTo>
                    <a:pt x="12011" y="1921"/>
                  </a:lnTo>
                  <a:lnTo>
                    <a:pt x="11672" y="2052"/>
                  </a:lnTo>
                  <a:lnTo>
                    <a:pt x="11334" y="2203"/>
                  </a:lnTo>
                  <a:lnTo>
                    <a:pt x="11014" y="2373"/>
                  </a:lnTo>
                  <a:lnTo>
                    <a:pt x="10693" y="2542"/>
                  </a:lnTo>
                  <a:lnTo>
                    <a:pt x="10693" y="2542"/>
                  </a:lnTo>
                  <a:lnTo>
                    <a:pt x="10204" y="2824"/>
                  </a:lnTo>
                  <a:lnTo>
                    <a:pt x="9752" y="3144"/>
                  </a:lnTo>
                  <a:lnTo>
                    <a:pt x="9319" y="3464"/>
                  </a:lnTo>
                  <a:lnTo>
                    <a:pt x="8886" y="3803"/>
                  </a:lnTo>
                  <a:lnTo>
                    <a:pt x="8491" y="4161"/>
                  </a:lnTo>
                  <a:lnTo>
                    <a:pt x="8114" y="4537"/>
                  </a:lnTo>
                  <a:lnTo>
                    <a:pt x="7757" y="4933"/>
                  </a:lnTo>
                  <a:lnTo>
                    <a:pt x="7418" y="5347"/>
                  </a:lnTo>
                  <a:lnTo>
                    <a:pt x="7117" y="5761"/>
                  </a:lnTo>
                  <a:lnTo>
                    <a:pt x="6815" y="6213"/>
                  </a:lnTo>
                  <a:lnTo>
                    <a:pt x="6552" y="6646"/>
                  </a:lnTo>
                  <a:lnTo>
                    <a:pt x="6307" y="7117"/>
                  </a:lnTo>
                  <a:lnTo>
                    <a:pt x="6081" y="7587"/>
                  </a:lnTo>
                  <a:lnTo>
                    <a:pt x="5893" y="8058"/>
                  </a:lnTo>
                  <a:lnTo>
                    <a:pt x="5705" y="8547"/>
                  </a:lnTo>
                  <a:lnTo>
                    <a:pt x="5554" y="9056"/>
                  </a:lnTo>
                  <a:lnTo>
                    <a:pt x="5422" y="9545"/>
                  </a:lnTo>
                  <a:lnTo>
                    <a:pt x="5328" y="10053"/>
                  </a:lnTo>
                  <a:lnTo>
                    <a:pt x="5234" y="10581"/>
                  </a:lnTo>
                  <a:lnTo>
                    <a:pt x="5178" y="11089"/>
                  </a:lnTo>
                  <a:lnTo>
                    <a:pt x="5159" y="11616"/>
                  </a:lnTo>
                  <a:lnTo>
                    <a:pt x="5140" y="12124"/>
                  </a:lnTo>
                  <a:lnTo>
                    <a:pt x="5159" y="12651"/>
                  </a:lnTo>
                  <a:lnTo>
                    <a:pt x="5215" y="13179"/>
                  </a:lnTo>
                  <a:lnTo>
                    <a:pt x="5290" y="13706"/>
                  </a:lnTo>
                  <a:lnTo>
                    <a:pt x="5385" y="14233"/>
                  </a:lnTo>
                  <a:lnTo>
                    <a:pt x="5498" y="14741"/>
                  </a:lnTo>
                  <a:lnTo>
                    <a:pt x="5648" y="15268"/>
                  </a:lnTo>
                  <a:lnTo>
                    <a:pt x="5836" y="15776"/>
                  </a:lnTo>
                  <a:lnTo>
                    <a:pt x="6025" y="16285"/>
                  </a:lnTo>
                  <a:lnTo>
                    <a:pt x="6269" y="16774"/>
                  </a:lnTo>
                  <a:lnTo>
                    <a:pt x="6533" y="17264"/>
                  </a:lnTo>
                  <a:lnTo>
                    <a:pt x="6533" y="17264"/>
                  </a:lnTo>
                  <a:lnTo>
                    <a:pt x="6815" y="17753"/>
                  </a:lnTo>
                  <a:lnTo>
                    <a:pt x="7117" y="18205"/>
                  </a:lnTo>
                  <a:lnTo>
                    <a:pt x="7437" y="18638"/>
                  </a:lnTo>
                  <a:lnTo>
                    <a:pt x="7776" y="19071"/>
                  </a:lnTo>
                  <a:lnTo>
                    <a:pt x="8133" y="19466"/>
                  </a:lnTo>
                  <a:lnTo>
                    <a:pt x="8510" y="19843"/>
                  </a:lnTo>
                  <a:lnTo>
                    <a:pt x="8905" y="20201"/>
                  </a:lnTo>
                  <a:lnTo>
                    <a:pt x="9319" y="20539"/>
                  </a:lnTo>
                  <a:lnTo>
                    <a:pt x="9752" y="20841"/>
                  </a:lnTo>
                  <a:lnTo>
                    <a:pt x="10185" y="21142"/>
                  </a:lnTo>
                  <a:lnTo>
                    <a:pt x="10637" y="21405"/>
                  </a:lnTo>
                  <a:lnTo>
                    <a:pt x="11089" y="21650"/>
                  </a:lnTo>
                  <a:lnTo>
                    <a:pt x="11559" y="21876"/>
                  </a:lnTo>
                  <a:lnTo>
                    <a:pt x="12030" y="22064"/>
                  </a:lnTo>
                  <a:lnTo>
                    <a:pt x="12520" y="22253"/>
                  </a:lnTo>
                  <a:lnTo>
                    <a:pt x="13028" y="22403"/>
                  </a:lnTo>
                  <a:lnTo>
                    <a:pt x="13517" y="22535"/>
                  </a:lnTo>
                  <a:lnTo>
                    <a:pt x="14026" y="22629"/>
                  </a:lnTo>
                  <a:lnTo>
                    <a:pt x="14553" y="22723"/>
                  </a:lnTo>
                  <a:lnTo>
                    <a:pt x="15061" y="22780"/>
                  </a:lnTo>
                  <a:lnTo>
                    <a:pt x="15588" y="22799"/>
                  </a:lnTo>
                  <a:lnTo>
                    <a:pt x="16115" y="22817"/>
                  </a:lnTo>
                  <a:lnTo>
                    <a:pt x="16624" y="22799"/>
                  </a:lnTo>
                  <a:lnTo>
                    <a:pt x="17151" y="22742"/>
                  </a:lnTo>
                  <a:lnTo>
                    <a:pt x="17678" y="22667"/>
                  </a:lnTo>
                  <a:lnTo>
                    <a:pt x="18205" y="22573"/>
                  </a:lnTo>
                  <a:lnTo>
                    <a:pt x="18713" y="22460"/>
                  </a:lnTo>
                  <a:lnTo>
                    <a:pt x="19240" y="22309"/>
                  </a:lnTo>
                  <a:lnTo>
                    <a:pt x="19749" y="22121"/>
                  </a:lnTo>
                  <a:lnTo>
                    <a:pt x="20257" y="21933"/>
                  </a:lnTo>
                  <a:lnTo>
                    <a:pt x="20746" y="21688"/>
                  </a:lnTo>
                  <a:lnTo>
                    <a:pt x="21236" y="21424"/>
                  </a:lnTo>
                  <a:lnTo>
                    <a:pt x="21236" y="21424"/>
                  </a:lnTo>
                  <a:lnTo>
                    <a:pt x="21556" y="21255"/>
                  </a:lnTo>
                  <a:lnTo>
                    <a:pt x="21876" y="21048"/>
                  </a:lnTo>
                  <a:lnTo>
                    <a:pt x="22177" y="20841"/>
                  </a:lnTo>
                  <a:lnTo>
                    <a:pt x="22478" y="20634"/>
                  </a:lnTo>
                  <a:lnTo>
                    <a:pt x="22761" y="20408"/>
                  </a:lnTo>
                  <a:lnTo>
                    <a:pt x="23024" y="20182"/>
                  </a:lnTo>
                  <a:lnTo>
                    <a:pt x="23288" y="19956"/>
                  </a:lnTo>
                  <a:lnTo>
                    <a:pt x="23551" y="19711"/>
                  </a:lnTo>
                  <a:lnTo>
                    <a:pt x="23796" y="19448"/>
                  </a:lnTo>
                  <a:lnTo>
                    <a:pt x="24041" y="19203"/>
                  </a:lnTo>
                  <a:lnTo>
                    <a:pt x="24267" y="18920"/>
                  </a:lnTo>
                  <a:lnTo>
                    <a:pt x="24493" y="18657"/>
                  </a:lnTo>
                  <a:lnTo>
                    <a:pt x="24907" y="18092"/>
                  </a:lnTo>
                  <a:lnTo>
                    <a:pt x="25265" y="17508"/>
                  </a:lnTo>
                  <a:lnTo>
                    <a:pt x="25603" y="16906"/>
                  </a:lnTo>
                  <a:lnTo>
                    <a:pt x="25905" y="16285"/>
                  </a:lnTo>
                  <a:lnTo>
                    <a:pt x="26149" y="15645"/>
                  </a:lnTo>
                  <a:lnTo>
                    <a:pt x="26357" y="14986"/>
                  </a:lnTo>
                  <a:lnTo>
                    <a:pt x="26526" y="14327"/>
                  </a:lnTo>
                  <a:lnTo>
                    <a:pt x="26658" y="13649"/>
                  </a:lnTo>
                  <a:lnTo>
                    <a:pt x="26733" y="12953"/>
                  </a:lnTo>
                  <a:lnTo>
                    <a:pt x="26790" y="12275"/>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1" name="Google Shape;1651;p38"/>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gradFill>
              <a:gsLst>
                <a:gs pos="0">
                  <a:schemeClr val="accent3"/>
                </a:gs>
                <a:gs pos="100000">
                  <a:schemeClr val="accent4"/>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2" name="Google Shape;1652;p38"/>
            <p:cNvSpPr/>
            <p:nvPr/>
          </p:nvSpPr>
          <p:spPr>
            <a:xfrm>
              <a:off x="2419518" y="3172808"/>
              <a:ext cx="124018" cy="122119"/>
            </a:xfrm>
            <a:custGeom>
              <a:rect b="b" l="l" r="r" t="t"/>
              <a:pathLst>
                <a:path extrusionOk="0" fill="none" h="6044" w="6138">
                  <a:moveTo>
                    <a:pt x="1601" y="1"/>
                  </a:moveTo>
                  <a:lnTo>
                    <a:pt x="3333" y="1601"/>
                  </a:lnTo>
                  <a:lnTo>
                    <a:pt x="5385" y="452"/>
                  </a:lnTo>
                  <a:lnTo>
                    <a:pt x="4406" y="2599"/>
                  </a:lnTo>
                  <a:lnTo>
                    <a:pt x="6138" y="4199"/>
                  </a:lnTo>
                  <a:lnTo>
                    <a:pt x="3785" y="3916"/>
                  </a:lnTo>
                  <a:lnTo>
                    <a:pt x="2806" y="6044"/>
                  </a:lnTo>
                  <a:lnTo>
                    <a:pt x="2354" y="3747"/>
                  </a:lnTo>
                  <a:lnTo>
                    <a:pt x="1" y="3465"/>
                  </a:lnTo>
                  <a:lnTo>
                    <a:pt x="2071" y="2316"/>
                  </a:lnTo>
                  <a:lnTo>
                    <a:pt x="1601"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3" name="Google Shape;1653;p38"/>
            <p:cNvSpPr/>
            <p:nvPr/>
          </p:nvSpPr>
          <p:spPr>
            <a:xfrm>
              <a:off x="1504339" y="2598447"/>
              <a:ext cx="1344279" cy="1087130"/>
            </a:xfrm>
            <a:custGeom>
              <a:rect b="b" l="l" r="r" t="t"/>
              <a:pathLst>
                <a:path extrusionOk="0" h="53805" w="66532">
                  <a:moveTo>
                    <a:pt x="16191" y="16963"/>
                  </a:moveTo>
                  <a:lnTo>
                    <a:pt x="16266" y="17490"/>
                  </a:lnTo>
                  <a:lnTo>
                    <a:pt x="16360" y="18017"/>
                  </a:lnTo>
                  <a:lnTo>
                    <a:pt x="16473" y="18544"/>
                  </a:lnTo>
                  <a:lnTo>
                    <a:pt x="16586" y="19052"/>
                  </a:lnTo>
                  <a:lnTo>
                    <a:pt x="16718" y="19580"/>
                  </a:lnTo>
                  <a:lnTo>
                    <a:pt x="16850" y="20088"/>
                  </a:lnTo>
                  <a:lnTo>
                    <a:pt x="17001" y="20596"/>
                  </a:lnTo>
                  <a:lnTo>
                    <a:pt x="17170" y="21086"/>
                  </a:lnTo>
                  <a:lnTo>
                    <a:pt x="17339" y="21594"/>
                  </a:lnTo>
                  <a:lnTo>
                    <a:pt x="17528" y="22083"/>
                  </a:lnTo>
                  <a:lnTo>
                    <a:pt x="17735" y="22573"/>
                  </a:lnTo>
                  <a:lnTo>
                    <a:pt x="17942" y="23062"/>
                  </a:lnTo>
                  <a:lnTo>
                    <a:pt x="18168" y="23533"/>
                  </a:lnTo>
                  <a:lnTo>
                    <a:pt x="18394" y="24022"/>
                  </a:lnTo>
                  <a:lnTo>
                    <a:pt x="18638" y="24493"/>
                  </a:lnTo>
                  <a:lnTo>
                    <a:pt x="18883" y="24945"/>
                  </a:lnTo>
                  <a:lnTo>
                    <a:pt x="19147" y="25416"/>
                  </a:lnTo>
                  <a:lnTo>
                    <a:pt x="19410" y="25867"/>
                  </a:lnTo>
                  <a:lnTo>
                    <a:pt x="19693" y="26319"/>
                  </a:lnTo>
                  <a:lnTo>
                    <a:pt x="19994" y="26752"/>
                  </a:lnTo>
                  <a:lnTo>
                    <a:pt x="20596" y="27637"/>
                  </a:lnTo>
                  <a:lnTo>
                    <a:pt x="21255" y="28484"/>
                  </a:lnTo>
                  <a:lnTo>
                    <a:pt x="21933" y="29294"/>
                  </a:lnTo>
                  <a:lnTo>
                    <a:pt x="22667" y="30103"/>
                  </a:lnTo>
                  <a:lnTo>
                    <a:pt x="23420" y="30875"/>
                  </a:lnTo>
                  <a:lnTo>
                    <a:pt x="24211" y="31628"/>
                  </a:lnTo>
                  <a:lnTo>
                    <a:pt x="24719" y="32023"/>
                  </a:lnTo>
                  <a:lnTo>
                    <a:pt x="24926" y="31534"/>
                  </a:lnTo>
                  <a:lnTo>
                    <a:pt x="25152" y="31063"/>
                  </a:lnTo>
                  <a:lnTo>
                    <a:pt x="25397" y="30593"/>
                  </a:lnTo>
                  <a:lnTo>
                    <a:pt x="25642" y="30122"/>
                  </a:lnTo>
                  <a:lnTo>
                    <a:pt x="25924" y="29670"/>
                  </a:lnTo>
                  <a:lnTo>
                    <a:pt x="26225" y="29218"/>
                  </a:lnTo>
                  <a:lnTo>
                    <a:pt x="26526" y="28785"/>
                  </a:lnTo>
                  <a:lnTo>
                    <a:pt x="26865" y="28371"/>
                  </a:lnTo>
                  <a:lnTo>
                    <a:pt x="27223" y="27957"/>
                  </a:lnTo>
                  <a:lnTo>
                    <a:pt x="27581" y="27562"/>
                  </a:lnTo>
                  <a:lnTo>
                    <a:pt x="27976" y="27185"/>
                  </a:lnTo>
                  <a:lnTo>
                    <a:pt x="28371" y="26809"/>
                  </a:lnTo>
                  <a:lnTo>
                    <a:pt x="28785" y="26470"/>
                  </a:lnTo>
                  <a:lnTo>
                    <a:pt x="29218" y="26131"/>
                  </a:lnTo>
                  <a:lnTo>
                    <a:pt x="29689" y="25811"/>
                  </a:lnTo>
                  <a:lnTo>
                    <a:pt x="30160" y="25491"/>
                  </a:lnTo>
                  <a:lnTo>
                    <a:pt x="29124" y="25284"/>
                  </a:lnTo>
                  <a:lnTo>
                    <a:pt x="28089" y="25020"/>
                  </a:lnTo>
                  <a:lnTo>
                    <a:pt x="27091" y="24719"/>
                  </a:lnTo>
                  <a:lnTo>
                    <a:pt x="26602" y="24550"/>
                  </a:lnTo>
                  <a:lnTo>
                    <a:pt x="26093" y="24361"/>
                  </a:lnTo>
                  <a:lnTo>
                    <a:pt x="25623" y="24192"/>
                  </a:lnTo>
                  <a:lnTo>
                    <a:pt x="25133" y="23985"/>
                  </a:lnTo>
                  <a:lnTo>
                    <a:pt x="24644" y="23778"/>
                  </a:lnTo>
                  <a:lnTo>
                    <a:pt x="24173" y="23552"/>
                  </a:lnTo>
                  <a:lnTo>
                    <a:pt x="23721" y="23326"/>
                  </a:lnTo>
                  <a:lnTo>
                    <a:pt x="23251" y="23081"/>
                  </a:lnTo>
                  <a:lnTo>
                    <a:pt x="22799" y="22836"/>
                  </a:lnTo>
                  <a:lnTo>
                    <a:pt x="22347" y="22573"/>
                  </a:lnTo>
                  <a:lnTo>
                    <a:pt x="21895" y="22309"/>
                  </a:lnTo>
                  <a:lnTo>
                    <a:pt x="21462" y="22027"/>
                  </a:lnTo>
                  <a:lnTo>
                    <a:pt x="21029" y="21726"/>
                  </a:lnTo>
                  <a:lnTo>
                    <a:pt x="20615" y="21424"/>
                  </a:lnTo>
                  <a:lnTo>
                    <a:pt x="20201" y="21104"/>
                  </a:lnTo>
                  <a:lnTo>
                    <a:pt x="19787" y="20784"/>
                  </a:lnTo>
                  <a:lnTo>
                    <a:pt x="19391" y="20446"/>
                  </a:lnTo>
                  <a:lnTo>
                    <a:pt x="18996" y="20107"/>
                  </a:lnTo>
                  <a:lnTo>
                    <a:pt x="18620" y="19749"/>
                  </a:lnTo>
                  <a:lnTo>
                    <a:pt x="18243" y="19391"/>
                  </a:lnTo>
                  <a:lnTo>
                    <a:pt x="17885" y="18996"/>
                  </a:lnTo>
                  <a:lnTo>
                    <a:pt x="17528" y="18619"/>
                  </a:lnTo>
                  <a:lnTo>
                    <a:pt x="17170" y="18224"/>
                  </a:lnTo>
                  <a:lnTo>
                    <a:pt x="16831" y="17810"/>
                  </a:lnTo>
                  <a:lnTo>
                    <a:pt x="16511" y="17396"/>
                  </a:lnTo>
                  <a:lnTo>
                    <a:pt x="16191" y="16963"/>
                  </a:lnTo>
                  <a:close/>
                  <a:moveTo>
                    <a:pt x="46896" y="28428"/>
                  </a:moveTo>
                  <a:lnTo>
                    <a:pt x="48628" y="30028"/>
                  </a:lnTo>
                  <a:lnTo>
                    <a:pt x="50680" y="28879"/>
                  </a:lnTo>
                  <a:lnTo>
                    <a:pt x="49701" y="31026"/>
                  </a:lnTo>
                  <a:lnTo>
                    <a:pt x="51433" y="32626"/>
                  </a:lnTo>
                  <a:lnTo>
                    <a:pt x="49080" y="32343"/>
                  </a:lnTo>
                  <a:lnTo>
                    <a:pt x="48101" y="34471"/>
                  </a:lnTo>
                  <a:lnTo>
                    <a:pt x="47649" y="32174"/>
                  </a:lnTo>
                  <a:lnTo>
                    <a:pt x="45296" y="31892"/>
                  </a:lnTo>
                  <a:lnTo>
                    <a:pt x="47366" y="30743"/>
                  </a:lnTo>
                  <a:lnTo>
                    <a:pt x="46896" y="28428"/>
                  </a:lnTo>
                  <a:close/>
                  <a:moveTo>
                    <a:pt x="59603" y="10110"/>
                  </a:moveTo>
                  <a:lnTo>
                    <a:pt x="59377" y="10807"/>
                  </a:lnTo>
                  <a:lnTo>
                    <a:pt x="59151" y="11503"/>
                  </a:lnTo>
                  <a:lnTo>
                    <a:pt x="58869" y="12162"/>
                  </a:lnTo>
                  <a:lnTo>
                    <a:pt x="58587" y="12821"/>
                  </a:lnTo>
                  <a:lnTo>
                    <a:pt x="58267" y="13461"/>
                  </a:lnTo>
                  <a:lnTo>
                    <a:pt x="57928" y="14082"/>
                  </a:lnTo>
                  <a:lnTo>
                    <a:pt x="57551" y="14704"/>
                  </a:lnTo>
                  <a:lnTo>
                    <a:pt x="57175" y="15287"/>
                  </a:lnTo>
                  <a:lnTo>
                    <a:pt x="56761" y="15871"/>
                  </a:lnTo>
                  <a:lnTo>
                    <a:pt x="56328" y="16454"/>
                  </a:lnTo>
                  <a:lnTo>
                    <a:pt x="55895" y="17000"/>
                  </a:lnTo>
                  <a:lnTo>
                    <a:pt x="55424" y="17546"/>
                  </a:lnTo>
                  <a:lnTo>
                    <a:pt x="54934" y="18055"/>
                  </a:lnTo>
                  <a:lnTo>
                    <a:pt x="54426" y="18563"/>
                  </a:lnTo>
                  <a:lnTo>
                    <a:pt x="53899" y="19052"/>
                  </a:lnTo>
                  <a:lnTo>
                    <a:pt x="53372" y="19542"/>
                  </a:lnTo>
                  <a:lnTo>
                    <a:pt x="52807" y="19994"/>
                  </a:lnTo>
                  <a:lnTo>
                    <a:pt x="52242" y="20446"/>
                  </a:lnTo>
                  <a:lnTo>
                    <a:pt x="51659" y="20860"/>
                  </a:lnTo>
                  <a:lnTo>
                    <a:pt x="51075" y="21274"/>
                  </a:lnTo>
                  <a:lnTo>
                    <a:pt x="50454" y="21669"/>
                  </a:lnTo>
                  <a:lnTo>
                    <a:pt x="49833" y="22046"/>
                  </a:lnTo>
                  <a:lnTo>
                    <a:pt x="49211" y="22403"/>
                  </a:lnTo>
                  <a:lnTo>
                    <a:pt x="48571" y="22761"/>
                  </a:lnTo>
                  <a:lnTo>
                    <a:pt x="47912" y="23081"/>
                  </a:lnTo>
                  <a:lnTo>
                    <a:pt x="47254" y="23382"/>
                  </a:lnTo>
                  <a:lnTo>
                    <a:pt x="46595" y="23684"/>
                  </a:lnTo>
                  <a:lnTo>
                    <a:pt x="45917" y="23947"/>
                  </a:lnTo>
                  <a:lnTo>
                    <a:pt x="45239" y="24211"/>
                  </a:lnTo>
                  <a:lnTo>
                    <a:pt x="44561" y="24455"/>
                  </a:lnTo>
                  <a:lnTo>
                    <a:pt x="43865" y="24663"/>
                  </a:lnTo>
                  <a:lnTo>
                    <a:pt x="43168" y="24870"/>
                  </a:lnTo>
                  <a:lnTo>
                    <a:pt x="43695" y="25133"/>
                  </a:lnTo>
                  <a:lnTo>
                    <a:pt x="44223" y="25434"/>
                  </a:lnTo>
                  <a:lnTo>
                    <a:pt x="44712" y="25754"/>
                  </a:lnTo>
                  <a:lnTo>
                    <a:pt x="45202" y="26112"/>
                  </a:lnTo>
                  <a:lnTo>
                    <a:pt x="45202" y="26112"/>
                  </a:lnTo>
                  <a:lnTo>
                    <a:pt x="44900" y="25943"/>
                  </a:lnTo>
                  <a:lnTo>
                    <a:pt x="44580" y="25773"/>
                  </a:lnTo>
                  <a:lnTo>
                    <a:pt x="44260" y="25623"/>
                  </a:lnTo>
                  <a:lnTo>
                    <a:pt x="43940" y="25472"/>
                  </a:lnTo>
                  <a:lnTo>
                    <a:pt x="43601" y="25340"/>
                  </a:lnTo>
                  <a:lnTo>
                    <a:pt x="43262" y="25227"/>
                  </a:lnTo>
                  <a:lnTo>
                    <a:pt x="42924" y="25114"/>
                  </a:lnTo>
                  <a:lnTo>
                    <a:pt x="42585" y="25020"/>
                  </a:lnTo>
                  <a:lnTo>
                    <a:pt x="41813" y="25208"/>
                  </a:lnTo>
                  <a:lnTo>
                    <a:pt x="41022" y="25359"/>
                  </a:lnTo>
                  <a:lnTo>
                    <a:pt x="40307" y="25510"/>
                  </a:lnTo>
                  <a:lnTo>
                    <a:pt x="39591" y="25641"/>
                  </a:lnTo>
                  <a:lnTo>
                    <a:pt x="38857" y="25736"/>
                  </a:lnTo>
                  <a:lnTo>
                    <a:pt x="38142" y="25830"/>
                  </a:lnTo>
                  <a:lnTo>
                    <a:pt x="37408" y="25886"/>
                  </a:lnTo>
                  <a:lnTo>
                    <a:pt x="36692" y="25943"/>
                  </a:lnTo>
                  <a:lnTo>
                    <a:pt x="35958" y="25961"/>
                  </a:lnTo>
                  <a:lnTo>
                    <a:pt x="35224" y="25980"/>
                  </a:lnTo>
                  <a:lnTo>
                    <a:pt x="34603" y="25961"/>
                  </a:lnTo>
                  <a:lnTo>
                    <a:pt x="34508" y="26018"/>
                  </a:lnTo>
                  <a:lnTo>
                    <a:pt x="33906" y="26394"/>
                  </a:lnTo>
                  <a:lnTo>
                    <a:pt x="33341" y="26771"/>
                  </a:lnTo>
                  <a:lnTo>
                    <a:pt x="32795" y="27204"/>
                  </a:lnTo>
                  <a:lnTo>
                    <a:pt x="32306" y="27656"/>
                  </a:lnTo>
                  <a:lnTo>
                    <a:pt x="31835" y="28126"/>
                  </a:lnTo>
                  <a:lnTo>
                    <a:pt x="31383" y="28635"/>
                  </a:lnTo>
                  <a:lnTo>
                    <a:pt x="30988" y="29162"/>
                  </a:lnTo>
                  <a:lnTo>
                    <a:pt x="30630" y="29708"/>
                  </a:lnTo>
                  <a:lnTo>
                    <a:pt x="30292" y="30273"/>
                  </a:lnTo>
                  <a:lnTo>
                    <a:pt x="29990" y="30856"/>
                  </a:lnTo>
                  <a:lnTo>
                    <a:pt x="29727" y="31459"/>
                  </a:lnTo>
                  <a:lnTo>
                    <a:pt x="29520" y="32061"/>
                  </a:lnTo>
                  <a:lnTo>
                    <a:pt x="29331" y="32701"/>
                  </a:lnTo>
                  <a:lnTo>
                    <a:pt x="29181" y="33322"/>
                  </a:lnTo>
                  <a:lnTo>
                    <a:pt x="29068" y="33962"/>
                  </a:lnTo>
                  <a:lnTo>
                    <a:pt x="28993" y="34621"/>
                  </a:lnTo>
                  <a:lnTo>
                    <a:pt x="29595" y="34904"/>
                  </a:lnTo>
                  <a:lnTo>
                    <a:pt x="30216" y="35167"/>
                  </a:lnTo>
                  <a:lnTo>
                    <a:pt x="30819" y="35412"/>
                  </a:lnTo>
                  <a:lnTo>
                    <a:pt x="31440" y="35638"/>
                  </a:lnTo>
                  <a:lnTo>
                    <a:pt x="32080" y="35845"/>
                  </a:lnTo>
                  <a:lnTo>
                    <a:pt x="32701" y="36052"/>
                  </a:lnTo>
                  <a:lnTo>
                    <a:pt x="33341" y="36222"/>
                  </a:lnTo>
                  <a:lnTo>
                    <a:pt x="33981" y="36372"/>
                  </a:lnTo>
                  <a:lnTo>
                    <a:pt x="34621" y="36523"/>
                  </a:lnTo>
                  <a:lnTo>
                    <a:pt x="35280" y="36636"/>
                  </a:lnTo>
                  <a:lnTo>
                    <a:pt x="35920" y="36749"/>
                  </a:lnTo>
                  <a:lnTo>
                    <a:pt x="36561" y="36843"/>
                  </a:lnTo>
                  <a:lnTo>
                    <a:pt x="37219" y="36899"/>
                  </a:lnTo>
                  <a:lnTo>
                    <a:pt x="37878" y="36956"/>
                  </a:lnTo>
                  <a:lnTo>
                    <a:pt x="38518" y="36975"/>
                  </a:lnTo>
                  <a:lnTo>
                    <a:pt x="39177" y="36993"/>
                  </a:lnTo>
                  <a:lnTo>
                    <a:pt x="39930" y="36975"/>
                  </a:lnTo>
                  <a:lnTo>
                    <a:pt x="40683" y="36937"/>
                  </a:lnTo>
                  <a:lnTo>
                    <a:pt x="41436" y="36862"/>
                  </a:lnTo>
                  <a:lnTo>
                    <a:pt x="42189" y="36767"/>
                  </a:lnTo>
                  <a:lnTo>
                    <a:pt x="42924" y="36655"/>
                  </a:lnTo>
                  <a:lnTo>
                    <a:pt x="43677" y="36504"/>
                  </a:lnTo>
                  <a:lnTo>
                    <a:pt x="44411" y="36335"/>
                  </a:lnTo>
                  <a:lnTo>
                    <a:pt x="45126" y="36127"/>
                  </a:lnTo>
                  <a:lnTo>
                    <a:pt x="45126" y="36127"/>
                  </a:lnTo>
                  <a:lnTo>
                    <a:pt x="44637" y="36617"/>
                  </a:lnTo>
                  <a:lnTo>
                    <a:pt x="44110" y="37069"/>
                  </a:lnTo>
                  <a:lnTo>
                    <a:pt x="43583" y="37483"/>
                  </a:lnTo>
                  <a:lnTo>
                    <a:pt x="43055" y="37859"/>
                  </a:lnTo>
                  <a:lnTo>
                    <a:pt x="42491" y="38198"/>
                  </a:lnTo>
                  <a:lnTo>
                    <a:pt x="41945" y="38518"/>
                  </a:lnTo>
                  <a:lnTo>
                    <a:pt x="41361" y="38782"/>
                  </a:lnTo>
                  <a:lnTo>
                    <a:pt x="40777" y="39027"/>
                  </a:lnTo>
                  <a:lnTo>
                    <a:pt x="40194" y="39252"/>
                  </a:lnTo>
                  <a:lnTo>
                    <a:pt x="39591" y="39422"/>
                  </a:lnTo>
                  <a:lnTo>
                    <a:pt x="38989" y="39573"/>
                  </a:lnTo>
                  <a:lnTo>
                    <a:pt x="38387" y="39704"/>
                  </a:lnTo>
                  <a:lnTo>
                    <a:pt x="37765" y="39798"/>
                  </a:lnTo>
                  <a:lnTo>
                    <a:pt x="37144" y="39855"/>
                  </a:lnTo>
                  <a:lnTo>
                    <a:pt x="36504" y="39911"/>
                  </a:lnTo>
                  <a:lnTo>
                    <a:pt x="35883" y="39911"/>
                  </a:lnTo>
                  <a:lnTo>
                    <a:pt x="35092" y="39893"/>
                  </a:lnTo>
                  <a:lnTo>
                    <a:pt x="34283" y="39836"/>
                  </a:lnTo>
                  <a:lnTo>
                    <a:pt x="33473" y="39742"/>
                  </a:lnTo>
                  <a:lnTo>
                    <a:pt x="32664" y="39610"/>
                  </a:lnTo>
                  <a:lnTo>
                    <a:pt x="31873" y="39441"/>
                  </a:lnTo>
                  <a:lnTo>
                    <a:pt x="31063" y="39234"/>
                  </a:lnTo>
                  <a:lnTo>
                    <a:pt x="30273" y="39008"/>
                  </a:lnTo>
                  <a:lnTo>
                    <a:pt x="29463" y="38744"/>
                  </a:lnTo>
                  <a:lnTo>
                    <a:pt x="29651" y="39252"/>
                  </a:lnTo>
                  <a:lnTo>
                    <a:pt x="29859" y="39761"/>
                  </a:lnTo>
                  <a:lnTo>
                    <a:pt x="30084" y="40250"/>
                  </a:lnTo>
                  <a:lnTo>
                    <a:pt x="30348" y="40740"/>
                  </a:lnTo>
                  <a:lnTo>
                    <a:pt x="30536" y="41079"/>
                  </a:lnTo>
                  <a:lnTo>
                    <a:pt x="30725" y="41399"/>
                  </a:lnTo>
                  <a:lnTo>
                    <a:pt x="30932" y="41700"/>
                  </a:lnTo>
                  <a:lnTo>
                    <a:pt x="31158" y="42001"/>
                  </a:lnTo>
                  <a:lnTo>
                    <a:pt x="31383" y="42283"/>
                  </a:lnTo>
                  <a:lnTo>
                    <a:pt x="31628" y="42566"/>
                  </a:lnTo>
                  <a:lnTo>
                    <a:pt x="31873" y="42848"/>
                  </a:lnTo>
                  <a:lnTo>
                    <a:pt x="32118" y="43112"/>
                  </a:lnTo>
                  <a:lnTo>
                    <a:pt x="32381" y="43357"/>
                  </a:lnTo>
                  <a:lnTo>
                    <a:pt x="32645" y="43601"/>
                  </a:lnTo>
                  <a:lnTo>
                    <a:pt x="32927" y="43827"/>
                  </a:lnTo>
                  <a:lnTo>
                    <a:pt x="33210" y="44053"/>
                  </a:lnTo>
                  <a:lnTo>
                    <a:pt x="33492" y="44260"/>
                  </a:lnTo>
                  <a:lnTo>
                    <a:pt x="33774" y="44467"/>
                  </a:lnTo>
                  <a:lnTo>
                    <a:pt x="34076" y="44656"/>
                  </a:lnTo>
                  <a:lnTo>
                    <a:pt x="34396" y="44844"/>
                  </a:lnTo>
                  <a:lnTo>
                    <a:pt x="34697" y="45013"/>
                  </a:lnTo>
                  <a:lnTo>
                    <a:pt x="35017" y="45183"/>
                  </a:lnTo>
                  <a:lnTo>
                    <a:pt x="35337" y="45333"/>
                  </a:lnTo>
                  <a:lnTo>
                    <a:pt x="35657" y="45465"/>
                  </a:lnTo>
                  <a:lnTo>
                    <a:pt x="35977" y="45597"/>
                  </a:lnTo>
                  <a:lnTo>
                    <a:pt x="36316" y="45710"/>
                  </a:lnTo>
                  <a:lnTo>
                    <a:pt x="36655" y="45823"/>
                  </a:lnTo>
                  <a:lnTo>
                    <a:pt x="36993" y="45917"/>
                  </a:lnTo>
                  <a:lnTo>
                    <a:pt x="37332" y="46011"/>
                  </a:lnTo>
                  <a:lnTo>
                    <a:pt x="37690" y="46086"/>
                  </a:lnTo>
                  <a:lnTo>
                    <a:pt x="38029" y="46143"/>
                  </a:lnTo>
                  <a:lnTo>
                    <a:pt x="38387" y="46199"/>
                  </a:lnTo>
                  <a:lnTo>
                    <a:pt x="38725" y="46237"/>
                  </a:lnTo>
                  <a:lnTo>
                    <a:pt x="39083" y="46256"/>
                  </a:lnTo>
                  <a:lnTo>
                    <a:pt x="39441" y="46275"/>
                  </a:lnTo>
                  <a:lnTo>
                    <a:pt x="39799" y="46293"/>
                  </a:lnTo>
                  <a:lnTo>
                    <a:pt x="40457" y="46275"/>
                  </a:lnTo>
                  <a:lnTo>
                    <a:pt x="41135" y="46199"/>
                  </a:lnTo>
                  <a:lnTo>
                    <a:pt x="41794" y="46105"/>
                  </a:lnTo>
                  <a:lnTo>
                    <a:pt x="42472" y="45954"/>
                  </a:lnTo>
                  <a:lnTo>
                    <a:pt x="43131" y="45747"/>
                  </a:lnTo>
                  <a:lnTo>
                    <a:pt x="43790" y="45521"/>
                  </a:lnTo>
                  <a:lnTo>
                    <a:pt x="44110" y="45390"/>
                  </a:lnTo>
                  <a:lnTo>
                    <a:pt x="44430" y="45239"/>
                  </a:lnTo>
                  <a:lnTo>
                    <a:pt x="44750" y="45070"/>
                  </a:lnTo>
                  <a:lnTo>
                    <a:pt x="45051" y="44900"/>
                  </a:lnTo>
                  <a:lnTo>
                    <a:pt x="45578" y="44599"/>
                  </a:lnTo>
                  <a:lnTo>
                    <a:pt x="46086" y="44260"/>
                  </a:lnTo>
                  <a:lnTo>
                    <a:pt x="46557" y="43902"/>
                  </a:lnTo>
                  <a:lnTo>
                    <a:pt x="47009" y="43526"/>
                  </a:lnTo>
                  <a:lnTo>
                    <a:pt x="47423" y="43112"/>
                  </a:lnTo>
                  <a:lnTo>
                    <a:pt x="47837" y="42698"/>
                  </a:lnTo>
                  <a:lnTo>
                    <a:pt x="48195" y="42265"/>
                  </a:lnTo>
                  <a:lnTo>
                    <a:pt x="48553" y="41794"/>
                  </a:lnTo>
                  <a:lnTo>
                    <a:pt x="48082" y="42095"/>
                  </a:lnTo>
                  <a:lnTo>
                    <a:pt x="47611" y="42340"/>
                  </a:lnTo>
                  <a:lnTo>
                    <a:pt x="47122" y="42547"/>
                  </a:lnTo>
                  <a:lnTo>
                    <a:pt x="46632" y="42716"/>
                  </a:lnTo>
                  <a:lnTo>
                    <a:pt x="46143" y="42848"/>
                  </a:lnTo>
                  <a:lnTo>
                    <a:pt x="45635" y="42942"/>
                  </a:lnTo>
                  <a:lnTo>
                    <a:pt x="45126" y="42999"/>
                  </a:lnTo>
                  <a:lnTo>
                    <a:pt x="44618" y="43018"/>
                  </a:lnTo>
                  <a:lnTo>
                    <a:pt x="44185" y="42999"/>
                  </a:lnTo>
                  <a:lnTo>
                    <a:pt x="43771" y="42961"/>
                  </a:lnTo>
                  <a:lnTo>
                    <a:pt x="44656" y="42509"/>
                  </a:lnTo>
                  <a:lnTo>
                    <a:pt x="45540" y="42020"/>
                  </a:lnTo>
                  <a:lnTo>
                    <a:pt x="46369" y="41493"/>
                  </a:lnTo>
                  <a:lnTo>
                    <a:pt x="47197" y="40947"/>
                  </a:lnTo>
                  <a:lnTo>
                    <a:pt x="47969" y="40363"/>
                  </a:lnTo>
                  <a:lnTo>
                    <a:pt x="48741" y="39761"/>
                  </a:lnTo>
                  <a:lnTo>
                    <a:pt x="49456" y="39140"/>
                  </a:lnTo>
                  <a:lnTo>
                    <a:pt x="50172" y="38481"/>
                  </a:lnTo>
                  <a:lnTo>
                    <a:pt x="50341" y="37822"/>
                  </a:lnTo>
                  <a:lnTo>
                    <a:pt x="50473" y="37125"/>
                  </a:lnTo>
                  <a:lnTo>
                    <a:pt x="50548" y="36447"/>
                  </a:lnTo>
                  <a:lnTo>
                    <a:pt x="50605" y="35751"/>
                  </a:lnTo>
                  <a:lnTo>
                    <a:pt x="50642" y="36335"/>
                  </a:lnTo>
                  <a:lnTo>
                    <a:pt x="50642" y="36918"/>
                  </a:lnTo>
                  <a:lnTo>
                    <a:pt x="50623" y="37483"/>
                  </a:lnTo>
                  <a:lnTo>
                    <a:pt x="50586" y="38066"/>
                  </a:lnTo>
                  <a:lnTo>
                    <a:pt x="51226" y="37389"/>
                  </a:lnTo>
                  <a:lnTo>
                    <a:pt x="51847" y="36692"/>
                  </a:lnTo>
                  <a:lnTo>
                    <a:pt x="52449" y="35977"/>
                  </a:lnTo>
                  <a:lnTo>
                    <a:pt x="53014" y="35243"/>
                  </a:lnTo>
                  <a:lnTo>
                    <a:pt x="53560" y="34490"/>
                  </a:lnTo>
                  <a:lnTo>
                    <a:pt x="54068" y="33718"/>
                  </a:lnTo>
                  <a:lnTo>
                    <a:pt x="54558" y="32927"/>
                  </a:lnTo>
                  <a:lnTo>
                    <a:pt x="55029" y="32118"/>
                  </a:lnTo>
                  <a:lnTo>
                    <a:pt x="55480" y="31289"/>
                  </a:lnTo>
                  <a:lnTo>
                    <a:pt x="55895" y="30442"/>
                  </a:lnTo>
                  <a:lnTo>
                    <a:pt x="56309" y="29595"/>
                  </a:lnTo>
                  <a:lnTo>
                    <a:pt x="56685" y="28729"/>
                  </a:lnTo>
                  <a:lnTo>
                    <a:pt x="57024" y="27863"/>
                  </a:lnTo>
                  <a:lnTo>
                    <a:pt x="57363" y="26978"/>
                  </a:lnTo>
                  <a:lnTo>
                    <a:pt x="57664" y="26074"/>
                  </a:lnTo>
                  <a:lnTo>
                    <a:pt x="57947" y="25171"/>
                  </a:lnTo>
                  <a:lnTo>
                    <a:pt x="58210" y="24248"/>
                  </a:lnTo>
                  <a:lnTo>
                    <a:pt x="58455" y="23326"/>
                  </a:lnTo>
                  <a:lnTo>
                    <a:pt x="58662" y="22403"/>
                  </a:lnTo>
                  <a:lnTo>
                    <a:pt x="58869" y="21462"/>
                  </a:lnTo>
                  <a:lnTo>
                    <a:pt x="59038" y="20521"/>
                  </a:lnTo>
                  <a:lnTo>
                    <a:pt x="59189" y="19580"/>
                  </a:lnTo>
                  <a:lnTo>
                    <a:pt x="59321" y="18638"/>
                  </a:lnTo>
                  <a:lnTo>
                    <a:pt x="59434" y="17678"/>
                  </a:lnTo>
                  <a:lnTo>
                    <a:pt x="59528" y="16737"/>
                  </a:lnTo>
                  <a:lnTo>
                    <a:pt x="59584" y="15777"/>
                  </a:lnTo>
                  <a:lnTo>
                    <a:pt x="59641" y="14835"/>
                  </a:lnTo>
                  <a:lnTo>
                    <a:pt x="59679" y="13875"/>
                  </a:lnTo>
                  <a:lnTo>
                    <a:pt x="59679" y="12934"/>
                  </a:lnTo>
                  <a:lnTo>
                    <a:pt x="59679" y="11993"/>
                  </a:lnTo>
                  <a:lnTo>
                    <a:pt x="59641" y="11051"/>
                  </a:lnTo>
                  <a:lnTo>
                    <a:pt x="59603" y="10110"/>
                  </a:lnTo>
                  <a:close/>
                  <a:moveTo>
                    <a:pt x="208" y="1"/>
                  </a:moveTo>
                  <a:lnTo>
                    <a:pt x="208" y="11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45" y="52525"/>
                  </a:lnTo>
                  <a:lnTo>
                    <a:pt x="43714" y="52468"/>
                  </a:lnTo>
                  <a:lnTo>
                    <a:pt x="43733" y="52468"/>
                  </a:lnTo>
                  <a:lnTo>
                    <a:pt x="43771" y="52449"/>
                  </a:lnTo>
                  <a:lnTo>
                    <a:pt x="43790" y="52449"/>
                  </a:lnTo>
                  <a:lnTo>
                    <a:pt x="44053" y="52355"/>
                  </a:lnTo>
                  <a:lnTo>
                    <a:pt x="44091" y="52355"/>
                  </a:lnTo>
                  <a:lnTo>
                    <a:pt x="44543" y="52186"/>
                  </a:lnTo>
                  <a:lnTo>
                    <a:pt x="44712" y="52129"/>
                  </a:lnTo>
                  <a:lnTo>
                    <a:pt x="44769" y="52092"/>
                  </a:lnTo>
                  <a:lnTo>
                    <a:pt x="44957" y="52035"/>
                  </a:lnTo>
                  <a:lnTo>
                    <a:pt x="45051" y="51998"/>
                  </a:lnTo>
                  <a:lnTo>
                    <a:pt x="45258" y="51903"/>
                  </a:lnTo>
                  <a:lnTo>
                    <a:pt x="45503" y="51809"/>
                  </a:lnTo>
                  <a:lnTo>
                    <a:pt x="45653" y="51734"/>
                  </a:lnTo>
                  <a:lnTo>
                    <a:pt x="45860" y="51659"/>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423" y="26432"/>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006" y="35487"/>
                  </a:lnTo>
                  <a:lnTo>
                    <a:pt x="22215" y="34941"/>
                  </a:lnTo>
                  <a:lnTo>
                    <a:pt x="21425" y="34358"/>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161" y="1017"/>
                  </a:lnTo>
                  <a:lnTo>
                    <a:pt x="3615" y="791"/>
                  </a:lnTo>
                  <a:lnTo>
                    <a:pt x="3069" y="584"/>
                  </a:lnTo>
                  <a:lnTo>
                    <a:pt x="2505" y="415"/>
                  </a:lnTo>
                  <a:lnTo>
                    <a:pt x="1940" y="283"/>
                  </a:lnTo>
                  <a:lnTo>
                    <a:pt x="1375" y="151"/>
                  </a:lnTo>
                  <a:lnTo>
                    <a:pt x="792" y="76"/>
                  </a:lnTo>
                  <a:lnTo>
                    <a:pt x="208"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4" name="Google Shape;1654;p38"/>
            <p:cNvSpPr/>
            <p:nvPr/>
          </p:nvSpPr>
          <p:spPr>
            <a:xfrm>
              <a:off x="1831476" y="2941160"/>
              <a:ext cx="282244" cy="304328"/>
            </a:xfrm>
            <a:custGeom>
              <a:rect b="b" l="l" r="r" t="t"/>
              <a:pathLst>
                <a:path extrusionOk="0" fill="none" h="15062" w="13969">
                  <a:moveTo>
                    <a:pt x="0" y="1"/>
                  </a:moveTo>
                  <a:lnTo>
                    <a:pt x="0" y="1"/>
                  </a:lnTo>
                  <a:lnTo>
                    <a:pt x="75" y="528"/>
                  </a:lnTo>
                  <a:lnTo>
                    <a:pt x="169" y="1055"/>
                  </a:lnTo>
                  <a:lnTo>
                    <a:pt x="282" y="1582"/>
                  </a:lnTo>
                  <a:lnTo>
                    <a:pt x="395" y="2090"/>
                  </a:lnTo>
                  <a:lnTo>
                    <a:pt x="527" y="2618"/>
                  </a:lnTo>
                  <a:lnTo>
                    <a:pt x="659" y="3126"/>
                  </a:lnTo>
                  <a:lnTo>
                    <a:pt x="810" y="3634"/>
                  </a:lnTo>
                  <a:lnTo>
                    <a:pt x="979" y="4124"/>
                  </a:lnTo>
                  <a:lnTo>
                    <a:pt x="1148" y="4632"/>
                  </a:lnTo>
                  <a:lnTo>
                    <a:pt x="1337" y="5121"/>
                  </a:lnTo>
                  <a:lnTo>
                    <a:pt x="1544" y="5611"/>
                  </a:lnTo>
                  <a:lnTo>
                    <a:pt x="1751" y="6100"/>
                  </a:lnTo>
                  <a:lnTo>
                    <a:pt x="1977" y="6571"/>
                  </a:lnTo>
                  <a:lnTo>
                    <a:pt x="2203" y="7060"/>
                  </a:lnTo>
                  <a:lnTo>
                    <a:pt x="2447" y="7531"/>
                  </a:lnTo>
                  <a:lnTo>
                    <a:pt x="2692" y="7983"/>
                  </a:lnTo>
                  <a:lnTo>
                    <a:pt x="2956" y="8454"/>
                  </a:lnTo>
                  <a:lnTo>
                    <a:pt x="3219" y="8905"/>
                  </a:lnTo>
                  <a:lnTo>
                    <a:pt x="3502" y="9357"/>
                  </a:lnTo>
                  <a:lnTo>
                    <a:pt x="3803" y="9790"/>
                  </a:lnTo>
                  <a:lnTo>
                    <a:pt x="4405" y="10675"/>
                  </a:lnTo>
                  <a:lnTo>
                    <a:pt x="5064" y="11522"/>
                  </a:lnTo>
                  <a:lnTo>
                    <a:pt x="5742" y="12332"/>
                  </a:lnTo>
                  <a:lnTo>
                    <a:pt x="6476" y="13141"/>
                  </a:lnTo>
                  <a:lnTo>
                    <a:pt x="7229" y="13913"/>
                  </a:lnTo>
                  <a:lnTo>
                    <a:pt x="8020" y="14666"/>
                  </a:lnTo>
                  <a:lnTo>
                    <a:pt x="8020" y="14666"/>
                  </a:lnTo>
                  <a:lnTo>
                    <a:pt x="8528" y="15061"/>
                  </a:lnTo>
                  <a:lnTo>
                    <a:pt x="8528" y="15061"/>
                  </a:lnTo>
                  <a:lnTo>
                    <a:pt x="8735" y="14572"/>
                  </a:lnTo>
                  <a:lnTo>
                    <a:pt x="8961" y="14101"/>
                  </a:lnTo>
                  <a:lnTo>
                    <a:pt x="9206" y="13631"/>
                  </a:lnTo>
                  <a:lnTo>
                    <a:pt x="9451" y="13160"/>
                  </a:lnTo>
                  <a:lnTo>
                    <a:pt x="9733" y="12708"/>
                  </a:lnTo>
                  <a:lnTo>
                    <a:pt x="10034" y="12256"/>
                  </a:lnTo>
                  <a:lnTo>
                    <a:pt x="10335" y="11823"/>
                  </a:lnTo>
                  <a:lnTo>
                    <a:pt x="10674" y="11409"/>
                  </a:lnTo>
                  <a:lnTo>
                    <a:pt x="11032" y="10995"/>
                  </a:lnTo>
                  <a:lnTo>
                    <a:pt x="11390" y="10600"/>
                  </a:lnTo>
                  <a:lnTo>
                    <a:pt x="11785" y="10223"/>
                  </a:lnTo>
                  <a:lnTo>
                    <a:pt x="12180" y="9847"/>
                  </a:lnTo>
                  <a:lnTo>
                    <a:pt x="12594" y="9508"/>
                  </a:lnTo>
                  <a:lnTo>
                    <a:pt x="13027" y="9169"/>
                  </a:lnTo>
                  <a:lnTo>
                    <a:pt x="13498" y="8849"/>
                  </a:lnTo>
                  <a:lnTo>
                    <a:pt x="13969" y="8529"/>
                  </a:lnTo>
                  <a:lnTo>
                    <a:pt x="13969" y="8529"/>
                  </a:lnTo>
                  <a:lnTo>
                    <a:pt x="12933" y="8322"/>
                  </a:lnTo>
                  <a:lnTo>
                    <a:pt x="11898" y="8058"/>
                  </a:lnTo>
                  <a:lnTo>
                    <a:pt x="10900" y="7757"/>
                  </a:lnTo>
                  <a:lnTo>
                    <a:pt x="10411" y="7588"/>
                  </a:lnTo>
                  <a:lnTo>
                    <a:pt x="9902" y="7399"/>
                  </a:lnTo>
                  <a:lnTo>
                    <a:pt x="9432" y="7230"/>
                  </a:lnTo>
                  <a:lnTo>
                    <a:pt x="8942" y="7023"/>
                  </a:lnTo>
                  <a:lnTo>
                    <a:pt x="8453" y="6816"/>
                  </a:lnTo>
                  <a:lnTo>
                    <a:pt x="7982" y="6590"/>
                  </a:lnTo>
                  <a:lnTo>
                    <a:pt x="7530" y="6364"/>
                  </a:lnTo>
                  <a:lnTo>
                    <a:pt x="7060" y="6119"/>
                  </a:lnTo>
                  <a:lnTo>
                    <a:pt x="6608" y="5874"/>
                  </a:lnTo>
                  <a:lnTo>
                    <a:pt x="6156" y="5611"/>
                  </a:lnTo>
                  <a:lnTo>
                    <a:pt x="5704" y="5347"/>
                  </a:lnTo>
                  <a:lnTo>
                    <a:pt x="5271" y="5065"/>
                  </a:lnTo>
                  <a:lnTo>
                    <a:pt x="4838" y="4764"/>
                  </a:lnTo>
                  <a:lnTo>
                    <a:pt x="4424" y="4462"/>
                  </a:lnTo>
                  <a:lnTo>
                    <a:pt x="4010" y="4142"/>
                  </a:lnTo>
                  <a:lnTo>
                    <a:pt x="3596" y="3822"/>
                  </a:lnTo>
                  <a:lnTo>
                    <a:pt x="3200" y="3484"/>
                  </a:lnTo>
                  <a:lnTo>
                    <a:pt x="2805" y="3145"/>
                  </a:lnTo>
                  <a:lnTo>
                    <a:pt x="2429" y="2787"/>
                  </a:lnTo>
                  <a:lnTo>
                    <a:pt x="2052" y="2429"/>
                  </a:lnTo>
                  <a:lnTo>
                    <a:pt x="1694" y="2034"/>
                  </a:lnTo>
                  <a:lnTo>
                    <a:pt x="1337" y="1657"/>
                  </a:lnTo>
                  <a:lnTo>
                    <a:pt x="979" y="1262"/>
                  </a:lnTo>
                  <a:lnTo>
                    <a:pt x="640" y="848"/>
                  </a:lnTo>
                  <a:lnTo>
                    <a:pt x="320" y="434"/>
                  </a:lnTo>
                  <a:lnTo>
                    <a:pt x="0"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5" name="Google Shape;1655;p38"/>
            <p:cNvSpPr/>
            <p:nvPr/>
          </p:nvSpPr>
          <p:spPr>
            <a:xfrm>
              <a:off x="2090118" y="2802717"/>
              <a:ext cx="620031" cy="731098"/>
            </a:xfrm>
            <a:custGeom>
              <a:rect b="b" l="l" r="r" t="t"/>
              <a:pathLst>
                <a:path extrusionOk="0" fill="none" h="36184" w="30687">
                  <a:moveTo>
                    <a:pt x="30611" y="0"/>
                  </a:moveTo>
                  <a:lnTo>
                    <a:pt x="30611" y="0"/>
                  </a:lnTo>
                  <a:lnTo>
                    <a:pt x="30385" y="697"/>
                  </a:lnTo>
                  <a:lnTo>
                    <a:pt x="30159" y="1393"/>
                  </a:lnTo>
                  <a:lnTo>
                    <a:pt x="29877" y="2052"/>
                  </a:lnTo>
                  <a:lnTo>
                    <a:pt x="29595" y="2711"/>
                  </a:lnTo>
                  <a:lnTo>
                    <a:pt x="29275" y="3351"/>
                  </a:lnTo>
                  <a:lnTo>
                    <a:pt x="28936" y="3972"/>
                  </a:lnTo>
                  <a:lnTo>
                    <a:pt x="28559" y="4594"/>
                  </a:lnTo>
                  <a:lnTo>
                    <a:pt x="28183" y="5177"/>
                  </a:lnTo>
                  <a:lnTo>
                    <a:pt x="27769" y="5761"/>
                  </a:lnTo>
                  <a:lnTo>
                    <a:pt x="27336" y="6344"/>
                  </a:lnTo>
                  <a:lnTo>
                    <a:pt x="26903" y="6890"/>
                  </a:lnTo>
                  <a:lnTo>
                    <a:pt x="26432" y="7436"/>
                  </a:lnTo>
                  <a:lnTo>
                    <a:pt x="25942" y="7945"/>
                  </a:lnTo>
                  <a:lnTo>
                    <a:pt x="25434" y="8453"/>
                  </a:lnTo>
                  <a:lnTo>
                    <a:pt x="24907" y="8942"/>
                  </a:lnTo>
                  <a:lnTo>
                    <a:pt x="24380" y="9432"/>
                  </a:lnTo>
                  <a:lnTo>
                    <a:pt x="23815" y="9884"/>
                  </a:lnTo>
                  <a:lnTo>
                    <a:pt x="23250" y="10336"/>
                  </a:lnTo>
                  <a:lnTo>
                    <a:pt x="22667" y="10750"/>
                  </a:lnTo>
                  <a:lnTo>
                    <a:pt x="22083" y="11164"/>
                  </a:lnTo>
                  <a:lnTo>
                    <a:pt x="21462" y="11559"/>
                  </a:lnTo>
                  <a:lnTo>
                    <a:pt x="20841" y="11936"/>
                  </a:lnTo>
                  <a:lnTo>
                    <a:pt x="20219" y="12293"/>
                  </a:lnTo>
                  <a:lnTo>
                    <a:pt x="19579" y="12651"/>
                  </a:lnTo>
                  <a:lnTo>
                    <a:pt x="18920" y="12971"/>
                  </a:lnTo>
                  <a:lnTo>
                    <a:pt x="18262" y="13272"/>
                  </a:lnTo>
                  <a:lnTo>
                    <a:pt x="17603" y="13574"/>
                  </a:lnTo>
                  <a:lnTo>
                    <a:pt x="16925" y="13837"/>
                  </a:lnTo>
                  <a:lnTo>
                    <a:pt x="16247" y="14101"/>
                  </a:lnTo>
                  <a:lnTo>
                    <a:pt x="15569" y="14345"/>
                  </a:lnTo>
                  <a:lnTo>
                    <a:pt x="14873" y="14553"/>
                  </a:lnTo>
                  <a:lnTo>
                    <a:pt x="14176" y="14760"/>
                  </a:lnTo>
                  <a:lnTo>
                    <a:pt x="14176" y="14760"/>
                  </a:lnTo>
                  <a:lnTo>
                    <a:pt x="14703" y="15023"/>
                  </a:lnTo>
                  <a:lnTo>
                    <a:pt x="15231" y="15324"/>
                  </a:lnTo>
                  <a:lnTo>
                    <a:pt x="15720" y="15644"/>
                  </a:lnTo>
                  <a:lnTo>
                    <a:pt x="16210" y="16002"/>
                  </a:lnTo>
                  <a:lnTo>
                    <a:pt x="16210" y="16002"/>
                  </a:lnTo>
                  <a:lnTo>
                    <a:pt x="15908" y="15833"/>
                  </a:lnTo>
                  <a:lnTo>
                    <a:pt x="15588" y="15663"/>
                  </a:lnTo>
                  <a:lnTo>
                    <a:pt x="15268" y="15513"/>
                  </a:lnTo>
                  <a:lnTo>
                    <a:pt x="14948" y="15362"/>
                  </a:lnTo>
                  <a:lnTo>
                    <a:pt x="14609" y="15230"/>
                  </a:lnTo>
                  <a:lnTo>
                    <a:pt x="14270" y="15117"/>
                  </a:lnTo>
                  <a:lnTo>
                    <a:pt x="13932" y="15004"/>
                  </a:lnTo>
                  <a:lnTo>
                    <a:pt x="13593" y="14910"/>
                  </a:lnTo>
                  <a:lnTo>
                    <a:pt x="13593" y="14910"/>
                  </a:lnTo>
                  <a:lnTo>
                    <a:pt x="12821" y="15098"/>
                  </a:lnTo>
                  <a:lnTo>
                    <a:pt x="12030" y="15249"/>
                  </a:lnTo>
                  <a:lnTo>
                    <a:pt x="12030" y="15249"/>
                  </a:lnTo>
                  <a:lnTo>
                    <a:pt x="11315" y="15400"/>
                  </a:lnTo>
                  <a:lnTo>
                    <a:pt x="10599" y="15531"/>
                  </a:lnTo>
                  <a:lnTo>
                    <a:pt x="9865" y="15626"/>
                  </a:lnTo>
                  <a:lnTo>
                    <a:pt x="9150" y="15720"/>
                  </a:lnTo>
                  <a:lnTo>
                    <a:pt x="8416" y="15776"/>
                  </a:lnTo>
                  <a:lnTo>
                    <a:pt x="7700" y="15833"/>
                  </a:lnTo>
                  <a:lnTo>
                    <a:pt x="6966" y="15851"/>
                  </a:lnTo>
                  <a:lnTo>
                    <a:pt x="6232" y="15870"/>
                  </a:lnTo>
                  <a:lnTo>
                    <a:pt x="6232" y="15870"/>
                  </a:lnTo>
                  <a:lnTo>
                    <a:pt x="5611" y="15851"/>
                  </a:lnTo>
                  <a:lnTo>
                    <a:pt x="5611" y="15851"/>
                  </a:lnTo>
                  <a:lnTo>
                    <a:pt x="5516" y="15908"/>
                  </a:lnTo>
                  <a:lnTo>
                    <a:pt x="5516" y="15908"/>
                  </a:lnTo>
                  <a:lnTo>
                    <a:pt x="4914" y="16284"/>
                  </a:lnTo>
                  <a:lnTo>
                    <a:pt x="4349" y="16661"/>
                  </a:lnTo>
                  <a:lnTo>
                    <a:pt x="3803" y="17094"/>
                  </a:lnTo>
                  <a:lnTo>
                    <a:pt x="3314" y="17546"/>
                  </a:lnTo>
                  <a:lnTo>
                    <a:pt x="2843" y="18016"/>
                  </a:lnTo>
                  <a:lnTo>
                    <a:pt x="2391" y="18525"/>
                  </a:lnTo>
                  <a:lnTo>
                    <a:pt x="1996" y="19052"/>
                  </a:lnTo>
                  <a:lnTo>
                    <a:pt x="1638" y="19598"/>
                  </a:lnTo>
                  <a:lnTo>
                    <a:pt x="1300" y="20163"/>
                  </a:lnTo>
                  <a:lnTo>
                    <a:pt x="998" y="20746"/>
                  </a:lnTo>
                  <a:lnTo>
                    <a:pt x="735" y="21349"/>
                  </a:lnTo>
                  <a:lnTo>
                    <a:pt x="528" y="21951"/>
                  </a:lnTo>
                  <a:lnTo>
                    <a:pt x="339" y="22591"/>
                  </a:lnTo>
                  <a:lnTo>
                    <a:pt x="189" y="23212"/>
                  </a:lnTo>
                  <a:lnTo>
                    <a:pt x="76" y="23852"/>
                  </a:lnTo>
                  <a:lnTo>
                    <a:pt x="1" y="24511"/>
                  </a:lnTo>
                  <a:lnTo>
                    <a:pt x="1" y="24511"/>
                  </a:lnTo>
                  <a:lnTo>
                    <a:pt x="603" y="24794"/>
                  </a:lnTo>
                  <a:lnTo>
                    <a:pt x="1224" y="25057"/>
                  </a:lnTo>
                  <a:lnTo>
                    <a:pt x="1827" y="25302"/>
                  </a:lnTo>
                  <a:lnTo>
                    <a:pt x="2448" y="25528"/>
                  </a:lnTo>
                  <a:lnTo>
                    <a:pt x="3088" y="25735"/>
                  </a:lnTo>
                  <a:lnTo>
                    <a:pt x="3709" y="25942"/>
                  </a:lnTo>
                  <a:lnTo>
                    <a:pt x="4349" y="26112"/>
                  </a:lnTo>
                  <a:lnTo>
                    <a:pt x="4989" y="26262"/>
                  </a:lnTo>
                  <a:lnTo>
                    <a:pt x="5629" y="26413"/>
                  </a:lnTo>
                  <a:lnTo>
                    <a:pt x="6288" y="26526"/>
                  </a:lnTo>
                  <a:lnTo>
                    <a:pt x="6928" y="26639"/>
                  </a:lnTo>
                  <a:lnTo>
                    <a:pt x="7569" y="26733"/>
                  </a:lnTo>
                  <a:lnTo>
                    <a:pt x="8227" y="26789"/>
                  </a:lnTo>
                  <a:lnTo>
                    <a:pt x="8886" y="26846"/>
                  </a:lnTo>
                  <a:lnTo>
                    <a:pt x="9526" y="26865"/>
                  </a:lnTo>
                  <a:lnTo>
                    <a:pt x="10185" y="26883"/>
                  </a:lnTo>
                  <a:lnTo>
                    <a:pt x="10185" y="26883"/>
                  </a:lnTo>
                  <a:lnTo>
                    <a:pt x="10938" y="26865"/>
                  </a:lnTo>
                  <a:lnTo>
                    <a:pt x="11691" y="26827"/>
                  </a:lnTo>
                  <a:lnTo>
                    <a:pt x="12444" y="26752"/>
                  </a:lnTo>
                  <a:lnTo>
                    <a:pt x="13197" y="26657"/>
                  </a:lnTo>
                  <a:lnTo>
                    <a:pt x="13932" y="26545"/>
                  </a:lnTo>
                  <a:lnTo>
                    <a:pt x="14685" y="26394"/>
                  </a:lnTo>
                  <a:lnTo>
                    <a:pt x="15419" y="26225"/>
                  </a:lnTo>
                  <a:lnTo>
                    <a:pt x="16134" y="26017"/>
                  </a:lnTo>
                  <a:lnTo>
                    <a:pt x="16134" y="26017"/>
                  </a:lnTo>
                  <a:lnTo>
                    <a:pt x="15645" y="26507"/>
                  </a:lnTo>
                  <a:lnTo>
                    <a:pt x="15118" y="26959"/>
                  </a:lnTo>
                  <a:lnTo>
                    <a:pt x="14591" y="27373"/>
                  </a:lnTo>
                  <a:lnTo>
                    <a:pt x="14063" y="27749"/>
                  </a:lnTo>
                  <a:lnTo>
                    <a:pt x="13499" y="28088"/>
                  </a:lnTo>
                  <a:lnTo>
                    <a:pt x="12953" y="28408"/>
                  </a:lnTo>
                  <a:lnTo>
                    <a:pt x="12369" y="28672"/>
                  </a:lnTo>
                  <a:lnTo>
                    <a:pt x="11785" y="28917"/>
                  </a:lnTo>
                  <a:lnTo>
                    <a:pt x="11202" y="29142"/>
                  </a:lnTo>
                  <a:lnTo>
                    <a:pt x="10599" y="29312"/>
                  </a:lnTo>
                  <a:lnTo>
                    <a:pt x="9997" y="29463"/>
                  </a:lnTo>
                  <a:lnTo>
                    <a:pt x="9395" y="29594"/>
                  </a:lnTo>
                  <a:lnTo>
                    <a:pt x="8773" y="29688"/>
                  </a:lnTo>
                  <a:lnTo>
                    <a:pt x="8152" y="29745"/>
                  </a:lnTo>
                  <a:lnTo>
                    <a:pt x="7512" y="29801"/>
                  </a:lnTo>
                  <a:lnTo>
                    <a:pt x="6891" y="29801"/>
                  </a:lnTo>
                  <a:lnTo>
                    <a:pt x="6891" y="29801"/>
                  </a:lnTo>
                  <a:lnTo>
                    <a:pt x="6100" y="29783"/>
                  </a:lnTo>
                  <a:lnTo>
                    <a:pt x="5291" y="29726"/>
                  </a:lnTo>
                  <a:lnTo>
                    <a:pt x="4481" y="29632"/>
                  </a:lnTo>
                  <a:lnTo>
                    <a:pt x="3672" y="29500"/>
                  </a:lnTo>
                  <a:lnTo>
                    <a:pt x="2881" y="29331"/>
                  </a:lnTo>
                  <a:lnTo>
                    <a:pt x="2071" y="29124"/>
                  </a:lnTo>
                  <a:lnTo>
                    <a:pt x="1281" y="28898"/>
                  </a:lnTo>
                  <a:lnTo>
                    <a:pt x="471" y="28634"/>
                  </a:lnTo>
                  <a:lnTo>
                    <a:pt x="471" y="28634"/>
                  </a:lnTo>
                  <a:lnTo>
                    <a:pt x="659" y="29142"/>
                  </a:lnTo>
                  <a:lnTo>
                    <a:pt x="867" y="29651"/>
                  </a:lnTo>
                  <a:lnTo>
                    <a:pt x="1092" y="30140"/>
                  </a:lnTo>
                  <a:lnTo>
                    <a:pt x="1356" y="30630"/>
                  </a:lnTo>
                  <a:lnTo>
                    <a:pt x="1356" y="30630"/>
                  </a:lnTo>
                  <a:lnTo>
                    <a:pt x="1544" y="30969"/>
                  </a:lnTo>
                  <a:lnTo>
                    <a:pt x="1733" y="31289"/>
                  </a:lnTo>
                  <a:lnTo>
                    <a:pt x="1940" y="31590"/>
                  </a:lnTo>
                  <a:lnTo>
                    <a:pt x="2166" y="31891"/>
                  </a:lnTo>
                  <a:lnTo>
                    <a:pt x="2391" y="32173"/>
                  </a:lnTo>
                  <a:lnTo>
                    <a:pt x="2636" y="32456"/>
                  </a:lnTo>
                  <a:lnTo>
                    <a:pt x="2881" y="32738"/>
                  </a:lnTo>
                  <a:lnTo>
                    <a:pt x="3126" y="33002"/>
                  </a:lnTo>
                  <a:lnTo>
                    <a:pt x="3389" y="33247"/>
                  </a:lnTo>
                  <a:lnTo>
                    <a:pt x="3653" y="33491"/>
                  </a:lnTo>
                  <a:lnTo>
                    <a:pt x="3935" y="33717"/>
                  </a:lnTo>
                  <a:lnTo>
                    <a:pt x="4218" y="33943"/>
                  </a:lnTo>
                  <a:lnTo>
                    <a:pt x="4500" y="34150"/>
                  </a:lnTo>
                  <a:lnTo>
                    <a:pt x="4782" y="34357"/>
                  </a:lnTo>
                  <a:lnTo>
                    <a:pt x="5084" y="34546"/>
                  </a:lnTo>
                  <a:lnTo>
                    <a:pt x="5404" y="34734"/>
                  </a:lnTo>
                  <a:lnTo>
                    <a:pt x="5705" y="34903"/>
                  </a:lnTo>
                  <a:lnTo>
                    <a:pt x="6025" y="35073"/>
                  </a:lnTo>
                  <a:lnTo>
                    <a:pt x="6345" y="35223"/>
                  </a:lnTo>
                  <a:lnTo>
                    <a:pt x="6665" y="35355"/>
                  </a:lnTo>
                  <a:lnTo>
                    <a:pt x="6985" y="35487"/>
                  </a:lnTo>
                  <a:lnTo>
                    <a:pt x="7324" y="35600"/>
                  </a:lnTo>
                  <a:lnTo>
                    <a:pt x="7663" y="35713"/>
                  </a:lnTo>
                  <a:lnTo>
                    <a:pt x="8001" y="35807"/>
                  </a:lnTo>
                  <a:lnTo>
                    <a:pt x="8340" y="35901"/>
                  </a:lnTo>
                  <a:lnTo>
                    <a:pt x="8698" y="35976"/>
                  </a:lnTo>
                  <a:lnTo>
                    <a:pt x="9037" y="36033"/>
                  </a:lnTo>
                  <a:lnTo>
                    <a:pt x="9395" y="36089"/>
                  </a:lnTo>
                  <a:lnTo>
                    <a:pt x="9733" y="36127"/>
                  </a:lnTo>
                  <a:lnTo>
                    <a:pt x="10091" y="36146"/>
                  </a:lnTo>
                  <a:lnTo>
                    <a:pt x="10449" y="36165"/>
                  </a:lnTo>
                  <a:lnTo>
                    <a:pt x="10807" y="36183"/>
                  </a:lnTo>
                  <a:lnTo>
                    <a:pt x="10807" y="36183"/>
                  </a:lnTo>
                  <a:lnTo>
                    <a:pt x="11465" y="36165"/>
                  </a:lnTo>
                  <a:lnTo>
                    <a:pt x="12143" y="36089"/>
                  </a:lnTo>
                  <a:lnTo>
                    <a:pt x="12802" y="35995"/>
                  </a:lnTo>
                  <a:lnTo>
                    <a:pt x="13480" y="35844"/>
                  </a:lnTo>
                  <a:lnTo>
                    <a:pt x="14139" y="35637"/>
                  </a:lnTo>
                  <a:lnTo>
                    <a:pt x="14798" y="35411"/>
                  </a:lnTo>
                  <a:lnTo>
                    <a:pt x="15118" y="35280"/>
                  </a:lnTo>
                  <a:lnTo>
                    <a:pt x="15438" y="35129"/>
                  </a:lnTo>
                  <a:lnTo>
                    <a:pt x="15758" y="34960"/>
                  </a:lnTo>
                  <a:lnTo>
                    <a:pt x="16059" y="34790"/>
                  </a:lnTo>
                  <a:lnTo>
                    <a:pt x="16059" y="34790"/>
                  </a:lnTo>
                  <a:lnTo>
                    <a:pt x="16586" y="34489"/>
                  </a:lnTo>
                  <a:lnTo>
                    <a:pt x="17094" y="34150"/>
                  </a:lnTo>
                  <a:lnTo>
                    <a:pt x="17565" y="33792"/>
                  </a:lnTo>
                  <a:lnTo>
                    <a:pt x="18017" y="33416"/>
                  </a:lnTo>
                  <a:lnTo>
                    <a:pt x="18431" y="33002"/>
                  </a:lnTo>
                  <a:lnTo>
                    <a:pt x="18845" y="32588"/>
                  </a:lnTo>
                  <a:lnTo>
                    <a:pt x="19203" y="32155"/>
                  </a:lnTo>
                  <a:lnTo>
                    <a:pt x="19561" y="31684"/>
                  </a:lnTo>
                  <a:lnTo>
                    <a:pt x="19561" y="31684"/>
                  </a:lnTo>
                  <a:lnTo>
                    <a:pt x="19090" y="31985"/>
                  </a:lnTo>
                  <a:lnTo>
                    <a:pt x="18619" y="32230"/>
                  </a:lnTo>
                  <a:lnTo>
                    <a:pt x="18130" y="32437"/>
                  </a:lnTo>
                  <a:lnTo>
                    <a:pt x="17640" y="32606"/>
                  </a:lnTo>
                  <a:lnTo>
                    <a:pt x="17151" y="32738"/>
                  </a:lnTo>
                  <a:lnTo>
                    <a:pt x="16643" y="32832"/>
                  </a:lnTo>
                  <a:lnTo>
                    <a:pt x="16134" y="32889"/>
                  </a:lnTo>
                  <a:lnTo>
                    <a:pt x="15626" y="32908"/>
                  </a:lnTo>
                  <a:lnTo>
                    <a:pt x="15626" y="32908"/>
                  </a:lnTo>
                  <a:lnTo>
                    <a:pt x="15193" y="32889"/>
                  </a:lnTo>
                  <a:lnTo>
                    <a:pt x="14779" y="32851"/>
                  </a:lnTo>
                  <a:lnTo>
                    <a:pt x="14779" y="32851"/>
                  </a:lnTo>
                  <a:lnTo>
                    <a:pt x="15664" y="32399"/>
                  </a:lnTo>
                  <a:lnTo>
                    <a:pt x="16548" y="31910"/>
                  </a:lnTo>
                  <a:lnTo>
                    <a:pt x="17377" y="31383"/>
                  </a:lnTo>
                  <a:lnTo>
                    <a:pt x="18205" y="30837"/>
                  </a:lnTo>
                  <a:lnTo>
                    <a:pt x="18977" y="30253"/>
                  </a:lnTo>
                  <a:lnTo>
                    <a:pt x="19749" y="29651"/>
                  </a:lnTo>
                  <a:lnTo>
                    <a:pt x="20464" y="29030"/>
                  </a:lnTo>
                  <a:lnTo>
                    <a:pt x="21180" y="28371"/>
                  </a:lnTo>
                  <a:lnTo>
                    <a:pt x="21180" y="28371"/>
                  </a:lnTo>
                  <a:lnTo>
                    <a:pt x="21349" y="27712"/>
                  </a:lnTo>
                  <a:lnTo>
                    <a:pt x="21481" y="27015"/>
                  </a:lnTo>
                  <a:lnTo>
                    <a:pt x="21556" y="26337"/>
                  </a:lnTo>
                  <a:lnTo>
                    <a:pt x="21613" y="25641"/>
                  </a:lnTo>
                  <a:lnTo>
                    <a:pt x="21613" y="25641"/>
                  </a:lnTo>
                  <a:lnTo>
                    <a:pt x="21650" y="26225"/>
                  </a:lnTo>
                  <a:lnTo>
                    <a:pt x="21650" y="26808"/>
                  </a:lnTo>
                  <a:lnTo>
                    <a:pt x="21631" y="27373"/>
                  </a:lnTo>
                  <a:lnTo>
                    <a:pt x="21594" y="27956"/>
                  </a:lnTo>
                  <a:lnTo>
                    <a:pt x="21594" y="27956"/>
                  </a:lnTo>
                  <a:lnTo>
                    <a:pt x="22234" y="27279"/>
                  </a:lnTo>
                  <a:lnTo>
                    <a:pt x="22855" y="26582"/>
                  </a:lnTo>
                  <a:lnTo>
                    <a:pt x="23457" y="25867"/>
                  </a:lnTo>
                  <a:lnTo>
                    <a:pt x="24022" y="25133"/>
                  </a:lnTo>
                  <a:lnTo>
                    <a:pt x="24568" y="24380"/>
                  </a:lnTo>
                  <a:lnTo>
                    <a:pt x="25076" y="23608"/>
                  </a:lnTo>
                  <a:lnTo>
                    <a:pt x="25566" y="22817"/>
                  </a:lnTo>
                  <a:lnTo>
                    <a:pt x="26037" y="22008"/>
                  </a:lnTo>
                  <a:lnTo>
                    <a:pt x="26488" y="21179"/>
                  </a:lnTo>
                  <a:lnTo>
                    <a:pt x="26903" y="20332"/>
                  </a:lnTo>
                  <a:lnTo>
                    <a:pt x="27317" y="19485"/>
                  </a:lnTo>
                  <a:lnTo>
                    <a:pt x="27693" y="18619"/>
                  </a:lnTo>
                  <a:lnTo>
                    <a:pt x="28032" y="17753"/>
                  </a:lnTo>
                  <a:lnTo>
                    <a:pt x="28371" y="16868"/>
                  </a:lnTo>
                  <a:lnTo>
                    <a:pt x="28672" y="15964"/>
                  </a:lnTo>
                  <a:lnTo>
                    <a:pt x="28955" y="15061"/>
                  </a:lnTo>
                  <a:lnTo>
                    <a:pt x="29218" y="14138"/>
                  </a:lnTo>
                  <a:lnTo>
                    <a:pt x="29463" y="13216"/>
                  </a:lnTo>
                  <a:lnTo>
                    <a:pt x="29670" y="12293"/>
                  </a:lnTo>
                  <a:lnTo>
                    <a:pt x="29877" y="11352"/>
                  </a:lnTo>
                  <a:lnTo>
                    <a:pt x="30046" y="10411"/>
                  </a:lnTo>
                  <a:lnTo>
                    <a:pt x="30197" y="9470"/>
                  </a:lnTo>
                  <a:lnTo>
                    <a:pt x="30329" y="8528"/>
                  </a:lnTo>
                  <a:lnTo>
                    <a:pt x="30442" y="7568"/>
                  </a:lnTo>
                  <a:lnTo>
                    <a:pt x="30536" y="6627"/>
                  </a:lnTo>
                  <a:lnTo>
                    <a:pt x="30592" y="5667"/>
                  </a:lnTo>
                  <a:lnTo>
                    <a:pt x="30649" y="4725"/>
                  </a:lnTo>
                  <a:lnTo>
                    <a:pt x="30687" y="3765"/>
                  </a:lnTo>
                  <a:lnTo>
                    <a:pt x="30687" y="2824"/>
                  </a:lnTo>
                  <a:lnTo>
                    <a:pt x="30687" y="1883"/>
                  </a:lnTo>
                  <a:lnTo>
                    <a:pt x="30649" y="941"/>
                  </a:lnTo>
                  <a:lnTo>
                    <a:pt x="30611"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6" name="Google Shape;1656;p38"/>
            <p:cNvSpPr/>
            <p:nvPr/>
          </p:nvSpPr>
          <p:spPr>
            <a:xfrm>
              <a:off x="1504339" y="2598447"/>
              <a:ext cx="1344279" cy="1087130"/>
            </a:xfrm>
            <a:custGeom>
              <a:rect b="b" l="l" r="r" t="t"/>
              <a:pathLst>
                <a:path extrusionOk="0" fill="none" h="53805" w="66532">
                  <a:moveTo>
                    <a:pt x="208" y="1"/>
                  </a:moveTo>
                  <a:lnTo>
                    <a:pt x="208" y="1"/>
                  </a:lnTo>
                  <a:lnTo>
                    <a:pt x="208" y="114"/>
                  </a:lnTo>
                  <a:lnTo>
                    <a:pt x="114" y="75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26" y="52544"/>
                  </a:lnTo>
                  <a:lnTo>
                    <a:pt x="43545" y="52525"/>
                  </a:lnTo>
                  <a:lnTo>
                    <a:pt x="43545" y="52525"/>
                  </a:lnTo>
                  <a:lnTo>
                    <a:pt x="43714" y="52468"/>
                  </a:lnTo>
                  <a:lnTo>
                    <a:pt x="43714" y="52468"/>
                  </a:lnTo>
                  <a:lnTo>
                    <a:pt x="43733" y="52468"/>
                  </a:lnTo>
                  <a:lnTo>
                    <a:pt x="43733" y="52468"/>
                  </a:lnTo>
                  <a:lnTo>
                    <a:pt x="43771" y="52449"/>
                  </a:lnTo>
                  <a:lnTo>
                    <a:pt x="43771" y="52449"/>
                  </a:lnTo>
                  <a:lnTo>
                    <a:pt x="43790" y="52449"/>
                  </a:lnTo>
                  <a:lnTo>
                    <a:pt x="43790" y="52449"/>
                  </a:lnTo>
                  <a:lnTo>
                    <a:pt x="44053" y="52355"/>
                  </a:lnTo>
                  <a:lnTo>
                    <a:pt x="44053" y="52355"/>
                  </a:lnTo>
                  <a:lnTo>
                    <a:pt x="44091" y="52355"/>
                  </a:lnTo>
                  <a:lnTo>
                    <a:pt x="44091" y="52355"/>
                  </a:lnTo>
                  <a:lnTo>
                    <a:pt x="44091" y="52355"/>
                  </a:lnTo>
                  <a:lnTo>
                    <a:pt x="44091" y="52355"/>
                  </a:lnTo>
                  <a:lnTo>
                    <a:pt x="44543" y="52186"/>
                  </a:lnTo>
                  <a:lnTo>
                    <a:pt x="44543" y="52186"/>
                  </a:lnTo>
                  <a:lnTo>
                    <a:pt x="44712" y="52129"/>
                  </a:lnTo>
                  <a:lnTo>
                    <a:pt x="44712" y="52129"/>
                  </a:lnTo>
                  <a:lnTo>
                    <a:pt x="44769" y="52092"/>
                  </a:lnTo>
                  <a:lnTo>
                    <a:pt x="44769" y="52092"/>
                  </a:lnTo>
                  <a:lnTo>
                    <a:pt x="44957" y="52035"/>
                  </a:lnTo>
                  <a:lnTo>
                    <a:pt x="44957" y="52035"/>
                  </a:lnTo>
                  <a:lnTo>
                    <a:pt x="45051" y="51998"/>
                  </a:lnTo>
                  <a:lnTo>
                    <a:pt x="45051" y="51998"/>
                  </a:lnTo>
                  <a:lnTo>
                    <a:pt x="45051" y="51998"/>
                  </a:lnTo>
                  <a:lnTo>
                    <a:pt x="45051" y="51998"/>
                  </a:lnTo>
                  <a:lnTo>
                    <a:pt x="45258" y="51903"/>
                  </a:lnTo>
                  <a:lnTo>
                    <a:pt x="45258" y="51903"/>
                  </a:lnTo>
                  <a:lnTo>
                    <a:pt x="45503" y="51809"/>
                  </a:lnTo>
                  <a:lnTo>
                    <a:pt x="45503" y="51809"/>
                  </a:lnTo>
                  <a:lnTo>
                    <a:pt x="45503" y="51809"/>
                  </a:lnTo>
                  <a:lnTo>
                    <a:pt x="45503" y="51809"/>
                  </a:lnTo>
                  <a:lnTo>
                    <a:pt x="45653" y="51734"/>
                  </a:lnTo>
                  <a:lnTo>
                    <a:pt x="45653" y="51734"/>
                  </a:lnTo>
                  <a:lnTo>
                    <a:pt x="45860" y="51659"/>
                  </a:lnTo>
                  <a:lnTo>
                    <a:pt x="45860" y="51659"/>
                  </a:lnTo>
                  <a:lnTo>
                    <a:pt x="46463" y="51376"/>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234" y="27411"/>
                  </a:lnTo>
                  <a:lnTo>
                    <a:pt x="64423" y="26432"/>
                  </a:lnTo>
                  <a:lnTo>
                    <a:pt x="64573" y="25453"/>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7238" y="50303"/>
                  </a:lnTo>
                  <a:lnTo>
                    <a:pt x="37238"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834" y="36033"/>
                  </a:lnTo>
                  <a:lnTo>
                    <a:pt x="23006" y="35487"/>
                  </a:lnTo>
                  <a:lnTo>
                    <a:pt x="22215" y="34941"/>
                  </a:lnTo>
                  <a:lnTo>
                    <a:pt x="21425" y="34358"/>
                  </a:lnTo>
                  <a:lnTo>
                    <a:pt x="20690" y="33774"/>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707" y="1262"/>
                  </a:lnTo>
                  <a:lnTo>
                    <a:pt x="4161" y="1017"/>
                  </a:lnTo>
                  <a:lnTo>
                    <a:pt x="3615" y="791"/>
                  </a:lnTo>
                  <a:lnTo>
                    <a:pt x="3069" y="584"/>
                  </a:lnTo>
                  <a:lnTo>
                    <a:pt x="2505" y="415"/>
                  </a:lnTo>
                  <a:lnTo>
                    <a:pt x="1940" y="283"/>
                  </a:lnTo>
                  <a:lnTo>
                    <a:pt x="1375" y="151"/>
                  </a:lnTo>
                  <a:lnTo>
                    <a:pt x="792" y="76"/>
                  </a:lnTo>
                  <a:lnTo>
                    <a:pt x="208"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7" name="Google Shape;1657;p38"/>
            <p:cNvSpPr/>
            <p:nvPr/>
          </p:nvSpPr>
          <p:spPr>
            <a:xfrm>
              <a:off x="1985518" y="3100919"/>
              <a:ext cx="542060" cy="513914"/>
            </a:xfrm>
            <a:custGeom>
              <a:rect b="b" l="l" r="r" t="t"/>
              <a:pathLst>
                <a:path extrusionOk="0" h="25435" w="26828">
                  <a:moveTo>
                    <a:pt x="19353" y="1"/>
                  </a:moveTo>
                  <a:lnTo>
                    <a:pt x="18770" y="151"/>
                  </a:lnTo>
                  <a:lnTo>
                    <a:pt x="19109" y="245"/>
                  </a:lnTo>
                  <a:lnTo>
                    <a:pt x="19447" y="358"/>
                  </a:lnTo>
                  <a:lnTo>
                    <a:pt x="19786" y="471"/>
                  </a:lnTo>
                  <a:lnTo>
                    <a:pt x="20125" y="603"/>
                  </a:lnTo>
                  <a:lnTo>
                    <a:pt x="20445" y="754"/>
                  </a:lnTo>
                  <a:lnTo>
                    <a:pt x="20765" y="904"/>
                  </a:lnTo>
                  <a:lnTo>
                    <a:pt x="21085" y="1074"/>
                  </a:lnTo>
                  <a:lnTo>
                    <a:pt x="21387" y="1243"/>
                  </a:lnTo>
                  <a:lnTo>
                    <a:pt x="21387" y="1243"/>
                  </a:lnTo>
                  <a:lnTo>
                    <a:pt x="20897" y="885"/>
                  </a:lnTo>
                  <a:lnTo>
                    <a:pt x="20408" y="565"/>
                  </a:lnTo>
                  <a:lnTo>
                    <a:pt x="19880" y="264"/>
                  </a:lnTo>
                  <a:lnTo>
                    <a:pt x="19353" y="1"/>
                  </a:lnTo>
                  <a:close/>
                  <a:moveTo>
                    <a:pt x="6345" y="622"/>
                  </a:moveTo>
                  <a:lnTo>
                    <a:pt x="5874" y="942"/>
                  </a:lnTo>
                  <a:lnTo>
                    <a:pt x="5403" y="1262"/>
                  </a:lnTo>
                  <a:lnTo>
                    <a:pt x="4970" y="1601"/>
                  </a:lnTo>
                  <a:lnTo>
                    <a:pt x="4556" y="1940"/>
                  </a:lnTo>
                  <a:lnTo>
                    <a:pt x="4161" y="2316"/>
                  </a:lnTo>
                  <a:lnTo>
                    <a:pt x="3766" y="2693"/>
                  </a:lnTo>
                  <a:lnTo>
                    <a:pt x="3408" y="3088"/>
                  </a:lnTo>
                  <a:lnTo>
                    <a:pt x="3050" y="3502"/>
                  </a:lnTo>
                  <a:lnTo>
                    <a:pt x="2711" y="3916"/>
                  </a:lnTo>
                  <a:lnTo>
                    <a:pt x="2410" y="4349"/>
                  </a:lnTo>
                  <a:lnTo>
                    <a:pt x="2109" y="4801"/>
                  </a:lnTo>
                  <a:lnTo>
                    <a:pt x="1827" y="5253"/>
                  </a:lnTo>
                  <a:lnTo>
                    <a:pt x="1582" y="5724"/>
                  </a:lnTo>
                  <a:lnTo>
                    <a:pt x="1337" y="6194"/>
                  </a:lnTo>
                  <a:lnTo>
                    <a:pt x="1111" y="6665"/>
                  </a:lnTo>
                  <a:lnTo>
                    <a:pt x="904" y="7154"/>
                  </a:lnTo>
                  <a:lnTo>
                    <a:pt x="1412" y="7531"/>
                  </a:lnTo>
                  <a:lnTo>
                    <a:pt x="1921" y="7889"/>
                  </a:lnTo>
                  <a:lnTo>
                    <a:pt x="2448" y="8227"/>
                  </a:lnTo>
                  <a:lnTo>
                    <a:pt x="2975" y="8566"/>
                  </a:lnTo>
                  <a:lnTo>
                    <a:pt x="3521" y="8886"/>
                  </a:lnTo>
                  <a:lnTo>
                    <a:pt x="4067" y="9188"/>
                  </a:lnTo>
                  <a:lnTo>
                    <a:pt x="4613" y="9470"/>
                  </a:lnTo>
                  <a:lnTo>
                    <a:pt x="5178" y="9752"/>
                  </a:lnTo>
                  <a:lnTo>
                    <a:pt x="5253" y="9093"/>
                  </a:lnTo>
                  <a:lnTo>
                    <a:pt x="5366" y="8453"/>
                  </a:lnTo>
                  <a:lnTo>
                    <a:pt x="5516" y="7832"/>
                  </a:lnTo>
                  <a:lnTo>
                    <a:pt x="5705" y="7192"/>
                  </a:lnTo>
                  <a:lnTo>
                    <a:pt x="5912" y="6590"/>
                  </a:lnTo>
                  <a:lnTo>
                    <a:pt x="6175" y="5987"/>
                  </a:lnTo>
                  <a:lnTo>
                    <a:pt x="6477" y="5404"/>
                  </a:lnTo>
                  <a:lnTo>
                    <a:pt x="6815" y="4839"/>
                  </a:lnTo>
                  <a:lnTo>
                    <a:pt x="7173" y="4293"/>
                  </a:lnTo>
                  <a:lnTo>
                    <a:pt x="7568" y="3766"/>
                  </a:lnTo>
                  <a:lnTo>
                    <a:pt x="8020" y="3257"/>
                  </a:lnTo>
                  <a:lnTo>
                    <a:pt x="8491" y="2787"/>
                  </a:lnTo>
                  <a:lnTo>
                    <a:pt x="8980" y="2335"/>
                  </a:lnTo>
                  <a:lnTo>
                    <a:pt x="9526" y="1902"/>
                  </a:lnTo>
                  <a:lnTo>
                    <a:pt x="10091" y="1525"/>
                  </a:lnTo>
                  <a:lnTo>
                    <a:pt x="10693" y="1149"/>
                  </a:lnTo>
                  <a:lnTo>
                    <a:pt x="10788" y="1092"/>
                  </a:lnTo>
                  <a:lnTo>
                    <a:pt x="10223" y="1074"/>
                  </a:lnTo>
                  <a:lnTo>
                    <a:pt x="9658" y="1055"/>
                  </a:lnTo>
                  <a:lnTo>
                    <a:pt x="9112" y="1017"/>
                  </a:lnTo>
                  <a:lnTo>
                    <a:pt x="8547" y="961"/>
                  </a:lnTo>
                  <a:lnTo>
                    <a:pt x="7983" y="885"/>
                  </a:lnTo>
                  <a:lnTo>
                    <a:pt x="7437" y="810"/>
                  </a:lnTo>
                  <a:lnTo>
                    <a:pt x="6891" y="735"/>
                  </a:lnTo>
                  <a:lnTo>
                    <a:pt x="6345" y="622"/>
                  </a:lnTo>
                  <a:close/>
                  <a:moveTo>
                    <a:pt x="26790" y="10882"/>
                  </a:moveTo>
                  <a:lnTo>
                    <a:pt x="26733" y="11578"/>
                  </a:lnTo>
                  <a:lnTo>
                    <a:pt x="26658" y="12256"/>
                  </a:lnTo>
                  <a:lnTo>
                    <a:pt x="26526" y="12953"/>
                  </a:lnTo>
                  <a:lnTo>
                    <a:pt x="26357" y="13612"/>
                  </a:lnTo>
                  <a:lnTo>
                    <a:pt x="26771" y="13197"/>
                  </a:lnTo>
                  <a:lnTo>
                    <a:pt x="26808" y="12614"/>
                  </a:lnTo>
                  <a:lnTo>
                    <a:pt x="26827" y="12049"/>
                  </a:lnTo>
                  <a:lnTo>
                    <a:pt x="26827" y="11466"/>
                  </a:lnTo>
                  <a:lnTo>
                    <a:pt x="26790" y="10882"/>
                  </a:lnTo>
                  <a:close/>
                  <a:moveTo>
                    <a:pt x="19" y="11164"/>
                  </a:moveTo>
                  <a:lnTo>
                    <a:pt x="0" y="11635"/>
                  </a:lnTo>
                  <a:lnTo>
                    <a:pt x="0" y="12106"/>
                  </a:lnTo>
                  <a:lnTo>
                    <a:pt x="0" y="12576"/>
                  </a:lnTo>
                  <a:lnTo>
                    <a:pt x="38" y="13047"/>
                  </a:lnTo>
                  <a:lnTo>
                    <a:pt x="76" y="13518"/>
                  </a:lnTo>
                  <a:lnTo>
                    <a:pt x="132" y="13988"/>
                  </a:lnTo>
                  <a:lnTo>
                    <a:pt x="208" y="14459"/>
                  </a:lnTo>
                  <a:lnTo>
                    <a:pt x="302" y="14929"/>
                  </a:lnTo>
                  <a:lnTo>
                    <a:pt x="415" y="15400"/>
                  </a:lnTo>
                  <a:lnTo>
                    <a:pt x="546" y="15852"/>
                  </a:lnTo>
                  <a:lnTo>
                    <a:pt x="697" y="16323"/>
                  </a:lnTo>
                  <a:lnTo>
                    <a:pt x="866" y="16774"/>
                  </a:lnTo>
                  <a:lnTo>
                    <a:pt x="1055" y="17226"/>
                  </a:lnTo>
                  <a:lnTo>
                    <a:pt x="1243" y="17678"/>
                  </a:lnTo>
                  <a:lnTo>
                    <a:pt x="1469" y="18130"/>
                  </a:lnTo>
                  <a:lnTo>
                    <a:pt x="1695" y="18582"/>
                  </a:lnTo>
                  <a:lnTo>
                    <a:pt x="1940" y="18977"/>
                  </a:lnTo>
                  <a:lnTo>
                    <a:pt x="2184" y="19372"/>
                  </a:lnTo>
                  <a:lnTo>
                    <a:pt x="2448" y="19749"/>
                  </a:lnTo>
                  <a:lnTo>
                    <a:pt x="2711" y="20125"/>
                  </a:lnTo>
                  <a:lnTo>
                    <a:pt x="2994" y="20483"/>
                  </a:lnTo>
                  <a:lnTo>
                    <a:pt x="3295" y="20841"/>
                  </a:lnTo>
                  <a:lnTo>
                    <a:pt x="3596" y="21180"/>
                  </a:lnTo>
                  <a:lnTo>
                    <a:pt x="3916" y="21500"/>
                  </a:lnTo>
                  <a:lnTo>
                    <a:pt x="4236" y="21820"/>
                  </a:lnTo>
                  <a:lnTo>
                    <a:pt x="4556" y="22121"/>
                  </a:lnTo>
                  <a:lnTo>
                    <a:pt x="4895" y="22403"/>
                  </a:lnTo>
                  <a:lnTo>
                    <a:pt x="5253" y="22686"/>
                  </a:lnTo>
                  <a:lnTo>
                    <a:pt x="5611" y="22949"/>
                  </a:lnTo>
                  <a:lnTo>
                    <a:pt x="5968" y="23194"/>
                  </a:lnTo>
                  <a:lnTo>
                    <a:pt x="6345" y="23439"/>
                  </a:lnTo>
                  <a:lnTo>
                    <a:pt x="6721" y="23665"/>
                  </a:lnTo>
                  <a:lnTo>
                    <a:pt x="7098" y="23872"/>
                  </a:lnTo>
                  <a:lnTo>
                    <a:pt x="7493" y="24060"/>
                  </a:lnTo>
                  <a:lnTo>
                    <a:pt x="7888" y="24248"/>
                  </a:lnTo>
                  <a:lnTo>
                    <a:pt x="8303" y="24436"/>
                  </a:lnTo>
                  <a:lnTo>
                    <a:pt x="8698" y="24587"/>
                  </a:lnTo>
                  <a:lnTo>
                    <a:pt x="9112" y="24738"/>
                  </a:lnTo>
                  <a:lnTo>
                    <a:pt x="9526" y="24869"/>
                  </a:lnTo>
                  <a:lnTo>
                    <a:pt x="9959" y="24982"/>
                  </a:lnTo>
                  <a:lnTo>
                    <a:pt x="10373" y="25095"/>
                  </a:lnTo>
                  <a:lnTo>
                    <a:pt x="10806" y="25190"/>
                  </a:lnTo>
                  <a:lnTo>
                    <a:pt x="11239" y="25265"/>
                  </a:lnTo>
                  <a:lnTo>
                    <a:pt x="11672" y="25321"/>
                  </a:lnTo>
                  <a:lnTo>
                    <a:pt x="12105" y="25378"/>
                  </a:lnTo>
                  <a:lnTo>
                    <a:pt x="12538" y="25415"/>
                  </a:lnTo>
                  <a:lnTo>
                    <a:pt x="12990" y="25434"/>
                  </a:lnTo>
                  <a:lnTo>
                    <a:pt x="13837" y="25434"/>
                  </a:lnTo>
                  <a:lnTo>
                    <a:pt x="14252" y="25415"/>
                  </a:lnTo>
                  <a:lnTo>
                    <a:pt x="14666" y="25378"/>
                  </a:lnTo>
                  <a:lnTo>
                    <a:pt x="15080" y="25340"/>
                  </a:lnTo>
                  <a:lnTo>
                    <a:pt x="15513" y="25284"/>
                  </a:lnTo>
                  <a:lnTo>
                    <a:pt x="15927" y="25208"/>
                  </a:lnTo>
                  <a:lnTo>
                    <a:pt x="16341" y="25114"/>
                  </a:lnTo>
                  <a:lnTo>
                    <a:pt x="16737" y="25020"/>
                  </a:lnTo>
                  <a:lnTo>
                    <a:pt x="17151" y="24907"/>
                  </a:lnTo>
                  <a:lnTo>
                    <a:pt x="17565" y="24775"/>
                  </a:lnTo>
                  <a:lnTo>
                    <a:pt x="17979" y="24644"/>
                  </a:lnTo>
                  <a:lnTo>
                    <a:pt x="18374" y="24493"/>
                  </a:lnTo>
                  <a:lnTo>
                    <a:pt x="18770" y="24324"/>
                  </a:lnTo>
                  <a:lnTo>
                    <a:pt x="19165" y="24135"/>
                  </a:lnTo>
                  <a:lnTo>
                    <a:pt x="19560" y="23947"/>
                  </a:lnTo>
                  <a:lnTo>
                    <a:pt x="19956" y="23740"/>
                  </a:lnTo>
                  <a:lnTo>
                    <a:pt x="20539" y="23382"/>
                  </a:lnTo>
                  <a:lnTo>
                    <a:pt x="21123" y="23006"/>
                  </a:lnTo>
                  <a:lnTo>
                    <a:pt x="21650" y="22610"/>
                  </a:lnTo>
                  <a:lnTo>
                    <a:pt x="22177" y="22196"/>
                  </a:lnTo>
                  <a:lnTo>
                    <a:pt x="22667" y="21744"/>
                  </a:lnTo>
                  <a:lnTo>
                    <a:pt x="23118" y="21274"/>
                  </a:lnTo>
                  <a:lnTo>
                    <a:pt x="23570" y="20803"/>
                  </a:lnTo>
                  <a:lnTo>
                    <a:pt x="23984" y="20295"/>
                  </a:lnTo>
                  <a:lnTo>
                    <a:pt x="24361" y="19768"/>
                  </a:lnTo>
                  <a:lnTo>
                    <a:pt x="24719" y="19241"/>
                  </a:lnTo>
                  <a:lnTo>
                    <a:pt x="25058" y="18695"/>
                  </a:lnTo>
                  <a:lnTo>
                    <a:pt x="25359" y="18130"/>
                  </a:lnTo>
                  <a:lnTo>
                    <a:pt x="25641" y="17546"/>
                  </a:lnTo>
                  <a:lnTo>
                    <a:pt x="25886" y="16963"/>
                  </a:lnTo>
                  <a:lnTo>
                    <a:pt x="26112" y="16360"/>
                  </a:lnTo>
                  <a:lnTo>
                    <a:pt x="26300" y="15739"/>
                  </a:lnTo>
                  <a:lnTo>
                    <a:pt x="26300" y="15739"/>
                  </a:lnTo>
                  <a:lnTo>
                    <a:pt x="25679" y="16247"/>
                  </a:lnTo>
                  <a:lnTo>
                    <a:pt x="25039" y="16718"/>
                  </a:lnTo>
                  <a:lnTo>
                    <a:pt x="24738" y="16925"/>
                  </a:lnTo>
                  <a:lnTo>
                    <a:pt x="24380" y="17396"/>
                  </a:lnTo>
                  <a:lnTo>
                    <a:pt x="24022" y="17829"/>
                  </a:lnTo>
                  <a:lnTo>
                    <a:pt x="23608" y="18243"/>
                  </a:lnTo>
                  <a:lnTo>
                    <a:pt x="23194" y="18657"/>
                  </a:lnTo>
                  <a:lnTo>
                    <a:pt x="22742" y="19033"/>
                  </a:lnTo>
                  <a:lnTo>
                    <a:pt x="22271" y="19391"/>
                  </a:lnTo>
                  <a:lnTo>
                    <a:pt x="21763" y="19730"/>
                  </a:lnTo>
                  <a:lnTo>
                    <a:pt x="21236" y="20031"/>
                  </a:lnTo>
                  <a:lnTo>
                    <a:pt x="20935" y="20201"/>
                  </a:lnTo>
                  <a:lnTo>
                    <a:pt x="20615" y="20370"/>
                  </a:lnTo>
                  <a:lnTo>
                    <a:pt x="20295" y="20521"/>
                  </a:lnTo>
                  <a:lnTo>
                    <a:pt x="19975" y="20652"/>
                  </a:lnTo>
                  <a:lnTo>
                    <a:pt x="19316" y="20878"/>
                  </a:lnTo>
                  <a:lnTo>
                    <a:pt x="18657" y="21085"/>
                  </a:lnTo>
                  <a:lnTo>
                    <a:pt x="17979" y="21236"/>
                  </a:lnTo>
                  <a:lnTo>
                    <a:pt x="17320" y="21330"/>
                  </a:lnTo>
                  <a:lnTo>
                    <a:pt x="16642" y="21406"/>
                  </a:lnTo>
                  <a:lnTo>
                    <a:pt x="15984" y="21424"/>
                  </a:lnTo>
                  <a:lnTo>
                    <a:pt x="15626" y="21406"/>
                  </a:lnTo>
                  <a:lnTo>
                    <a:pt x="15268" y="21387"/>
                  </a:lnTo>
                  <a:lnTo>
                    <a:pt x="14910" y="21368"/>
                  </a:lnTo>
                  <a:lnTo>
                    <a:pt x="14572" y="21330"/>
                  </a:lnTo>
                  <a:lnTo>
                    <a:pt x="14214" y="21274"/>
                  </a:lnTo>
                  <a:lnTo>
                    <a:pt x="13875" y="21217"/>
                  </a:lnTo>
                  <a:lnTo>
                    <a:pt x="13517" y="21142"/>
                  </a:lnTo>
                  <a:lnTo>
                    <a:pt x="13178" y="21048"/>
                  </a:lnTo>
                  <a:lnTo>
                    <a:pt x="12840" y="20954"/>
                  </a:lnTo>
                  <a:lnTo>
                    <a:pt x="12501" y="20841"/>
                  </a:lnTo>
                  <a:lnTo>
                    <a:pt x="12162" y="20728"/>
                  </a:lnTo>
                  <a:lnTo>
                    <a:pt x="11842" y="20596"/>
                  </a:lnTo>
                  <a:lnTo>
                    <a:pt x="11522" y="20464"/>
                  </a:lnTo>
                  <a:lnTo>
                    <a:pt x="11202" y="20314"/>
                  </a:lnTo>
                  <a:lnTo>
                    <a:pt x="10882" y="20144"/>
                  </a:lnTo>
                  <a:lnTo>
                    <a:pt x="10581" y="19975"/>
                  </a:lnTo>
                  <a:lnTo>
                    <a:pt x="10261" y="19787"/>
                  </a:lnTo>
                  <a:lnTo>
                    <a:pt x="9959" y="19598"/>
                  </a:lnTo>
                  <a:lnTo>
                    <a:pt x="9677" y="19391"/>
                  </a:lnTo>
                  <a:lnTo>
                    <a:pt x="9395" y="19184"/>
                  </a:lnTo>
                  <a:lnTo>
                    <a:pt x="9112" y="18958"/>
                  </a:lnTo>
                  <a:lnTo>
                    <a:pt x="8830" y="18732"/>
                  </a:lnTo>
                  <a:lnTo>
                    <a:pt x="8566" y="18488"/>
                  </a:lnTo>
                  <a:lnTo>
                    <a:pt x="8303" y="18243"/>
                  </a:lnTo>
                  <a:lnTo>
                    <a:pt x="8058" y="17979"/>
                  </a:lnTo>
                  <a:lnTo>
                    <a:pt x="7813" y="17697"/>
                  </a:lnTo>
                  <a:lnTo>
                    <a:pt x="7568" y="17414"/>
                  </a:lnTo>
                  <a:lnTo>
                    <a:pt x="7343" y="17132"/>
                  </a:lnTo>
                  <a:lnTo>
                    <a:pt x="7117" y="16831"/>
                  </a:lnTo>
                  <a:lnTo>
                    <a:pt x="6910" y="16530"/>
                  </a:lnTo>
                  <a:lnTo>
                    <a:pt x="6721" y="16210"/>
                  </a:lnTo>
                  <a:lnTo>
                    <a:pt x="6533" y="15871"/>
                  </a:lnTo>
                  <a:lnTo>
                    <a:pt x="6269" y="15381"/>
                  </a:lnTo>
                  <a:lnTo>
                    <a:pt x="6044" y="14892"/>
                  </a:lnTo>
                  <a:lnTo>
                    <a:pt x="5836" y="14383"/>
                  </a:lnTo>
                  <a:lnTo>
                    <a:pt x="5648" y="13875"/>
                  </a:lnTo>
                  <a:lnTo>
                    <a:pt x="4914" y="13612"/>
                  </a:lnTo>
                  <a:lnTo>
                    <a:pt x="4199" y="13329"/>
                  </a:lnTo>
                  <a:lnTo>
                    <a:pt x="3464" y="13009"/>
                  </a:lnTo>
                  <a:lnTo>
                    <a:pt x="2749" y="12670"/>
                  </a:lnTo>
                  <a:lnTo>
                    <a:pt x="2052" y="12331"/>
                  </a:lnTo>
                  <a:lnTo>
                    <a:pt x="1375" y="11955"/>
                  </a:lnTo>
                  <a:lnTo>
                    <a:pt x="678" y="11560"/>
                  </a:lnTo>
                  <a:lnTo>
                    <a:pt x="19" y="11164"/>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8" name="Google Shape;1658;p38"/>
            <p:cNvSpPr/>
            <p:nvPr/>
          </p:nvSpPr>
          <p:spPr>
            <a:xfrm>
              <a:off x="1985518" y="3326485"/>
              <a:ext cx="531412" cy="288346"/>
            </a:xfrm>
            <a:custGeom>
              <a:rect b="b" l="l" r="r" t="t"/>
              <a:pathLst>
                <a:path extrusionOk="0" fill="none" h="14271" w="26301">
                  <a:moveTo>
                    <a:pt x="19" y="0"/>
                  </a:moveTo>
                  <a:lnTo>
                    <a:pt x="19" y="0"/>
                  </a:lnTo>
                  <a:lnTo>
                    <a:pt x="0" y="471"/>
                  </a:lnTo>
                  <a:lnTo>
                    <a:pt x="0" y="942"/>
                  </a:lnTo>
                  <a:lnTo>
                    <a:pt x="0" y="1412"/>
                  </a:lnTo>
                  <a:lnTo>
                    <a:pt x="38" y="1883"/>
                  </a:lnTo>
                  <a:lnTo>
                    <a:pt x="76" y="2354"/>
                  </a:lnTo>
                  <a:lnTo>
                    <a:pt x="132" y="2824"/>
                  </a:lnTo>
                  <a:lnTo>
                    <a:pt x="208" y="3295"/>
                  </a:lnTo>
                  <a:lnTo>
                    <a:pt x="302" y="3765"/>
                  </a:lnTo>
                  <a:lnTo>
                    <a:pt x="415" y="4236"/>
                  </a:lnTo>
                  <a:lnTo>
                    <a:pt x="546" y="4688"/>
                  </a:lnTo>
                  <a:lnTo>
                    <a:pt x="697" y="5159"/>
                  </a:lnTo>
                  <a:lnTo>
                    <a:pt x="866" y="5610"/>
                  </a:lnTo>
                  <a:lnTo>
                    <a:pt x="1055" y="6062"/>
                  </a:lnTo>
                  <a:lnTo>
                    <a:pt x="1243" y="6514"/>
                  </a:lnTo>
                  <a:lnTo>
                    <a:pt x="1469" y="6966"/>
                  </a:lnTo>
                  <a:lnTo>
                    <a:pt x="1695" y="7418"/>
                  </a:lnTo>
                  <a:lnTo>
                    <a:pt x="1695" y="7418"/>
                  </a:lnTo>
                  <a:lnTo>
                    <a:pt x="1940" y="7813"/>
                  </a:lnTo>
                  <a:lnTo>
                    <a:pt x="2184" y="8208"/>
                  </a:lnTo>
                  <a:lnTo>
                    <a:pt x="2448" y="8585"/>
                  </a:lnTo>
                  <a:lnTo>
                    <a:pt x="2711" y="8961"/>
                  </a:lnTo>
                  <a:lnTo>
                    <a:pt x="2994" y="9319"/>
                  </a:lnTo>
                  <a:lnTo>
                    <a:pt x="3295" y="9677"/>
                  </a:lnTo>
                  <a:lnTo>
                    <a:pt x="3596" y="10016"/>
                  </a:lnTo>
                  <a:lnTo>
                    <a:pt x="3916" y="10336"/>
                  </a:lnTo>
                  <a:lnTo>
                    <a:pt x="4236" y="10656"/>
                  </a:lnTo>
                  <a:lnTo>
                    <a:pt x="4556" y="10957"/>
                  </a:lnTo>
                  <a:lnTo>
                    <a:pt x="4895" y="11239"/>
                  </a:lnTo>
                  <a:lnTo>
                    <a:pt x="5253" y="11522"/>
                  </a:lnTo>
                  <a:lnTo>
                    <a:pt x="5611" y="11785"/>
                  </a:lnTo>
                  <a:lnTo>
                    <a:pt x="5968" y="12030"/>
                  </a:lnTo>
                  <a:lnTo>
                    <a:pt x="6345" y="12275"/>
                  </a:lnTo>
                  <a:lnTo>
                    <a:pt x="6721" y="12501"/>
                  </a:lnTo>
                  <a:lnTo>
                    <a:pt x="7098" y="12708"/>
                  </a:lnTo>
                  <a:lnTo>
                    <a:pt x="7493" y="12896"/>
                  </a:lnTo>
                  <a:lnTo>
                    <a:pt x="7888" y="13084"/>
                  </a:lnTo>
                  <a:lnTo>
                    <a:pt x="8303" y="13272"/>
                  </a:lnTo>
                  <a:lnTo>
                    <a:pt x="8698" y="13423"/>
                  </a:lnTo>
                  <a:lnTo>
                    <a:pt x="9112" y="13574"/>
                  </a:lnTo>
                  <a:lnTo>
                    <a:pt x="9526" y="13705"/>
                  </a:lnTo>
                  <a:lnTo>
                    <a:pt x="9959" y="13818"/>
                  </a:lnTo>
                  <a:lnTo>
                    <a:pt x="10373" y="13931"/>
                  </a:lnTo>
                  <a:lnTo>
                    <a:pt x="10806" y="14026"/>
                  </a:lnTo>
                  <a:lnTo>
                    <a:pt x="11239" y="14101"/>
                  </a:lnTo>
                  <a:lnTo>
                    <a:pt x="11672" y="14157"/>
                  </a:lnTo>
                  <a:lnTo>
                    <a:pt x="12105" y="14214"/>
                  </a:lnTo>
                  <a:lnTo>
                    <a:pt x="12538" y="14251"/>
                  </a:lnTo>
                  <a:lnTo>
                    <a:pt x="12990" y="14270"/>
                  </a:lnTo>
                  <a:lnTo>
                    <a:pt x="13423" y="14270"/>
                  </a:lnTo>
                  <a:lnTo>
                    <a:pt x="13423" y="14270"/>
                  </a:lnTo>
                  <a:lnTo>
                    <a:pt x="13837" y="14270"/>
                  </a:lnTo>
                  <a:lnTo>
                    <a:pt x="14252" y="14251"/>
                  </a:lnTo>
                  <a:lnTo>
                    <a:pt x="14666" y="14214"/>
                  </a:lnTo>
                  <a:lnTo>
                    <a:pt x="15080" y="14176"/>
                  </a:lnTo>
                  <a:lnTo>
                    <a:pt x="15513" y="14120"/>
                  </a:lnTo>
                  <a:lnTo>
                    <a:pt x="15927" y="14044"/>
                  </a:lnTo>
                  <a:lnTo>
                    <a:pt x="16341" y="13950"/>
                  </a:lnTo>
                  <a:lnTo>
                    <a:pt x="16737" y="13856"/>
                  </a:lnTo>
                  <a:lnTo>
                    <a:pt x="17151" y="13743"/>
                  </a:lnTo>
                  <a:lnTo>
                    <a:pt x="17565" y="13611"/>
                  </a:lnTo>
                  <a:lnTo>
                    <a:pt x="17979" y="13480"/>
                  </a:lnTo>
                  <a:lnTo>
                    <a:pt x="18374" y="13329"/>
                  </a:lnTo>
                  <a:lnTo>
                    <a:pt x="18770" y="13160"/>
                  </a:lnTo>
                  <a:lnTo>
                    <a:pt x="19165" y="12971"/>
                  </a:lnTo>
                  <a:lnTo>
                    <a:pt x="19560" y="12783"/>
                  </a:lnTo>
                  <a:lnTo>
                    <a:pt x="19956" y="12576"/>
                  </a:lnTo>
                  <a:lnTo>
                    <a:pt x="19956" y="12576"/>
                  </a:lnTo>
                  <a:lnTo>
                    <a:pt x="20539" y="12218"/>
                  </a:lnTo>
                  <a:lnTo>
                    <a:pt x="21123" y="11842"/>
                  </a:lnTo>
                  <a:lnTo>
                    <a:pt x="21650" y="11446"/>
                  </a:lnTo>
                  <a:lnTo>
                    <a:pt x="22177" y="11032"/>
                  </a:lnTo>
                  <a:lnTo>
                    <a:pt x="22667" y="10580"/>
                  </a:lnTo>
                  <a:lnTo>
                    <a:pt x="23118" y="10110"/>
                  </a:lnTo>
                  <a:lnTo>
                    <a:pt x="23570" y="9639"/>
                  </a:lnTo>
                  <a:lnTo>
                    <a:pt x="23984" y="9131"/>
                  </a:lnTo>
                  <a:lnTo>
                    <a:pt x="24361" y="8604"/>
                  </a:lnTo>
                  <a:lnTo>
                    <a:pt x="24719" y="8077"/>
                  </a:lnTo>
                  <a:lnTo>
                    <a:pt x="25058" y="7531"/>
                  </a:lnTo>
                  <a:lnTo>
                    <a:pt x="25359" y="6966"/>
                  </a:lnTo>
                  <a:lnTo>
                    <a:pt x="25641" y="6382"/>
                  </a:lnTo>
                  <a:lnTo>
                    <a:pt x="25886" y="5799"/>
                  </a:lnTo>
                  <a:lnTo>
                    <a:pt x="26112" y="5196"/>
                  </a:lnTo>
                  <a:lnTo>
                    <a:pt x="26300" y="4575"/>
                  </a:lnTo>
                  <a:lnTo>
                    <a:pt x="26300" y="4575"/>
                  </a:lnTo>
                  <a:lnTo>
                    <a:pt x="25679" y="5083"/>
                  </a:lnTo>
                  <a:lnTo>
                    <a:pt x="25039" y="5554"/>
                  </a:lnTo>
                  <a:lnTo>
                    <a:pt x="25039" y="5554"/>
                  </a:lnTo>
                  <a:lnTo>
                    <a:pt x="24738" y="5761"/>
                  </a:lnTo>
                  <a:lnTo>
                    <a:pt x="24738" y="5761"/>
                  </a:lnTo>
                  <a:lnTo>
                    <a:pt x="24380" y="6232"/>
                  </a:lnTo>
                  <a:lnTo>
                    <a:pt x="24022" y="6665"/>
                  </a:lnTo>
                  <a:lnTo>
                    <a:pt x="23608" y="7079"/>
                  </a:lnTo>
                  <a:lnTo>
                    <a:pt x="23194" y="7493"/>
                  </a:lnTo>
                  <a:lnTo>
                    <a:pt x="22742" y="7869"/>
                  </a:lnTo>
                  <a:lnTo>
                    <a:pt x="22271" y="8227"/>
                  </a:lnTo>
                  <a:lnTo>
                    <a:pt x="21763" y="8566"/>
                  </a:lnTo>
                  <a:lnTo>
                    <a:pt x="21236" y="8867"/>
                  </a:lnTo>
                  <a:lnTo>
                    <a:pt x="21236" y="8867"/>
                  </a:lnTo>
                  <a:lnTo>
                    <a:pt x="20935" y="9037"/>
                  </a:lnTo>
                  <a:lnTo>
                    <a:pt x="20615" y="9206"/>
                  </a:lnTo>
                  <a:lnTo>
                    <a:pt x="20295" y="9357"/>
                  </a:lnTo>
                  <a:lnTo>
                    <a:pt x="19975" y="9488"/>
                  </a:lnTo>
                  <a:lnTo>
                    <a:pt x="19316" y="9714"/>
                  </a:lnTo>
                  <a:lnTo>
                    <a:pt x="18657" y="9921"/>
                  </a:lnTo>
                  <a:lnTo>
                    <a:pt x="17979" y="10072"/>
                  </a:lnTo>
                  <a:lnTo>
                    <a:pt x="17320" y="10166"/>
                  </a:lnTo>
                  <a:lnTo>
                    <a:pt x="16642" y="10242"/>
                  </a:lnTo>
                  <a:lnTo>
                    <a:pt x="15984" y="10260"/>
                  </a:lnTo>
                  <a:lnTo>
                    <a:pt x="15984" y="10260"/>
                  </a:lnTo>
                  <a:lnTo>
                    <a:pt x="15626" y="10242"/>
                  </a:lnTo>
                  <a:lnTo>
                    <a:pt x="15268" y="10223"/>
                  </a:lnTo>
                  <a:lnTo>
                    <a:pt x="14910" y="10204"/>
                  </a:lnTo>
                  <a:lnTo>
                    <a:pt x="14572" y="10166"/>
                  </a:lnTo>
                  <a:lnTo>
                    <a:pt x="14214" y="10110"/>
                  </a:lnTo>
                  <a:lnTo>
                    <a:pt x="13875" y="10053"/>
                  </a:lnTo>
                  <a:lnTo>
                    <a:pt x="13517" y="9978"/>
                  </a:lnTo>
                  <a:lnTo>
                    <a:pt x="13178" y="9884"/>
                  </a:lnTo>
                  <a:lnTo>
                    <a:pt x="12840" y="9790"/>
                  </a:lnTo>
                  <a:lnTo>
                    <a:pt x="12501" y="9677"/>
                  </a:lnTo>
                  <a:lnTo>
                    <a:pt x="12162" y="9564"/>
                  </a:lnTo>
                  <a:lnTo>
                    <a:pt x="11842" y="9432"/>
                  </a:lnTo>
                  <a:lnTo>
                    <a:pt x="11522" y="9300"/>
                  </a:lnTo>
                  <a:lnTo>
                    <a:pt x="11202" y="9150"/>
                  </a:lnTo>
                  <a:lnTo>
                    <a:pt x="10882" y="8980"/>
                  </a:lnTo>
                  <a:lnTo>
                    <a:pt x="10581" y="8811"/>
                  </a:lnTo>
                  <a:lnTo>
                    <a:pt x="10261" y="8623"/>
                  </a:lnTo>
                  <a:lnTo>
                    <a:pt x="9959" y="8434"/>
                  </a:lnTo>
                  <a:lnTo>
                    <a:pt x="9677" y="8227"/>
                  </a:lnTo>
                  <a:lnTo>
                    <a:pt x="9395" y="8020"/>
                  </a:lnTo>
                  <a:lnTo>
                    <a:pt x="9112" y="7794"/>
                  </a:lnTo>
                  <a:lnTo>
                    <a:pt x="8830" y="7568"/>
                  </a:lnTo>
                  <a:lnTo>
                    <a:pt x="8566" y="7324"/>
                  </a:lnTo>
                  <a:lnTo>
                    <a:pt x="8303" y="7079"/>
                  </a:lnTo>
                  <a:lnTo>
                    <a:pt x="8058" y="6815"/>
                  </a:lnTo>
                  <a:lnTo>
                    <a:pt x="7813" y="6533"/>
                  </a:lnTo>
                  <a:lnTo>
                    <a:pt x="7568" y="6250"/>
                  </a:lnTo>
                  <a:lnTo>
                    <a:pt x="7343" y="5968"/>
                  </a:lnTo>
                  <a:lnTo>
                    <a:pt x="7117" y="5667"/>
                  </a:lnTo>
                  <a:lnTo>
                    <a:pt x="6910" y="5366"/>
                  </a:lnTo>
                  <a:lnTo>
                    <a:pt x="6721" y="5046"/>
                  </a:lnTo>
                  <a:lnTo>
                    <a:pt x="6533" y="4707"/>
                  </a:lnTo>
                  <a:lnTo>
                    <a:pt x="6533" y="4707"/>
                  </a:lnTo>
                  <a:lnTo>
                    <a:pt x="6269" y="4217"/>
                  </a:lnTo>
                  <a:lnTo>
                    <a:pt x="6044" y="3728"/>
                  </a:lnTo>
                  <a:lnTo>
                    <a:pt x="5836" y="3219"/>
                  </a:lnTo>
                  <a:lnTo>
                    <a:pt x="5648" y="2711"/>
                  </a:lnTo>
                  <a:lnTo>
                    <a:pt x="5648" y="2711"/>
                  </a:lnTo>
                  <a:lnTo>
                    <a:pt x="4914" y="2448"/>
                  </a:lnTo>
                  <a:lnTo>
                    <a:pt x="4199" y="2165"/>
                  </a:lnTo>
                  <a:lnTo>
                    <a:pt x="3464" y="1845"/>
                  </a:lnTo>
                  <a:lnTo>
                    <a:pt x="2749" y="1506"/>
                  </a:lnTo>
                  <a:lnTo>
                    <a:pt x="2052" y="1167"/>
                  </a:lnTo>
                  <a:lnTo>
                    <a:pt x="1375" y="791"/>
                  </a:lnTo>
                  <a:lnTo>
                    <a:pt x="678" y="396"/>
                  </a:lnTo>
                  <a:lnTo>
                    <a:pt x="19"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9" name="Google Shape;1659;p38"/>
            <p:cNvSpPr/>
            <p:nvPr/>
          </p:nvSpPr>
          <p:spPr>
            <a:xfrm>
              <a:off x="2518037" y="3320767"/>
              <a:ext cx="9537" cy="55180"/>
            </a:xfrm>
            <a:custGeom>
              <a:rect b="b" l="l" r="r" t="t"/>
              <a:pathLst>
                <a:path extrusionOk="0" fill="none" h="2731" w="472">
                  <a:moveTo>
                    <a:pt x="434" y="1"/>
                  </a:moveTo>
                  <a:lnTo>
                    <a:pt x="434" y="1"/>
                  </a:lnTo>
                  <a:lnTo>
                    <a:pt x="377" y="697"/>
                  </a:lnTo>
                  <a:lnTo>
                    <a:pt x="302" y="1375"/>
                  </a:lnTo>
                  <a:lnTo>
                    <a:pt x="170" y="2072"/>
                  </a:lnTo>
                  <a:lnTo>
                    <a:pt x="1" y="2731"/>
                  </a:lnTo>
                  <a:lnTo>
                    <a:pt x="1" y="2731"/>
                  </a:lnTo>
                  <a:lnTo>
                    <a:pt x="415" y="2316"/>
                  </a:lnTo>
                  <a:lnTo>
                    <a:pt x="415" y="2316"/>
                  </a:lnTo>
                  <a:lnTo>
                    <a:pt x="452" y="1733"/>
                  </a:lnTo>
                  <a:lnTo>
                    <a:pt x="471" y="1168"/>
                  </a:lnTo>
                  <a:lnTo>
                    <a:pt x="471" y="585"/>
                  </a:lnTo>
                  <a:lnTo>
                    <a:pt x="434"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0" name="Google Shape;1660;p38"/>
            <p:cNvSpPr/>
            <p:nvPr/>
          </p:nvSpPr>
          <p:spPr>
            <a:xfrm>
              <a:off x="2003783" y="3113466"/>
              <a:ext cx="199706" cy="184512"/>
            </a:xfrm>
            <a:custGeom>
              <a:rect b="b" l="l" r="r" t="t"/>
              <a:pathLst>
                <a:path extrusionOk="0" fill="none" h="9132" w="9884">
                  <a:moveTo>
                    <a:pt x="5441" y="1"/>
                  </a:moveTo>
                  <a:lnTo>
                    <a:pt x="5441" y="1"/>
                  </a:lnTo>
                  <a:lnTo>
                    <a:pt x="4970" y="321"/>
                  </a:lnTo>
                  <a:lnTo>
                    <a:pt x="4499" y="641"/>
                  </a:lnTo>
                  <a:lnTo>
                    <a:pt x="4066" y="980"/>
                  </a:lnTo>
                  <a:lnTo>
                    <a:pt x="3652" y="1319"/>
                  </a:lnTo>
                  <a:lnTo>
                    <a:pt x="3257" y="1695"/>
                  </a:lnTo>
                  <a:lnTo>
                    <a:pt x="2862" y="2072"/>
                  </a:lnTo>
                  <a:lnTo>
                    <a:pt x="2504" y="2467"/>
                  </a:lnTo>
                  <a:lnTo>
                    <a:pt x="2146" y="2881"/>
                  </a:lnTo>
                  <a:lnTo>
                    <a:pt x="1807" y="3295"/>
                  </a:lnTo>
                  <a:lnTo>
                    <a:pt x="1506" y="3728"/>
                  </a:lnTo>
                  <a:lnTo>
                    <a:pt x="1205" y="4180"/>
                  </a:lnTo>
                  <a:lnTo>
                    <a:pt x="923" y="4632"/>
                  </a:lnTo>
                  <a:lnTo>
                    <a:pt x="678" y="5103"/>
                  </a:lnTo>
                  <a:lnTo>
                    <a:pt x="433" y="5573"/>
                  </a:lnTo>
                  <a:lnTo>
                    <a:pt x="207" y="6044"/>
                  </a:lnTo>
                  <a:lnTo>
                    <a:pt x="0" y="6533"/>
                  </a:lnTo>
                  <a:lnTo>
                    <a:pt x="0" y="6533"/>
                  </a:lnTo>
                  <a:lnTo>
                    <a:pt x="508" y="6910"/>
                  </a:lnTo>
                  <a:lnTo>
                    <a:pt x="1017" y="7268"/>
                  </a:lnTo>
                  <a:lnTo>
                    <a:pt x="1544" y="7606"/>
                  </a:lnTo>
                  <a:lnTo>
                    <a:pt x="2071" y="7945"/>
                  </a:lnTo>
                  <a:lnTo>
                    <a:pt x="2617" y="8265"/>
                  </a:lnTo>
                  <a:lnTo>
                    <a:pt x="3163" y="8567"/>
                  </a:lnTo>
                  <a:lnTo>
                    <a:pt x="3709" y="8849"/>
                  </a:lnTo>
                  <a:lnTo>
                    <a:pt x="4274" y="9131"/>
                  </a:lnTo>
                  <a:lnTo>
                    <a:pt x="4274" y="9131"/>
                  </a:lnTo>
                  <a:lnTo>
                    <a:pt x="4349" y="8472"/>
                  </a:lnTo>
                  <a:lnTo>
                    <a:pt x="4462" y="7832"/>
                  </a:lnTo>
                  <a:lnTo>
                    <a:pt x="4612" y="7211"/>
                  </a:lnTo>
                  <a:lnTo>
                    <a:pt x="4801" y="6571"/>
                  </a:lnTo>
                  <a:lnTo>
                    <a:pt x="5008" y="5969"/>
                  </a:lnTo>
                  <a:lnTo>
                    <a:pt x="5271" y="5366"/>
                  </a:lnTo>
                  <a:lnTo>
                    <a:pt x="5573" y="4783"/>
                  </a:lnTo>
                  <a:lnTo>
                    <a:pt x="5911" y="4218"/>
                  </a:lnTo>
                  <a:lnTo>
                    <a:pt x="6269" y="3672"/>
                  </a:lnTo>
                  <a:lnTo>
                    <a:pt x="6664" y="3145"/>
                  </a:lnTo>
                  <a:lnTo>
                    <a:pt x="7116" y="2636"/>
                  </a:lnTo>
                  <a:lnTo>
                    <a:pt x="7587" y="2166"/>
                  </a:lnTo>
                  <a:lnTo>
                    <a:pt x="8076" y="1714"/>
                  </a:lnTo>
                  <a:lnTo>
                    <a:pt x="8622" y="1281"/>
                  </a:lnTo>
                  <a:lnTo>
                    <a:pt x="9187" y="904"/>
                  </a:lnTo>
                  <a:lnTo>
                    <a:pt x="9789" y="528"/>
                  </a:lnTo>
                  <a:lnTo>
                    <a:pt x="9789" y="528"/>
                  </a:lnTo>
                  <a:lnTo>
                    <a:pt x="9884" y="471"/>
                  </a:lnTo>
                  <a:lnTo>
                    <a:pt x="9884" y="471"/>
                  </a:lnTo>
                  <a:lnTo>
                    <a:pt x="9319" y="453"/>
                  </a:lnTo>
                  <a:lnTo>
                    <a:pt x="8754" y="434"/>
                  </a:lnTo>
                  <a:lnTo>
                    <a:pt x="8208" y="396"/>
                  </a:lnTo>
                  <a:lnTo>
                    <a:pt x="7643" y="340"/>
                  </a:lnTo>
                  <a:lnTo>
                    <a:pt x="7079" y="264"/>
                  </a:lnTo>
                  <a:lnTo>
                    <a:pt x="6533" y="189"/>
                  </a:lnTo>
                  <a:lnTo>
                    <a:pt x="5987" y="114"/>
                  </a:lnTo>
                  <a:lnTo>
                    <a:pt x="5441"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1" name="Google Shape;1661;p38"/>
            <p:cNvSpPr/>
            <p:nvPr/>
          </p:nvSpPr>
          <p:spPr>
            <a:xfrm>
              <a:off x="2364743" y="3100919"/>
              <a:ext cx="52897" cy="25135"/>
            </a:xfrm>
            <a:custGeom>
              <a:rect b="b" l="l" r="r" t="t"/>
              <a:pathLst>
                <a:path extrusionOk="0" fill="none" h="1244" w="2618">
                  <a:moveTo>
                    <a:pt x="584" y="1"/>
                  </a:moveTo>
                  <a:lnTo>
                    <a:pt x="584" y="1"/>
                  </a:lnTo>
                  <a:lnTo>
                    <a:pt x="1" y="151"/>
                  </a:lnTo>
                  <a:lnTo>
                    <a:pt x="1" y="151"/>
                  </a:lnTo>
                  <a:lnTo>
                    <a:pt x="340" y="245"/>
                  </a:lnTo>
                  <a:lnTo>
                    <a:pt x="678" y="358"/>
                  </a:lnTo>
                  <a:lnTo>
                    <a:pt x="1017" y="471"/>
                  </a:lnTo>
                  <a:lnTo>
                    <a:pt x="1356" y="603"/>
                  </a:lnTo>
                  <a:lnTo>
                    <a:pt x="1676" y="754"/>
                  </a:lnTo>
                  <a:lnTo>
                    <a:pt x="1996" y="904"/>
                  </a:lnTo>
                  <a:lnTo>
                    <a:pt x="2316" y="1074"/>
                  </a:lnTo>
                  <a:lnTo>
                    <a:pt x="2618" y="1243"/>
                  </a:lnTo>
                  <a:lnTo>
                    <a:pt x="2618" y="1243"/>
                  </a:lnTo>
                  <a:lnTo>
                    <a:pt x="2128" y="885"/>
                  </a:lnTo>
                  <a:lnTo>
                    <a:pt x="1639" y="565"/>
                  </a:lnTo>
                  <a:lnTo>
                    <a:pt x="1111" y="264"/>
                  </a:lnTo>
                  <a:lnTo>
                    <a:pt x="584"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2" name="Google Shape;1662;p38"/>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3" name="Google Shape;1663;p38"/>
            <p:cNvSpPr/>
            <p:nvPr/>
          </p:nvSpPr>
          <p:spPr>
            <a:xfrm>
              <a:off x="1197003" y="2581718"/>
              <a:ext cx="224821" cy="38814"/>
            </a:xfrm>
            <a:custGeom>
              <a:rect b="b" l="l" r="r" t="t"/>
              <a:pathLst>
                <a:path extrusionOk="0" h="1921" w="11127">
                  <a:moveTo>
                    <a:pt x="11127" y="1695"/>
                  </a:moveTo>
                  <a:lnTo>
                    <a:pt x="11127" y="1695"/>
                  </a:lnTo>
                  <a:lnTo>
                    <a:pt x="10600" y="1902"/>
                  </a:lnTo>
                  <a:lnTo>
                    <a:pt x="10600" y="1902"/>
                  </a:lnTo>
                  <a:lnTo>
                    <a:pt x="11127" y="1695"/>
                  </a:lnTo>
                  <a:lnTo>
                    <a:pt x="11127" y="1695"/>
                  </a:lnTo>
                  <a:lnTo>
                    <a:pt x="11127" y="1695"/>
                  </a:lnTo>
                  <a:close/>
                  <a:moveTo>
                    <a:pt x="1" y="0"/>
                  </a:moveTo>
                  <a:lnTo>
                    <a:pt x="1" y="0"/>
                  </a:lnTo>
                  <a:lnTo>
                    <a:pt x="1" y="0"/>
                  </a:lnTo>
                  <a:lnTo>
                    <a:pt x="3314" y="1921"/>
                  </a:lnTo>
                  <a:lnTo>
                    <a:pt x="3314" y="1921"/>
                  </a:lnTo>
                  <a:lnTo>
                    <a:pt x="1" y="0"/>
                  </a:lnTo>
                  <a:close/>
                </a:path>
              </a:pathLst>
            </a:custGeom>
            <a:solidFill>
              <a:srgbClr val="D2D2D2"/>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4" name="Google Shape;1664;p38"/>
            <p:cNvSpPr/>
            <p:nvPr/>
          </p:nvSpPr>
          <p:spPr>
            <a:xfrm>
              <a:off x="1411154" y="2615945"/>
              <a:ext cx="10668" cy="4203"/>
            </a:xfrm>
            <a:custGeom>
              <a:rect b="b" l="l" r="r" t="t"/>
              <a:pathLst>
                <a:path extrusionOk="0" fill="none" h="208" w="528">
                  <a:moveTo>
                    <a:pt x="528" y="1"/>
                  </a:moveTo>
                  <a:lnTo>
                    <a:pt x="528" y="1"/>
                  </a:lnTo>
                  <a:lnTo>
                    <a:pt x="1" y="208"/>
                  </a:lnTo>
                  <a:lnTo>
                    <a:pt x="1" y="208"/>
                  </a:lnTo>
                  <a:lnTo>
                    <a:pt x="528" y="1"/>
                  </a:lnTo>
                  <a:lnTo>
                    <a:pt x="528" y="1"/>
                  </a:lnTo>
                  <a:lnTo>
                    <a:pt x="528"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5" name="Google Shape;1665;p38"/>
            <p:cNvSpPr/>
            <p:nvPr/>
          </p:nvSpPr>
          <p:spPr>
            <a:xfrm>
              <a:off x="1197003" y="2581718"/>
              <a:ext cx="66959" cy="38814"/>
            </a:xfrm>
            <a:custGeom>
              <a:rect b="b" l="l" r="r" t="t"/>
              <a:pathLst>
                <a:path extrusionOk="0" fill="none" h="1921" w="3314">
                  <a:moveTo>
                    <a:pt x="1" y="0"/>
                  </a:moveTo>
                  <a:lnTo>
                    <a:pt x="1" y="0"/>
                  </a:lnTo>
                  <a:lnTo>
                    <a:pt x="1" y="0"/>
                  </a:lnTo>
                  <a:lnTo>
                    <a:pt x="3314" y="1921"/>
                  </a:lnTo>
                  <a:lnTo>
                    <a:pt x="3314" y="1921"/>
                  </a:lnTo>
                  <a:lnTo>
                    <a:pt x="1"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6" name="Google Shape;1666;p38"/>
            <p:cNvSpPr/>
            <p:nvPr/>
          </p:nvSpPr>
          <p:spPr>
            <a:xfrm>
              <a:off x="1196619" y="2570686"/>
              <a:ext cx="225205" cy="74193"/>
            </a:xfrm>
            <a:custGeom>
              <a:rect b="b" l="l" r="r" t="t"/>
              <a:pathLst>
                <a:path extrusionOk="0" h="3672" w="11146">
                  <a:moveTo>
                    <a:pt x="1" y="0"/>
                  </a:moveTo>
                  <a:lnTo>
                    <a:pt x="20" y="546"/>
                  </a:lnTo>
                  <a:lnTo>
                    <a:pt x="3333" y="2467"/>
                  </a:lnTo>
                  <a:lnTo>
                    <a:pt x="4030" y="2862"/>
                  </a:lnTo>
                  <a:lnTo>
                    <a:pt x="4387" y="3050"/>
                  </a:lnTo>
                  <a:lnTo>
                    <a:pt x="4745" y="3220"/>
                  </a:lnTo>
                  <a:lnTo>
                    <a:pt x="5103" y="3370"/>
                  </a:lnTo>
                  <a:lnTo>
                    <a:pt x="5479" y="3483"/>
                  </a:lnTo>
                  <a:lnTo>
                    <a:pt x="5856" y="3577"/>
                  </a:lnTo>
                  <a:lnTo>
                    <a:pt x="6251" y="3653"/>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619" y="2448"/>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7" name="Google Shape;1667;p38"/>
            <p:cNvSpPr/>
            <p:nvPr/>
          </p:nvSpPr>
          <p:spPr>
            <a:xfrm>
              <a:off x="1196619" y="2570686"/>
              <a:ext cx="225205" cy="74193"/>
            </a:xfrm>
            <a:custGeom>
              <a:rect b="b" l="l" r="r" t="t"/>
              <a:pathLst>
                <a:path extrusionOk="0" fill="none" h="3672" w="11146">
                  <a:moveTo>
                    <a:pt x="1" y="0"/>
                  </a:moveTo>
                  <a:lnTo>
                    <a:pt x="20" y="546"/>
                  </a:lnTo>
                  <a:lnTo>
                    <a:pt x="20" y="546"/>
                  </a:lnTo>
                  <a:lnTo>
                    <a:pt x="3333" y="2467"/>
                  </a:lnTo>
                  <a:lnTo>
                    <a:pt x="3333" y="2467"/>
                  </a:lnTo>
                  <a:lnTo>
                    <a:pt x="3333" y="2467"/>
                  </a:lnTo>
                  <a:lnTo>
                    <a:pt x="4030" y="2862"/>
                  </a:lnTo>
                  <a:lnTo>
                    <a:pt x="4387" y="3050"/>
                  </a:lnTo>
                  <a:lnTo>
                    <a:pt x="4745" y="3220"/>
                  </a:lnTo>
                  <a:lnTo>
                    <a:pt x="5103" y="3370"/>
                  </a:lnTo>
                  <a:lnTo>
                    <a:pt x="5479" y="3483"/>
                  </a:lnTo>
                  <a:lnTo>
                    <a:pt x="5856" y="3577"/>
                  </a:lnTo>
                  <a:lnTo>
                    <a:pt x="6251" y="3653"/>
                  </a:lnTo>
                  <a:lnTo>
                    <a:pt x="6251" y="3653"/>
                  </a:lnTo>
                  <a:lnTo>
                    <a:pt x="6665" y="3671"/>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543" y="2485"/>
                  </a:lnTo>
                  <a:lnTo>
                    <a:pt x="10619" y="2448"/>
                  </a:lnTo>
                  <a:lnTo>
                    <a:pt x="10619" y="2448"/>
                  </a:lnTo>
                  <a:lnTo>
                    <a:pt x="11146" y="2241"/>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8" name="Google Shape;1668;p38"/>
            <p:cNvSpPr/>
            <p:nvPr/>
          </p:nvSpPr>
          <p:spPr>
            <a:xfrm>
              <a:off x="720027" y="2563069"/>
              <a:ext cx="418425" cy="799189"/>
            </a:xfrm>
            <a:custGeom>
              <a:rect b="b" l="l" r="r" t="t"/>
              <a:pathLst>
                <a:path extrusionOk="0" h="39554" w="20709">
                  <a:moveTo>
                    <a:pt x="20708" y="1"/>
                  </a:moveTo>
                  <a:lnTo>
                    <a:pt x="20200" y="39"/>
                  </a:lnTo>
                  <a:lnTo>
                    <a:pt x="19673" y="76"/>
                  </a:lnTo>
                  <a:lnTo>
                    <a:pt x="19165" y="152"/>
                  </a:lnTo>
                  <a:lnTo>
                    <a:pt x="18656" y="246"/>
                  </a:lnTo>
                  <a:lnTo>
                    <a:pt x="18167" y="377"/>
                  </a:lnTo>
                  <a:lnTo>
                    <a:pt x="17659" y="509"/>
                  </a:lnTo>
                  <a:lnTo>
                    <a:pt x="17169" y="660"/>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414" y="22234"/>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693" y="18864"/>
                  </a:lnTo>
                  <a:lnTo>
                    <a:pt x="10881" y="17867"/>
                  </a:lnTo>
                  <a:lnTo>
                    <a:pt x="11220" y="15871"/>
                  </a:lnTo>
                  <a:lnTo>
                    <a:pt x="11578" y="13876"/>
                  </a:lnTo>
                  <a:lnTo>
                    <a:pt x="11766" y="12878"/>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614" y="152"/>
                  </a:lnTo>
                  <a:lnTo>
                    <a:pt x="20690" y="57"/>
                  </a:lnTo>
                  <a:lnTo>
                    <a:pt x="20708"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9" name="Google Shape;1669;p38"/>
            <p:cNvSpPr/>
            <p:nvPr/>
          </p:nvSpPr>
          <p:spPr>
            <a:xfrm>
              <a:off x="720027" y="2563069"/>
              <a:ext cx="418425" cy="799189"/>
            </a:xfrm>
            <a:custGeom>
              <a:rect b="b" l="l" r="r" t="t"/>
              <a:pathLst>
                <a:path extrusionOk="0" fill="none" h="39554" w="20709">
                  <a:moveTo>
                    <a:pt x="20708" y="1"/>
                  </a:moveTo>
                  <a:lnTo>
                    <a:pt x="20708" y="1"/>
                  </a:lnTo>
                  <a:lnTo>
                    <a:pt x="20200" y="39"/>
                  </a:lnTo>
                  <a:lnTo>
                    <a:pt x="19673" y="76"/>
                  </a:lnTo>
                  <a:lnTo>
                    <a:pt x="19165" y="152"/>
                  </a:lnTo>
                  <a:lnTo>
                    <a:pt x="18656" y="246"/>
                  </a:lnTo>
                  <a:lnTo>
                    <a:pt x="18167" y="377"/>
                  </a:lnTo>
                  <a:lnTo>
                    <a:pt x="17659" y="509"/>
                  </a:lnTo>
                  <a:lnTo>
                    <a:pt x="17169" y="660"/>
                  </a:lnTo>
                  <a:lnTo>
                    <a:pt x="16699" y="829"/>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0" y="22215"/>
                  </a:lnTo>
                  <a:lnTo>
                    <a:pt x="414" y="22234"/>
                  </a:lnTo>
                  <a:lnTo>
                    <a:pt x="828" y="22253"/>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486" y="19843"/>
                  </a:lnTo>
                  <a:lnTo>
                    <a:pt x="10693" y="18864"/>
                  </a:lnTo>
                  <a:lnTo>
                    <a:pt x="10881" y="17867"/>
                  </a:lnTo>
                  <a:lnTo>
                    <a:pt x="11220" y="15871"/>
                  </a:lnTo>
                  <a:lnTo>
                    <a:pt x="11578" y="13876"/>
                  </a:lnTo>
                  <a:lnTo>
                    <a:pt x="11766" y="12878"/>
                  </a:lnTo>
                  <a:lnTo>
                    <a:pt x="11992" y="11899"/>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539" y="246"/>
                  </a:lnTo>
                  <a:lnTo>
                    <a:pt x="20614" y="152"/>
                  </a:lnTo>
                  <a:lnTo>
                    <a:pt x="20690" y="57"/>
                  </a:lnTo>
                  <a:lnTo>
                    <a:pt x="20708"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0" name="Google Shape;1670;p38"/>
            <p:cNvSpPr/>
            <p:nvPr/>
          </p:nvSpPr>
          <p:spPr>
            <a:xfrm>
              <a:off x="3117879" y="2578667"/>
              <a:ext cx="117937" cy="58231"/>
            </a:xfrm>
            <a:custGeom>
              <a:rect b="b" l="l" r="r" t="t"/>
              <a:pathLst>
                <a:path extrusionOk="0" h="2882" w="5837">
                  <a:moveTo>
                    <a:pt x="2862" y="1733"/>
                  </a:moveTo>
                  <a:lnTo>
                    <a:pt x="2862" y="1733"/>
                  </a:lnTo>
                  <a:lnTo>
                    <a:pt x="2185" y="2109"/>
                  </a:lnTo>
                  <a:lnTo>
                    <a:pt x="1827" y="2298"/>
                  </a:lnTo>
                  <a:lnTo>
                    <a:pt x="1469" y="2467"/>
                  </a:lnTo>
                  <a:lnTo>
                    <a:pt x="1111" y="2618"/>
                  </a:lnTo>
                  <a:lnTo>
                    <a:pt x="754" y="2731"/>
                  </a:lnTo>
                  <a:lnTo>
                    <a:pt x="377" y="2825"/>
                  </a:lnTo>
                  <a:lnTo>
                    <a:pt x="1" y="2881"/>
                  </a:lnTo>
                  <a:lnTo>
                    <a:pt x="1" y="2881"/>
                  </a:lnTo>
                  <a:lnTo>
                    <a:pt x="377" y="2825"/>
                  </a:lnTo>
                  <a:lnTo>
                    <a:pt x="754" y="2731"/>
                  </a:lnTo>
                  <a:lnTo>
                    <a:pt x="1111" y="2618"/>
                  </a:lnTo>
                  <a:lnTo>
                    <a:pt x="1469" y="2467"/>
                  </a:lnTo>
                  <a:lnTo>
                    <a:pt x="1827" y="2298"/>
                  </a:lnTo>
                  <a:lnTo>
                    <a:pt x="2185" y="2109"/>
                  </a:lnTo>
                  <a:lnTo>
                    <a:pt x="2862" y="1733"/>
                  </a:lnTo>
                  <a:close/>
                  <a:moveTo>
                    <a:pt x="5837" y="1"/>
                  </a:moveTo>
                  <a:lnTo>
                    <a:pt x="5837" y="1"/>
                  </a:lnTo>
                  <a:lnTo>
                    <a:pt x="2900" y="1714"/>
                  </a:lnTo>
                  <a:lnTo>
                    <a:pt x="2900" y="1714"/>
                  </a:lnTo>
                  <a:lnTo>
                    <a:pt x="5837" y="1"/>
                  </a:lnTo>
                  <a:close/>
                </a:path>
              </a:pathLst>
            </a:custGeom>
            <a:solidFill>
              <a:srgbClr val="D2D2D2"/>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1" name="Google Shape;1671;p38"/>
            <p:cNvSpPr/>
            <p:nvPr/>
          </p:nvSpPr>
          <p:spPr>
            <a:xfrm>
              <a:off x="3117879" y="2613662"/>
              <a:ext cx="57847" cy="23236"/>
            </a:xfrm>
            <a:custGeom>
              <a:rect b="b" l="l" r="r" t="t"/>
              <a:pathLst>
                <a:path extrusionOk="0" fill="none" h="1150" w="2863">
                  <a:moveTo>
                    <a:pt x="2862" y="1"/>
                  </a:moveTo>
                  <a:lnTo>
                    <a:pt x="2862" y="1"/>
                  </a:lnTo>
                  <a:lnTo>
                    <a:pt x="2185" y="377"/>
                  </a:lnTo>
                  <a:lnTo>
                    <a:pt x="1827" y="566"/>
                  </a:lnTo>
                  <a:lnTo>
                    <a:pt x="1469" y="735"/>
                  </a:lnTo>
                  <a:lnTo>
                    <a:pt x="1111" y="886"/>
                  </a:lnTo>
                  <a:lnTo>
                    <a:pt x="754" y="999"/>
                  </a:lnTo>
                  <a:lnTo>
                    <a:pt x="377" y="1093"/>
                  </a:lnTo>
                  <a:lnTo>
                    <a:pt x="1" y="1149"/>
                  </a:lnTo>
                  <a:lnTo>
                    <a:pt x="1" y="1149"/>
                  </a:lnTo>
                  <a:lnTo>
                    <a:pt x="377" y="1093"/>
                  </a:lnTo>
                  <a:lnTo>
                    <a:pt x="754" y="999"/>
                  </a:lnTo>
                  <a:lnTo>
                    <a:pt x="1111" y="886"/>
                  </a:lnTo>
                  <a:lnTo>
                    <a:pt x="1469" y="735"/>
                  </a:lnTo>
                  <a:lnTo>
                    <a:pt x="1827" y="566"/>
                  </a:lnTo>
                  <a:lnTo>
                    <a:pt x="2185" y="377"/>
                  </a:lnTo>
                  <a:lnTo>
                    <a:pt x="2862"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2" name="Google Shape;1672;p38"/>
            <p:cNvSpPr/>
            <p:nvPr/>
          </p:nvSpPr>
          <p:spPr>
            <a:xfrm>
              <a:off x="3176453" y="2578667"/>
              <a:ext cx="59362" cy="34631"/>
            </a:xfrm>
            <a:custGeom>
              <a:rect b="b" l="l" r="r" t="t"/>
              <a:pathLst>
                <a:path extrusionOk="0" fill="none" h="1714" w="2938">
                  <a:moveTo>
                    <a:pt x="2938" y="1"/>
                  </a:moveTo>
                  <a:lnTo>
                    <a:pt x="2938" y="1"/>
                  </a:lnTo>
                  <a:lnTo>
                    <a:pt x="1" y="1714"/>
                  </a:lnTo>
                  <a:lnTo>
                    <a:pt x="1" y="1714"/>
                  </a:lnTo>
                  <a:lnTo>
                    <a:pt x="2938"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3" name="Google Shape;1673;p38"/>
            <p:cNvSpPr/>
            <p:nvPr/>
          </p:nvSpPr>
          <p:spPr>
            <a:xfrm>
              <a:off x="3001499" y="2570302"/>
              <a:ext cx="247632" cy="67343"/>
            </a:xfrm>
            <a:custGeom>
              <a:rect b="b" l="l" r="r" t="t"/>
              <a:pathLst>
                <a:path extrusionOk="0" h="3333" w="12256">
                  <a:moveTo>
                    <a:pt x="10034" y="1"/>
                  </a:moveTo>
                  <a:lnTo>
                    <a:pt x="9356" y="19"/>
                  </a:lnTo>
                  <a:lnTo>
                    <a:pt x="8020" y="95"/>
                  </a:lnTo>
                  <a:lnTo>
                    <a:pt x="6683" y="208"/>
                  </a:lnTo>
                  <a:lnTo>
                    <a:pt x="5328" y="358"/>
                  </a:lnTo>
                  <a:lnTo>
                    <a:pt x="3991" y="547"/>
                  </a:lnTo>
                  <a:lnTo>
                    <a:pt x="2655" y="772"/>
                  </a:lnTo>
                  <a:lnTo>
                    <a:pt x="1337" y="1017"/>
                  </a:lnTo>
                  <a:lnTo>
                    <a:pt x="0" y="1300"/>
                  </a:lnTo>
                  <a:lnTo>
                    <a:pt x="113" y="1638"/>
                  </a:lnTo>
                  <a:lnTo>
                    <a:pt x="452" y="1751"/>
                  </a:lnTo>
                  <a:lnTo>
                    <a:pt x="791" y="1864"/>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761" y="3295"/>
                  </a:lnTo>
                  <a:lnTo>
                    <a:pt x="6137" y="3239"/>
                  </a:lnTo>
                  <a:lnTo>
                    <a:pt x="6514" y="3145"/>
                  </a:lnTo>
                  <a:lnTo>
                    <a:pt x="6871" y="3032"/>
                  </a:lnTo>
                  <a:lnTo>
                    <a:pt x="7229" y="2881"/>
                  </a:lnTo>
                  <a:lnTo>
                    <a:pt x="7587" y="2712"/>
                  </a:lnTo>
                  <a:lnTo>
                    <a:pt x="7945" y="2523"/>
                  </a:lnTo>
                  <a:lnTo>
                    <a:pt x="8622" y="2147"/>
                  </a:lnTo>
                  <a:lnTo>
                    <a:pt x="8660" y="2128"/>
                  </a:lnTo>
                  <a:lnTo>
                    <a:pt x="11597" y="415"/>
                  </a:lnTo>
                  <a:lnTo>
                    <a:pt x="12256" y="38"/>
                  </a:lnTo>
                  <a:lnTo>
                    <a:pt x="11484"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4" name="Google Shape;1674;p38"/>
            <p:cNvSpPr/>
            <p:nvPr/>
          </p:nvSpPr>
          <p:spPr>
            <a:xfrm>
              <a:off x="3001499" y="2570302"/>
              <a:ext cx="247632" cy="67343"/>
            </a:xfrm>
            <a:custGeom>
              <a:rect b="b" l="l" r="r" t="t"/>
              <a:pathLst>
                <a:path extrusionOk="0" fill="none" h="3333" w="12256">
                  <a:moveTo>
                    <a:pt x="10712" y="1"/>
                  </a:moveTo>
                  <a:lnTo>
                    <a:pt x="10712" y="1"/>
                  </a:lnTo>
                  <a:lnTo>
                    <a:pt x="10034" y="1"/>
                  </a:lnTo>
                  <a:lnTo>
                    <a:pt x="9356" y="19"/>
                  </a:lnTo>
                  <a:lnTo>
                    <a:pt x="8020" y="95"/>
                  </a:lnTo>
                  <a:lnTo>
                    <a:pt x="6683" y="208"/>
                  </a:lnTo>
                  <a:lnTo>
                    <a:pt x="5328" y="358"/>
                  </a:lnTo>
                  <a:lnTo>
                    <a:pt x="3991" y="547"/>
                  </a:lnTo>
                  <a:lnTo>
                    <a:pt x="2655" y="772"/>
                  </a:lnTo>
                  <a:lnTo>
                    <a:pt x="1337" y="1017"/>
                  </a:lnTo>
                  <a:lnTo>
                    <a:pt x="0" y="1300"/>
                  </a:lnTo>
                  <a:lnTo>
                    <a:pt x="113" y="1638"/>
                  </a:lnTo>
                  <a:lnTo>
                    <a:pt x="113" y="1638"/>
                  </a:lnTo>
                  <a:lnTo>
                    <a:pt x="452" y="1751"/>
                  </a:lnTo>
                  <a:lnTo>
                    <a:pt x="791" y="1864"/>
                  </a:lnTo>
                  <a:lnTo>
                    <a:pt x="1468" y="2128"/>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328" y="3333"/>
                  </a:lnTo>
                  <a:lnTo>
                    <a:pt x="5761" y="3295"/>
                  </a:lnTo>
                  <a:lnTo>
                    <a:pt x="5761" y="3295"/>
                  </a:lnTo>
                  <a:lnTo>
                    <a:pt x="5761" y="3295"/>
                  </a:lnTo>
                  <a:lnTo>
                    <a:pt x="6137" y="3239"/>
                  </a:lnTo>
                  <a:lnTo>
                    <a:pt x="6514" y="3145"/>
                  </a:lnTo>
                  <a:lnTo>
                    <a:pt x="6871" y="3032"/>
                  </a:lnTo>
                  <a:lnTo>
                    <a:pt x="7229" y="2881"/>
                  </a:lnTo>
                  <a:lnTo>
                    <a:pt x="7587" y="2712"/>
                  </a:lnTo>
                  <a:lnTo>
                    <a:pt x="7945" y="2523"/>
                  </a:lnTo>
                  <a:lnTo>
                    <a:pt x="8622" y="2147"/>
                  </a:lnTo>
                  <a:lnTo>
                    <a:pt x="8622" y="2147"/>
                  </a:lnTo>
                  <a:lnTo>
                    <a:pt x="8660" y="2128"/>
                  </a:lnTo>
                  <a:lnTo>
                    <a:pt x="8660" y="2128"/>
                  </a:lnTo>
                  <a:lnTo>
                    <a:pt x="8660" y="2128"/>
                  </a:lnTo>
                  <a:lnTo>
                    <a:pt x="11597" y="415"/>
                  </a:lnTo>
                  <a:lnTo>
                    <a:pt x="11597" y="415"/>
                  </a:lnTo>
                  <a:lnTo>
                    <a:pt x="12256" y="38"/>
                  </a:lnTo>
                  <a:lnTo>
                    <a:pt x="12256" y="38"/>
                  </a:lnTo>
                  <a:lnTo>
                    <a:pt x="11484" y="1"/>
                  </a:lnTo>
                  <a:lnTo>
                    <a:pt x="10712"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5" name="Google Shape;1675;p38"/>
            <p:cNvSpPr/>
            <p:nvPr/>
          </p:nvSpPr>
          <p:spPr>
            <a:xfrm>
              <a:off x="3310734" y="2554704"/>
              <a:ext cx="372014" cy="796905"/>
            </a:xfrm>
            <a:custGeom>
              <a:rect b="b" l="l" r="r" t="t"/>
              <a:pathLst>
                <a:path extrusionOk="0" h="39441" w="18412">
                  <a:moveTo>
                    <a:pt x="0" y="1"/>
                  </a:move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305" y="12783"/>
                  </a:lnTo>
                  <a:lnTo>
                    <a:pt x="7493" y="13781"/>
                  </a:lnTo>
                  <a:lnTo>
                    <a:pt x="7832" y="15777"/>
                  </a:lnTo>
                  <a:lnTo>
                    <a:pt x="8152" y="17753"/>
                  </a:lnTo>
                  <a:lnTo>
                    <a:pt x="8321" y="18751"/>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4952" y="2373"/>
                  </a:lnTo>
                  <a:lnTo>
                    <a:pt x="4688" y="2072"/>
                  </a:lnTo>
                  <a:lnTo>
                    <a:pt x="4424" y="1770"/>
                  </a:lnTo>
                  <a:lnTo>
                    <a:pt x="4161" y="1488"/>
                  </a:lnTo>
                  <a:lnTo>
                    <a:pt x="3671" y="1206"/>
                  </a:lnTo>
                  <a:lnTo>
                    <a:pt x="3163" y="961"/>
                  </a:lnTo>
                  <a:lnTo>
                    <a:pt x="2655" y="735"/>
                  </a:lnTo>
                  <a:lnTo>
                    <a:pt x="2147" y="547"/>
                  </a:lnTo>
                  <a:lnTo>
                    <a:pt x="1619" y="358"/>
                  </a:lnTo>
                  <a:lnTo>
                    <a:pt x="1073" y="227"/>
                  </a:lnTo>
                  <a:lnTo>
                    <a:pt x="528" y="95"/>
                  </a:lnTo>
                  <a:lnTo>
                    <a:pt x="0"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6" name="Google Shape;1676;p38"/>
            <p:cNvSpPr/>
            <p:nvPr/>
          </p:nvSpPr>
          <p:spPr>
            <a:xfrm>
              <a:off x="3310734" y="2554704"/>
              <a:ext cx="372014" cy="796905"/>
            </a:xfrm>
            <a:custGeom>
              <a:rect b="b" l="l" r="r" t="t"/>
              <a:pathLst>
                <a:path extrusionOk="0" fill="none" h="39441" w="18412">
                  <a:moveTo>
                    <a:pt x="0" y="1"/>
                  </a:moveTo>
                  <a:lnTo>
                    <a:pt x="57" y="584"/>
                  </a:ln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098" y="11805"/>
                  </a:lnTo>
                  <a:lnTo>
                    <a:pt x="7305" y="12783"/>
                  </a:lnTo>
                  <a:lnTo>
                    <a:pt x="7493" y="13781"/>
                  </a:lnTo>
                  <a:lnTo>
                    <a:pt x="7832" y="15777"/>
                  </a:lnTo>
                  <a:lnTo>
                    <a:pt x="8152" y="17753"/>
                  </a:lnTo>
                  <a:lnTo>
                    <a:pt x="8321" y="18751"/>
                  </a:lnTo>
                  <a:lnTo>
                    <a:pt x="8528" y="19749"/>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5196" y="2693"/>
                  </a:lnTo>
                  <a:lnTo>
                    <a:pt x="4952" y="2373"/>
                  </a:lnTo>
                  <a:lnTo>
                    <a:pt x="4688" y="2072"/>
                  </a:lnTo>
                  <a:lnTo>
                    <a:pt x="4424" y="1770"/>
                  </a:lnTo>
                  <a:lnTo>
                    <a:pt x="4161" y="1488"/>
                  </a:lnTo>
                  <a:lnTo>
                    <a:pt x="4161" y="1488"/>
                  </a:lnTo>
                  <a:lnTo>
                    <a:pt x="3671" y="1206"/>
                  </a:lnTo>
                  <a:lnTo>
                    <a:pt x="3163" y="961"/>
                  </a:lnTo>
                  <a:lnTo>
                    <a:pt x="2655" y="735"/>
                  </a:lnTo>
                  <a:lnTo>
                    <a:pt x="2147" y="547"/>
                  </a:lnTo>
                  <a:lnTo>
                    <a:pt x="1619" y="358"/>
                  </a:lnTo>
                  <a:lnTo>
                    <a:pt x="1073" y="227"/>
                  </a:lnTo>
                  <a:lnTo>
                    <a:pt x="528" y="95"/>
                  </a:lnTo>
                  <a:lnTo>
                    <a:pt x="0"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7" name="Google Shape;1677;p38"/>
            <p:cNvSpPr/>
            <p:nvPr/>
          </p:nvSpPr>
          <p:spPr>
            <a:xfrm>
              <a:off x="1270791" y="3905412"/>
              <a:ext cx="66212" cy="76476"/>
            </a:xfrm>
            <a:custGeom>
              <a:rect b="b" l="l" r="r" t="t"/>
              <a:pathLst>
                <a:path extrusionOk="0" h="3785" w="3277">
                  <a:moveTo>
                    <a:pt x="1" y="0"/>
                  </a:moveTo>
                  <a:lnTo>
                    <a:pt x="227" y="2843"/>
                  </a:lnTo>
                  <a:lnTo>
                    <a:pt x="321" y="3012"/>
                  </a:lnTo>
                  <a:lnTo>
                    <a:pt x="453" y="3163"/>
                  </a:lnTo>
                  <a:lnTo>
                    <a:pt x="584" y="3295"/>
                  </a:lnTo>
                  <a:lnTo>
                    <a:pt x="754" y="3408"/>
                  </a:lnTo>
                  <a:lnTo>
                    <a:pt x="923" y="3502"/>
                  </a:lnTo>
                  <a:lnTo>
                    <a:pt x="1093" y="3577"/>
                  </a:lnTo>
                  <a:lnTo>
                    <a:pt x="1281" y="3652"/>
                  </a:lnTo>
                  <a:lnTo>
                    <a:pt x="1469" y="3690"/>
                  </a:lnTo>
                  <a:lnTo>
                    <a:pt x="1658" y="3728"/>
                  </a:lnTo>
                  <a:lnTo>
                    <a:pt x="1846" y="3765"/>
                  </a:lnTo>
                  <a:lnTo>
                    <a:pt x="2185" y="3784"/>
                  </a:lnTo>
                  <a:lnTo>
                    <a:pt x="2505" y="3765"/>
                  </a:lnTo>
                  <a:lnTo>
                    <a:pt x="2731" y="3709"/>
                  </a:lnTo>
                  <a:lnTo>
                    <a:pt x="3277" y="226"/>
                  </a:lnTo>
                  <a:lnTo>
                    <a:pt x="2881" y="283"/>
                  </a:lnTo>
                  <a:lnTo>
                    <a:pt x="2429" y="320"/>
                  </a:lnTo>
                  <a:lnTo>
                    <a:pt x="1526" y="320"/>
                  </a:lnTo>
                  <a:lnTo>
                    <a:pt x="1074" y="283"/>
                  </a:lnTo>
                  <a:lnTo>
                    <a:pt x="660" y="226"/>
                  </a:lnTo>
                  <a:lnTo>
                    <a:pt x="471" y="188"/>
                  </a:lnTo>
                  <a:lnTo>
                    <a:pt x="302" y="132"/>
                  </a:lnTo>
                  <a:lnTo>
                    <a:pt x="151" y="75"/>
                  </a:lnTo>
                  <a:lnTo>
                    <a:pt x="1"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8" name="Google Shape;1678;p38"/>
            <p:cNvSpPr/>
            <p:nvPr/>
          </p:nvSpPr>
          <p:spPr>
            <a:xfrm>
              <a:off x="1255577" y="3960187"/>
              <a:ext cx="145335" cy="77607"/>
            </a:xfrm>
            <a:custGeom>
              <a:rect b="b" l="l" r="r" t="t"/>
              <a:pathLst>
                <a:path extrusionOk="0" h="3841" w="7193">
                  <a:moveTo>
                    <a:pt x="3709" y="0"/>
                  </a:moveTo>
                  <a:lnTo>
                    <a:pt x="3540" y="75"/>
                  </a:lnTo>
                  <a:lnTo>
                    <a:pt x="3427" y="151"/>
                  </a:lnTo>
                  <a:lnTo>
                    <a:pt x="3352" y="245"/>
                  </a:lnTo>
                  <a:lnTo>
                    <a:pt x="3295" y="339"/>
                  </a:lnTo>
                  <a:lnTo>
                    <a:pt x="3239" y="433"/>
                  </a:lnTo>
                  <a:lnTo>
                    <a:pt x="3145" y="527"/>
                  </a:lnTo>
                  <a:lnTo>
                    <a:pt x="3051" y="621"/>
                  </a:lnTo>
                  <a:lnTo>
                    <a:pt x="2881" y="715"/>
                  </a:lnTo>
                  <a:lnTo>
                    <a:pt x="2806" y="734"/>
                  </a:lnTo>
                  <a:lnTo>
                    <a:pt x="2731" y="734"/>
                  </a:lnTo>
                  <a:lnTo>
                    <a:pt x="2636" y="715"/>
                  </a:lnTo>
                  <a:lnTo>
                    <a:pt x="2523" y="697"/>
                  </a:lnTo>
                  <a:lnTo>
                    <a:pt x="2298" y="602"/>
                  </a:lnTo>
                  <a:lnTo>
                    <a:pt x="2034" y="471"/>
                  </a:lnTo>
                  <a:lnTo>
                    <a:pt x="1752" y="358"/>
                  </a:lnTo>
                  <a:lnTo>
                    <a:pt x="1488" y="245"/>
                  </a:lnTo>
                  <a:lnTo>
                    <a:pt x="1224" y="151"/>
                  </a:lnTo>
                  <a:lnTo>
                    <a:pt x="1093" y="132"/>
                  </a:lnTo>
                  <a:lnTo>
                    <a:pt x="980" y="132"/>
                  </a:lnTo>
                  <a:lnTo>
                    <a:pt x="603" y="1073"/>
                  </a:lnTo>
                  <a:lnTo>
                    <a:pt x="283" y="1883"/>
                  </a:lnTo>
                  <a:lnTo>
                    <a:pt x="1" y="2692"/>
                  </a:lnTo>
                  <a:lnTo>
                    <a:pt x="7173" y="3841"/>
                  </a:lnTo>
                  <a:lnTo>
                    <a:pt x="7192" y="3445"/>
                  </a:lnTo>
                  <a:lnTo>
                    <a:pt x="7192" y="3050"/>
                  </a:lnTo>
                  <a:lnTo>
                    <a:pt x="7173" y="2880"/>
                  </a:lnTo>
                  <a:lnTo>
                    <a:pt x="7155" y="2749"/>
                  </a:lnTo>
                  <a:lnTo>
                    <a:pt x="7117" y="2636"/>
                  </a:lnTo>
                  <a:lnTo>
                    <a:pt x="7098" y="2617"/>
                  </a:lnTo>
                  <a:lnTo>
                    <a:pt x="7079" y="2598"/>
                  </a:lnTo>
                  <a:lnTo>
                    <a:pt x="6665" y="2410"/>
                  </a:lnTo>
                  <a:lnTo>
                    <a:pt x="6251" y="2259"/>
                  </a:lnTo>
                  <a:lnTo>
                    <a:pt x="5837" y="2109"/>
                  </a:lnTo>
                  <a:lnTo>
                    <a:pt x="5441" y="1939"/>
                  </a:lnTo>
                  <a:lnTo>
                    <a:pt x="5065" y="1770"/>
                  </a:lnTo>
                  <a:lnTo>
                    <a:pt x="4896" y="1676"/>
                  </a:lnTo>
                  <a:lnTo>
                    <a:pt x="4726" y="1563"/>
                  </a:lnTo>
                  <a:lnTo>
                    <a:pt x="4557" y="1450"/>
                  </a:lnTo>
                  <a:lnTo>
                    <a:pt x="4406" y="1318"/>
                  </a:lnTo>
                  <a:lnTo>
                    <a:pt x="4255" y="1167"/>
                  </a:lnTo>
                  <a:lnTo>
                    <a:pt x="4124" y="1017"/>
                  </a:lnTo>
                  <a:lnTo>
                    <a:pt x="4048" y="885"/>
                  </a:lnTo>
                  <a:lnTo>
                    <a:pt x="4011" y="734"/>
                  </a:lnTo>
                  <a:lnTo>
                    <a:pt x="3973" y="452"/>
                  </a:lnTo>
                  <a:lnTo>
                    <a:pt x="3954" y="320"/>
                  </a:lnTo>
                  <a:lnTo>
                    <a:pt x="3917" y="207"/>
                  </a:lnTo>
                  <a:lnTo>
                    <a:pt x="3822" y="94"/>
                  </a:lnTo>
                  <a:lnTo>
                    <a:pt x="3785" y="57"/>
                  </a:lnTo>
                  <a:lnTo>
                    <a:pt x="3709"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9" name="Google Shape;1679;p38"/>
            <p:cNvSpPr/>
            <p:nvPr/>
          </p:nvSpPr>
          <p:spPr>
            <a:xfrm>
              <a:off x="1252546" y="4014578"/>
              <a:ext cx="147981" cy="33096"/>
            </a:xfrm>
            <a:custGeom>
              <a:rect b="b" l="l" r="r" t="t"/>
              <a:pathLst>
                <a:path extrusionOk="0" h="1638" w="7324">
                  <a:moveTo>
                    <a:pt x="151" y="0"/>
                  </a:moveTo>
                  <a:lnTo>
                    <a:pt x="0" y="471"/>
                  </a:lnTo>
                  <a:lnTo>
                    <a:pt x="7323" y="1638"/>
                  </a:lnTo>
                  <a:lnTo>
                    <a:pt x="7323" y="1149"/>
                  </a:lnTo>
                  <a:lnTo>
                    <a:pt x="151"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0" name="Google Shape;1680;p38"/>
            <p:cNvSpPr/>
            <p:nvPr/>
          </p:nvSpPr>
          <p:spPr>
            <a:xfrm>
              <a:off x="958505" y="3851768"/>
              <a:ext cx="76112" cy="83325"/>
            </a:xfrm>
            <a:custGeom>
              <a:rect b="b" l="l" r="r" t="t"/>
              <a:pathLst>
                <a:path extrusionOk="0" h="4124" w="3767">
                  <a:moveTo>
                    <a:pt x="566" y="1"/>
                  </a:moveTo>
                  <a:lnTo>
                    <a:pt x="1" y="3559"/>
                  </a:lnTo>
                  <a:lnTo>
                    <a:pt x="227" y="3691"/>
                  </a:lnTo>
                  <a:lnTo>
                    <a:pt x="547" y="3860"/>
                  </a:lnTo>
                  <a:lnTo>
                    <a:pt x="716" y="3935"/>
                  </a:lnTo>
                  <a:lnTo>
                    <a:pt x="905" y="3992"/>
                  </a:lnTo>
                  <a:lnTo>
                    <a:pt x="1112" y="4048"/>
                  </a:lnTo>
                  <a:lnTo>
                    <a:pt x="1319" y="4105"/>
                  </a:lnTo>
                  <a:lnTo>
                    <a:pt x="1526" y="4124"/>
                  </a:lnTo>
                  <a:lnTo>
                    <a:pt x="1714" y="4124"/>
                  </a:lnTo>
                  <a:lnTo>
                    <a:pt x="1921" y="4105"/>
                  </a:lnTo>
                  <a:lnTo>
                    <a:pt x="2109" y="4048"/>
                  </a:lnTo>
                  <a:lnTo>
                    <a:pt x="2279" y="3954"/>
                  </a:lnTo>
                  <a:lnTo>
                    <a:pt x="2429" y="3822"/>
                  </a:lnTo>
                  <a:lnTo>
                    <a:pt x="2505" y="3747"/>
                  </a:lnTo>
                  <a:lnTo>
                    <a:pt x="2561" y="3653"/>
                  </a:lnTo>
                  <a:lnTo>
                    <a:pt x="2618" y="3559"/>
                  </a:lnTo>
                  <a:lnTo>
                    <a:pt x="2674" y="3427"/>
                  </a:lnTo>
                  <a:lnTo>
                    <a:pt x="3766" y="810"/>
                  </a:lnTo>
                  <a:lnTo>
                    <a:pt x="3615" y="829"/>
                  </a:lnTo>
                  <a:lnTo>
                    <a:pt x="3258" y="829"/>
                  </a:lnTo>
                  <a:lnTo>
                    <a:pt x="3070" y="810"/>
                  </a:lnTo>
                  <a:lnTo>
                    <a:pt x="2655" y="754"/>
                  </a:lnTo>
                  <a:lnTo>
                    <a:pt x="2222" y="641"/>
                  </a:lnTo>
                  <a:lnTo>
                    <a:pt x="1789" y="509"/>
                  </a:lnTo>
                  <a:lnTo>
                    <a:pt x="1356" y="340"/>
                  </a:lnTo>
                  <a:lnTo>
                    <a:pt x="942" y="170"/>
                  </a:lnTo>
                  <a:lnTo>
                    <a:pt x="566" y="1"/>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1" name="Google Shape;1681;p38"/>
            <p:cNvSpPr/>
            <p:nvPr/>
          </p:nvSpPr>
          <p:spPr>
            <a:xfrm>
              <a:off x="870270" y="3901593"/>
              <a:ext cx="145314" cy="74961"/>
            </a:xfrm>
            <a:custGeom>
              <a:rect b="b" l="l" r="r" t="t"/>
              <a:pathLst>
                <a:path extrusionOk="0" h="3710" w="7192">
                  <a:moveTo>
                    <a:pt x="4481" y="1"/>
                  </a:moveTo>
                  <a:lnTo>
                    <a:pt x="4406" y="20"/>
                  </a:lnTo>
                  <a:lnTo>
                    <a:pt x="4330" y="57"/>
                  </a:lnTo>
                  <a:lnTo>
                    <a:pt x="4236" y="133"/>
                  </a:lnTo>
                  <a:lnTo>
                    <a:pt x="4161" y="246"/>
                  </a:lnTo>
                  <a:lnTo>
                    <a:pt x="4086" y="359"/>
                  </a:lnTo>
                  <a:lnTo>
                    <a:pt x="3973" y="603"/>
                  </a:lnTo>
                  <a:lnTo>
                    <a:pt x="3878" y="735"/>
                  </a:lnTo>
                  <a:lnTo>
                    <a:pt x="3765" y="829"/>
                  </a:lnTo>
                  <a:lnTo>
                    <a:pt x="3596" y="942"/>
                  </a:lnTo>
                  <a:lnTo>
                    <a:pt x="3408" y="1036"/>
                  </a:lnTo>
                  <a:lnTo>
                    <a:pt x="3220" y="1112"/>
                  </a:lnTo>
                  <a:lnTo>
                    <a:pt x="3031" y="1168"/>
                  </a:lnTo>
                  <a:lnTo>
                    <a:pt x="2843" y="1225"/>
                  </a:lnTo>
                  <a:lnTo>
                    <a:pt x="2636" y="1262"/>
                  </a:lnTo>
                  <a:lnTo>
                    <a:pt x="2222" y="1319"/>
                  </a:lnTo>
                  <a:lnTo>
                    <a:pt x="1808" y="1338"/>
                  </a:lnTo>
                  <a:lnTo>
                    <a:pt x="1375" y="1356"/>
                  </a:lnTo>
                  <a:lnTo>
                    <a:pt x="923" y="1375"/>
                  </a:lnTo>
                  <a:lnTo>
                    <a:pt x="471" y="1432"/>
                  </a:lnTo>
                  <a:lnTo>
                    <a:pt x="452" y="1432"/>
                  </a:lnTo>
                  <a:lnTo>
                    <a:pt x="414" y="1450"/>
                  </a:lnTo>
                  <a:lnTo>
                    <a:pt x="358" y="1545"/>
                  </a:lnTo>
                  <a:lnTo>
                    <a:pt x="302" y="1676"/>
                  </a:lnTo>
                  <a:lnTo>
                    <a:pt x="245" y="1827"/>
                  </a:lnTo>
                  <a:lnTo>
                    <a:pt x="113" y="2204"/>
                  </a:lnTo>
                  <a:lnTo>
                    <a:pt x="0" y="2580"/>
                  </a:lnTo>
                  <a:lnTo>
                    <a:pt x="7192" y="3710"/>
                  </a:lnTo>
                  <a:lnTo>
                    <a:pt x="7192" y="3710"/>
                  </a:lnTo>
                  <a:lnTo>
                    <a:pt x="7154" y="2862"/>
                  </a:lnTo>
                  <a:lnTo>
                    <a:pt x="7116" y="1978"/>
                  </a:lnTo>
                  <a:lnTo>
                    <a:pt x="7041" y="961"/>
                  </a:lnTo>
                  <a:lnTo>
                    <a:pt x="6928" y="942"/>
                  </a:lnTo>
                  <a:lnTo>
                    <a:pt x="6815" y="923"/>
                  </a:lnTo>
                  <a:lnTo>
                    <a:pt x="6533" y="923"/>
                  </a:lnTo>
                  <a:lnTo>
                    <a:pt x="6232" y="942"/>
                  </a:lnTo>
                  <a:lnTo>
                    <a:pt x="5930" y="980"/>
                  </a:lnTo>
                  <a:lnTo>
                    <a:pt x="5648" y="999"/>
                  </a:lnTo>
                  <a:lnTo>
                    <a:pt x="5403" y="1017"/>
                  </a:lnTo>
                  <a:lnTo>
                    <a:pt x="5290" y="1017"/>
                  </a:lnTo>
                  <a:lnTo>
                    <a:pt x="5196" y="999"/>
                  </a:lnTo>
                  <a:lnTo>
                    <a:pt x="5102" y="980"/>
                  </a:lnTo>
                  <a:lnTo>
                    <a:pt x="5046" y="942"/>
                  </a:lnTo>
                  <a:lnTo>
                    <a:pt x="4933" y="810"/>
                  </a:lnTo>
                  <a:lnTo>
                    <a:pt x="4857" y="679"/>
                  </a:lnTo>
                  <a:lnTo>
                    <a:pt x="4801" y="566"/>
                  </a:lnTo>
                  <a:lnTo>
                    <a:pt x="4782" y="453"/>
                  </a:lnTo>
                  <a:lnTo>
                    <a:pt x="4744" y="340"/>
                  </a:lnTo>
                  <a:lnTo>
                    <a:pt x="4707" y="227"/>
                  </a:lnTo>
                  <a:lnTo>
                    <a:pt x="4613" y="114"/>
                  </a:lnTo>
                  <a:lnTo>
                    <a:pt x="4481"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2" name="Google Shape;1682;p38"/>
            <p:cNvSpPr/>
            <p:nvPr/>
          </p:nvSpPr>
          <p:spPr>
            <a:xfrm>
              <a:off x="867603" y="3953721"/>
              <a:ext cx="147981" cy="32732"/>
            </a:xfrm>
            <a:custGeom>
              <a:rect b="b" l="l" r="r" t="t"/>
              <a:pathLst>
                <a:path extrusionOk="0" h="1620" w="7324">
                  <a:moveTo>
                    <a:pt x="132" y="0"/>
                  </a:moveTo>
                  <a:lnTo>
                    <a:pt x="1" y="471"/>
                  </a:lnTo>
                  <a:lnTo>
                    <a:pt x="7324" y="1619"/>
                  </a:lnTo>
                  <a:lnTo>
                    <a:pt x="7324" y="1130"/>
                  </a:lnTo>
                  <a:lnTo>
                    <a:pt x="132"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3" name="Google Shape;1683;p38"/>
            <p:cNvSpPr/>
            <p:nvPr/>
          </p:nvSpPr>
          <p:spPr>
            <a:xfrm>
              <a:off x="937209" y="3297572"/>
              <a:ext cx="432124" cy="656541"/>
            </a:xfrm>
            <a:custGeom>
              <a:rect b="b" l="l" r="r" t="t"/>
              <a:pathLst>
                <a:path extrusionOk="0" h="32494" w="21387">
                  <a:moveTo>
                    <a:pt x="21387" y="1"/>
                  </a:moveTo>
                  <a:lnTo>
                    <a:pt x="8435" y="452"/>
                  </a:lnTo>
                  <a:lnTo>
                    <a:pt x="1" y="29162"/>
                  </a:lnTo>
                  <a:lnTo>
                    <a:pt x="5027" y="29971"/>
                  </a:lnTo>
                  <a:lnTo>
                    <a:pt x="13273" y="10411"/>
                  </a:lnTo>
                  <a:lnTo>
                    <a:pt x="14195" y="10543"/>
                  </a:lnTo>
                  <a:lnTo>
                    <a:pt x="15984" y="31703"/>
                  </a:lnTo>
                  <a:lnTo>
                    <a:pt x="21010" y="32494"/>
                  </a:lnTo>
                  <a:lnTo>
                    <a:pt x="21387"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4" name="Google Shape;1684;p38"/>
            <p:cNvSpPr/>
            <p:nvPr/>
          </p:nvSpPr>
          <p:spPr>
            <a:xfrm>
              <a:off x="1351812" y="3297572"/>
              <a:ext cx="17518" cy="656541"/>
            </a:xfrm>
            <a:custGeom>
              <a:rect b="b" l="l" r="r" t="t"/>
              <a:pathLst>
                <a:path extrusionOk="0" h="32494" w="867">
                  <a:moveTo>
                    <a:pt x="867" y="1"/>
                  </a:moveTo>
                  <a:lnTo>
                    <a:pt x="76" y="19"/>
                  </a:lnTo>
                  <a:lnTo>
                    <a:pt x="1" y="32419"/>
                  </a:lnTo>
                  <a:lnTo>
                    <a:pt x="490" y="32494"/>
                  </a:lnTo>
                  <a:lnTo>
                    <a:pt x="867"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5" name="Google Shape;1685;p38"/>
            <p:cNvSpPr/>
            <p:nvPr/>
          </p:nvSpPr>
          <p:spPr>
            <a:xfrm>
              <a:off x="937209" y="3305937"/>
              <a:ext cx="191362" cy="582753"/>
            </a:xfrm>
            <a:custGeom>
              <a:rect b="b" l="l" r="r" t="t"/>
              <a:pathLst>
                <a:path extrusionOk="0" h="28842" w="9471">
                  <a:moveTo>
                    <a:pt x="9470" y="1"/>
                  </a:moveTo>
                  <a:lnTo>
                    <a:pt x="8435" y="38"/>
                  </a:lnTo>
                  <a:lnTo>
                    <a:pt x="1" y="28748"/>
                  </a:lnTo>
                  <a:lnTo>
                    <a:pt x="547" y="28842"/>
                  </a:lnTo>
                  <a:lnTo>
                    <a:pt x="9470"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6" name="Google Shape;1686;p38"/>
            <p:cNvSpPr/>
            <p:nvPr/>
          </p:nvSpPr>
          <p:spPr>
            <a:xfrm>
              <a:off x="1239231" y="2889820"/>
              <a:ext cx="8385" cy="14083"/>
            </a:xfrm>
            <a:custGeom>
              <a:rect b="b" l="l" r="r" t="t"/>
              <a:pathLst>
                <a:path extrusionOk="0" h="697" w="415">
                  <a:moveTo>
                    <a:pt x="76" y="0"/>
                  </a:moveTo>
                  <a:lnTo>
                    <a:pt x="19" y="38"/>
                  </a:lnTo>
                  <a:lnTo>
                    <a:pt x="0" y="113"/>
                  </a:lnTo>
                  <a:lnTo>
                    <a:pt x="0" y="189"/>
                  </a:lnTo>
                  <a:lnTo>
                    <a:pt x="19" y="358"/>
                  </a:lnTo>
                  <a:lnTo>
                    <a:pt x="38" y="490"/>
                  </a:lnTo>
                  <a:lnTo>
                    <a:pt x="57" y="546"/>
                  </a:lnTo>
                  <a:lnTo>
                    <a:pt x="94" y="622"/>
                  </a:lnTo>
                  <a:lnTo>
                    <a:pt x="170" y="678"/>
                  </a:lnTo>
                  <a:lnTo>
                    <a:pt x="245" y="697"/>
                  </a:lnTo>
                  <a:lnTo>
                    <a:pt x="283" y="678"/>
                  </a:lnTo>
                  <a:lnTo>
                    <a:pt x="339" y="678"/>
                  </a:lnTo>
                  <a:lnTo>
                    <a:pt x="396" y="622"/>
                  </a:lnTo>
                  <a:lnTo>
                    <a:pt x="414" y="546"/>
                  </a:lnTo>
                  <a:lnTo>
                    <a:pt x="414" y="471"/>
                  </a:lnTo>
                  <a:lnTo>
                    <a:pt x="396" y="339"/>
                  </a:lnTo>
                  <a:lnTo>
                    <a:pt x="358" y="207"/>
                  </a:lnTo>
                  <a:lnTo>
                    <a:pt x="320" y="132"/>
                  </a:lnTo>
                  <a:lnTo>
                    <a:pt x="283" y="76"/>
                  </a:lnTo>
                  <a:lnTo>
                    <a:pt x="226" y="19"/>
                  </a:lnTo>
                  <a:lnTo>
                    <a:pt x="151" y="0"/>
                  </a:lnTo>
                  <a:close/>
                </a:path>
              </a:pathLst>
            </a:custGeom>
            <a:solidFill>
              <a:srgbClr val="D89E66"/>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7" name="Google Shape;1687;p38"/>
            <p:cNvSpPr/>
            <p:nvPr/>
          </p:nvSpPr>
          <p:spPr>
            <a:xfrm>
              <a:off x="1301603" y="2892103"/>
              <a:ext cx="8385" cy="14083"/>
            </a:xfrm>
            <a:custGeom>
              <a:rect b="b" l="l" r="r" t="t"/>
              <a:pathLst>
                <a:path extrusionOk="0" h="697" w="415">
                  <a:moveTo>
                    <a:pt x="264" y="0"/>
                  </a:moveTo>
                  <a:lnTo>
                    <a:pt x="189" y="19"/>
                  </a:lnTo>
                  <a:lnTo>
                    <a:pt x="133" y="76"/>
                  </a:lnTo>
                  <a:lnTo>
                    <a:pt x="95" y="132"/>
                  </a:lnTo>
                  <a:lnTo>
                    <a:pt x="57" y="188"/>
                  </a:lnTo>
                  <a:lnTo>
                    <a:pt x="1" y="339"/>
                  </a:lnTo>
                  <a:lnTo>
                    <a:pt x="1" y="471"/>
                  </a:lnTo>
                  <a:lnTo>
                    <a:pt x="1" y="527"/>
                  </a:lnTo>
                  <a:lnTo>
                    <a:pt x="20" y="603"/>
                  </a:lnTo>
                  <a:lnTo>
                    <a:pt x="76" y="659"/>
                  </a:lnTo>
                  <a:lnTo>
                    <a:pt x="114" y="678"/>
                  </a:lnTo>
                  <a:lnTo>
                    <a:pt x="151" y="697"/>
                  </a:lnTo>
                  <a:lnTo>
                    <a:pt x="245" y="659"/>
                  </a:lnTo>
                  <a:lnTo>
                    <a:pt x="302" y="621"/>
                  </a:lnTo>
                  <a:lnTo>
                    <a:pt x="340" y="546"/>
                  </a:lnTo>
                  <a:lnTo>
                    <a:pt x="377" y="490"/>
                  </a:lnTo>
                  <a:lnTo>
                    <a:pt x="396" y="358"/>
                  </a:lnTo>
                  <a:lnTo>
                    <a:pt x="415" y="188"/>
                  </a:lnTo>
                  <a:lnTo>
                    <a:pt x="415" y="113"/>
                  </a:lnTo>
                  <a:lnTo>
                    <a:pt x="396" y="38"/>
                  </a:lnTo>
                  <a:lnTo>
                    <a:pt x="340" y="0"/>
                  </a:lnTo>
                  <a:close/>
                </a:path>
              </a:pathLst>
            </a:custGeom>
            <a:solidFill>
              <a:srgbClr val="D89E66"/>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8" name="Google Shape;1688;p38"/>
            <p:cNvSpPr/>
            <p:nvPr/>
          </p:nvSpPr>
          <p:spPr>
            <a:xfrm>
              <a:off x="1244929" y="2900468"/>
              <a:ext cx="51381" cy="61262"/>
            </a:xfrm>
            <a:custGeom>
              <a:rect b="b" l="l" r="r" t="t"/>
              <a:pathLst>
                <a:path extrusionOk="0" h="3032" w="2543">
                  <a:moveTo>
                    <a:pt x="1055" y="0"/>
                  </a:moveTo>
                  <a:lnTo>
                    <a:pt x="810" y="38"/>
                  </a:lnTo>
                  <a:lnTo>
                    <a:pt x="565" y="95"/>
                  </a:lnTo>
                  <a:lnTo>
                    <a:pt x="358" y="151"/>
                  </a:lnTo>
                  <a:lnTo>
                    <a:pt x="358" y="490"/>
                  </a:lnTo>
                  <a:lnTo>
                    <a:pt x="358" y="829"/>
                  </a:lnTo>
                  <a:lnTo>
                    <a:pt x="340" y="1168"/>
                  </a:lnTo>
                  <a:lnTo>
                    <a:pt x="302" y="1506"/>
                  </a:lnTo>
                  <a:lnTo>
                    <a:pt x="245" y="1864"/>
                  </a:lnTo>
                  <a:lnTo>
                    <a:pt x="170" y="2184"/>
                  </a:lnTo>
                  <a:lnTo>
                    <a:pt x="95" y="2523"/>
                  </a:lnTo>
                  <a:lnTo>
                    <a:pt x="1" y="2843"/>
                  </a:lnTo>
                  <a:lnTo>
                    <a:pt x="95" y="2900"/>
                  </a:lnTo>
                  <a:lnTo>
                    <a:pt x="245" y="2956"/>
                  </a:lnTo>
                  <a:lnTo>
                    <a:pt x="396" y="2994"/>
                  </a:lnTo>
                  <a:lnTo>
                    <a:pt x="584" y="3013"/>
                  </a:lnTo>
                  <a:lnTo>
                    <a:pt x="998" y="3031"/>
                  </a:lnTo>
                  <a:lnTo>
                    <a:pt x="1450" y="3013"/>
                  </a:lnTo>
                  <a:lnTo>
                    <a:pt x="1864" y="2975"/>
                  </a:lnTo>
                  <a:lnTo>
                    <a:pt x="2203" y="2918"/>
                  </a:lnTo>
                  <a:lnTo>
                    <a:pt x="2542" y="2862"/>
                  </a:lnTo>
                  <a:lnTo>
                    <a:pt x="2467" y="2485"/>
                  </a:lnTo>
                  <a:lnTo>
                    <a:pt x="2410" y="2090"/>
                  </a:lnTo>
                  <a:lnTo>
                    <a:pt x="2373" y="1657"/>
                  </a:lnTo>
                  <a:lnTo>
                    <a:pt x="2354" y="1262"/>
                  </a:lnTo>
                  <a:lnTo>
                    <a:pt x="2335" y="622"/>
                  </a:lnTo>
                  <a:lnTo>
                    <a:pt x="2354" y="358"/>
                  </a:lnTo>
                  <a:lnTo>
                    <a:pt x="2222" y="283"/>
                  </a:lnTo>
                  <a:lnTo>
                    <a:pt x="2109" y="207"/>
                  </a:lnTo>
                  <a:lnTo>
                    <a:pt x="1977" y="132"/>
                  </a:lnTo>
                  <a:lnTo>
                    <a:pt x="1846" y="95"/>
                  </a:lnTo>
                  <a:lnTo>
                    <a:pt x="1582" y="19"/>
                  </a:lnTo>
                  <a:lnTo>
                    <a:pt x="1319" y="0"/>
                  </a:lnTo>
                  <a:close/>
                </a:path>
              </a:pathLst>
            </a:custGeom>
            <a:solidFill>
              <a:srgbClr val="D89E66"/>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9" name="Google Shape;1689;p38"/>
            <p:cNvSpPr/>
            <p:nvPr/>
          </p:nvSpPr>
          <p:spPr>
            <a:xfrm>
              <a:off x="1237716" y="2831610"/>
              <a:ext cx="75324" cy="92074"/>
            </a:xfrm>
            <a:custGeom>
              <a:rect b="b" l="l" r="r" t="t"/>
              <a:pathLst>
                <a:path extrusionOk="0" h="4557" w="3728">
                  <a:moveTo>
                    <a:pt x="1563" y="1"/>
                  </a:moveTo>
                  <a:lnTo>
                    <a:pt x="1261" y="39"/>
                  </a:lnTo>
                  <a:lnTo>
                    <a:pt x="979" y="114"/>
                  </a:lnTo>
                  <a:lnTo>
                    <a:pt x="828" y="189"/>
                  </a:lnTo>
                  <a:lnTo>
                    <a:pt x="678" y="264"/>
                  </a:lnTo>
                  <a:lnTo>
                    <a:pt x="546" y="340"/>
                  </a:lnTo>
                  <a:lnTo>
                    <a:pt x="433" y="453"/>
                  </a:lnTo>
                  <a:lnTo>
                    <a:pt x="339" y="547"/>
                  </a:lnTo>
                  <a:lnTo>
                    <a:pt x="264" y="660"/>
                  </a:lnTo>
                  <a:lnTo>
                    <a:pt x="188" y="792"/>
                  </a:lnTo>
                  <a:lnTo>
                    <a:pt x="132" y="923"/>
                  </a:lnTo>
                  <a:lnTo>
                    <a:pt x="75" y="1055"/>
                  </a:lnTo>
                  <a:lnTo>
                    <a:pt x="56" y="1206"/>
                  </a:lnTo>
                  <a:lnTo>
                    <a:pt x="0" y="1488"/>
                  </a:lnTo>
                  <a:lnTo>
                    <a:pt x="0" y="1789"/>
                  </a:lnTo>
                  <a:lnTo>
                    <a:pt x="19" y="2091"/>
                  </a:lnTo>
                  <a:lnTo>
                    <a:pt x="38" y="2373"/>
                  </a:lnTo>
                  <a:lnTo>
                    <a:pt x="94" y="2674"/>
                  </a:lnTo>
                  <a:lnTo>
                    <a:pt x="169" y="2975"/>
                  </a:lnTo>
                  <a:lnTo>
                    <a:pt x="264" y="3277"/>
                  </a:lnTo>
                  <a:lnTo>
                    <a:pt x="471" y="3860"/>
                  </a:lnTo>
                  <a:lnTo>
                    <a:pt x="697" y="4406"/>
                  </a:lnTo>
                  <a:lnTo>
                    <a:pt x="734" y="4463"/>
                  </a:lnTo>
                  <a:lnTo>
                    <a:pt x="810" y="4463"/>
                  </a:lnTo>
                  <a:lnTo>
                    <a:pt x="1261" y="4444"/>
                  </a:lnTo>
                  <a:lnTo>
                    <a:pt x="1694" y="4444"/>
                  </a:lnTo>
                  <a:lnTo>
                    <a:pt x="2146" y="4481"/>
                  </a:lnTo>
                  <a:lnTo>
                    <a:pt x="2579" y="4557"/>
                  </a:lnTo>
                  <a:lnTo>
                    <a:pt x="2654" y="4557"/>
                  </a:lnTo>
                  <a:lnTo>
                    <a:pt x="2692" y="4519"/>
                  </a:lnTo>
                  <a:lnTo>
                    <a:pt x="2937" y="4161"/>
                  </a:lnTo>
                  <a:lnTo>
                    <a:pt x="3163" y="3804"/>
                  </a:lnTo>
                  <a:lnTo>
                    <a:pt x="3276" y="3615"/>
                  </a:lnTo>
                  <a:lnTo>
                    <a:pt x="3370" y="3427"/>
                  </a:lnTo>
                  <a:lnTo>
                    <a:pt x="3445" y="3220"/>
                  </a:lnTo>
                  <a:lnTo>
                    <a:pt x="3502" y="3032"/>
                  </a:lnTo>
                  <a:lnTo>
                    <a:pt x="3577" y="2712"/>
                  </a:lnTo>
                  <a:lnTo>
                    <a:pt x="3652" y="2373"/>
                  </a:lnTo>
                  <a:lnTo>
                    <a:pt x="3709" y="2034"/>
                  </a:lnTo>
                  <a:lnTo>
                    <a:pt x="3728" y="1695"/>
                  </a:lnTo>
                  <a:lnTo>
                    <a:pt x="3728" y="1507"/>
                  </a:lnTo>
                  <a:lnTo>
                    <a:pt x="3709" y="1356"/>
                  </a:lnTo>
                  <a:lnTo>
                    <a:pt x="3671" y="1187"/>
                  </a:lnTo>
                  <a:lnTo>
                    <a:pt x="3633" y="1036"/>
                  </a:lnTo>
                  <a:lnTo>
                    <a:pt x="3577" y="886"/>
                  </a:lnTo>
                  <a:lnTo>
                    <a:pt x="3502" y="735"/>
                  </a:lnTo>
                  <a:lnTo>
                    <a:pt x="3407" y="603"/>
                  </a:lnTo>
                  <a:lnTo>
                    <a:pt x="3295" y="472"/>
                  </a:lnTo>
                  <a:lnTo>
                    <a:pt x="3182" y="396"/>
                  </a:lnTo>
                  <a:lnTo>
                    <a:pt x="3069" y="302"/>
                  </a:lnTo>
                  <a:lnTo>
                    <a:pt x="2937" y="227"/>
                  </a:lnTo>
                  <a:lnTo>
                    <a:pt x="2805" y="170"/>
                  </a:lnTo>
                  <a:lnTo>
                    <a:pt x="2504" y="76"/>
                  </a:lnTo>
                  <a:lnTo>
                    <a:pt x="2203" y="20"/>
                  </a:lnTo>
                  <a:lnTo>
                    <a:pt x="1883" y="1"/>
                  </a:lnTo>
                  <a:close/>
                </a:path>
              </a:pathLst>
            </a:custGeom>
            <a:solidFill>
              <a:srgbClr val="3D3934"/>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0" name="Google Shape;1690;p38"/>
            <p:cNvSpPr/>
            <p:nvPr/>
          </p:nvSpPr>
          <p:spPr>
            <a:xfrm>
              <a:off x="1085937" y="2937362"/>
              <a:ext cx="353002" cy="446207"/>
            </a:xfrm>
            <a:custGeom>
              <a:rect b="b" l="l" r="r" t="t"/>
              <a:pathLst>
                <a:path extrusionOk="0" h="22084" w="17471">
                  <a:moveTo>
                    <a:pt x="8792" y="0"/>
                  </a:moveTo>
                  <a:lnTo>
                    <a:pt x="7700" y="19"/>
                  </a:lnTo>
                  <a:lnTo>
                    <a:pt x="6608" y="76"/>
                  </a:lnTo>
                  <a:lnTo>
                    <a:pt x="5498" y="170"/>
                  </a:lnTo>
                  <a:lnTo>
                    <a:pt x="4406" y="283"/>
                  </a:lnTo>
                  <a:lnTo>
                    <a:pt x="3314" y="452"/>
                  </a:lnTo>
                  <a:lnTo>
                    <a:pt x="2222" y="641"/>
                  </a:lnTo>
                  <a:lnTo>
                    <a:pt x="1111" y="885"/>
                  </a:lnTo>
                  <a:lnTo>
                    <a:pt x="1" y="1149"/>
                  </a:lnTo>
                  <a:lnTo>
                    <a:pt x="19" y="2184"/>
                  </a:lnTo>
                  <a:lnTo>
                    <a:pt x="57" y="3239"/>
                  </a:lnTo>
                  <a:lnTo>
                    <a:pt x="132" y="4274"/>
                  </a:lnTo>
                  <a:lnTo>
                    <a:pt x="226" y="5328"/>
                  </a:lnTo>
                  <a:lnTo>
                    <a:pt x="452" y="7456"/>
                  </a:lnTo>
                  <a:lnTo>
                    <a:pt x="565" y="8547"/>
                  </a:lnTo>
                  <a:lnTo>
                    <a:pt x="659" y="9677"/>
                  </a:lnTo>
                  <a:lnTo>
                    <a:pt x="735" y="10825"/>
                  </a:lnTo>
                  <a:lnTo>
                    <a:pt x="791" y="12011"/>
                  </a:lnTo>
                  <a:lnTo>
                    <a:pt x="791" y="13235"/>
                  </a:lnTo>
                  <a:lnTo>
                    <a:pt x="791" y="13875"/>
                  </a:lnTo>
                  <a:lnTo>
                    <a:pt x="772" y="14515"/>
                  </a:lnTo>
                  <a:lnTo>
                    <a:pt x="735" y="15174"/>
                  </a:lnTo>
                  <a:lnTo>
                    <a:pt x="678" y="15852"/>
                  </a:lnTo>
                  <a:lnTo>
                    <a:pt x="622" y="16530"/>
                  </a:lnTo>
                  <a:lnTo>
                    <a:pt x="546" y="17226"/>
                  </a:lnTo>
                  <a:lnTo>
                    <a:pt x="452" y="17941"/>
                  </a:lnTo>
                  <a:lnTo>
                    <a:pt x="339" y="18676"/>
                  </a:lnTo>
                  <a:lnTo>
                    <a:pt x="189" y="19429"/>
                  </a:lnTo>
                  <a:lnTo>
                    <a:pt x="38" y="20201"/>
                  </a:lnTo>
                  <a:lnTo>
                    <a:pt x="415" y="20370"/>
                  </a:lnTo>
                  <a:lnTo>
                    <a:pt x="810" y="20539"/>
                  </a:lnTo>
                  <a:lnTo>
                    <a:pt x="1224" y="20690"/>
                  </a:lnTo>
                  <a:lnTo>
                    <a:pt x="1657" y="20841"/>
                  </a:lnTo>
                  <a:lnTo>
                    <a:pt x="2542" y="21123"/>
                  </a:lnTo>
                  <a:lnTo>
                    <a:pt x="3483" y="21387"/>
                  </a:lnTo>
                  <a:lnTo>
                    <a:pt x="4462" y="21613"/>
                  </a:lnTo>
                  <a:lnTo>
                    <a:pt x="5479" y="21782"/>
                  </a:lnTo>
                  <a:lnTo>
                    <a:pt x="6514" y="21933"/>
                  </a:lnTo>
                  <a:lnTo>
                    <a:pt x="7550" y="22027"/>
                  </a:lnTo>
                  <a:lnTo>
                    <a:pt x="8058" y="22064"/>
                  </a:lnTo>
                  <a:lnTo>
                    <a:pt x="8585" y="22083"/>
                  </a:lnTo>
                  <a:lnTo>
                    <a:pt x="9602" y="22083"/>
                  </a:lnTo>
                  <a:lnTo>
                    <a:pt x="10110" y="22064"/>
                  </a:lnTo>
                  <a:lnTo>
                    <a:pt x="10599" y="22046"/>
                  </a:lnTo>
                  <a:lnTo>
                    <a:pt x="11108" y="21989"/>
                  </a:lnTo>
                  <a:lnTo>
                    <a:pt x="11578" y="21933"/>
                  </a:lnTo>
                  <a:lnTo>
                    <a:pt x="12049" y="21857"/>
                  </a:lnTo>
                  <a:lnTo>
                    <a:pt x="12520" y="21782"/>
                  </a:lnTo>
                  <a:lnTo>
                    <a:pt x="12953" y="21669"/>
                  </a:lnTo>
                  <a:lnTo>
                    <a:pt x="13386" y="21556"/>
                  </a:lnTo>
                  <a:lnTo>
                    <a:pt x="13819" y="21424"/>
                  </a:lnTo>
                  <a:lnTo>
                    <a:pt x="14214" y="21274"/>
                  </a:lnTo>
                  <a:lnTo>
                    <a:pt x="14609" y="21104"/>
                  </a:lnTo>
                  <a:lnTo>
                    <a:pt x="14967" y="20916"/>
                  </a:lnTo>
                  <a:lnTo>
                    <a:pt x="14911" y="20257"/>
                  </a:lnTo>
                  <a:lnTo>
                    <a:pt x="14873" y="19598"/>
                  </a:lnTo>
                  <a:lnTo>
                    <a:pt x="14854" y="18939"/>
                  </a:lnTo>
                  <a:lnTo>
                    <a:pt x="14854" y="18280"/>
                  </a:lnTo>
                  <a:lnTo>
                    <a:pt x="14854" y="17621"/>
                  </a:lnTo>
                  <a:lnTo>
                    <a:pt x="14854" y="16963"/>
                  </a:lnTo>
                  <a:lnTo>
                    <a:pt x="14929" y="15645"/>
                  </a:lnTo>
                  <a:lnTo>
                    <a:pt x="15023" y="14346"/>
                  </a:lnTo>
                  <a:lnTo>
                    <a:pt x="15155" y="13066"/>
                  </a:lnTo>
                  <a:lnTo>
                    <a:pt x="15325" y="11785"/>
                  </a:lnTo>
                  <a:lnTo>
                    <a:pt x="15513" y="10524"/>
                  </a:lnTo>
                  <a:lnTo>
                    <a:pt x="15739" y="9300"/>
                  </a:lnTo>
                  <a:lnTo>
                    <a:pt x="15965" y="8077"/>
                  </a:lnTo>
                  <a:lnTo>
                    <a:pt x="16210" y="6891"/>
                  </a:lnTo>
                  <a:lnTo>
                    <a:pt x="16473" y="5724"/>
                  </a:lnTo>
                  <a:lnTo>
                    <a:pt x="16981" y="3483"/>
                  </a:lnTo>
                  <a:lnTo>
                    <a:pt x="17471" y="1412"/>
                  </a:lnTo>
                  <a:lnTo>
                    <a:pt x="16398" y="1074"/>
                  </a:lnTo>
                  <a:lnTo>
                    <a:pt x="15306" y="791"/>
                  </a:lnTo>
                  <a:lnTo>
                    <a:pt x="14233" y="546"/>
                  </a:lnTo>
                  <a:lnTo>
                    <a:pt x="13141" y="358"/>
                  </a:lnTo>
                  <a:lnTo>
                    <a:pt x="12049" y="208"/>
                  </a:lnTo>
                  <a:lnTo>
                    <a:pt x="10957" y="95"/>
                  </a:lnTo>
                  <a:lnTo>
                    <a:pt x="9884" y="38"/>
                  </a:lnTo>
                  <a:lnTo>
                    <a:pt x="8792"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1" name="Google Shape;1691;p38"/>
            <p:cNvSpPr/>
            <p:nvPr/>
          </p:nvSpPr>
          <p:spPr>
            <a:xfrm>
              <a:off x="1461363" y="2571070"/>
              <a:ext cx="32348" cy="19801"/>
            </a:xfrm>
            <a:custGeom>
              <a:rect b="b" l="l" r="r" t="t"/>
              <a:pathLst>
                <a:path extrusionOk="0" h="980" w="1601">
                  <a:moveTo>
                    <a:pt x="471" y="0"/>
                  </a:moveTo>
                  <a:lnTo>
                    <a:pt x="415" y="19"/>
                  </a:lnTo>
                  <a:lnTo>
                    <a:pt x="358" y="38"/>
                  </a:lnTo>
                  <a:lnTo>
                    <a:pt x="321" y="94"/>
                  </a:lnTo>
                  <a:lnTo>
                    <a:pt x="1" y="659"/>
                  </a:lnTo>
                  <a:lnTo>
                    <a:pt x="377" y="791"/>
                  </a:lnTo>
                  <a:lnTo>
                    <a:pt x="772" y="923"/>
                  </a:lnTo>
                  <a:lnTo>
                    <a:pt x="904" y="960"/>
                  </a:lnTo>
                  <a:lnTo>
                    <a:pt x="1036" y="979"/>
                  </a:lnTo>
                  <a:lnTo>
                    <a:pt x="1168" y="960"/>
                  </a:lnTo>
                  <a:lnTo>
                    <a:pt x="1300" y="904"/>
                  </a:lnTo>
                  <a:lnTo>
                    <a:pt x="1412" y="829"/>
                  </a:lnTo>
                  <a:lnTo>
                    <a:pt x="1488" y="753"/>
                  </a:lnTo>
                  <a:lnTo>
                    <a:pt x="1563" y="640"/>
                  </a:lnTo>
                  <a:lnTo>
                    <a:pt x="1601" y="509"/>
                  </a:lnTo>
                  <a:lnTo>
                    <a:pt x="1601" y="490"/>
                  </a:lnTo>
                  <a:lnTo>
                    <a:pt x="528" y="19"/>
                  </a:lnTo>
                  <a:lnTo>
                    <a:pt x="471"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2" name="Google Shape;1692;p38"/>
            <p:cNvSpPr/>
            <p:nvPr/>
          </p:nvSpPr>
          <p:spPr>
            <a:xfrm>
              <a:off x="1416852" y="2578667"/>
              <a:ext cx="92458" cy="219123"/>
            </a:xfrm>
            <a:custGeom>
              <a:rect b="b" l="l" r="r" t="t"/>
              <a:pathLst>
                <a:path extrusionOk="0" h="10845" w="4576">
                  <a:moveTo>
                    <a:pt x="2185" y="1"/>
                  </a:moveTo>
                  <a:lnTo>
                    <a:pt x="2091" y="20"/>
                  </a:lnTo>
                  <a:lnTo>
                    <a:pt x="2034" y="57"/>
                  </a:lnTo>
                  <a:lnTo>
                    <a:pt x="1978" y="151"/>
                  </a:lnTo>
                  <a:lnTo>
                    <a:pt x="1281" y="1977"/>
                  </a:lnTo>
                  <a:lnTo>
                    <a:pt x="2373" y="2655"/>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999"/>
                  </a:lnTo>
                  <a:lnTo>
                    <a:pt x="4500" y="904"/>
                  </a:lnTo>
                  <a:lnTo>
                    <a:pt x="4444" y="829"/>
                  </a:lnTo>
                  <a:lnTo>
                    <a:pt x="4350" y="773"/>
                  </a:lnTo>
                  <a:lnTo>
                    <a:pt x="4180" y="716"/>
                  </a:lnTo>
                  <a:lnTo>
                    <a:pt x="4030" y="660"/>
                  </a:lnTo>
                  <a:lnTo>
                    <a:pt x="3521" y="471"/>
                  </a:lnTo>
                  <a:lnTo>
                    <a:pt x="3390" y="415"/>
                  </a:lnTo>
                  <a:lnTo>
                    <a:pt x="2900" y="245"/>
                  </a:lnTo>
                  <a:lnTo>
                    <a:pt x="2768" y="189"/>
                  </a:lnTo>
                  <a:lnTo>
                    <a:pt x="2279" y="1"/>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3" name="Google Shape;1693;p38"/>
            <p:cNvSpPr/>
            <p:nvPr/>
          </p:nvSpPr>
          <p:spPr>
            <a:xfrm>
              <a:off x="1416852" y="2578667"/>
              <a:ext cx="92458" cy="219123"/>
            </a:xfrm>
            <a:custGeom>
              <a:rect b="b" l="l" r="r" t="t"/>
              <a:pathLst>
                <a:path extrusionOk="0" fill="none" h="10845" w="4576">
                  <a:moveTo>
                    <a:pt x="4350" y="773"/>
                  </a:moveTo>
                  <a:lnTo>
                    <a:pt x="4180" y="716"/>
                  </a:lnTo>
                  <a:lnTo>
                    <a:pt x="4030" y="660"/>
                  </a:lnTo>
                  <a:lnTo>
                    <a:pt x="3521" y="471"/>
                  </a:lnTo>
                  <a:lnTo>
                    <a:pt x="3390" y="415"/>
                  </a:lnTo>
                  <a:lnTo>
                    <a:pt x="2900" y="245"/>
                  </a:lnTo>
                  <a:lnTo>
                    <a:pt x="2768" y="189"/>
                  </a:lnTo>
                  <a:lnTo>
                    <a:pt x="2279" y="1"/>
                  </a:lnTo>
                  <a:lnTo>
                    <a:pt x="2279" y="1"/>
                  </a:lnTo>
                  <a:lnTo>
                    <a:pt x="2185" y="1"/>
                  </a:lnTo>
                  <a:lnTo>
                    <a:pt x="2091" y="20"/>
                  </a:lnTo>
                  <a:lnTo>
                    <a:pt x="2034" y="57"/>
                  </a:lnTo>
                  <a:lnTo>
                    <a:pt x="1978" y="151"/>
                  </a:lnTo>
                  <a:lnTo>
                    <a:pt x="1281" y="1977"/>
                  </a:lnTo>
                  <a:lnTo>
                    <a:pt x="2373" y="2655"/>
                  </a:lnTo>
                  <a:lnTo>
                    <a:pt x="208" y="7832"/>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1093"/>
                  </a:lnTo>
                  <a:lnTo>
                    <a:pt x="4538" y="999"/>
                  </a:lnTo>
                  <a:lnTo>
                    <a:pt x="4500" y="904"/>
                  </a:lnTo>
                  <a:lnTo>
                    <a:pt x="4444" y="829"/>
                  </a:lnTo>
                  <a:lnTo>
                    <a:pt x="4350" y="773"/>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4" name="Google Shape;1694;p38"/>
            <p:cNvSpPr/>
            <p:nvPr/>
          </p:nvSpPr>
          <p:spPr>
            <a:xfrm>
              <a:off x="1462878" y="2582486"/>
              <a:ext cx="12588" cy="24347"/>
            </a:xfrm>
            <a:custGeom>
              <a:rect b="b" l="l" r="r" t="t"/>
              <a:pathLst>
                <a:path extrusionOk="0" h="1205" w="623">
                  <a:moveTo>
                    <a:pt x="490" y="0"/>
                  </a:moveTo>
                  <a:lnTo>
                    <a:pt x="227" y="546"/>
                  </a:lnTo>
                  <a:lnTo>
                    <a:pt x="1" y="1111"/>
                  </a:lnTo>
                  <a:lnTo>
                    <a:pt x="1" y="1148"/>
                  </a:lnTo>
                  <a:lnTo>
                    <a:pt x="20" y="1186"/>
                  </a:lnTo>
                  <a:lnTo>
                    <a:pt x="39" y="1205"/>
                  </a:lnTo>
                  <a:lnTo>
                    <a:pt x="133" y="1205"/>
                  </a:lnTo>
                  <a:lnTo>
                    <a:pt x="151" y="1167"/>
                  </a:lnTo>
                  <a:lnTo>
                    <a:pt x="377" y="602"/>
                  </a:lnTo>
                  <a:lnTo>
                    <a:pt x="622" y="56"/>
                  </a:lnTo>
                  <a:lnTo>
                    <a:pt x="490"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5" name="Google Shape;1695;p38"/>
            <p:cNvSpPr/>
            <p:nvPr/>
          </p:nvSpPr>
          <p:spPr>
            <a:xfrm>
              <a:off x="1485326" y="2587032"/>
              <a:ext cx="2687" cy="1172"/>
            </a:xfrm>
            <a:custGeom>
              <a:rect b="b" l="l" r="r" t="t"/>
              <a:pathLst>
                <a:path extrusionOk="0" h="58" w="133">
                  <a:moveTo>
                    <a:pt x="1" y="1"/>
                  </a:moveTo>
                  <a:lnTo>
                    <a:pt x="1" y="1"/>
                  </a:lnTo>
                  <a:lnTo>
                    <a:pt x="132" y="57"/>
                  </a:lnTo>
                  <a:lnTo>
                    <a:pt x="132" y="57"/>
                  </a:lnTo>
                  <a:lnTo>
                    <a:pt x="132" y="57"/>
                  </a:lnTo>
                  <a:lnTo>
                    <a:pt x="132" y="57"/>
                  </a:lnTo>
                  <a:lnTo>
                    <a:pt x="1" y="1"/>
                  </a:lnTo>
                  <a:close/>
                </a:path>
              </a:pathLst>
            </a:custGeom>
            <a:solidFill>
              <a:srgbClr val="433120"/>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6" name="Google Shape;1696;p38"/>
            <p:cNvSpPr/>
            <p:nvPr/>
          </p:nvSpPr>
          <p:spPr>
            <a:xfrm>
              <a:off x="1485326" y="2587032"/>
              <a:ext cx="2687" cy="1172"/>
            </a:xfrm>
            <a:custGeom>
              <a:rect b="b" l="l" r="r" t="t"/>
              <a:pathLst>
                <a:path extrusionOk="0" fill="none" h="58" w="133">
                  <a:moveTo>
                    <a:pt x="1" y="1"/>
                  </a:moveTo>
                  <a:lnTo>
                    <a:pt x="1" y="1"/>
                  </a:lnTo>
                  <a:lnTo>
                    <a:pt x="132" y="57"/>
                  </a:lnTo>
                  <a:lnTo>
                    <a:pt x="132" y="57"/>
                  </a:lnTo>
                  <a:lnTo>
                    <a:pt x="132" y="57"/>
                  </a:lnTo>
                  <a:lnTo>
                    <a:pt x="132" y="57"/>
                  </a:lnTo>
                  <a:lnTo>
                    <a:pt x="1"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7" name="Google Shape;1697;p38"/>
            <p:cNvSpPr/>
            <p:nvPr/>
          </p:nvSpPr>
          <p:spPr>
            <a:xfrm>
              <a:off x="1475446" y="2587032"/>
              <a:ext cx="12568" cy="24751"/>
            </a:xfrm>
            <a:custGeom>
              <a:rect b="b" l="l" r="r" t="t"/>
              <a:pathLst>
                <a:path extrusionOk="0" h="1225" w="622">
                  <a:moveTo>
                    <a:pt x="490" y="1"/>
                  </a:moveTo>
                  <a:lnTo>
                    <a:pt x="226" y="566"/>
                  </a:lnTo>
                  <a:lnTo>
                    <a:pt x="0" y="1130"/>
                  </a:lnTo>
                  <a:lnTo>
                    <a:pt x="0" y="1168"/>
                  </a:lnTo>
                  <a:lnTo>
                    <a:pt x="19" y="1206"/>
                  </a:lnTo>
                  <a:lnTo>
                    <a:pt x="38" y="1225"/>
                  </a:lnTo>
                  <a:lnTo>
                    <a:pt x="75" y="1225"/>
                  </a:lnTo>
                  <a:lnTo>
                    <a:pt x="132" y="1206"/>
                  </a:lnTo>
                  <a:lnTo>
                    <a:pt x="151" y="1168"/>
                  </a:lnTo>
                  <a:lnTo>
                    <a:pt x="377" y="603"/>
                  </a:lnTo>
                  <a:lnTo>
                    <a:pt x="621" y="57"/>
                  </a:lnTo>
                  <a:lnTo>
                    <a:pt x="490"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8" name="Google Shape;1698;p38"/>
            <p:cNvSpPr/>
            <p:nvPr/>
          </p:nvSpPr>
          <p:spPr>
            <a:xfrm>
              <a:off x="1488761" y="2591982"/>
              <a:ext cx="12568" cy="24367"/>
            </a:xfrm>
            <a:custGeom>
              <a:rect b="b" l="l" r="r" t="t"/>
              <a:pathLst>
                <a:path extrusionOk="0" h="1206" w="622">
                  <a:moveTo>
                    <a:pt x="471" y="1"/>
                  </a:moveTo>
                  <a:lnTo>
                    <a:pt x="226" y="547"/>
                  </a:lnTo>
                  <a:lnTo>
                    <a:pt x="0" y="1111"/>
                  </a:lnTo>
                  <a:lnTo>
                    <a:pt x="0" y="1149"/>
                  </a:lnTo>
                  <a:lnTo>
                    <a:pt x="19" y="1187"/>
                  </a:lnTo>
                  <a:lnTo>
                    <a:pt x="38" y="1206"/>
                  </a:lnTo>
                  <a:lnTo>
                    <a:pt x="113" y="1206"/>
                  </a:lnTo>
                  <a:lnTo>
                    <a:pt x="151" y="1168"/>
                  </a:lnTo>
                  <a:lnTo>
                    <a:pt x="377" y="603"/>
                  </a:lnTo>
                  <a:lnTo>
                    <a:pt x="621" y="57"/>
                  </a:lnTo>
                  <a:lnTo>
                    <a:pt x="471"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9" name="Google Shape;1699;p38"/>
            <p:cNvSpPr/>
            <p:nvPr/>
          </p:nvSpPr>
          <p:spPr>
            <a:xfrm>
              <a:off x="1390990" y="2747558"/>
              <a:ext cx="83709" cy="168146"/>
            </a:xfrm>
            <a:custGeom>
              <a:rect b="b" l="l" r="r" t="t"/>
              <a:pathLst>
                <a:path extrusionOk="0" h="8322" w="4143">
                  <a:moveTo>
                    <a:pt x="1563" y="0"/>
                  </a:moveTo>
                  <a:lnTo>
                    <a:pt x="1356" y="452"/>
                  </a:lnTo>
                  <a:lnTo>
                    <a:pt x="1149" y="942"/>
                  </a:lnTo>
                  <a:lnTo>
                    <a:pt x="942" y="1469"/>
                  </a:lnTo>
                  <a:lnTo>
                    <a:pt x="754" y="2015"/>
                  </a:lnTo>
                  <a:lnTo>
                    <a:pt x="358" y="3107"/>
                  </a:lnTo>
                  <a:lnTo>
                    <a:pt x="189" y="3615"/>
                  </a:lnTo>
                  <a:lnTo>
                    <a:pt x="1" y="4104"/>
                  </a:lnTo>
                  <a:lnTo>
                    <a:pt x="528" y="4632"/>
                  </a:lnTo>
                  <a:lnTo>
                    <a:pt x="999" y="5140"/>
                  </a:lnTo>
                  <a:lnTo>
                    <a:pt x="1413" y="5629"/>
                  </a:lnTo>
                  <a:lnTo>
                    <a:pt x="1827" y="6100"/>
                  </a:lnTo>
                  <a:lnTo>
                    <a:pt x="2203" y="6608"/>
                  </a:lnTo>
                  <a:lnTo>
                    <a:pt x="2580" y="7135"/>
                  </a:lnTo>
                  <a:lnTo>
                    <a:pt x="2956" y="7700"/>
                  </a:lnTo>
                  <a:lnTo>
                    <a:pt x="3352" y="8321"/>
                  </a:lnTo>
                  <a:lnTo>
                    <a:pt x="3484" y="7418"/>
                  </a:lnTo>
                  <a:lnTo>
                    <a:pt x="3634" y="6533"/>
                  </a:lnTo>
                  <a:lnTo>
                    <a:pt x="3785" y="5648"/>
                  </a:lnTo>
                  <a:lnTo>
                    <a:pt x="3917" y="4763"/>
                  </a:lnTo>
                  <a:lnTo>
                    <a:pt x="4030" y="3879"/>
                  </a:lnTo>
                  <a:lnTo>
                    <a:pt x="4105" y="2975"/>
                  </a:lnTo>
                  <a:lnTo>
                    <a:pt x="4142" y="2542"/>
                  </a:lnTo>
                  <a:lnTo>
                    <a:pt x="4142" y="2090"/>
                  </a:lnTo>
                  <a:lnTo>
                    <a:pt x="4142" y="1638"/>
                  </a:lnTo>
                  <a:lnTo>
                    <a:pt x="4124" y="1186"/>
                  </a:lnTo>
                  <a:lnTo>
                    <a:pt x="3879" y="1017"/>
                  </a:lnTo>
                  <a:lnTo>
                    <a:pt x="3578" y="829"/>
                  </a:lnTo>
                  <a:lnTo>
                    <a:pt x="3258" y="659"/>
                  </a:lnTo>
                  <a:lnTo>
                    <a:pt x="2900" y="490"/>
                  </a:lnTo>
                  <a:lnTo>
                    <a:pt x="2542" y="339"/>
                  </a:lnTo>
                  <a:lnTo>
                    <a:pt x="2185" y="208"/>
                  </a:lnTo>
                  <a:lnTo>
                    <a:pt x="1865" y="95"/>
                  </a:lnTo>
                  <a:lnTo>
                    <a:pt x="1563"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0" name="Google Shape;1700;p38"/>
            <p:cNvSpPr/>
            <p:nvPr/>
          </p:nvSpPr>
          <p:spPr>
            <a:xfrm>
              <a:off x="1305038" y="2819831"/>
              <a:ext cx="157862" cy="239652"/>
            </a:xfrm>
            <a:custGeom>
              <a:rect b="b" l="l" r="r" t="t"/>
              <a:pathLst>
                <a:path extrusionOk="0" h="11861" w="7813">
                  <a:moveTo>
                    <a:pt x="4255" y="0"/>
                  </a:moveTo>
                  <a:lnTo>
                    <a:pt x="3822" y="1017"/>
                  </a:lnTo>
                  <a:lnTo>
                    <a:pt x="3577" y="1488"/>
                  </a:lnTo>
                  <a:lnTo>
                    <a:pt x="3332" y="1958"/>
                  </a:lnTo>
                  <a:lnTo>
                    <a:pt x="3182" y="2071"/>
                  </a:lnTo>
                  <a:lnTo>
                    <a:pt x="3050" y="2184"/>
                  </a:lnTo>
                  <a:lnTo>
                    <a:pt x="2918" y="2335"/>
                  </a:lnTo>
                  <a:lnTo>
                    <a:pt x="2824" y="2504"/>
                  </a:lnTo>
                  <a:lnTo>
                    <a:pt x="2730" y="2674"/>
                  </a:lnTo>
                  <a:lnTo>
                    <a:pt x="2655" y="2881"/>
                  </a:lnTo>
                  <a:lnTo>
                    <a:pt x="2542" y="3295"/>
                  </a:lnTo>
                  <a:lnTo>
                    <a:pt x="2335" y="4180"/>
                  </a:lnTo>
                  <a:lnTo>
                    <a:pt x="2222" y="4594"/>
                  </a:lnTo>
                  <a:lnTo>
                    <a:pt x="2146" y="4782"/>
                  </a:lnTo>
                  <a:lnTo>
                    <a:pt x="2071" y="4970"/>
                  </a:lnTo>
                  <a:lnTo>
                    <a:pt x="1902" y="5290"/>
                  </a:lnTo>
                  <a:lnTo>
                    <a:pt x="1751" y="5573"/>
                  </a:lnTo>
                  <a:lnTo>
                    <a:pt x="1582" y="5836"/>
                  </a:lnTo>
                  <a:lnTo>
                    <a:pt x="1487" y="5949"/>
                  </a:lnTo>
                  <a:lnTo>
                    <a:pt x="1374" y="6062"/>
                  </a:lnTo>
                  <a:lnTo>
                    <a:pt x="1261" y="6156"/>
                  </a:lnTo>
                  <a:lnTo>
                    <a:pt x="1130" y="6250"/>
                  </a:lnTo>
                  <a:lnTo>
                    <a:pt x="998" y="6345"/>
                  </a:lnTo>
                  <a:lnTo>
                    <a:pt x="829" y="6420"/>
                  </a:lnTo>
                  <a:lnTo>
                    <a:pt x="659" y="6495"/>
                  </a:lnTo>
                  <a:lnTo>
                    <a:pt x="452" y="6552"/>
                  </a:lnTo>
                  <a:lnTo>
                    <a:pt x="245" y="6608"/>
                  </a:lnTo>
                  <a:lnTo>
                    <a:pt x="0" y="6665"/>
                  </a:lnTo>
                  <a:lnTo>
                    <a:pt x="188" y="6740"/>
                  </a:lnTo>
                  <a:lnTo>
                    <a:pt x="358" y="6853"/>
                  </a:lnTo>
                  <a:lnTo>
                    <a:pt x="546" y="6966"/>
                  </a:lnTo>
                  <a:lnTo>
                    <a:pt x="716" y="7098"/>
                  </a:lnTo>
                  <a:lnTo>
                    <a:pt x="1054" y="7380"/>
                  </a:lnTo>
                  <a:lnTo>
                    <a:pt x="1393" y="7700"/>
                  </a:lnTo>
                  <a:lnTo>
                    <a:pt x="1713" y="8077"/>
                  </a:lnTo>
                  <a:lnTo>
                    <a:pt x="2052" y="8453"/>
                  </a:lnTo>
                  <a:lnTo>
                    <a:pt x="2692" y="9263"/>
                  </a:lnTo>
                  <a:lnTo>
                    <a:pt x="3332" y="10072"/>
                  </a:lnTo>
                  <a:lnTo>
                    <a:pt x="3652" y="10449"/>
                  </a:lnTo>
                  <a:lnTo>
                    <a:pt x="3972" y="10825"/>
                  </a:lnTo>
                  <a:lnTo>
                    <a:pt x="4311" y="11145"/>
                  </a:lnTo>
                  <a:lnTo>
                    <a:pt x="4650" y="11428"/>
                  </a:lnTo>
                  <a:lnTo>
                    <a:pt x="4820" y="11559"/>
                  </a:lnTo>
                  <a:lnTo>
                    <a:pt x="5008" y="11672"/>
                  </a:lnTo>
                  <a:lnTo>
                    <a:pt x="5177" y="11785"/>
                  </a:lnTo>
                  <a:lnTo>
                    <a:pt x="5366" y="11861"/>
                  </a:lnTo>
                  <a:lnTo>
                    <a:pt x="6043" y="10072"/>
                  </a:lnTo>
                  <a:lnTo>
                    <a:pt x="6420" y="9074"/>
                  </a:lnTo>
                  <a:lnTo>
                    <a:pt x="6796" y="8058"/>
                  </a:lnTo>
                  <a:lnTo>
                    <a:pt x="7135" y="7060"/>
                  </a:lnTo>
                  <a:lnTo>
                    <a:pt x="7436" y="6119"/>
                  </a:lnTo>
                  <a:lnTo>
                    <a:pt x="7662" y="5290"/>
                  </a:lnTo>
                  <a:lnTo>
                    <a:pt x="7738" y="4914"/>
                  </a:lnTo>
                  <a:lnTo>
                    <a:pt x="7813" y="4594"/>
                  </a:lnTo>
                  <a:lnTo>
                    <a:pt x="7418" y="3973"/>
                  </a:lnTo>
                  <a:lnTo>
                    <a:pt x="7022" y="3370"/>
                  </a:lnTo>
                  <a:lnTo>
                    <a:pt x="6608" y="2768"/>
                  </a:lnTo>
                  <a:lnTo>
                    <a:pt x="6175" y="2203"/>
                  </a:lnTo>
                  <a:lnTo>
                    <a:pt x="5723" y="1638"/>
                  </a:lnTo>
                  <a:lnTo>
                    <a:pt x="5253" y="1073"/>
                  </a:lnTo>
                  <a:lnTo>
                    <a:pt x="4763" y="527"/>
                  </a:lnTo>
                  <a:lnTo>
                    <a:pt x="4255"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1" name="Google Shape;1701;p38"/>
            <p:cNvSpPr/>
            <p:nvPr/>
          </p:nvSpPr>
          <p:spPr>
            <a:xfrm>
              <a:off x="1160493" y="2534924"/>
              <a:ext cx="29681" cy="16002"/>
            </a:xfrm>
            <a:custGeom>
              <a:rect b="b" l="l" r="r" t="t"/>
              <a:pathLst>
                <a:path extrusionOk="0" h="792" w="1469">
                  <a:moveTo>
                    <a:pt x="1168" y="1"/>
                  </a:moveTo>
                  <a:lnTo>
                    <a:pt x="0" y="114"/>
                  </a:lnTo>
                  <a:lnTo>
                    <a:pt x="0" y="133"/>
                  </a:lnTo>
                  <a:lnTo>
                    <a:pt x="0" y="264"/>
                  </a:lnTo>
                  <a:lnTo>
                    <a:pt x="19" y="396"/>
                  </a:lnTo>
                  <a:lnTo>
                    <a:pt x="76" y="509"/>
                  </a:lnTo>
                  <a:lnTo>
                    <a:pt x="170" y="603"/>
                  </a:lnTo>
                  <a:lnTo>
                    <a:pt x="264" y="679"/>
                  </a:lnTo>
                  <a:lnTo>
                    <a:pt x="377" y="754"/>
                  </a:lnTo>
                  <a:lnTo>
                    <a:pt x="509" y="773"/>
                  </a:lnTo>
                  <a:lnTo>
                    <a:pt x="640" y="791"/>
                  </a:lnTo>
                  <a:lnTo>
                    <a:pt x="923" y="773"/>
                  </a:lnTo>
                  <a:lnTo>
                    <a:pt x="1469" y="773"/>
                  </a:lnTo>
                  <a:lnTo>
                    <a:pt x="1356" y="133"/>
                  </a:lnTo>
                  <a:lnTo>
                    <a:pt x="1318" y="76"/>
                  </a:lnTo>
                  <a:lnTo>
                    <a:pt x="1281" y="20"/>
                  </a:lnTo>
                  <a:lnTo>
                    <a:pt x="1224" y="1"/>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2" name="Google Shape;1702;p38"/>
            <p:cNvSpPr/>
            <p:nvPr/>
          </p:nvSpPr>
          <p:spPr>
            <a:xfrm>
              <a:off x="1112567" y="2544824"/>
              <a:ext cx="84841" cy="212637"/>
            </a:xfrm>
            <a:custGeom>
              <a:rect b="b" l="l" r="r" t="t"/>
              <a:pathLst>
                <a:path extrusionOk="0" h="10524" w="4199">
                  <a:moveTo>
                    <a:pt x="3860" y="0"/>
                  </a:moveTo>
                  <a:lnTo>
                    <a:pt x="3351" y="19"/>
                  </a:lnTo>
                  <a:lnTo>
                    <a:pt x="3182" y="19"/>
                  </a:lnTo>
                  <a:lnTo>
                    <a:pt x="2674" y="38"/>
                  </a:lnTo>
                  <a:lnTo>
                    <a:pt x="2523" y="57"/>
                  </a:lnTo>
                  <a:lnTo>
                    <a:pt x="1977" y="76"/>
                  </a:lnTo>
                  <a:lnTo>
                    <a:pt x="1638" y="76"/>
                  </a:lnTo>
                  <a:lnTo>
                    <a:pt x="1544" y="113"/>
                  </a:lnTo>
                  <a:lnTo>
                    <a:pt x="1450" y="151"/>
                  </a:lnTo>
                  <a:lnTo>
                    <a:pt x="1393" y="226"/>
                  </a:lnTo>
                  <a:lnTo>
                    <a:pt x="1356" y="339"/>
                  </a:lnTo>
                  <a:lnTo>
                    <a:pt x="1262" y="960"/>
                  </a:lnTo>
                  <a:lnTo>
                    <a:pt x="1186" y="1055"/>
                  </a:lnTo>
                  <a:lnTo>
                    <a:pt x="1130" y="1130"/>
                  </a:lnTo>
                  <a:lnTo>
                    <a:pt x="1055" y="1224"/>
                  </a:lnTo>
                  <a:lnTo>
                    <a:pt x="1017" y="1318"/>
                  </a:lnTo>
                  <a:lnTo>
                    <a:pt x="979" y="1431"/>
                  </a:lnTo>
                  <a:lnTo>
                    <a:pt x="942" y="1525"/>
                  </a:lnTo>
                  <a:lnTo>
                    <a:pt x="923" y="1638"/>
                  </a:lnTo>
                  <a:lnTo>
                    <a:pt x="923" y="1751"/>
                  </a:lnTo>
                  <a:lnTo>
                    <a:pt x="1092" y="2429"/>
                  </a:lnTo>
                  <a:lnTo>
                    <a:pt x="19" y="8528"/>
                  </a:lnTo>
                  <a:lnTo>
                    <a:pt x="0" y="8792"/>
                  </a:lnTo>
                  <a:lnTo>
                    <a:pt x="19" y="9055"/>
                  </a:lnTo>
                  <a:lnTo>
                    <a:pt x="57" y="9281"/>
                  </a:lnTo>
                  <a:lnTo>
                    <a:pt x="94" y="9488"/>
                  </a:lnTo>
                  <a:lnTo>
                    <a:pt x="170" y="9677"/>
                  </a:lnTo>
                  <a:lnTo>
                    <a:pt x="264" y="9846"/>
                  </a:lnTo>
                  <a:lnTo>
                    <a:pt x="358" y="10016"/>
                  </a:lnTo>
                  <a:lnTo>
                    <a:pt x="471" y="10129"/>
                  </a:lnTo>
                  <a:lnTo>
                    <a:pt x="603" y="10242"/>
                  </a:lnTo>
                  <a:lnTo>
                    <a:pt x="735" y="10336"/>
                  </a:lnTo>
                  <a:lnTo>
                    <a:pt x="885" y="10411"/>
                  </a:lnTo>
                  <a:lnTo>
                    <a:pt x="1036" y="10467"/>
                  </a:lnTo>
                  <a:lnTo>
                    <a:pt x="1205" y="10505"/>
                  </a:lnTo>
                  <a:lnTo>
                    <a:pt x="1356" y="10524"/>
                  </a:lnTo>
                  <a:lnTo>
                    <a:pt x="1525" y="10524"/>
                  </a:lnTo>
                  <a:lnTo>
                    <a:pt x="1695" y="10505"/>
                  </a:lnTo>
                  <a:lnTo>
                    <a:pt x="1864" y="10467"/>
                  </a:lnTo>
                  <a:lnTo>
                    <a:pt x="2034" y="10430"/>
                  </a:lnTo>
                  <a:lnTo>
                    <a:pt x="2203" y="10354"/>
                  </a:lnTo>
                  <a:lnTo>
                    <a:pt x="2354" y="10260"/>
                  </a:lnTo>
                  <a:lnTo>
                    <a:pt x="2523" y="10166"/>
                  </a:lnTo>
                  <a:lnTo>
                    <a:pt x="2655" y="10053"/>
                  </a:lnTo>
                  <a:lnTo>
                    <a:pt x="2805" y="9921"/>
                  </a:lnTo>
                  <a:lnTo>
                    <a:pt x="2918" y="9771"/>
                  </a:lnTo>
                  <a:lnTo>
                    <a:pt x="3050" y="9601"/>
                  </a:lnTo>
                  <a:lnTo>
                    <a:pt x="3144" y="9432"/>
                  </a:lnTo>
                  <a:lnTo>
                    <a:pt x="3238" y="9244"/>
                  </a:lnTo>
                  <a:lnTo>
                    <a:pt x="3314" y="9037"/>
                  </a:lnTo>
                  <a:lnTo>
                    <a:pt x="3351" y="8811"/>
                  </a:lnTo>
                  <a:lnTo>
                    <a:pt x="3389" y="8585"/>
                  </a:lnTo>
                  <a:lnTo>
                    <a:pt x="3408" y="8340"/>
                  </a:lnTo>
                  <a:lnTo>
                    <a:pt x="3408" y="8077"/>
                  </a:lnTo>
                  <a:lnTo>
                    <a:pt x="2956" y="2485"/>
                  </a:lnTo>
                  <a:lnTo>
                    <a:pt x="4198" y="2165"/>
                  </a:lnTo>
                  <a:lnTo>
                    <a:pt x="4104" y="207"/>
                  </a:lnTo>
                  <a:lnTo>
                    <a:pt x="4086" y="132"/>
                  </a:lnTo>
                  <a:lnTo>
                    <a:pt x="4029" y="57"/>
                  </a:lnTo>
                  <a:lnTo>
                    <a:pt x="3954"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3" name="Google Shape;1703;p38"/>
            <p:cNvSpPr/>
            <p:nvPr/>
          </p:nvSpPr>
          <p:spPr>
            <a:xfrm>
              <a:off x="1112567" y="2544824"/>
              <a:ext cx="84841" cy="212637"/>
            </a:xfrm>
            <a:custGeom>
              <a:rect b="b" l="l" r="r" t="t"/>
              <a:pathLst>
                <a:path extrusionOk="0" fill="none" h="10524" w="4199">
                  <a:moveTo>
                    <a:pt x="1638" y="76"/>
                  </a:moveTo>
                  <a:lnTo>
                    <a:pt x="1826" y="76"/>
                  </a:lnTo>
                  <a:lnTo>
                    <a:pt x="1977" y="76"/>
                  </a:lnTo>
                  <a:lnTo>
                    <a:pt x="2523" y="57"/>
                  </a:lnTo>
                  <a:lnTo>
                    <a:pt x="2674" y="38"/>
                  </a:lnTo>
                  <a:lnTo>
                    <a:pt x="3182" y="19"/>
                  </a:lnTo>
                  <a:lnTo>
                    <a:pt x="3351" y="19"/>
                  </a:lnTo>
                  <a:lnTo>
                    <a:pt x="3860" y="0"/>
                  </a:lnTo>
                  <a:lnTo>
                    <a:pt x="3860" y="0"/>
                  </a:lnTo>
                  <a:lnTo>
                    <a:pt x="3954" y="0"/>
                  </a:lnTo>
                  <a:lnTo>
                    <a:pt x="4029" y="57"/>
                  </a:lnTo>
                  <a:lnTo>
                    <a:pt x="4086" y="132"/>
                  </a:lnTo>
                  <a:lnTo>
                    <a:pt x="4104" y="207"/>
                  </a:lnTo>
                  <a:lnTo>
                    <a:pt x="4198" y="2165"/>
                  </a:lnTo>
                  <a:lnTo>
                    <a:pt x="2956" y="2485"/>
                  </a:lnTo>
                  <a:lnTo>
                    <a:pt x="3408" y="8077"/>
                  </a:lnTo>
                  <a:lnTo>
                    <a:pt x="3408" y="8077"/>
                  </a:lnTo>
                  <a:lnTo>
                    <a:pt x="3408" y="8340"/>
                  </a:lnTo>
                  <a:lnTo>
                    <a:pt x="3389" y="8585"/>
                  </a:lnTo>
                  <a:lnTo>
                    <a:pt x="3351" y="8811"/>
                  </a:lnTo>
                  <a:lnTo>
                    <a:pt x="3314" y="9037"/>
                  </a:lnTo>
                  <a:lnTo>
                    <a:pt x="3238" y="9244"/>
                  </a:lnTo>
                  <a:lnTo>
                    <a:pt x="3144" y="9432"/>
                  </a:lnTo>
                  <a:lnTo>
                    <a:pt x="3050" y="9601"/>
                  </a:lnTo>
                  <a:lnTo>
                    <a:pt x="2918" y="9771"/>
                  </a:lnTo>
                  <a:lnTo>
                    <a:pt x="2805" y="9921"/>
                  </a:lnTo>
                  <a:lnTo>
                    <a:pt x="2655" y="10053"/>
                  </a:lnTo>
                  <a:lnTo>
                    <a:pt x="2523" y="10166"/>
                  </a:lnTo>
                  <a:lnTo>
                    <a:pt x="2354" y="10260"/>
                  </a:lnTo>
                  <a:lnTo>
                    <a:pt x="2203" y="10354"/>
                  </a:lnTo>
                  <a:lnTo>
                    <a:pt x="2034" y="10430"/>
                  </a:lnTo>
                  <a:lnTo>
                    <a:pt x="1864" y="10467"/>
                  </a:lnTo>
                  <a:lnTo>
                    <a:pt x="1695" y="10505"/>
                  </a:lnTo>
                  <a:lnTo>
                    <a:pt x="1525" y="10524"/>
                  </a:lnTo>
                  <a:lnTo>
                    <a:pt x="1356" y="10524"/>
                  </a:lnTo>
                  <a:lnTo>
                    <a:pt x="1205" y="10505"/>
                  </a:lnTo>
                  <a:lnTo>
                    <a:pt x="1036" y="10467"/>
                  </a:lnTo>
                  <a:lnTo>
                    <a:pt x="885" y="10411"/>
                  </a:lnTo>
                  <a:lnTo>
                    <a:pt x="735" y="10336"/>
                  </a:lnTo>
                  <a:lnTo>
                    <a:pt x="603" y="10242"/>
                  </a:lnTo>
                  <a:lnTo>
                    <a:pt x="471" y="10129"/>
                  </a:lnTo>
                  <a:lnTo>
                    <a:pt x="358" y="10016"/>
                  </a:lnTo>
                  <a:lnTo>
                    <a:pt x="264" y="9846"/>
                  </a:lnTo>
                  <a:lnTo>
                    <a:pt x="170" y="9677"/>
                  </a:lnTo>
                  <a:lnTo>
                    <a:pt x="94" y="9488"/>
                  </a:lnTo>
                  <a:lnTo>
                    <a:pt x="57" y="9281"/>
                  </a:lnTo>
                  <a:lnTo>
                    <a:pt x="19" y="9055"/>
                  </a:lnTo>
                  <a:lnTo>
                    <a:pt x="0" y="8792"/>
                  </a:lnTo>
                  <a:lnTo>
                    <a:pt x="19" y="8528"/>
                  </a:lnTo>
                  <a:lnTo>
                    <a:pt x="1092" y="2429"/>
                  </a:lnTo>
                  <a:lnTo>
                    <a:pt x="923" y="1751"/>
                  </a:lnTo>
                  <a:lnTo>
                    <a:pt x="923" y="1751"/>
                  </a:lnTo>
                  <a:lnTo>
                    <a:pt x="923" y="1638"/>
                  </a:lnTo>
                  <a:lnTo>
                    <a:pt x="942" y="1525"/>
                  </a:lnTo>
                  <a:lnTo>
                    <a:pt x="979" y="1431"/>
                  </a:lnTo>
                  <a:lnTo>
                    <a:pt x="1017" y="1318"/>
                  </a:lnTo>
                  <a:lnTo>
                    <a:pt x="1055" y="1224"/>
                  </a:lnTo>
                  <a:lnTo>
                    <a:pt x="1130" y="1130"/>
                  </a:lnTo>
                  <a:lnTo>
                    <a:pt x="1186" y="1055"/>
                  </a:lnTo>
                  <a:lnTo>
                    <a:pt x="1262" y="960"/>
                  </a:lnTo>
                  <a:lnTo>
                    <a:pt x="1356" y="339"/>
                  </a:lnTo>
                  <a:lnTo>
                    <a:pt x="1356" y="339"/>
                  </a:lnTo>
                  <a:lnTo>
                    <a:pt x="1393" y="226"/>
                  </a:lnTo>
                  <a:lnTo>
                    <a:pt x="1450" y="151"/>
                  </a:lnTo>
                  <a:lnTo>
                    <a:pt x="1544" y="113"/>
                  </a:lnTo>
                  <a:lnTo>
                    <a:pt x="1638" y="76"/>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4" name="Google Shape;1704;p38"/>
            <p:cNvSpPr/>
            <p:nvPr/>
          </p:nvSpPr>
          <p:spPr>
            <a:xfrm>
              <a:off x="1176838" y="2545208"/>
              <a:ext cx="5354" cy="25883"/>
            </a:xfrm>
            <a:custGeom>
              <a:rect b="b" l="l" r="r" t="t"/>
              <a:pathLst>
                <a:path extrusionOk="0" h="1281" w="265">
                  <a:moveTo>
                    <a:pt x="1" y="0"/>
                  </a:moveTo>
                  <a:lnTo>
                    <a:pt x="76" y="603"/>
                  </a:lnTo>
                  <a:lnTo>
                    <a:pt x="114" y="1205"/>
                  </a:lnTo>
                  <a:lnTo>
                    <a:pt x="114" y="1243"/>
                  </a:lnTo>
                  <a:lnTo>
                    <a:pt x="133" y="1261"/>
                  </a:lnTo>
                  <a:lnTo>
                    <a:pt x="189" y="1280"/>
                  </a:lnTo>
                  <a:lnTo>
                    <a:pt x="246" y="1261"/>
                  </a:lnTo>
                  <a:lnTo>
                    <a:pt x="264" y="1243"/>
                  </a:lnTo>
                  <a:lnTo>
                    <a:pt x="264" y="1205"/>
                  </a:lnTo>
                  <a:lnTo>
                    <a:pt x="227" y="603"/>
                  </a:lnTo>
                  <a:lnTo>
                    <a:pt x="170"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5" name="Google Shape;1705;p38"/>
            <p:cNvSpPr/>
            <p:nvPr/>
          </p:nvSpPr>
          <p:spPr>
            <a:xfrm>
              <a:off x="1163523" y="2545572"/>
              <a:ext cx="5354" cy="26267"/>
            </a:xfrm>
            <a:custGeom>
              <a:rect b="b" l="l" r="r" t="t"/>
              <a:pathLst>
                <a:path extrusionOk="0" h="1300" w="265">
                  <a:moveTo>
                    <a:pt x="152" y="1"/>
                  </a:moveTo>
                  <a:lnTo>
                    <a:pt x="1" y="20"/>
                  </a:lnTo>
                  <a:lnTo>
                    <a:pt x="76" y="622"/>
                  </a:lnTo>
                  <a:lnTo>
                    <a:pt x="114" y="1225"/>
                  </a:lnTo>
                  <a:lnTo>
                    <a:pt x="114" y="1243"/>
                  </a:lnTo>
                  <a:lnTo>
                    <a:pt x="133" y="1281"/>
                  </a:lnTo>
                  <a:lnTo>
                    <a:pt x="189" y="1300"/>
                  </a:lnTo>
                  <a:lnTo>
                    <a:pt x="246" y="1281"/>
                  </a:lnTo>
                  <a:lnTo>
                    <a:pt x="265" y="1243"/>
                  </a:lnTo>
                  <a:lnTo>
                    <a:pt x="265" y="1225"/>
                  </a:lnTo>
                  <a:lnTo>
                    <a:pt x="227" y="603"/>
                  </a:lnTo>
                  <a:lnTo>
                    <a:pt x="152"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6" name="Google Shape;1706;p38"/>
            <p:cNvSpPr/>
            <p:nvPr/>
          </p:nvSpPr>
          <p:spPr>
            <a:xfrm>
              <a:off x="1149461" y="2546339"/>
              <a:ext cx="3071" cy="20"/>
            </a:xfrm>
            <a:custGeom>
              <a:rect b="b" l="l" r="r" t="t"/>
              <a:pathLst>
                <a:path extrusionOk="0" h="1" w="152">
                  <a:moveTo>
                    <a:pt x="151" y="1"/>
                  </a:moveTo>
                  <a:lnTo>
                    <a:pt x="0" y="1"/>
                  </a:lnTo>
                  <a:lnTo>
                    <a:pt x="0" y="1"/>
                  </a:lnTo>
                  <a:lnTo>
                    <a:pt x="151" y="1"/>
                  </a:lnTo>
                  <a:lnTo>
                    <a:pt x="151" y="1"/>
                  </a:lnTo>
                  <a:lnTo>
                    <a:pt x="151" y="1"/>
                  </a:lnTo>
                  <a:close/>
                </a:path>
              </a:pathLst>
            </a:custGeom>
            <a:solidFill>
              <a:srgbClr val="4F4F4F"/>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7" name="Google Shape;1707;p38"/>
            <p:cNvSpPr/>
            <p:nvPr/>
          </p:nvSpPr>
          <p:spPr>
            <a:xfrm>
              <a:off x="1149461" y="2546339"/>
              <a:ext cx="3071" cy="20"/>
            </a:xfrm>
            <a:custGeom>
              <a:rect b="b" l="l" r="r" t="t"/>
              <a:pathLst>
                <a:path extrusionOk="0" fill="none" h="1" w="152">
                  <a:moveTo>
                    <a:pt x="151" y="1"/>
                  </a:moveTo>
                  <a:lnTo>
                    <a:pt x="0" y="1"/>
                  </a:lnTo>
                  <a:lnTo>
                    <a:pt x="0" y="1"/>
                  </a:lnTo>
                  <a:lnTo>
                    <a:pt x="151" y="1"/>
                  </a:lnTo>
                  <a:lnTo>
                    <a:pt x="151" y="1"/>
                  </a:lnTo>
                  <a:lnTo>
                    <a:pt x="151"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8" name="Google Shape;1708;p38"/>
            <p:cNvSpPr/>
            <p:nvPr/>
          </p:nvSpPr>
          <p:spPr>
            <a:xfrm>
              <a:off x="1149461" y="2546339"/>
              <a:ext cx="5334" cy="25883"/>
            </a:xfrm>
            <a:custGeom>
              <a:rect b="b" l="l" r="r" t="t"/>
              <a:pathLst>
                <a:path extrusionOk="0" h="1281" w="264">
                  <a:moveTo>
                    <a:pt x="0" y="1"/>
                  </a:moveTo>
                  <a:lnTo>
                    <a:pt x="76" y="603"/>
                  </a:lnTo>
                  <a:lnTo>
                    <a:pt x="113" y="1205"/>
                  </a:lnTo>
                  <a:lnTo>
                    <a:pt x="113" y="1243"/>
                  </a:lnTo>
                  <a:lnTo>
                    <a:pt x="132" y="1262"/>
                  </a:lnTo>
                  <a:lnTo>
                    <a:pt x="189" y="1281"/>
                  </a:lnTo>
                  <a:lnTo>
                    <a:pt x="245" y="1262"/>
                  </a:lnTo>
                  <a:lnTo>
                    <a:pt x="264" y="1224"/>
                  </a:lnTo>
                  <a:lnTo>
                    <a:pt x="264" y="1205"/>
                  </a:lnTo>
                  <a:lnTo>
                    <a:pt x="226" y="603"/>
                  </a:lnTo>
                  <a:lnTo>
                    <a:pt x="151"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9" name="Google Shape;1709;p38"/>
            <p:cNvSpPr/>
            <p:nvPr/>
          </p:nvSpPr>
          <p:spPr>
            <a:xfrm>
              <a:off x="1090119" y="2717514"/>
              <a:ext cx="90923" cy="148749"/>
            </a:xfrm>
            <a:custGeom>
              <a:rect b="b" l="l" r="r" t="t"/>
              <a:pathLst>
                <a:path extrusionOk="0" h="7362" w="4500">
                  <a:moveTo>
                    <a:pt x="3615" y="0"/>
                  </a:moveTo>
                  <a:lnTo>
                    <a:pt x="3239" y="19"/>
                  </a:lnTo>
                  <a:lnTo>
                    <a:pt x="2862" y="57"/>
                  </a:lnTo>
                  <a:lnTo>
                    <a:pt x="2467" y="113"/>
                  </a:lnTo>
                  <a:lnTo>
                    <a:pt x="2109" y="170"/>
                  </a:lnTo>
                  <a:lnTo>
                    <a:pt x="1770" y="245"/>
                  </a:lnTo>
                  <a:lnTo>
                    <a:pt x="1488" y="358"/>
                  </a:lnTo>
                  <a:lnTo>
                    <a:pt x="1318" y="772"/>
                  </a:lnTo>
                  <a:lnTo>
                    <a:pt x="1187" y="1186"/>
                  </a:lnTo>
                  <a:lnTo>
                    <a:pt x="1055" y="1619"/>
                  </a:lnTo>
                  <a:lnTo>
                    <a:pt x="942" y="2052"/>
                  </a:lnTo>
                  <a:lnTo>
                    <a:pt x="735" y="2918"/>
                  </a:lnTo>
                  <a:lnTo>
                    <a:pt x="565" y="3803"/>
                  </a:lnTo>
                  <a:lnTo>
                    <a:pt x="434" y="4688"/>
                  </a:lnTo>
                  <a:lnTo>
                    <a:pt x="302" y="5573"/>
                  </a:lnTo>
                  <a:lnTo>
                    <a:pt x="170" y="6476"/>
                  </a:lnTo>
                  <a:lnTo>
                    <a:pt x="1" y="7361"/>
                  </a:lnTo>
                  <a:lnTo>
                    <a:pt x="584" y="6890"/>
                  </a:lnTo>
                  <a:lnTo>
                    <a:pt x="1111" y="6476"/>
                  </a:lnTo>
                  <a:lnTo>
                    <a:pt x="1638" y="6100"/>
                  </a:lnTo>
                  <a:lnTo>
                    <a:pt x="2147" y="5742"/>
                  </a:lnTo>
                  <a:lnTo>
                    <a:pt x="2674" y="5403"/>
                  </a:lnTo>
                  <a:lnTo>
                    <a:pt x="3239" y="5064"/>
                  </a:lnTo>
                  <a:lnTo>
                    <a:pt x="3841" y="4725"/>
                  </a:lnTo>
                  <a:lnTo>
                    <a:pt x="4500" y="4387"/>
                  </a:lnTo>
                  <a:lnTo>
                    <a:pt x="4481" y="3878"/>
                  </a:lnTo>
                  <a:lnTo>
                    <a:pt x="4462" y="3332"/>
                  </a:lnTo>
                  <a:lnTo>
                    <a:pt x="4443" y="2165"/>
                  </a:lnTo>
                  <a:lnTo>
                    <a:pt x="4425" y="1600"/>
                  </a:lnTo>
                  <a:lnTo>
                    <a:pt x="4387" y="1036"/>
                  </a:lnTo>
                  <a:lnTo>
                    <a:pt x="4349" y="490"/>
                  </a:lnTo>
                  <a:lnTo>
                    <a:pt x="4274"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0" name="Google Shape;1710;p38"/>
            <p:cNvSpPr/>
            <p:nvPr/>
          </p:nvSpPr>
          <p:spPr>
            <a:xfrm>
              <a:off x="1084805" y="2796252"/>
              <a:ext cx="140364" cy="221002"/>
            </a:xfrm>
            <a:custGeom>
              <a:rect b="b" l="l" r="r" t="t"/>
              <a:pathLst>
                <a:path extrusionOk="0" h="10938" w="6947">
                  <a:moveTo>
                    <a:pt x="4914" y="0"/>
                  </a:moveTo>
                  <a:lnTo>
                    <a:pt x="4274" y="339"/>
                  </a:lnTo>
                  <a:lnTo>
                    <a:pt x="3633" y="716"/>
                  </a:lnTo>
                  <a:lnTo>
                    <a:pt x="3031" y="1092"/>
                  </a:lnTo>
                  <a:lnTo>
                    <a:pt x="2429" y="1487"/>
                  </a:lnTo>
                  <a:lnTo>
                    <a:pt x="1826" y="1902"/>
                  </a:lnTo>
                  <a:lnTo>
                    <a:pt x="1261" y="2335"/>
                  </a:lnTo>
                  <a:lnTo>
                    <a:pt x="678" y="2786"/>
                  </a:lnTo>
                  <a:lnTo>
                    <a:pt x="132" y="3257"/>
                  </a:lnTo>
                  <a:lnTo>
                    <a:pt x="94" y="3596"/>
                  </a:lnTo>
                  <a:lnTo>
                    <a:pt x="57" y="3972"/>
                  </a:lnTo>
                  <a:lnTo>
                    <a:pt x="19" y="4838"/>
                  </a:lnTo>
                  <a:lnTo>
                    <a:pt x="0" y="5817"/>
                  </a:lnTo>
                  <a:lnTo>
                    <a:pt x="19" y="6872"/>
                  </a:lnTo>
                  <a:lnTo>
                    <a:pt x="57" y="7945"/>
                  </a:lnTo>
                  <a:lnTo>
                    <a:pt x="113" y="9018"/>
                  </a:lnTo>
                  <a:lnTo>
                    <a:pt x="207" y="10938"/>
                  </a:lnTo>
                  <a:lnTo>
                    <a:pt x="395" y="10900"/>
                  </a:lnTo>
                  <a:lnTo>
                    <a:pt x="602" y="10863"/>
                  </a:lnTo>
                  <a:lnTo>
                    <a:pt x="810" y="10806"/>
                  </a:lnTo>
                  <a:lnTo>
                    <a:pt x="1017" y="10750"/>
                  </a:lnTo>
                  <a:lnTo>
                    <a:pt x="1431" y="10580"/>
                  </a:lnTo>
                  <a:lnTo>
                    <a:pt x="1845" y="10373"/>
                  </a:lnTo>
                  <a:lnTo>
                    <a:pt x="2278" y="10128"/>
                  </a:lnTo>
                  <a:lnTo>
                    <a:pt x="2711" y="9865"/>
                  </a:lnTo>
                  <a:lnTo>
                    <a:pt x="3577" y="9300"/>
                  </a:lnTo>
                  <a:lnTo>
                    <a:pt x="4443" y="8754"/>
                  </a:lnTo>
                  <a:lnTo>
                    <a:pt x="4876" y="8491"/>
                  </a:lnTo>
                  <a:lnTo>
                    <a:pt x="5290" y="8246"/>
                  </a:lnTo>
                  <a:lnTo>
                    <a:pt x="5723" y="8039"/>
                  </a:lnTo>
                  <a:lnTo>
                    <a:pt x="6137" y="7869"/>
                  </a:lnTo>
                  <a:lnTo>
                    <a:pt x="6344" y="7813"/>
                  </a:lnTo>
                  <a:lnTo>
                    <a:pt x="6551" y="7756"/>
                  </a:lnTo>
                  <a:lnTo>
                    <a:pt x="6740" y="7719"/>
                  </a:lnTo>
                  <a:lnTo>
                    <a:pt x="6947" y="7681"/>
                  </a:lnTo>
                  <a:lnTo>
                    <a:pt x="6796" y="7530"/>
                  </a:lnTo>
                  <a:lnTo>
                    <a:pt x="6664" y="7380"/>
                  </a:lnTo>
                  <a:lnTo>
                    <a:pt x="6551" y="7229"/>
                  </a:lnTo>
                  <a:lnTo>
                    <a:pt x="6457" y="7060"/>
                  </a:lnTo>
                  <a:lnTo>
                    <a:pt x="6382" y="6890"/>
                  </a:lnTo>
                  <a:lnTo>
                    <a:pt x="6307" y="6721"/>
                  </a:lnTo>
                  <a:lnTo>
                    <a:pt x="6194" y="6363"/>
                  </a:lnTo>
                  <a:lnTo>
                    <a:pt x="6118" y="6006"/>
                  </a:lnTo>
                  <a:lnTo>
                    <a:pt x="6062" y="5648"/>
                  </a:lnTo>
                  <a:lnTo>
                    <a:pt x="5949" y="4895"/>
                  </a:lnTo>
                  <a:lnTo>
                    <a:pt x="5911" y="4518"/>
                  </a:lnTo>
                  <a:lnTo>
                    <a:pt x="5874" y="4142"/>
                  </a:lnTo>
                  <a:lnTo>
                    <a:pt x="5836" y="3765"/>
                  </a:lnTo>
                  <a:lnTo>
                    <a:pt x="5780" y="3408"/>
                  </a:lnTo>
                  <a:lnTo>
                    <a:pt x="5704" y="3069"/>
                  </a:lnTo>
                  <a:lnTo>
                    <a:pt x="5648" y="2899"/>
                  </a:lnTo>
                  <a:lnTo>
                    <a:pt x="5591" y="2730"/>
                  </a:lnTo>
                  <a:lnTo>
                    <a:pt x="5516" y="2579"/>
                  </a:lnTo>
                  <a:lnTo>
                    <a:pt x="5422" y="2429"/>
                  </a:lnTo>
                  <a:lnTo>
                    <a:pt x="5309" y="2278"/>
                  </a:lnTo>
                  <a:lnTo>
                    <a:pt x="5196" y="2146"/>
                  </a:lnTo>
                  <a:lnTo>
                    <a:pt x="5102" y="1619"/>
                  </a:lnTo>
                  <a:lnTo>
                    <a:pt x="5027" y="1092"/>
                  </a:lnTo>
                  <a:lnTo>
                    <a:pt x="4914"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1" name="Google Shape;1711;p38"/>
            <p:cNvSpPr/>
            <p:nvPr/>
          </p:nvSpPr>
          <p:spPr>
            <a:xfrm>
              <a:off x="3047505" y="3900845"/>
              <a:ext cx="66212" cy="73809"/>
            </a:xfrm>
            <a:custGeom>
              <a:rect b="b" l="l" r="r" t="t"/>
              <a:pathLst>
                <a:path extrusionOk="0" h="3653" w="3277">
                  <a:moveTo>
                    <a:pt x="3277" y="0"/>
                  </a:moveTo>
                  <a:lnTo>
                    <a:pt x="3145" y="57"/>
                  </a:lnTo>
                  <a:lnTo>
                    <a:pt x="2975" y="113"/>
                  </a:lnTo>
                  <a:lnTo>
                    <a:pt x="2787" y="151"/>
                  </a:lnTo>
                  <a:lnTo>
                    <a:pt x="2599" y="189"/>
                  </a:lnTo>
                  <a:lnTo>
                    <a:pt x="2185" y="226"/>
                  </a:lnTo>
                  <a:lnTo>
                    <a:pt x="1752" y="245"/>
                  </a:lnTo>
                  <a:lnTo>
                    <a:pt x="1300" y="226"/>
                  </a:lnTo>
                  <a:lnTo>
                    <a:pt x="829" y="189"/>
                  </a:lnTo>
                  <a:lnTo>
                    <a:pt x="396" y="132"/>
                  </a:lnTo>
                  <a:lnTo>
                    <a:pt x="1" y="57"/>
                  </a:lnTo>
                  <a:lnTo>
                    <a:pt x="378" y="3577"/>
                  </a:lnTo>
                  <a:lnTo>
                    <a:pt x="603" y="3634"/>
                  </a:lnTo>
                  <a:lnTo>
                    <a:pt x="905" y="3652"/>
                  </a:lnTo>
                  <a:lnTo>
                    <a:pt x="1262" y="3652"/>
                  </a:lnTo>
                  <a:lnTo>
                    <a:pt x="1451" y="3634"/>
                  </a:lnTo>
                  <a:lnTo>
                    <a:pt x="1639" y="3615"/>
                  </a:lnTo>
                  <a:lnTo>
                    <a:pt x="1827" y="3577"/>
                  </a:lnTo>
                  <a:lnTo>
                    <a:pt x="2015" y="3521"/>
                  </a:lnTo>
                  <a:lnTo>
                    <a:pt x="2204" y="3445"/>
                  </a:lnTo>
                  <a:lnTo>
                    <a:pt x="2373" y="3351"/>
                  </a:lnTo>
                  <a:lnTo>
                    <a:pt x="2542" y="3257"/>
                  </a:lnTo>
                  <a:lnTo>
                    <a:pt x="2674" y="3125"/>
                  </a:lnTo>
                  <a:lnTo>
                    <a:pt x="2806" y="2975"/>
                  </a:lnTo>
                  <a:lnTo>
                    <a:pt x="2919" y="2824"/>
                  </a:lnTo>
                  <a:lnTo>
                    <a:pt x="3277"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2" name="Google Shape;1712;p38"/>
            <p:cNvSpPr/>
            <p:nvPr/>
          </p:nvSpPr>
          <p:spPr>
            <a:xfrm>
              <a:off x="2977536" y="3952570"/>
              <a:ext cx="146446" cy="73809"/>
            </a:xfrm>
            <a:custGeom>
              <a:rect b="b" l="l" r="r" t="t"/>
              <a:pathLst>
                <a:path extrusionOk="0" h="3653" w="7248">
                  <a:moveTo>
                    <a:pt x="3671" y="1"/>
                  </a:moveTo>
                  <a:lnTo>
                    <a:pt x="3596" y="38"/>
                  </a:lnTo>
                  <a:lnTo>
                    <a:pt x="3539" y="95"/>
                  </a:lnTo>
                  <a:lnTo>
                    <a:pt x="3445" y="189"/>
                  </a:lnTo>
                  <a:lnTo>
                    <a:pt x="3408" y="302"/>
                  </a:lnTo>
                  <a:lnTo>
                    <a:pt x="3370" y="434"/>
                  </a:lnTo>
                  <a:lnTo>
                    <a:pt x="3313" y="716"/>
                  </a:lnTo>
                  <a:lnTo>
                    <a:pt x="3276" y="848"/>
                  </a:lnTo>
                  <a:lnTo>
                    <a:pt x="3200" y="979"/>
                  </a:lnTo>
                  <a:lnTo>
                    <a:pt x="3050" y="1130"/>
                  </a:lnTo>
                  <a:lnTo>
                    <a:pt x="2899" y="1281"/>
                  </a:lnTo>
                  <a:lnTo>
                    <a:pt x="2749" y="1394"/>
                  </a:lnTo>
                  <a:lnTo>
                    <a:pt x="2579" y="1507"/>
                  </a:lnTo>
                  <a:lnTo>
                    <a:pt x="2391" y="1601"/>
                  </a:lnTo>
                  <a:lnTo>
                    <a:pt x="2203" y="1695"/>
                  </a:lnTo>
                  <a:lnTo>
                    <a:pt x="1826" y="1845"/>
                  </a:lnTo>
                  <a:lnTo>
                    <a:pt x="1431" y="1996"/>
                  </a:lnTo>
                  <a:lnTo>
                    <a:pt x="1017" y="2128"/>
                  </a:lnTo>
                  <a:lnTo>
                    <a:pt x="584" y="2260"/>
                  </a:lnTo>
                  <a:lnTo>
                    <a:pt x="169" y="2410"/>
                  </a:lnTo>
                  <a:lnTo>
                    <a:pt x="151" y="2429"/>
                  </a:lnTo>
                  <a:lnTo>
                    <a:pt x="113" y="2467"/>
                  </a:lnTo>
                  <a:lnTo>
                    <a:pt x="94" y="2561"/>
                  </a:lnTo>
                  <a:lnTo>
                    <a:pt x="57" y="2693"/>
                  </a:lnTo>
                  <a:lnTo>
                    <a:pt x="38" y="2862"/>
                  </a:lnTo>
                  <a:lnTo>
                    <a:pt x="19" y="3257"/>
                  </a:lnTo>
                  <a:lnTo>
                    <a:pt x="0" y="3653"/>
                  </a:lnTo>
                  <a:lnTo>
                    <a:pt x="0" y="3653"/>
                  </a:lnTo>
                  <a:lnTo>
                    <a:pt x="7248" y="2881"/>
                  </a:lnTo>
                  <a:lnTo>
                    <a:pt x="6984" y="2053"/>
                  </a:lnTo>
                  <a:lnTo>
                    <a:pt x="6721" y="1205"/>
                  </a:lnTo>
                  <a:lnTo>
                    <a:pt x="6382" y="264"/>
                  </a:lnTo>
                  <a:lnTo>
                    <a:pt x="6137" y="264"/>
                  </a:lnTo>
                  <a:lnTo>
                    <a:pt x="5874" y="339"/>
                  </a:lnTo>
                  <a:lnTo>
                    <a:pt x="5591" y="434"/>
                  </a:lnTo>
                  <a:lnTo>
                    <a:pt x="5309" y="547"/>
                  </a:lnTo>
                  <a:lnTo>
                    <a:pt x="5045" y="659"/>
                  </a:lnTo>
                  <a:lnTo>
                    <a:pt x="4801" y="735"/>
                  </a:lnTo>
                  <a:lnTo>
                    <a:pt x="4706" y="772"/>
                  </a:lnTo>
                  <a:lnTo>
                    <a:pt x="4518" y="772"/>
                  </a:lnTo>
                  <a:lnTo>
                    <a:pt x="4462" y="754"/>
                  </a:lnTo>
                  <a:lnTo>
                    <a:pt x="4292" y="659"/>
                  </a:lnTo>
                  <a:lnTo>
                    <a:pt x="4198" y="547"/>
                  </a:lnTo>
                  <a:lnTo>
                    <a:pt x="4123" y="452"/>
                  </a:lnTo>
                  <a:lnTo>
                    <a:pt x="4066" y="339"/>
                  </a:lnTo>
                  <a:lnTo>
                    <a:pt x="4010" y="245"/>
                  </a:lnTo>
                  <a:lnTo>
                    <a:pt x="3935" y="151"/>
                  </a:lnTo>
                  <a:lnTo>
                    <a:pt x="3822" y="76"/>
                  </a:lnTo>
                  <a:lnTo>
                    <a:pt x="3671"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3" name="Google Shape;1713;p38"/>
            <p:cNvSpPr/>
            <p:nvPr/>
          </p:nvSpPr>
          <p:spPr>
            <a:xfrm>
              <a:off x="2977536" y="4010759"/>
              <a:ext cx="148729" cy="25519"/>
            </a:xfrm>
            <a:custGeom>
              <a:rect b="b" l="l" r="r" t="t"/>
              <a:pathLst>
                <a:path extrusionOk="0" h="1263" w="7361">
                  <a:moveTo>
                    <a:pt x="7248" y="1"/>
                  </a:moveTo>
                  <a:lnTo>
                    <a:pt x="0" y="773"/>
                  </a:lnTo>
                  <a:lnTo>
                    <a:pt x="0" y="1262"/>
                  </a:lnTo>
                  <a:lnTo>
                    <a:pt x="7361" y="472"/>
                  </a:lnTo>
                  <a:lnTo>
                    <a:pt x="7248"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4" name="Google Shape;1714;p38"/>
            <p:cNvSpPr/>
            <p:nvPr/>
          </p:nvSpPr>
          <p:spPr>
            <a:xfrm>
              <a:off x="3351427" y="3862052"/>
              <a:ext cx="73445" cy="82174"/>
            </a:xfrm>
            <a:custGeom>
              <a:rect b="b" l="l" r="r" t="t"/>
              <a:pathLst>
                <a:path extrusionOk="0" h="4067" w="3635">
                  <a:moveTo>
                    <a:pt x="3239" y="0"/>
                  </a:moveTo>
                  <a:lnTo>
                    <a:pt x="2862" y="151"/>
                  </a:lnTo>
                  <a:lnTo>
                    <a:pt x="2429" y="301"/>
                  </a:lnTo>
                  <a:lnTo>
                    <a:pt x="1996" y="433"/>
                  </a:lnTo>
                  <a:lnTo>
                    <a:pt x="1563" y="546"/>
                  </a:lnTo>
                  <a:lnTo>
                    <a:pt x="1130" y="621"/>
                  </a:lnTo>
                  <a:lnTo>
                    <a:pt x="716" y="678"/>
                  </a:lnTo>
                  <a:lnTo>
                    <a:pt x="340" y="678"/>
                  </a:lnTo>
                  <a:lnTo>
                    <a:pt x="170" y="659"/>
                  </a:lnTo>
                  <a:lnTo>
                    <a:pt x="1" y="640"/>
                  </a:lnTo>
                  <a:lnTo>
                    <a:pt x="961" y="3313"/>
                  </a:lnTo>
                  <a:lnTo>
                    <a:pt x="1017" y="3426"/>
                  </a:lnTo>
                  <a:lnTo>
                    <a:pt x="1074" y="3539"/>
                  </a:lnTo>
                  <a:lnTo>
                    <a:pt x="1130" y="3633"/>
                  </a:lnTo>
                  <a:lnTo>
                    <a:pt x="1187" y="3709"/>
                  </a:lnTo>
                  <a:lnTo>
                    <a:pt x="1337" y="3859"/>
                  </a:lnTo>
                  <a:lnTo>
                    <a:pt x="1507" y="3953"/>
                  </a:lnTo>
                  <a:lnTo>
                    <a:pt x="1695" y="4010"/>
                  </a:lnTo>
                  <a:lnTo>
                    <a:pt x="1883" y="4048"/>
                  </a:lnTo>
                  <a:lnTo>
                    <a:pt x="2090" y="4066"/>
                  </a:lnTo>
                  <a:lnTo>
                    <a:pt x="2298" y="4048"/>
                  </a:lnTo>
                  <a:lnTo>
                    <a:pt x="2505" y="4010"/>
                  </a:lnTo>
                  <a:lnTo>
                    <a:pt x="2712" y="3953"/>
                  </a:lnTo>
                  <a:lnTo>
                    <a:pt x="2900" y="3897"/>
                  </a:lnTo>
                  <a:lnTo>
                    <a:pt x="3088" y="3840"/>
                  </a:lnTo>
                  <a:lnTo>
                    <a:pt x="3408" y="3690"/>
                  </a:lnTo>
                  <a:lnTo>
                    <a:pt x="3634" y="3577"/>
                  </a:lnTo>
                  <a:lnTo>
                    <a:pt x="3239"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5" name="Google Shape;1715;p38"/>
            <p:cNvSpPr/>
            <p:nvPr/>
          </p:nvSpPr>
          <p:spPr>
            <a:xfrm>
              <a:off x="3365510" y="3912261"/>
              <a:ext cx="146082" cy="71910"/>
            </a:xfrm>
            <a:custGeom>
              <a:rect b="b" l="l" r="r" t="t"/>
              <a:pathLst>
                <a:path extrusionOk="0" h="3559" w="7230">
                  <a:moveTo>
                    <a:pt x="2881" y="0"/>
                  </a:moveTo>
                  <a:lnTo>
                    <a:pt x="2730" y="94"/>
                  </a:lnTo>
                  <a:lnTo>
                    <a:pt x="2655" y="207"/>
                  </a:lnTo>
                  <a:lnTo>
                    <a:pt x="2598" y="301"/>
                  </a:lnTo>
                  <a:lnTo>
                    <a:pt x="2561" y="414"/>
                  </a:lnTo>
                  <a:lnTo>
                    <a:pt x="2523" y="527"/>
                  </a:lnTo>
                  <a:lnTo>
                    <a:pt x="2466" y="640"/>
                  </a:lnTo>
                  <a:lnTo>
                    <a:pt x="2391" y="772"/>
                  </a:lnTo>
                  <a:lnTo>
                    <a:pt x="2259" y="904"/>
                  </a:lnTo>
                  <a:lnTo>
                    <a:pt x="2203" y="941"/>
                  </a:lnTo>
                  <a:lnTo>
                    <a:pt x="2128" y="960"/>
                  </a:lnTo>
                  <a:lnTo>
                    <a:pt x="1921" y="960"/>
                  </a:lnTo>
                  <a:lnTo>
                    <a:pt x="1657" y="941"/>
                  </a:lnTo>
                  <a:lnTo>
                    <a:pt x="1375" y="885"/>
                  </a:lnTo>
                  <a:lnTo>
                    <a:pt x="1073" y="847"/>
                  </a:lnTo>
                  <a:lnTo>
                    <a:pt x="791" y="810"/>
                  </a:lnTo>
                  <a:lnTo>
                    <a:pt x="509" y="791"/>
                  </a:lnTo>
                  <a:lnTo>
                    <a:pt x="377" y="810"/>
                  </a:lnTo>
                  <a:lnTo>
                    <a:pt x="264" y="828"/>
                  </a:lnTo>
                  <a:lnTo>
                    <a:pt x="151" y="1826"/>
                  </a:lnTo>
                  <a:lnTo>
                    <a:pt x="76" y="2711"/>
                  </a:lnTo>
                  <a:lnTo>
                    <a:pt x="0" y="3558"/>
                  </a:lnTo>
                  <a:lnTo>
                    <a:pt x="7229" y="2786"/>
                  </a:lnTo>
                  <a:lnTo>
                    <a:pt x="7135" y="2391"/>
                  </a:lnTo>
                  <a:lnTo>
                    <a:pt x="7022" y="2014"/>
                  </a:lnTo>
                  <a:lnTo>
                    <a:pt x="6966" y="1864"/>
                  </a:lnTo>
                  <a:lnTo>
                    <a:pt x="6909" y="1732"/>
                  </a:lnTo>
                  <a:lnTo>
                    <a:pt x="6853" y="1638"/>
                  </a:lnTo>
                  <a:lnTo>
                    <a:pt x="6834" y="1619"/>
                  </a:lnTo>
                  <a:lnTo>
                    <a:pt x="6815" y="1600"/>
                  </a:lnTo>
                  <a:lnTo>
                    <a:pt x="6363" y="1544"/>
                  </a:lnTo>
                  <a:lnTo>
                    <a:pt x="5930" y="1506"/>
                  </a:lnTo>
                  <a:lnTo>
                    <a:pt x="5479" y="1468"/>
                  </a:lnTo>
                  <a:lnTo>
                    <a:pt x="5064" y="1412"/>
                  </a:lnTo>
                  <a:lnTo>
                    <a:pt x="4650" y="1337"/>
                  </a:lnTo>
                  <a:lnTo>
                    <a:pt x="4462" y="1280"/>
                  </a:lnTo>
                  <a:lnTo>
                    <a:pt x="4255" y="1224"/>
                  </a:lnTo>
                  <a:lnTo>
                    <a:pt x="4067" y="1167"/>
                  </a:lnTo>
                  <a:lnTo>
                    <a:pt x="3897" y="1073"/>
                  </a:lnTo>
                  <a:lnTo>
                    <a:pt x="3709" y="979"/>
                  </a:lnTo>
                  <a:lnTo>
                    <a:pt x="3540" y="847"/>
                  </a:lnTo>
                  <a:lnTo>
                    <a:pt x="3445" y="734"/>
                  </a:lnTo>
                  <a:lnTo>
                    <a:pt x="3370" y="621"/>
                  </a:lnTo>
                  <a:lnTo>
                    <a:pt x="3257" y="358"/>
                  </a:lnTo>
                  <a:lnTo>
                    <a:pt x="3201" y="245"/>
                  </a:lnTo>
                  <a:lnTo>
                    <a:pt x="3125" y="132"/>
                  </a:lnTo>
                  <a:lnTo>
                    <a:pt x="3012" y="56"/>
                  </a:lnTo>
                  <a:lnTo>
                    <a:pt x="2956" y="19"/>
                  </a:lnTo>
                  <a:lnTo>
                    <a:pt x="2881"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6" name="Google Shape;1716;p38"/>
            <p:cNvSpPr/>
            <p:nvPr/>
          </p:nvSpPr>
          <p:spPr>
            <a:xfrm>
              <a:off x="3365126" y="3968552"/>
              <a:ext cx="148749" cy="25499"/>
            </a:xfrm>
            <a:custGeom>
              <a:rect b="b" l="l" r="r" t="t"/>
              <a:pathLst>
                <a:path extrusionOk="0" h="1262" w="7362">
                  <a:moveTo>
                    <a:pt x="7248" y="0"/>
                  </a:moveTo>
                  <a:lnTo>
                    <a:pt x="19" y="772"/>
                  </a:lnTo>
                  <a:lnTo>
                    <a:pt x="0" y="1262"/>
                  </a:lnTo>
                  <a:lnTo>
                    <a:pt x="7361" y="471"/>
                  </a:lnTo>
                  <a:lnTo>
                    <a:pt x="7248"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7" name="Google Shape;1717;p38"/>
            <p:cNvSpPr/>
            <p:nvPr/>
          </p:nvSpPr>
          <p:spPr>
            <a:xfrm>
              <a:off x="3020512" y="3288823"/>
              <a:ext cx="427558" cy="656178"/>
            </a:xfrm>
            <a:custGeom>
              <a:rect b="b" l="l" r="r" t="t"/>
              <a:pathLst>
                <a:path extrusionOk="0" h="32476" w="21161">
                  <a:moveTo>
                    <a:pt x="1224" y="1"/>
                  </a:moveTo>
                  <a:lnTo>
                    <a:pt x="0" y="32475"/>
                  </a:lnTo>
                  <a:lnTo>
                    <a:pt x="0" y="32475"/>
                  </a:lnTo>
                  <a:lnTo>
                    <a:pt x="5064" y="31929"/>
                  </a:lnTo>
                  <a:lnTo>
                    <a:pt x="7888" y="10882"/>
                  </a:lnTo>
                  <a:lnTo>
                    <a:pt x="8811" y="10788"/>
                  </a:lnTo>
                  <a:lnTo>
                    <a:pt x="16096" y="30724"/>
                  </a:lnTo>
                  <a:lnTo>
                    <a:pt x="21161" y="30178"/>
                  </a:lnTo>
                  <a:lnTo>
                    <a:pt x="14139" y="1074"/>
                  </a:lnTo>
                  <a:lnTo>
                    <a:pt x="1224"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8" name="Google Shape;1718;p38"/>
            <p:cNvSpPr/>
            <p:nvPr/>
          </p:nvSpPr>
          <p:spPr>
            <a:xfrm>
              <a:off x="3020512" y="3288823"/>
              <a:ext cx="40329" cy="656178"/>
            </a:xfrm>
            <a:custGeom>
              <a:rect b="b" l="l" r="r" t="t"/>
              <a:pathLst>
                <a:path extrusionOk="0" h="32476" w="1996">
                  <a:moveTo>
                    <a:pt x="1224" y="1"/>
                  </a:moveTo>
                  <a:lnTo>
                    <a:pt x="0" y="32475"/>
                  </a:lnTo>
                  <a:lnTo>
                    <a:pt x="490" y="32419"/>
                  </a:lnTo>
                  <a:lnTo>
                    <a:pt x="1996" y="57"/>
                  </a:lnTo>
                  <a:lnTo>
                    <a:pt x="1224"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9" name="Google Shape;1719;p38"/>
            <p:cNvSpPr/>
            <p:nvPr/>
          </p:nvSpPr>
          <p:spPr>
            <a:xfrm>
              <a:off x="3285256" y="3308604"/>
              <a:ext cx="162812" cy="591117"/>
            </a:xfrm>
            <a:custGeom>
              <a:rect b="b" l="l" r="r" t="t"/>
              <a:pathLst>
                <a:path extrusionOk="0" h="29256" w="8058">
                  <a:moveTo>
                    <a:pt x="0" y="0"/>
                  </a:moveTo>
                  <a:lnTo>
                    <a:pt x="7512" y="29256"/>
                  </a:lnTo>
                  <a:lnTo>
                    <a:pt x="8058" y="29199"/>
                  </a:lnTo>
                  <a:lnTo>
                    <a:pt x="1036" y="95"/>
                  </a:lnTo>
                  <a:lnTo>
                    <a:pt x="0"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0" name="Google Shape;1720;p38"/>
            <p:cNvSpPr/>
            <p:nvPr/>
          </p:nvSpPr>
          <p:spPr>
            <a:xfrm>
              <a:off x="3186353" y="2887537"/>
              <a:ext cx="8769" cy="14083"/>
            </a:xfrm>
            <a:custGeom>
              <a:rect b="b" l="l" r="r" t="t"/>
              <a:pathLst>
                <a:path extrusionOk="0" h="697" w="434">
                  <a:moveTo>
                    <a:pt x="283" y="0"/>
                  </a:moveTo>
                  <a:lnTo>
                    <a:pt x="207" y="38"/>
                  </a:lnTo>
                  <a:lnTo>
                    <a:pt x="151" y="76"/>
                  </a:lnTo>
                  <a:lnTo>
                    <a:pt x="95" y="132"/>
                  </a:lnTo>
                  <a:lnTo>
                    <a:pt x="57" y="189"/>
                  </a:lnTo>
                  <a:lnTo>
                    <a:pt x="0" y="339"/>
                  </a:lnTo>
                  <a:lnTo>
                    <a:pt x="0" y="471"/>
                  </a:lnTo>
                  <a:lnTo>
                    <a:pt x="0" y="527"/>
                  </a:lnTo>
                  <a:lnTo>
                    <a:pt x="19" y="603"/>
                  </a:lnTo>
                  <a:lnTo>
                    <a:pt x="57" y="659"/>
                  </a:lnTo>
                  <a:lnTo>
                    <a:pt x="113" y="678"/>
                  </a:lnTo>
                  <a:lnTo>
                    <a:pt x="151" y="697"/>
                  </a:lnTo>
                  <a:lnTo>
                    <a:pt x="226" y="678"/>
                  </a:lnTo>
                  <a:lnTo>
                    <a:pt x="302" y="622"/>
                  </a:lnTo>
                  <a:lnTo>
                    <a:pt x="339" y="565"/>
                  </a:lnTo>
                  <a:lnTo>
                    <a:pt x="358" y="490"/>
                  </a:lnTo>
                  <a:lnTo>
                    <a:pt x="396" y="377"/>
                  </a:lnTo>
                  <a:lnTo>
                    <a:pt x="433" y="207"/>
                  </a:lnTo>
                  <a:lnTo>
                    <a:pt x="415" y="132"/>
                  </a:lnTo>
                  <a:lnTo>
                    <a:pt x="396" y="57"/>
                  </a:lnTo>
                  <a:lnTo>
                    <a:pt x="358" y="19"/>
                  </a:lnTo>
                  <a:lnTo>
                    <a:pt x="283" y="0"/>
                  </a:lnTo>
                  <a:close/>
                </a:path>
              </a:pathLst>
            </a:custGeom>
            <a:solidFill>
              <a:srgbClr val="C68D55"/>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1" name="Google Shape;1721;p38"/>
            <p:cNvSpPr/>
            <p:nvPr/>
          </p:nvSpPr>
          <p:spPr>
            <a:xfrm>
              <a:off x="3123961" y="2886769"/>
              <a:ext cx="8405" cy="14103"/>
            </a:xfrm>
            <a:custGeom>
              <a:rect b="b" l="l" r="r" t="t"/>
              <a:pathLst>
                <a:path extrusionOk="0" h="698" w="416">
                  <a:moveTo>
                    <a:pt x="76" y="1"/>
                  </a:moveTo>
                  <a:lnTo>
                    <a:pt x="39" y="38"/>
                  </a:lnTo>
                  <a:lnTo>
                    <a:pt x="1" y="95"/>
                  </a:lnTo>
                  <a:lnTo>
                    <a:pt x="1" y="189"/>
                  </a:lnTo>
                  <a:lnTo>
                    <a:pt x="20" y="358"/>
                  </a:lnTo>
                  <a:lnTo>
                    <a:pt x="39" y="471"/>
                  </a:lnTo>
                  <a:lnTo>
                    <a:pt x="57" y="547"/>
                  </a:lnTo>
                  <a:lnTo>
                    <a:pt x="95" y="622"/>
                  </a:lnTo>
                  <a:lnTo>
                    <a:pt x="152" y="678"/>
                  </a:lnTo>
                  <a:lnTo>
                    <a:pt x="227" y="697"/>
                  </a:lnTo>
                  <a:lnTo>
                    <a:pt x="283" y="697"/>
                  </a:lnTo>
                  <a:lnTo>
                    <a:pt x="321" y="678"/>
                  </a:lnTo>
                  <a:lnTo>
                    <a:pt x="377" y="622"/>
                  </a:lnTo>
                  <a:lnTo>
                    <a:pt x="396" y="547"/>
                  </a:lnTo>
                  <a:lnTo>
                    <a:pt x="415" y="471"/>
                  </a:lnTo>
                  <a:lnTo>
                    <a:pt x="396" y="358"/>
                  </a:lnTo>
                  <a:lnTo>
                    <a:pt x="359" y="208"/>
                  </a:lnTo>
                  <a:lnTo>
                    <a:pt x="340" y="132"/>
                  </a:lnTo>
                  <a:lnTo>
                    <a:pt x="283" y="76"/>
                  </a:lnTo>
                  <a:lnTo>
                    <a:pt x="227" y="19"/>
                  </a:lnTo>
                  <a:lnTo>
                    <a:pt x="152" y="1"/>
                  </a:lnTo>
                  <a:close/>
                </a:path>
              </a:pathLst>
            </a:custGeom>
            <a:solidFill>
              <a:srgbClr val="C68D55"/>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2" name="Google Shape;1722;p38"/>
            <p:cNvSpPr/>
            <p:nvPr/>
          </p:nvSpPr>
          <p:spPr>
            <a:xfrm>
              <a:off x="3134629" y="2897033"/>
              <a:ext cx="51361" cy="61262"/>
            </a:xfrm>
            <a:custGeom>
              <a:rect b="b" l="l" r="r" t="t"/>
              <a:pathLst>
                <a:path extrusionOk="0" h="3032" w="2542">
                  <a:moveTo>
                    <a:pt x="1092" y="1"/>
                  </a:moveTo>
                  <a:lnTo>
                    <a:pt x="828" y="57"/>
                  </a:lnTo>
                  <a:lnTo>
                    <a:pt x="697" y="95"/>
                  </a:lnTo>
                  <a:lnTo>
                    <a:pt x="565" y="152"/>
                  </a:lnTo>
                  <a:lnTo>
                    <a:pt x="452" y="227"/>
                  </a:lnTo>
                  <a:lnTo>
                    <a:pt x="320" y="302"/>
                  </a:lnTo>
                  <a:lnTo>
                    <a:pt x="301" y="566"/>
                  </a:lnTo>
                  <a:lnTo>
                    <a:pt x="264" y="1206"/>
                  </a:lnTo>
                  <a:lnTo>
                    <a:pt x="226" y="1601"/>
                  </a:lnTo>
                  <a:lnTo>
                    <a:pt x="170" y="2015"/>
                  </a:lnTo>
                  <a:lnTo>
                    <a:pt x="94" y="2429"/>
                  </a:lnTo>
                  <a:lnTo>
                    <a:pt x="0" y="2806"/>
                  </a:lnTo>
                  <a:lnTo>
                    <a:pt x="339" y="2862"/>
                  </a:lnTo>
                  <a:lnTo>
                    <a:pt x="678" y="2919"/>
                  </a:lnTo>
                  <a:lnTo>
                    <a:pt x="1092" y="2994"/>
                  </a:lnTo>
                  <a:lnTo>
                    <a:pt x="1525" y="3032"/>
                  </a:lnTo>
                  <a:lnTo>
                    <a:pt x="2127" y="3032"/>
                  </a:lnTo>
                  <a:lnTo>
                    <a:pt x="2297" y="2994"/>
                  </a:lnTo>
                  <a:lnTo>
                    <a:pt x="2447" y="2957"/>
                  </a:lnTo>
                  <a:lnTo>
                    <a:pt x="2542" y="2900"/>
                  </a:lnTo>
                  <a:lnTo>
                    <a:pt x="2466" y="2561"/>
                  </a:lnTo>
                  <a:lnTo>
                    <a:pt x="2391" y="2241"/>
                  </a:lnTo>
                  <a:lnTo>
                    <a:pt x="2353" y="1902"/>
                  </a:lnTo>
                  <a:lnTo>
                    <a:pt x="2316" y="1563"/>
                  </a:lnTo>
                  <a:lnTo>
                    <a:pt x="2297" y="1206"/>
                  </a:lnTo>
                  <a:lnTo>
                    <a:pt x="2297" y="867"/>
                  </a:lnTo>
                  <a:lnTo>
                    <a:pt x="2297" y="528"/>
                  </a:lnTo>
                  <a:lnTo>
                    <a:pt x="2316" y="189"/>
                  </a:lnTo>
                  <a:lnTo>
                    <a:pt x="2109" y="114"/>
                  </a:lnTo>
                  <a:lnTo>
                    <a:pt x="1864" y="57"/>
                  </a:lnTo>
                  <a:lnTo>
                    <a:pt x="1619" y="20"/>
                  </a:lnTo>
                  <a:lnTo>
                    <a:pt x="1374"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3" name="Google Shape;1723;p38"/>
            <p:cNvSpPr/>
            <p:nvPr/>
          </p:nvSpPr>
          <p:spPr>
            <a:xfrm>
              <a:off x="3113313" y="2814113"/>
              <a:ext cx="91327" cy="105005"/>
            </a:xfrm>
            <a:custGeom>
              <a:rect b="b" l="l" r="r" t="t"/>
              <a:pathLst>
                <a:path extrusionOk="0" h="5197" w="4520">
                  <a:moveTo>
                    <a:pt x="2053" y="1"/>
                  </a:moveTo>
                  <a:lnTo>
                    <a:pt x="1902" y="20"/>
                  </a:lnTo>
                  <a:lnTo>
                    <a:pt x="1770" y="39"/>
                  </a:lnTo>
                  <a:lnTo>
                    <a:pt x="1639" y="76"/>
                  </a:lnTo>
                  <a:lnTo>
                    <a:pt x="1526" y="114"/>
                  </a:lnTo>
                  <a:lnTo>
                    <a:pt x="1413" y="170"/>
                  </a:lnTo>
                  <a:lnTo>
                    <a:pt x="1225" y="283"/>
                  </a:lnTo>
                  <a:lnTo>
                    <a:pt x="1074" y="434"/>
                  </a:lnTo>
                  <a:lnTo>
                    <a:pt x="942" y="603"/>
                  </a:lnTo>
                  <a:lnTo>
                    <a:pt x="848" y="754"/>
                  </a:lnTo>
                  <a:lnTo>
                    <a:pt x="773" y="923"/>
                  </a:lnTo>
                  <a:lnTo>
                    <a:pt x="716" y="1074"/>
                  </a:lnTo>
                  <a:lnTo>
                    <a:pt x="622" y="1319"/>
                  </a:lnTo>
                  <a:lnTo>
                    <a:pt x="566" y="1394"/>
                  </a:lnTo>
                  <a:lnTo>
                    <a:pt x="547" y="1413"/>
                  </a:lnTo>
                  <a:lnTo>
                    <a:pt x="528" y="1413"/>
                  </a:lnTo>
                  <a:lnTo>
                    <a:pt x="377" y="1432"/>
                  </a:lnTo>
                  <a:lnTo>
                    <a:pt x="246" y="1488"/>
                  </a:lnTo>
                  <a:lnTo>
                    <a:pt x="151" y="1563"/>
                  </a:lnTo>
                  <a:lnTo>
                    <a:pt x="76" y="1658"/>
                  </a:lnTo>
                  <a:lnTo>
                    <a:pt x="38" y="1789"/>
                  </a:lnTo>
                  <a:lnTo>
                    <a:pt x="1" y="1940"/>
                  </a:lnTo>
                  <a:lnTo>
                    <a:pt x="1" y="2109"/>
                  </a:lnTo>
                  <a:lnTo>
                    <a:pt x="1" y="2279"/>
                  </a:lnTo>
                  <a:lnTo>
                    <a:pt x="38" y="2467"/>
                  </a:lnTo>
                  <a:lnTo>
                    <a:pt x="76" y="2637"/>
                  </a:lnTo>
                  <a:lnTo>
                    <a:pt x="133" y="2825"/>
                  </a:lnTo>
                  <a:lnTo>
                    <a:pt x="189" y="3013"/>
                  </a:lnTo>
                  <a:lnTo>
                    <a:pt x="359" y="3352"/>
                  </a:lnTo>
                  <a:lnTo>
                    <a:pt x="434" y="3503"/>
                  </a:lnTo>
                  <a:lnTo>
                    <a:pt x="528" y="3634"/>
                  </a:lnTo>
                  <a:lnTo>
                    <a:pt x="641" y="3804"/>
                  </a:lnTo>
                  <a:lnTo>
                    <a:pt x="754" y="3992"/>
                  </a:lnTo>
                  <a:lnTo>
                    <a:pt x="942" y="4387"/>
                  </a:lnTo>
                  <a:lnTo>
                    <a:pt x="1149" y="4783"/>
                  </a:lnTo>
                  <a:lnTo>
                    <a:pt x="1337" y="5159"/>
                  </a:lnTo>
                  <a:lnTo>
                    <a:pt x="1394" y="5197"/>
                  </a:lnTo>
                  <a:lnTo>
                    <a:pt x="1450" y="5197"/>
                  </a:lnTo>
                  <a:lnTo>
                    <a:pt x="1902" y="5140"/>
                  </a:lnTo>
                  <a:lnTo>
                    <a:pt x="2354" y="5122"/>
                  </a:lnTo>
                  <a:lnTo>
                    <a:pt x="2787" y="5140"/>
                  </a:lnTo>
                  <a:lnTo>
                    <a:pt x="3239" y="5197"/>
                  </a:lnTo>
                  <a:lnTo>
                    <a:pt x="3314" y="5178"/>
                  </a:lnTo>
                  <a:lnTo>
                    <a:pt x="3352" y="5140"/>
                  </a:lnTo>
                  <a:lnTo>
                    <a:pt x="3484" y="4877"/>
                  </a:lnTo>
                  <a:lnTo>
                    <a:pt x="3597" y="4594"/>
                  </a:lnTo>
                  <a:lnTo>
                    <a:pt x="3822" y="4011"/>
                  </a:lnTo>
                  <a:lnTo>
                    <a:pt x="4048" y="3408"/>
                  </a:lnTo>
                  <a:lnTo>
                    <a:pt x="4180" y="3145"/>
                  </a:lnTo>
                  <a:lnTo>
                    <a:pt x="4312" y="2881"/>
                  </a:lnTo>
                  <a:lnTo>
                    <a:pt x="4387" y="2749"/>
                  </a:lnTo>
                  <a:lnTo>
                    <a:pt x="4444" y="2599"/>
                  </a:lnTo>
                  <a:lnTo>
                    <a:pt x="4481" y="2429"/>
                  </a:lnTo>
                  <a:lnTo>
                    <a:pt x="4519" y="2260"/>
                  </a:lnTo>
                  <a:lnTo>
                    <a:pt x="4519" y="2091"/>
                  </a:lnTo>
                  <a:lnTo>
                    <a:pt x="4519" y="1902"/>
                  </a:lnTo>
                  <a:lnTo>
                    <a:pt x="4519" y="1714"/>
                  </a:lnTo>
                  <a:lnTo>
                    <a:pt x="4481" y="1526"/>
                  </a:lnTo>
                  <a:lnTo>
                    <a:pt x="4425" y="1356"/>
                  </a:lnTo>
                  <a:lnTo>
                    <a:pt x="4368" y="1168"/>
                  </a:lnTo>
                  <a:lnTo>
                    <a:pt x="4274" y="999"/>
                  </a:lnTo>
                  <a:lnTo>
                    <a:pt x="4161" y="848"/>
                  </a:lnTo>
                  <a:lnTo>
                    <a:pt x="4048" y="697"/>
                  </a:lnTo>
                  <a:lnTo>
                    <a:pt x="3898" y="566"/>
                  </a:lnTo>
                  <a:lnTo>
                    <a:pt x="3728" y="453"/>
                  </a:lnTo>
                  <a:lnTo>
                    <a:pt x="3540" y="359"/>
                  </a:lnTo>
                  <a:lnTo>
                    <a:pt x="3277" y="264"/>
                  </a:lnTo>
                  <a:lnTo>
                    <a:pt x="3032" y="170"/>
                  </a:lnTo>
                  <a:lnTo>
                    <a:pt x="2806" y="114"/>
                  </a:lnTo>
                  <a:lnTo>
                    <a:pt x="2599" y="57"/>
                  </a:lnTo>
                  <a:lnTo>
                    <a:pt x="2411" y="20"/>
                  </a:lnTo>
                  <a:lnTo>
                    <a:pt x="2222" y="1"/>
                  </a:lnTo>
                  <a:close/>
                </a:path>
              </a:pathLst>
            </a:custGeom>
            <a:solidFill>
              <a:srgbClr val="3D3934"/>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4" name="Google Shape;1724;p38"/>
            <p:cNvSpPr/>
            <p:nvPr/>
          </p:nvSpPr>
          <p:spPr>
            <a:xfrm>
              <a:off x="2955836" y="2558139"/>
              <a:ext cx="32368" cy="19033"/>
            </a:xfrm>
            <a:custGeom>
              <a:rect b="b" l="l" r="r" t="t"/>
              <a:pathLst>
                <a:path extrusionOk="0" h="942" w="1602">
                  <a:moveTo>
                    <a:pt x="1168" y="0"/>
                  </a:moveTo>
                  <a:lnTo>
                    <a:pt x="1093" y="19"/>
                  </a:lnTo>
                  <a:lnTo>
                    <a:pt x="1" y="433"/>
                  </a:lnTo>
                  <a:lnTo>
                    <a:pt x="1" y="452"/>
                  </a:lnTo>
                  <a:lnTo>
                    <a:pt x="39" y="584"/>
                  </a:lnTo>
                  <a:lnTo>
                    <a:pt x="95" y="697"/>
                  </a:lnTo>
                  <a:lnTo>
                    <a:pt x="189" y="791"/>
                  </a:lnTo>
                  <a:lnTo>
                    <a:pt x="283" y="866"/>
                  </a:lnTo>
                  <a:lnTo>
                    <a:pt x="415" y="923"/>
                  </a:lnTo>
                  <a:lnTo>
                    <a:pt x="528" y="941"/>
                  </a:lnTo>
                  <a:lnTo>
                    <a:pt x="679" y="941"/>
                  </a:lnTo>
                  <a:lnTo>
                    <a:pt x="810" y="923"/>
                  </a:lnTo>
                  <a:lnTo>
                    <a:pt x="1206" y="791"/>
                  </a:lnTo>
                  <a:lnTo>
                    <a:pt x="1601" y="697"/>
                  </a:lnTo>
                  <a:lnTo>
                    <a:pt x="1319" y="94"/>
                  </a:lnTo>
                  <a:lnTo>
                    <a:pt x="1281" y="38"/>
                  </a:lnTo>
                  <a:lnTo>
                    <a:pt x="1225" y="19"/>
                  </a:lnTo>
                  <a:lnTo>
                    <a:pt x="1168" y="0"/>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5" name="Google Shape;1725;p38"/>
            <p:cNvSpPr/>
            <p:nvPr/>
          </p:nvSpPr>
          <p:spPr>
            <a:xfrm>
              <a:off x="2938338" y="2566120"/>
              <a:ext cx="85609" cy="219487"/>
            </a:xfrm>
            <a:custGeom>
              <a:rect b="b" l="l" r="r" t="t"/>
              <a:pathLst>
                <a:path extrusionOk="0" h="10863" w="4237">
                  <a:moveTo>
                    <a:pt x="2392" y="1"/>
                  </a:moveTo>
                  <a:lnTo>
                    <a:pt x="1902" y="170"/>
                  </a:lnTo>
                  <a:lnTo>
                    <a:pt x="1771" y="208"/>
                  </a:lnTo>
                  <a:lnTo>
                    <a:pt x="1281" y="358"/>
                  </a:lnTo>
                  <a:lnTo>
                    <a:pt x="1131" y="415"/>
                  </a:lnTo>
                  <a:lnTo>
                    <a:pt x="603" y="565"/>
                  </a:lnTo>
                  <a:lnTo>
                    <a:pt x="472" y="622"/>
                  </a:lnTo>
                  <a:lnTo>
                    <a:pt x="283" y="678"/>
                  </a:lnTo>
                  <a:lnTo>
                    <a:pt x="189" y="716"/>
                  </a:lnTo>
                  <a:lnTo>
                    <a:pt x="133" y="791"/>
                  </a:lnTo>
                  <a:lnTo>
                    <a:pt x="95" y="885"/>
                  </a:lnTo>
                  <a:lnTo>
                    <a:pt x="76" y="979"/>
                  </a:lnTo>
                  <a:lnTo>
                    <a:pt x="152" y="1620"/>
                  </a:lnTo>
                  <a:lnTo>
                    <a:pt x="95" y="1714"/>
                  </a:lnTo>
                  <a:lnTo>
                    <a:pt x="57" y="1827"/>
                  </a:lnTo>
                  <a:lnTo>
                    <a:pt x="20" y="1921"/>
                  </a:lnTo>
                  <a:lnTo>
                    <a:pt x="1" y="2034"/>
                  </a:lnTo>
                  <a:lnTo>
                    <a:pt x="1" y="2147"/>
                  </a:lnTo>
                  <a:lnTo>
                    <a:pt x="1" y="2260"/>
                  </a:lnTo>
                  <a:lnTo>
                    <a:pt x="1" y="2373"/>
                  </a:lnTo>
                  <a:lnTo>
                    <a:pt x="20" y="2467"/>
                  </a:lnTo>
                  <a:lnTo>
                    <a:pt x="378" y="3088"/>
                  </a:lnTo>
                  <a:lnTo>
                    <a:pt x="942" y="9244"/>
                  </a:lnTo>
                  <a:lnTo>
                    <a:pt x="999" y="9508"/>
                  </a:lnTo>
                  <a:lnTo>
                    <a:pt x="1074" y="9752"/>
                  </a:lnTo>
                  <a:lnTo>
                    <a:pt x="1168" y="9978"/>
                  </a:lnTo>
                  <a:lnTo>
                    <a:pt x="1262" y="10166"/>
                  </a:lnTo>
                  <a:lnTo>
                    <a:pt x="1394" y="10317"/>
                  </a:lnTo>
                  <a:lnTo>
                    <a:pt x="1507" y="10468"/>
                  </a:lnTo>
                  <a:lnTo>
                    <a:pt x="1658" y="10581"/>
                  </a:lnTo>
                  <a:lnTo>
                    <a:pt x="1789" y="10675"/>
                  </a:lnTo>
                  <a:lnTo>
                    <a:pt x="1959" y="10750"/>
                  </a:lnTo>
                  <a:lnTo>
                    <a:pt x="2109" y="10807"/>
                  </a:lnTo>
                  <a:lnTo>
                    <a:pt x="2260" y="10844"/>
                  </a:lnTo>
                  <a:lnTo>
                    <a:pt x="2430" y="10863"/>
                  </a:lnTo>
                  <a:lnTo>
                    <a:pt x="2599" y="10844"/>
                  </a:lnTo>
                  <a:lnTo>
                    <a:pt x="2750" y="10825"/>
                  </a:lnTo>
                  <a:lnTo>
                    <a:pt x="2919" y="10788"/>
                  </a:lnTo>
                  <a:lnTo>
                    <a:pt x="3070" y="10712"/>
                  </a:lnTo>
                  <a:lnTo>
                    <a:pt x="3239" y="10637"/>
                  </a:lnTo>
                  <a:lnTo>
                    <a:pt x="3371" y="10543"/>
                  </a:lnTo>
                  <a:lnTo>
                    <a:pt x="3521" y="10430"/>
                  </a:lnTo>
                  <a:lnTo>
                    <a:pt x="3653" y="10317"/>
                  </a:lnTo>
                  <a:lnTo>
                    <a:pt x="3766" y="10185"/>
                  </a:lnTo>
                  <a:lnTo>
                    <a:pt x="3879" y="10035"/>
                  </a:lnTo>
                  <a:lnTo>
                    <a:pt x="3992" y="9865"/>
                  </a:lnTo>
                  <a:lnTo>
                    <a:pt x="4067" y="9696"/>
                  </a:lnTo>
                  <a:lnTo>
                    <a:pt x="4143" y="9508"/>
                  </a:lnTo>
                  <a:lnTo>
                    <a:pt x="4199" y="9300"/>
                  </a:lnTo>
                  <a:lnTo>
                    <a:pt x="4218" y="9093"/>
                  </a:lnTo>
                  <a:lnTo>
                    <a:pt x="4237" y="8867"/>
                  </a:lnTo>
                  <a:lnTo>
                    <a:pt x="4237" y="8642"/>
                  </a:lnTo>
                  <a:lnTo>
                    <a:pt x="4199" y="8416"/>
                  </a:lnTo>
                  <a:lnTo>
                    <a:pt x="4161" y="8171"/>
                  </a:lnTo>
                  <a:lnTo>
                    <a:pt x="4086" y="7926"/>
                  </a:lnTo>
                  <a:lnTo>
                    <a:pt x="2185" y="2636"/>
                  </a:lnTo>
                  <a:lnTo>
                    <a:pt x="3296" y="2015"/>
                  </a:lnTo>
                  <a:lnTo>
                    <a:pt x="2693" y="151"/>
                  </a:lnTo>
                  <a:lnTo>
                    <a:pt x="2655" y="76"/>
                  </a:lnTo>
                  <a:lnTo>
                    <a:pt x="2580" y="19"/>
                  </a:lnTo>
                  <a:lnTo>
                    <a:pt x="2486"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6" name="Google Shape;1726;p38"/>
            <p:cNvSpPr/>
            <p:nvPr/>
          </p:nvSpPr>
          <p:spPr>
            <a:xfrm>
              <a:off x="2938338" y="2566120"/>
              <a:ext cx="85609" cy="219487"/>
            </a:xfrm>
            <a:custGeom>
              <a:rect b="b" l="l" r="r" t="t"/>
              <a:pathLst>
                <a:path extrusionOk="0" fill="none" h="10863" w="4237">
                  <a:moveTo>
                    <a:pt x="283" y="678"/>
                  </a:moveTo>
                  <a:lnTo>
                    <a:pt x="472" y="622"/>
                  </a:lnTo>
                  <a:lnTo>
                    <a:pt x="603" y="565"/>
                  </a:lnTo>
                  <a:lnTo>
                    <a:pt x="1131" y="415"/>
                  </a:lnTo>
                  <a:lnTo>
                    <a:pt x="1281" y="358"/>
                  </a:lnTo>
                  <a:lnTo>
                    <a:pt x="1771" y="208"/>
                  </a:lnTo>
                  <a:lnTo>
                    <a:pt x="1902" y="170"/>
                  </a:lnTo>
                  <a:lnTo>
                    <a:pt x="2392" y="1"/>
                  </a:lnTo>
                  <a:lnTo>
                    <a:pt x="2392" y="1"/>
                  </a:lnTo>
                  <a:lnTo>
                    <a:pt x="2486" y="1"/>
                  </a:lnTo>
                  <a:lnTo>
                    <a:pt x="2580" y="19"/>
                  </a:lnTo>
                  <a:lnTo>
                    <a:pt x="2655" y="76"/>
                  </a:lnTo>
                  <a:lnTo>
                    <a:pt x="2693" y="151"/>
                  </a:lnTo>
                  <a:lnTo>
                    <a:pt x="3296" y="2015"/>
                  </a:lnTo>
                  <a:lnTo>
                    <a:pt x="2185" y="2636"/>
                  </a:lnTo>
                  <a:lnTo>
                    <a:pt x="4086" y="7926"/>
                  </a:lnTo>
                  <a:lnTo>
                    <a:pt x="4086" y="7926"/>
                  </a:lnTo>
                  <a:lnTo>
                    <a:pt x="4161" y="8171"/>
                  </a:lnTo>
                  <a:lnTo>
                    <a:pt x="4199" y="8416"/>
                  </a:lnTo>
                  <a:lnTo>
                    <a:pt x="4237" y="8642"/>
                  </a:lnTo>
                  <a:lnTo>
                    <a:pt x="4237" y="8867"/>
                  </a:lnTo>
                  <a:lnTo>
                    <a:pt x="4218" y="9093"/>
                  </a:lnTo>
                  <a:lnTo>
                    <a:pt x="4199" y="9300"/>
                  </a:lnTo>
                  <a:lnTo>
                    <a:pt x="4143" y="9508"/>
                  </a:lnTo>
                  <a:lnTo>
                    <a:pt x="4067" y="9696"/>
                  </a:lnTo>
                  <a:lnTo>
                    <a:pt x="3992" y="9865"/>
                  </a:lnTo>
                  <a:lnTo>
                    <a:pt x="3879" y="10035"/>
                  </a:lnTo>
                  <a:lnTo>
                    <a:pt x="3766" y="10185"/>
                  </a:lnTo>
                  <a:lnTo>
                    <a:pt x="3653" y="10317"/>
                  </a:lnTo>
                  <a:lnTo>
                    <a:pt x="3521" y="10430"/>
                  </a:lnTo>
                  <a:lnTo>
                    <a:pt x="3371" y="10543"/>
                  </a:lnTo>
                  <a:lnTo>
                    <a:pt x="3239" y="10637"/>
                  </a:lnTo>
                  <a:lnTo>
                    <a:pt x="3070" y="10712"/>
                  </a:lnTo>
                  <a:lnTo>
                    <a:pt x="2919" y="10788"/>
                  </a:lnTo>
                  <a:lnTo>
                    <a:pt x="2750" y="10825"/>
                  </a:lnTo>
                  <a:lnTo>
                    <a:pt x="2599" y="10844"/>
                  </a:lnTo>
                  <a:lnTo>
                    <a:pt x="2430" y="10863"/>
                  </a:lnTo>
                  <a:lnTo>
                    <a:pt x="2260" y="10844"/>
                  </a:lnTo>
                  <a:lnTo>
                    <a:pt x="2109" y="10807"/>
                  </a:lnTo>
                  <a:lnTo>
                    <a:pt x="1959" y="10750"/>
                  </a:lnTo>
                  <a:lnTo>
                    <a:pt x="1789" y="10675"/>
                  </a:lnTo>
                  <a:lnTo>
                    <a:pt x="1658" y="10581"/>
                  </a:lnTo>
                  <a:lnTo>
                    <a:pt x="1507" y="10468"/>
                  </a:lnTo>
                  <a:lnTo>
                    <a:pt x="1394" y="10317"/>
                  </a:lnTo>
                  <a:lnTo>
                    <a:pt x="1262" y="10166"/>
                  </a:lnTo>
                  <a:lnTo>
                    <a:pt x="1168" y="9978"/>
                  </a:lnTo>
                  <a:lnTo>
                    <a:pt x="1074" y="9752"/>
                  </a:lnTo>
                  <a:lnTo>
                    <a:pt x="999" y="9508"/>
                  </a:lnTo>
                  <a:lnTo>
                    <a:pt x="942" y="9244"/>
                  </a:lnTo>
                  <a:lnTo>
                    <a:pt x="378" y="3088"/>
                  </a:lnTo>
                  <a:lnTo>
                    <a:pt x="20" y="2467"/>
                  </a:lnTo>
                  <a:lnTo>
                    <a:pt x="20" y="2467"/>
                  </a:lnTo>
                  <a:lnTo>
                    <a:pt x="1" y="2373"/>
                  </a:lnTo>
                  <a:lnTo>
                    <a:pt x="1" y="2260"/>
                  </a:lnTo>
                  <a:lnTo>
                    <a:pt x="1" y="2147"/>
                  </a:lnTo>
                  <a:lnTo>
                    <a:pt x="1" y="2034"/>
                  </a:lnTo>
                  <a:lnTo>
                    <a:pt x="20" y="1921"/>
                  </a:lnTo>
                  <a:lnTo>
                    <a:pt x="57" y="1827"/>
                  </a:lnTo>
                  <a:lnTo>
                    <a:pt x="95" y="1714"/>
                  </a:lnTo>
                  <a:lnTo>
                    <a:pt x="152" y="1620"/>
                  </a:lnTo>
                  <a:lnTo>
                    <a:pt x="76" y="979"/>
                  </a:lnTo>
                  <a:lnTo>
                    <a:pt x="76" y="979"/>
                  </a:lnTo>
                  <a:lnTo>
                    <a:pt x="95" y="885"/>
                  </a:lnTo>
                  <a:lnTo>
                    <a:pt x="133" y="791"/>
                  </a:lnTo>
                  <a:lnTo>
                    <a:pt x="189" y="716"/>
                  </a:lnTo>
                  <a:lnTo>
                    <a:pt x="283" y="678"/>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7" name="Google Shape;1727;p38"/>
            <p:cNvSpPr/>
            <p:nvPr/>
          </p:nvSpPr>
          <p:spPr>
            <a:xfrm>
              <a:off x="2974101" y="2569534"/>
              <a:ext cx="2687" cy="788"/>
            </a:xfrm>
            <a:custGeom>
              <a:rect b="b" l="l" r="r" t="t"/>
              <a:pathLst>
                <a:path extrusionOk="0" h="39" w="133">
                  <a:moveTo>
                    <a:pt x="132" y="1"/>
                  </a:moveTo>
                  <a:lnTo>
                    <a:pt x="1" y="39"/>
                  </a:lnTo>
                  <a:lnTo>
                    <a:pt x="1" y="39"/>
                  </a:lnTo>
                  <a:lnTo>
                    <a:pt x="1" y="39"/>
                  </a:lnTo>
                  <a:lnTo>
                    <a:pt x="132" y="1"/>
                  </a:lnTo>
                  <a:lnTo>
                    <a:pt x="132" y="1"/>
                  </a:lnTo>
                  <a:close/>
                </a:path>
              </a:pathLst>
            </a:custGeom>
            <a:solidFill>
              <a:srgbClr val="392211"/>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8" name="Google Shape;1728;p38"/>
            <p:cNvSpPr/>
            <p:nvPr/>
          </p:nvSpPr>
          <p:spPr>
            <a:xfrm>
              <a:off x="2974101" y="2569534"/>
              <a:ext cx="2687" cy="788"/>
            </a:xfrm>
            <a:custGeom>
              <a:rect b="b" l="l" r="r" t="t"/>
              <a:pathLst>
                <a:path extrusionOk="0" fill="none" h="39" w="133">
                  <a:moveTo>
                    <a:pt x="132" y="1"/>
                  </a:moveTo>
                  <a:lnTo>
                    <a:pt x="1" y="39"/>
                  </a:lnTo>
                  <a:lnTo>
                    <a:pt x="1" y="39"/>
                  </a:lnTo>
                  <a:lnTo>
                    <a:pt x="1" y="39"/>
                  </a:lnTo>
                  <a:lnTo>
                    <a:pt x="132" y="1"/>
                  </a:lnTo>
                  <a:lnTo>
                    <a:pt x="132"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9" name="Google Shape;1729;p38"/>
            <p:cNvSpPr/>
            <p:nvPr/>
          </p:nvSpPr>
          <p:spPr>
            <a:xfrm>
              <a:off x="2974101" y="2569534"/>
              <a:ext cx="11436" cy="24751"/>
            </a:xfrm>
            <a:custGeom>
              <a:rect b="b" l="l" r="r" t="t"/>
              <a:pathLst>
                <a:path extrusionOk="0" h="1225" w="566">
                  <a:moveTo>
                    <a:pt x="132" y="1"/>
                  </a:moveTo>
                  <a:lnTo>
                    <a:pt x="1" y="39"/>
                  </a:lnTo>
                  <a:lnTo>
                    <a:pt x="208" y="603"/>
                  </a:lnTo>
                  <a:lnTo>
                    <a:pt x="415" y="1168"/>
                  </a:lnTo>
                  <a:lnTo>
                    <a:pt x="434" y="1206"/>
                  </a:lnTo>
                  <a:lnTo>
                    <a:pt x="490" y="1225"/>
                  </a:lnTo>
                  <a:lnTo>
                    <a:pt x="509" y="1225"/>
                  </a:lnTo>
                  <a:lnTo>
                    <a:pt x="547" y="1206"/>
                  </a:lnTo>
                  <a:lnTo>
                    <a:pt x="565" y="1168"/>
                  </a:lnTo>
                  <a:lnTo>
                    <a:pt x="565" y="1130"/>
                  </a:lnTo>
                  <a:lnTo>
                    <a:pt x="358" y="547"/>
                  </a:lnTo>
                  <a:lnTo>
                    <a:pt x="132"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0" name="Google Shape;1730;p38"/>
            <p:cNvSpPr/>
            <p:nvPr/>
          </p:nvSpPr>
          <p:spPr>
            <a:xfrm>
              <a:off x="2961170" y="2573353"/>
              <a:ext cx="11436" cy="25115"/>
            </a:xfrm>
            <a:custGeom>
              <a:rect b="b" l="l" r="r" t="t"/>
              <a:pathLst>
                <a:path extrusionOk="0" h="1243" w="566">
                  <a:moveTo>
                    <a:pt x="151" y="0"/>
                  </a:moveTo>
                  <a:lnTo>
                    <a:pt x="1" y="57"/>
                  </a:lnTo>
                  <a:lnTo>
                    <a:pt x="226" y="621"/>
                  </a:lnTo>
                  <a:lnTo>
                    <a:pt x="415" y="1186"/>
                  </a:lnTo>
                  <a:lnTo>
                    <a:pt x="452" y="1224"/>
                  </a:lnTo>
                  <a:lnTo>
                    <a:pt x="490" y="1243"/>
                  </a:lnTo>
                  <a:lnTo>
                    <a:pt x="528" y="1243"/>
                  </a:lnTo>
                  <a:lnTo>
                    <a:pt x="546" y="1224"/>
                  </a:lnTo>
                  <a:lnTo>
                    <a:pt x="565" y="1186"/>
                  </a:lnTo>
                  <a:lnTo>
                    <a:pt x="565" y="1149"/>
                  </a:lnTo>
                  <a:lnTo>
                    <a:pt x="377" y="565"/>
                  </a:lnTo>
                  <a:lnTo>
                    <a:pt x="151"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1" name="Google Shape;1731;p38"/>
            <p:cNvSpPr/>
            <p:nvPr/>
          </p:nvSpPr>
          <p:spPr>
            <a:xfrm>
              <a:off x="2947855" y="2577536"/>
              <a:ext cx="11436" cy="25115"/>
            </a:xfrm>
            <a:custGeom>
              <a:rect b="b" l="l" r="r" t="t"/>
              <a:pathLst>
                <a:path extrusionOk="0" h="1243" w="566">
                  <a:moveTo>
                    <a:pt x="132" y="0"/>
                  </a:moveTo>
                  <a:lnTo>
                    <a:pt x="1" y="57"/>
                  </a:lnTo>
                  <a:lnTo>
                    <a:pt x="208" y="622"/>
                  </a:lnTo>
                  <a:lnTo>
                    <a:pt x="415" y="1186"/>
                  </a:lnTo>
                  <a:lnTo>
                    <a:pt x="434" y="1224"/>
                  </a:lnTo>
                  <a:lnTo>
                    <a:pt x="490" y="1243"/>
                  </a:lnTo>
                  <a:lnTo>
                    <a:pt x="509" y="1224"/>
                  </a:lnTo>
                  <a:lnTo>
                    <a:pt x="547" y="1205"/>
                  </a:lnTo>
                  <a:lnTo>
                    <a:pt x="565" y="1186"/>
                  </a:lnTo>
                  <a:lnTo>
                    <a:pt x="565" y="1149"/>
                  </a:lnTo>
                  <a:lnTo>
                    <a:pt x="358" y="565"/>
                  </a:lnTo>
                  <a:lnTo>
                    <a:pt x="132"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2" name="Google Shape;1732;p38"/>
            <p:cNvSpPr/>
            <p:nvPr/>
          </p:nvSpPr>
          <p:spPr>
            <a:xfrm>
              <a:off x="2984749" y="2872323"/>
              <a:ext cx="97772" cy="94357"/>
            </a:xfrm>
            <a:custGeom>
              <a:rect b="b" l="l" r="r" t="t"/>
              <a:pathLst>
                <a:path extrusionOk="0" h="4670" w="4839">
                  <a:moveTo>
                    <a:pt x="3841" y="0"/>
                  </a:moveTo>
                  <a:lnTo>
                    <a:pt x="3333" y="151"/>
                  </a:lnTo>
                  <a:lnTo>
                    <a:pt x="2843" y="320"/>
                  </a:lnTo>
                  <a:lnTo>
                    <a:pt x="2354" y="509"/>
                  </a:lnTo>
                  <a:lnTo>
                    <a:pt x="1864" y="716"/>
                  </a:lnTo>
                  <a:lnTo>
                    <a:pt x="1394" y="923"/>
                  </a:lnTo>
                  <a:lnTo>
                    <a:pt x="923" y="1149"/>
                  </a:lnTo>
                  <a:lnTo>
                    <a:pt x="453" y="1393"/>
                  </a:lnTo>
                  <a:lnTo>
                    <a:pt x="1" y="1657"/>
                  </a:lnTo>
                  <a:lnTo>
                    <a:pt x="208" y="2956"/>
                  </a:lnTo>
                  <a:lnTo>
                    <a:pt x="283" y="3521"/>
                  </a:lnTo>
                  <a:lnTo>
                    <a:pt x="340" y="4029"/>
                  </a:lnTo>
                  <a:lnTo>
                    <a:pt x="434" y="4142"/>
                  </a:lnTo>
                  <a:lnTo>
                    <a:pt x="528" y="4236"/>
                  </a:lnTo>
                  <a:lnTo>
                    <a:pt x="622" y="4330"/>
                  </a:lnTo>
                  <a:lnTo>
                    <a:pt x="735" y="4406"/>
                  </a:lnTo>
                  <a:lnTo>
                    <a:pt x="961" y="4518"/>
                  </a:lnTo>
                  <a:lnTo>
                    <a:pt x="1206" y="4594"/>
                  </a:lnTo>
                  <a:lnTo>
                    <a:pt x="1469" y="4650"/>
                  </a:lnTo>
                  <a:lnTo>
                    <a:pt x="1752" y="4669"/>
                  </a:lnTo>
                  <a:lnTo>
                    <a:pt x="2053" y="4650"/>
                  </a:lnTo>
                  <a:lnTo>
                    <a:pt x="2354" y="4594"/>
                  </a:lnTo>
                  <a:lnTo>
                    <a:pt x="2655" y="4518"/>
                  </a:lnTo>
                  <a:lnTo>
                    <a:pt x="2975" y="4406"/>
                  </a:lnTo>
                  <a:lnTo>
                    <a:pt x="3295" y="4255"/>
                  </a:lnTo>
                  <a:lnTo>
                    <a:pt x="3615" y="4104"/>
                  </a:lnTo>
                  <a:lnTo>
                    <a:pt x="3916" y="3916"/>
                  </a:lnTo>
                  <a:lnTo>
                    <a:pt x="4237" y="3709"/>
                  </a:lnTo>
                  <a:lnTo>
                    <a:pt x="4538" y="3483"/>
                  </a:lnTo>
                  <a:lnTo>
                    <a:pt x="4839" y="3219"/>
                  </a:lnTo>
                  <a:lnTo>
                    <a:pt x="4444" y="2015"/>
                  </a:lnTo>
                  <a:lnTo>
                    <a:pt x="3841"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3" name="Google Shape;1733;p38"/>
            <p:cNvSpPr/>
            <p:nvPr/>
          </p:nvSpPr>
          <p:spPr>
            <a:xfrm>
              <a:off x="2965352" y="2736911"/>
              <a:ext cx="97024" cy="168894"/>
            </a:xfrm>
            <a:custGeom>
              <a:rect b="b" l="l" r="r" t="t"/>
              <a:pathLst>
                <a:path extrusionOk="0" h="8359" w="4802">
                  <a:moveTo>
                    <a:pt x="2636" y="0"/>
                  </a:moveTo>
                  <a:lnTo>
                    <a:pt x="2354" y="76"/>
                  </a:lnTo>
                  <a:lnTo>
                    <a:pt x="2015" y="170"/>
                  </a:lnTo>
                  <a:lnTo>
                    <a:pt x="1657" y="283"/>
                  </a:lnTo>
                  <a:lnTo>
                    <a:pt x="1281" y="414"/>
                  </a:lnTo>
                  <a:lnTo>
                    <a:pt x="923" y="565"/>
                  </a:lnTo>
                  <a:lnTo>
                    <a:pt x="584" y="716"/>
                  </a:lnTo>
                  <a:lnTo>
                    <a:pt x="283" y="885"/>
                  </a:lnTo>
                  <a:lnTo>
                    <a:pt x="38" y="1055"/>
                  </a:lnTo>
                  <a:lnTo>
                    <a:pt x="19" y="1393"/>
                  </a:lnTo>
                  <a:lnTo>
                    <a:pt x="1" y="1770"/>
                  </a:lnTo>
                  <a:lnTo>
                    <a:pt x="1" y="2165"/>
                  </a:lnTo>
                  <a:lnTo>
                    <a:pt x="38" y="2579"/>
                  </a:lnTo>
                  <a:lnTo>
                    <a:pt x="76" y="3031"/>
                  </a:lnTo>
                  <a:lnTo>
                    <a:pt x="114" y="3483"/>
                  </a:lnTo>
                  <a:lnTo>
                    <a:pt x="245" y="4443"/>
                  </a:lnTo>
                  <a:lnTo>
                    <a:pt x="415" y="5422"/>
                  </a:lnTo>
                  <a:lnTo>
                    <a:pt x="584" y="6420"/>
                  </a:lnTo>
                  <a:lnTo>
                    <a:pt x="961" y="8359"/>
                  </a:lnTo>
                  <a:lnTo>
                    <a:pt x="1413" y="8095"/>
                  </a:lnTo>
                  <a:lnTo>
                    <a:pt x="1883" y="7851"/>
                  </a:lnTo>
                  <a:lnTo>
                    <a:pt x="2354" y="7625"/>
                  </a:lnTo>
                  <a:lnTo>
                    <a:pt x="2824" y="7418"/>
                  </a:lnTo>
                  <a:lnTo>
                    <a:pt x="3314" y="7211"/>
                  </a:lnTo>
                  <a:lnTo>
                    <a:pt x="3803" y="7022"/>
                  </a:lnTo>
                  <a:lnTo>
                    <a:pt x="4293" y="6853"/>
                  </a:lnTo>
                  <a:lnTo>
                    <a:pt x="4801" y="6702"/>
                  </a:lnTo>
                  <a:lnTo>
                    <a:pt x="4180" y="4650"/>
                  </a:lnTo>
                  <a:lnTo>
                    <a:pt x="3559" y="2636"/>
                  </a:lnTo>
                  <a:lnTo>
                    <a:pt x="3013" y="979"/>
                  </a:lnTo>
                  <a:lnTo>
                    <a:pt x="2806" y="377"/>
                  </a:lnTo>
                  <a:lnTo>
                    <a:pt x="2636" y="0"/>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4" name="Google Shape;1734;p38"/>
            <p:cNvSpPr/>
            <p:nvPr/>
          </p:nvSpPr>
          <p:spPr>
            <a:xfrm>
              <a:off x="3260525" y="2536075"/>
              <a:ext cx="30449" cy="16366"/>
            </a:xfrm>
            <a:custGeom>
              <a:rect b="b" l="l" r="r" t="t"/>
              <a:pathLst>
                <a:path extrusionOk="0" h="810" w="1507">
                  <a:moveTo>
                    <a:pt x="283" y="0"/>
                  </a:moveTo>
                  <a:lnTo>
                    <a:pt x="226" y="19"/>
                  </a:lnTo>
                  <a:lnTo>
                    <a:pt x="189" y="57"/>
                  </a:lnTo>
                  <a:lnTo>
                    <a:pt x="151" y="113"/>
                  </a:lnTo>
                  <a:lnTo>
                    <a:pt x="0" y="753"/>
                  </a:lnTo>
                  <a:lnTo>
                    <a:pt x="415" y="772"/>
                  </a:lnTo>
                  <a:lnTo>
                    <a:pt x="829" y="810"/>
                  </a:lnTo>
                  <a:lnTo>
                    <a:pt x="961" y="810"/>
                  </a:lnTo>
                  <a:lnTo>
                    <a:pt x="1092" y="772"/>
                  </a:lnTo>
                  <a:lnTo>
                    <a:pt x="1205" y="734"/>
                  </a:lnTo>
                  <a:lnTo>
                    <a:pt x="1318" y="659"/>
                  </a:lnTo>
                  <a:lnTo>
                    <a:pt x="1412" y="546"/>
                  </a:lnTo>
                  <a:lnTo>
                    <a:pt x="1469" y="433"/>
                  </a:lnTo>
                  <a:lnTo>
                    <a:pt x="1506" y="320"/>
                  </a:lnTo>
                  <a:lnTo>
                    <a:pt x="1506" y="170"/>
                  </a:lnTo>
                  <a:lnTo>
                    <a:pt x="339" y="0"/>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5" name="Google Shape;1735;p38"/>
            <p:cNvSpPr/>
            <p:nvPr/>
          </p:nvSpPr>
          <p:spPr>
            <a:xfrm>
              <a:off x="3251393" y="2545572"/>
              <a:ext cx="78375" cy="214941"/>
            </a:xfrm>
            <a:custGeom>
              <a:rect b="b" l="l" r="r" t="t"/>
              <a:pathLst>
                <a:path extrusionOk="0" h="10638" w="3879">
                  <a:moveTo>
                    <a:pt x="358" y="1"/>
                  </a:moveTo>
                  <a:lnTo>
                    <a:pt x="283" y="39"/>
                  </a:lnTo>
                  <a:lnTo>
                    <a:pt x="227" y="114"/>
                  </a:lnTo>
                  <a:lnTo>
                    <a:pt x="208" y="208"/>
                  </a:lnTo>
                  <a:lnTo>
                    <a:pt x="1" y="2147"/>
                  </a:lnTo>
                  <a:lnTo>
                    <a:pt x="1243" y="2524"/>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00" y="359"/>
                  </a:lnTo>
                  <a:lnTo>
                    <a:pt x="2843" y="283"/>
                  </a:lnTo>
                  <a:lnTo>
                    <a:pt x="2768" y="227"/>
                  </a:lnTo>
                  <a:lnTo>
                    <a:pt x="2674" y="189"/>
                  </a:lnTo>
                  <a:lnTo>
                    <a:pt x="2467" y="170"/>
                  </a:lnTo>
                  <a:lnTo>
                    <a:pt x="2316" y="170"/>
                  </a:lnTo>
                  <a:lnTo>
                    <a:pt x="1789" y="114"/>
                  </a:lnTo>
                  <a:lnTo>
                    <a:pt x="1638" y="95"/>
                  </a:lnTo>
                  <a:lnTo>
                    <a:pt x="1111" y="57"/>
                  </a:lnTo>
                  <a:lnTo>
                    <a:pt x="961" y="39"/>
                  </a:lnTo>
                  <a:lnTo>
                    <a:pt x="452"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6" name="Google Shape;1736;p38"/>
            <p:cNvSpPr/>
            <p:nvPr/>
          </p:nvSpPr>
          <p:spPr>
            <a:xfrm>
              <a:off x="3251393" y="2545572"/>
              <a:ext cx="78375" cy="214941"/>
            </a:xfrm>
            <a:custGeom>
              <a:rect b="b" l="l" r="r" t="t"/>
              <a:pathLst>
                <a:path extrusionOk="0" fill="none" h="10638" w="3879">
                  <a:moveTo>
                    <a:pt x="2674" y="189"/>
                  </a:moveTo>
                  <a:lnTo>
                    <a:pt x="2467" y="170"/>
                  </a:lnTo>
                  <a:lnTo>
                    <a:pt x="2316" y="170"/>
                  </a:lnTo>
                  <a:lnTo>
                    <a:pt x="1789" y="114"/>
                  </a:lnTo>
                  <a:lnTo>
                    <a:pt x="1638" y="95"/>
                  </a:lnTo>
                  <a:lnTo>
                    <a:pt x="1111" y="57"/>
                  </a:lnTo>
                  <a:lnTo>
                    <a:pt x="961" y="39"/>
                  </a:lnTo>
                  <a:lnTo>
                    <a:pt x="452" y="1"/>
                  </a:lnTo>
                  <a:lnTo>
                    <a:pt x="452" y="1"/>
                  </a:lnTo>
                  <a:lnTo>
                    <a:pt x="358" y="1"/>
                  </a:lnTo>
                  <a:lnTo>
                    <a:pt x="283" y="39"/>
                  </a:lnTo>
                  <a:lnTo>
                    <a:pt x="227" y="114"/>
                  </a:lnTo>
                  <a:lnTo>
                    <a:pt x="208" y="208"/>
                  </a:lnTo>
                  <a:lnTo>
                    <a:pt x="1" y="2147"/>
                  </a:lnTo>
                  <a:lnTo>
                    <a:pt x="1243" y="2524"/>
                  </a:lnTo>
                  <a:lnTo>
                    <a:pt x="509" y="8077"/>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37" y="453"/>
                  </a:lnTo>
                  <a:lnTo>
                    <a:pt x="2900" y="359"/>
                  </a:lnTo>
                  <a:lnTo>
                    <a:pt x="2843" y="283"/>
                  </a:lnTo>
                  <a:lnTo>
                    <a:pt x="2768" y="227"/>
                  </a:lnTo>
                  <a:lnTo>
                    <a:pt x="2674" y="189"/>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7" name="Google Shape;1737;p38"/>
            <p:cNvSpPr/>
            <p:nvPr/>
          </p:nvSpPr>
          <p:spPr>
            <a:xfrm>
              <a:off x="3267375" y="2546339"/>
              <a:ext cx="6486" cy="25883"/>
            </a:xfrm>
            <a:custGeom>
              <a:rect b="b" l="l" r="r" t="t"/>
              <a:pathLst>
                <a:path extrusionOk="0" h="1281" w="321">
                  <a:moveTo>
                    <a:pt x="170" y="1"/>
                  </a:moveTo>
                  <a:lnTo>
                    <a:pt x="76" y="603"/>
                  </a:lnTo>
                  <a:lnTo>
                    <a:pt x="0" y="1205"/>
                  </a:lnTo>
                  <a:lnTo>
                    <a:pt x="19" y="1243"/>
                  </a:lnTo>
                  <a:lnTo>
                    <a:pt x="38" y="1262"/>
                  </a:lnTo>
                  <a:lnTo>
                    <a:pt x="76" y="1281"/>
                  </a:lnTo>
                  <a:lnTo>
                    <a:pt x="132" y="1262"/>
                  </a:lnTo>
                  <a:lnTo>
                    <a:pt x="151" y="1243"/>
                  </a:lnTo>
                  <a:lnTo>
                    <a:pt x="170" y="1205"/>
                  </a:lnTo>
                  <a:lnTo>
                    <a:pt x="226" y="622"/>
                  </a:lnTo>
                  <a:lnTo>
                    <a:pt x="320" y="19"/>
                  </a:lnTo>
                  <a:lnTo>
                    <a:pt x="170"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8" name="Google Shape;1738;p38"/>
            <p:cNvSpPr/>
            <p:nvPr/>
          </p:nvSpPr>
          <p:spPr>
            <a:xfrm>
              <a:off x="3281074" y="2547491"/>
              <a:ext cx="6486" cy="26267"/>
            </a:xfrm>
            <a:custGeom>
              <a:rect b="b" l="l" r="r" t="t"/>
              <a:pathLst>
                <a:path extrusionOk="0" h="1300" w="321">
                  <a:moveTo>
                    <a:pt x="169" y="0"/>
                  </a:moveTo>
                  <a:lnTo>
                    <a:pt x="56" y="602"/>
                  </a:lnTo>
                  <a:lnTo>
                    <a:pt x="0" y="1205"/>
                  </a:lnTo>
                  <a:lnTo>
                    <a:pt x="0" y="1243"/>
                  </a:lnTo>
                  <a:lnTo>
                    <a:pt x="19" y="1280"/>
                  </a:lnTo>
                  <a:lnTo>
                    <a:pt x="75" y="1299"/>
                  </a:lnTo>
                  <a:lnTo>
                    <a:pt x="113" y="1280"/>
                  </a:lnTo>
                  <a:lnTo>
                    <a:pt x="132" y="1261"/>
                  </a:lnTo>
                  <a:lnTo>
                    <a:pt x="151" y="1224"/>
                  </a:lnTo>
                  <a:lnTo>
                    <a:pt x="207" y="621"/>
                  </a:lnTo>
                  <a:lnTo>
                    <a:pt x="320" y="19"/>
                  </a:lnTo>
                  <a:lnTo>
                    <a:pt x="169"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9" name="Google Shape;1739;p38"/>
            <p:cNvSpPr/>
            <p:nvPr/>
          </p:nvSpPr>
          <p:spPr>
            <a:xfrm>
              <a:off x="3295136" y="2549006"/>
              <a:ext cx="6102" cy="25499"/>
            </a:xfrm>
            <a:custGeom>
              <a:rect b="b" l="l" r="r" t="t"/>
              <a:pathLst>
                <a:path extrusionOk="0" h="1262" w="302">
                  <a:moveTo>
                    <a:pt x="151" y="0"/>
                  </a:moveTo>
                  <a:lnTo>
                    <a:pt x="57" y="584"/>
                  </a:lnTo>
                  <a:lnTo>
                    <a:pt x="1" y="1186"/>
                  </a:lnTo>
                  <a:lnTo>
                    <a:pt x="1" y="1224"/>
                  </a:lnTo>
                  <a:lnTo>
                    <a:pt x="19" y="1243"/>
                  </a:lnTo>
                  <a:lnTo>
                    <a:pt x="76" y="1262"/>
                  </a:lnTo>
                  <a:lnTo>
                    <a:pt x="114" y="1262"/>
                  </a:lnTo>
                  <a:lnTo>
                    <a:pt x="132" y="1224"/>
                  </a:lnTo>
                  <a:lnTo>
                    <a:pt x="151" y="1205"/>
                  </a:lnTo>
                  <a:lnTo>
                    <a:pt x="208" y="603"/>
                  </a:lnTo>
                  <a:lnTo>
                    <a:pt x="302"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40" name="Google Shape;1740;p38"/>
            <p:cNvSpPr/>
            <p:nvPr/>
          </p:nvSpPr>
          <p:spPr>
            <a:xfrm>
              <a:off x="3246826" y="2862422"/>
              <a:ext cx="93590" cy="102338"/>
            </a:xfrm>
            <a:custGeom>
              <a:rect b="b" l="l" r="r" t="t"/>
              <a:pathLst>
                <a:path extrusionOk="0" h="5065" w="4632">
                  <a:moveTo>
                    <a:pt x="321" y="1"/>
                  </a:moveTo>
                  <a:lnTo>
                    <a:pt x="132" y="2486"/>
                  </a:lnTo>
                  <a:lnTo>
                    <a:pt x="57" y="3389"/>
                  </a:lnTo>
                  <a:lnTo>
                    <a:pt x="1" y="3973"/>
                  </a:lnTo>
                  <a:lnTo>
                    <a:pt x="340" y="4142"/>
                  </a:lnTo>
                  <a:lnTo>
                    <a:pt x="660" y="4312"/>
                  </a:lnTo>
                  <a:lnTo>
                    <a:pt x="980" y="4444"/>
                  </a:lnTo>
                  <a:lnTo>
                    <a:pt x="1281" y="4575"/>
                  </a:lnTo>
                  <a:lnTo>
                    <a:pt x="1582" y="4688"/>
                  </a:lnTo>
                  <a:lnTo>
                    <a:pt x="1883" y="4783"/>
                  </a:lnTo>
                  <a:lnTo>
                    <a:pt x="2166" y="4858"/>
                  </a:lnTo>
                  <a:lnTo>
                    <a:pt x="2429" y="4933"/>
                  </a:lnTo>
                  <a:lnTo>
                    <a:pt x="2712" y="4971"/>
                  </a:lnTo>
                  <a:lnTo>
                    <a:pt x="2975" y="5008"/>
                  </a:lnTo>
                  <a:lnTo>
                    <a:pt x="3502" y="5065"/>
                  </a:lnTo>
                  <a:lnTo>
                    <a:pt x="4011" y="5065"/>
                  </a:lnTo>
                  <a:lnTo>
                    <a:pt x="4519" y="5027"/>
                  </a:lnTo>
                  <a:lnTo>
                    <a:pt x="4575" y="4161"/>
                  </a:lnTo>
                  <a:lnTo>
                    <a:pt x="4613" y="3164"/>
                  </a:lnTo>
                  <a:lnTo>
                    <a:pt x="4632" y="2109"/>
                  </a:lnTo>
                  <a:lnTo>
                    <a:pt x="4613" y="980"/>
                  </a:lnTo>
                  <a:lnTo>
                    <a:pt x="3559" y="679"/>
                  </a:lnTo>
                  <a:lnTo>
                    <a:pt x="2486" y="415"/>
                  </a:lnTo>
                  <a:lnTo>
                    <a:pt x="1394" y="189"/>
                  </a:lnTo>
                  <a:lnTo>
                    <a:pt x="321"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41" name="Google Shape;1741;p38"/>
            <p:cNvSpPr/>
            <p:nvPr/>
          </p:nvSpPr>
          <p:spPr>
            <a:xfrm>
              <a:off x="3253292" y="2719029"/>
              <a:ext cx="86740" cy="163196"/>
            </a:xfrm>
            <a:custGeom>
              <a:rect b="b" l="l" r="r" t="t"/>
              <a:pathLst>
                <a:path extrusionOk="0" h="8077" w="4293">
                  <a:moveTo>
                    <a:pt x="641" y="0"/>
                  </a:moveTo>
                  <a:lnTo>
                    <a:pt x="565" y="396"/>
                  </a:lnTo>
                  <a:lnTo>
                    <a:pt x="490" y="1017"/>
                  </a:lnTo>
                  <a:lnTo>
                    <a:pt x="321" y="2749"/>
                  </a:lnTo>
                  <a:lnTo>
                    <a:pt x="151" y="4876"/>
                  </a:lnTo>
                  <a:lnTo>
                    <a:pt x="1" y="7098"/>
                  </a:lnTo>
                  <a:lnTo>
                    <a:pt x="1074" y="7286"/>
                  </a:lnTo>
                  <a:lnTo>
                    <a:pt x="2166" y="7512"/>
                  </a:lnTo>
                  <a:lnTo>
                    <a:pt x="3239" y="7776"/>
                  </a:lnTo>
                  <a:lnTo>
                    <a:pt x="4293" y="8077"/>
                  </a:lnTo>
                  <a:lnTo>
                    <a:pt x="4255" y="6966"/>
                  </a:lnTo>
                  <a:lnTo>
                    <a:pt x="4199" y="5874"/>
                  </a:lnTo>
                  <a:lnTo>
                    <a:pt x="4124" y="4782"/>
                  </a:lnTo>
                  <a:lnTo>
                    <a:pt x="4011" y="3747"/>
                  </a:lnTo>
                  <a:lnTo>
                    <a:pt x="3898" y="2768"/>
                  </a:lnTo>
                  <a:lnTo>
                    <a:pt x="3747" y="1883"/>
                  </a:lnTo>
                  <a:lnTo>
                    <a:pt x="3672" y="1469"/>
                  </a:lnTo>
                  <a:lnTo>
                    <a:pt x="3578" y="1111"/>
                  </a:lnTo>
                  <a:lnTo>
                    <a:pt x="3502" y="772"/>
                  </a:lnTo>
                  <a:lnTo>
                    <a:pt x="3408" y="471"/>
                  </a:lnTo>
                  <a:lnTo>
                    <a:pt x="3126" y="358"/>
                  </a:lnTo>
                  <a:lnTo>
                    <a:pt x="2787" y="264"/>
                  </a:lnTo>
                  <a:lnTo>
                    <a:pt x="2429" y="189"/>
                  </a:lnTo>
                  <a:lnTo>
                    <a:pt x="2053" y="113"/>
                  </a:lnTo>
                  <a:lnTo>
                    <a:pt x="1657" y="57"/>
                  </a:lnTo>
                  <a:lnTo>
                    <a:pt x="1281" y="19"/>
                  </a:lnTo>
                  <a:lnTo>
                    <a:pt x="942" y="0"/>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42" name="Google Shape;1742;p38"/>
            <p:cNvSpPr/>
            <p:nvPr/>
          </p:nvSpPr>
          <p:spPr>
            <a:xfrm>
              <a:off x="2991598" y="2932796"/>
              <a:ext cx="346920" cy="447339"/>
            </a:xfrm>
            <a:custGeom>
              <a:rect b="b" l="l" r="r" t="t"/>
              <a:pathLst>
                <a:path extrusionOk="0" h="22140" w="17170">
                  <a:moveTo>
                    <a:pt x="7550" y="1"/>
                  </a:moveTo>
                  <a:lnTo>
                    <a:pt x="6477" y="19"/>
                  </a:lnTo>
                  <a:lnTo>
                    <a:pt x="5404" y="95"/>
                  </a:lnTo>
                  <a:lnTo>
                    <a:pt x="4349" y="189"/>
                  </a:lnTo>
                  <a:lnTo>
                    <a:pt x="3276" y="339"/>
                  </a:lnTo>
                  <a:lnTo>
                    <a:pt x="2184" y="528"/>
                  </a:lnTo>
                  <a:lnTo>
                    <a:pt x="1092" y="772"/>
                  </a:lnTo>
                  <a:lnTo>
                    <a:pt x="1" y="1036"/>
                  </a:lnTo>
                  <a:lnTo>
                    <a:pt x="396" y="3144"/>
                  </a:lnTo>
                  <a:lnTo>
                    <a:pt x="810" y="5404"/>
                  </a:lnTo>
                  <a:lnTo>
                    <a:pt x="998" y="6571"/>
                  </a:lnTo>
                  <a:lnTo>
                    <a:pt x="1187" y="7776"/>
                  </a:lnTo>
                  <a:lnTo>
                    <a:pt x="1356" y="8999"/>
                  </a:lnTo>
                  <a:lnTo>
                    <a:pt x="1525" y="10261"/>
                  </a:lnTo>
                  <a:lnTo>
                    <a:pt x="1638" y="11522"/>
                  </a:lnTo>
                  <a:lnTo>
                    <a:pt x="1751" y="12802"/>
                  </a:lnTo>
                  <a:lnTo>
                    <a:pt x="1827" y="14101"/>
                  </a:lnTo>
                  <a:lnTo>
                    <a:pt x="1864" y="15400"/>
                  </a:lnTo>
                  <a:lnTo>
                    <a:pt x="1864" y="16699"/>
                  </a:lnTo>
                  <a:lnTo>
                    <a:pt x="1846" y="17358"/>
                  </a:lnTo>
                  <a:lnTo>
                    <a:pt x="1808" y="18017"/>
                  </a:lnTo>
                  <a:lnTo>
                    <a:pt x="1770" y="18676"/>
                  </a:lnTo>
                  <a:lnTo>
                    <a:pt x="1714" y="19335"/>
                  </a:lnTo>
                  <a:lnTo>
                    <a:pt x="1638" y="19994"/>
                  </a:lnTo>
                  <a:lnTo>
                    <a:pt x="1563" y="20652"/>
                  </a:lnTo>
                  <a:lnTo>
                    <a:pt x="1921" y="20860"/>
                  </a:lnTo>
                  <a:lnTo>
                    <a:pt x="2297" y="21048"/>
                  </a:lnTo>
                  <a:lnTo>
                    <a:pt x="2693" y="21217"/>
                  </a:lnTo>
                  <a:lnTo>
                    <a:pt x="3107" y="21368"/>
                  </a:lnTo>
                  <a:lnTo>
                    <a:pt x="3521" y="21500"/>
                  </a:lnTo>
                  <a:lnTo>
                    <a:pt x="3973" y="21631"/>
                  </a:lnTo>
                  <a:lnTo>
                    <a:pt x="4425" y="21744"/>
                  </a:lnTo>
                  <a:lnTo>
                    <a:pt x="4895" y="21839"/>
                  </a:lnTo>
                  <a:lnTo>
                    <a:pt x="5366" y="21914"/>
                  </a:lnTo>
                  <a:lnTo>
                    <a:pt x="5855" y="21989"/>
                  </a:lnTo>
                  <a:lnTo>
                    <a:pt x="6345" y="22046"/>
                  </a:lnTo>
                  <a:lnTo>
                    <a:pt x="6853" y="22083"/>
                  </a:lnTo>
                  <a:lnTo>
                    <a:pt x="7361" y="22121"/>
                  </a:lnTo>
                  <a:lnTo>
                    <a:pt x="7889" y="22140"/>
                  </a:lnTo>
                  <a:lnTo>
                    <a:pt x="8397" y="22140"/>
                  </a:lnTo>
                  <a:lnTo>
                    <a:pt x="8924" y="22121"/>
                  </a:lnTo>
                  <a:lnTo>
                    <a:pt x="9959" y="22083"/>
                  </a:lnTo>
                  <a:lnTo>
                    <a:pt x="10995" y="21989"/>
                  </a:lnTo>
                  <a:lnTo>
                    <a:pt x="12011" y="21857"/>
                  </a:lnTo>
                  <a:lnTo>
                    <a:pt x="13009" y="21688"/>
                  </a:lnTo>
                  <a:lnTo>
                    <a:pt x="13950" y="21481"/>
                  </a:lnTo>
                  <a:lnTo>
                    <a:pt x="14854" y="21236"/>
                  </a:lnTo>
                  <a:lnTo>
                    <a:pt x="15306" y="21104"/>
                  </a:lnTo>
                  <a:lnTo>
                    <a:pt x="15720" y="20954"/>
                  </a:lnTo>
                  <a:lnTo>
                    <a:pt x="16115" y="20822"/>
                  </a:lnTo>
                  <a:lnTo>
                    <a:pt x="16492" y="20671"/>
                  </a:lnTo>
                  <a:lnTo>
                    <a:pt x="16379" y="19899"/>
                  </a:lnTo>
                  <a:lnTo>
                    <a:pt x="16285" y="19146"/>
                  </a:lnTo>
                  <a:lnTo>
                    <a:pt x="16210" y="18412"/>
                  </a:lnTo>
                  <a:lnTo>
                    <a:pt x="16153" y="17716"/>
                  </a:lnTo>
                  <a:lnTo>
                    <a:pt x="16115" y="17019"/>
                  </a:lnTo>
                  <a:lnTo>
                    <a:pt x="16078" y="16360"/>
                  </a:lnTo>
                  <a:lnTo>
                    <a:pt x="16059" y="15701"/>
                  </a:lnTo>
                  <a:lnTo>
                    <a:pt x="16059" y="15061"/>
                  </a:lnTo>
                  <a:lnTo>
                    <a:pt x="16078" y="14440"/>
                  </a:lnTo>
                  <a:lnTo>
                    <a:pt x="16097" y="13838"/>
                  </a:lnTo>
                  <a:lnTo>
                    <a:pt x="16172" y="12652"/>
                  </a:lnTo>
                  <a:lnTo>
                    <a:pt x="16266" y="11503"/>
                  </a:lnTo>
                  <a:lnTo>
                    <a:pt x="16398" y="10392"/>
                  </a:lnTo>
                  <a:lnTo>
                    <a:pt x="16680" y="8227"/>
                  </a:lnTo>
                  <a:lnTo>
                    <a:pt x="16812" y="7154"/>
                  </a:lnTo>
                  <a:lnTo>
                    <a:pt x="16944" y="6081"/>
                  </a:lnTo>
                  <a:lnTo>
                    <a:pt x="17057" y="4989"/>
                  </a:lnTo>
                  <a:lnTo>
                    <a:pt x="17132" y="3879"/>
                  </a:lnTo>
                  <a:lnTo>
                    <a:pt x="17151" y="3295"/>
                  </a:lnTo>
                  <a:lnTo>
                    <a:pt x="17170" y="2730"/>
                  </a:lnTo>
                  <a:lnTo>
                    <a:pt x="17170" y="2147"/>
                  </a:lnTo>
                  <a:lnTo>
                    <a:pt x="17151" y="1544"/>
                  </a:lnTo>
                  <a:lnTo>
                    <a:pt x="16078" y="1224"/>
                  </a:lnTo>
                  <a:lnTo>
                    <a:pt x="14986" y="942"/>
                  </a:lnTo>
                  <a:lnTo>
                    <a:pt x="13913" y="697"/>
                  </a:lnTo>
                  <a:lnTo>
                    <a:pt x="12859" y="490"/>
                  </a:lnTo>
                  <a:lnTo>
                    <a:pt x="11786" y="321"/>
                  </a:lnTo>
                  <a:lnTo>
                    <a:pt x="10731" y="170"/>
                  </a:lnTo>
                  <a:lnTo>
                    <a:pt x="9658" y="76"/>
                  </a:lnTo>
                  <a:lnTo>
                    <a:pt x="8604" y="19"/>
                  </a:lnTo>
                  <a:lnTo>
                    <a:pt x="7550"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grpSp>
      <p:grpSp>
        <p:nvGrpSpPr>
          <p:cNvPr id="1743" name="Google Shape;1743;p38"/>
          <p:cNvGrpSpPr/>
          <p:nvPr/>
        </p:nvGrpSpPr>
        <p:grpSpPr>
          <a:xfrm>
            <a:off x="7367366" y="337752"/>
            <a:ext cx="594649" cy="481888"/>
            <a:chOff x="4782650" y="1313875"/>
            <a:chExt cx="327775" cy="327125"/>
          </a:xfrm>
        </p:grpSpPr>
        <p:sp>
          <p:nvSpPr>
            <p:cNvPr id="1744" name="Google Shape;1744;p38"/>
            <p:cNvSpPr/>
            <p:nvPr/>
          </p:nvSpPr>
          <p:spPr>
            <a:xfrm>
              <a:off x="4932600" y="1334450"/>
              <a:ext cx="33850" cy="21250"/>
            </a:xfrm>
            <a:custGeom>
              <a:rect b="b" l="l" r="r" t="t"/>
              <a:pathLst>
                <a:path extrusionOk="0" h="850" w="1354">
                  <a:moveTo>
                    <a:pt x="0" y="0"/>
                  </a:moveTo>
                  <a:lnTo>
                    <a:pt x="0"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8"/>
            <p:cNvSpPr/>
            <p:nvPr/>
          </p:nvSpPr>
          <p:spPr>
            <a:xfrm>
              <a:off x="4865575" y="1334450"/>
              <a:ext cx="33200" cy="21250"/>
            </a:xfrm>
            <a:custGeom>
              <a:rect b="b" l="l" r="r" t="t"/>
              <a:pathLst>
                <a:path extrusionOk="0" h="850" w="1328">
                  <a:moveTo>
                    <a:pt x="107" y="0"/>
                  </a:moveTo>
                  <a:lnTo>
                    <a:pt x="54" y="27"/>
                  </a:lnTo>
                  <a:lnTo>
                    <a:pt x="27" y="53"/>
                  </a:lnTo>
                  <a:lnTo>
                    <a:pt x="1" y="80"/>
                  </a:lnTo>
                  <a:lnTo>
                    <a:pt x="1" y="133"/>
                  </a:ln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8"/>
            <p:cNvSpPr/>
            <p:nvPr/>
          </p:nvSpPr>
          <p:spPr>
            <a:xfrm>
              <a:off x="488482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8"/>
            <p:cNvSpPr/>
            <p:nvPr/>
          </p:nvSpPr>
          <p:spPr>
            <a:xfrm>
              <a:off x="489875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8"/>
            <p:cNvSpPr/>
            <p:nvPr/>
          </p:nvSpPr>
          <p:spPr>
            <a:xfrm>
              <a:off x="491865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8"/>
            <p:cNvSpPr/>
            <p:nvPr/>
          </p:nvSpPr>
          <p:spPr>
            <a:xfrm>
              <a:off x="4952500"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8"/>
            <p:cNvSpPr/>
            <p:nvPr/>
          </p:nvSpPr>
          <p:spPr>
            <a:xfrm>
              <a:off x="4966425" y="1334450"/>
              <a:ext cx="33200" cy="21250"/>
            </a:xfrm>
            <a:custGeom>
              <a:rect b="b" l="l" r="r" t="t"/>
              <a:pathLst>
                <a:path extrusionOk="0" h="850" w="1328">
                  <a:moveTo>
                    <a:pt x="1" y="0"/>
                  </a:move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8"/>
            <p:cNvSpPr/>
            <p:nvPr/>
          </p:nvSpPr>
          <p:spPr>
            <a:xfrm>
              <a:off x="499960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8"/>
            <p:cNvSpPr/>
            <p:nvPr/>
          </p:nvSpPr>
          <p:spPr>
            <a:xfrm>
              <a:off x="5033450" y="1334450"/>
              <a:ext cx="33200" cy="21250"/>
            </a:xfrm>
            <a:custGeom>
              <a:rect b="b" l="l" r="r" t="t"/>
              <a:pathLst>
                <a:path extrusionOk="0" h="850" w="1328">
                  <a:moveTo>
                    <a:pt x="0" y="0"/>
                  </a:moveTo>
                  <a:lnTo>
                    <a:pt x="0" y="850"/>
                  </a:lnTo>
                  <a:lnTo>
                    <a:pt x="1274" y="850"/>
                  </a:lnTo>
                  <a:lnTo>
                    <a:pt x="1301" y="823"/>
                  </a:lnTo>
                  <a:lnTo>
                    <a:pt x="1327" y="796"/>
                  </a:lnTo>
                  <a:lnTo>
                    <a:pt x="1327" y="743"/>
                  </a:lnTo>
                  <a:lnTo>
                    <a:pt x="1327" y="133"/>
                  </a:lnTo>
                  <a:lnTo>
                    <a:pt x="1327" y="80"/>
                  </a:lnTo>
                  <a:lnTo>
                    <a:pt x="1301" y="53"/>
                  </a:lnTo>
                  <a:lnTo>
                    <a:pt x="1274" y="27"/>
                  </a:lnTo>
                  <a:lnTo>
                    <a:pt x="122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8"/>
            <p:cNvSpPr/>
            <p:nvPr/>
          </p:nvSpPr>
          <p:spPr>
            <a:xfrm>
              <a:off x="4916000" y="1313875"/>
              <a:ext cx="33200" cy="20600"/>
            </a:xfrm>
            <a:custGeom>
              <a:rect b="b" l="l" r="r" t="t"/>
              <a:pathLst>
                <a:path extrusionOk="0" h="824" w="1328">
                  <a:moveTo>
                    <a:pt x="54" y="1"/>
                  </a:moveTo>
                  <a:lnTo>
                    <a:pt x="27" y="27"/>
                  </a:lnTo>
                  <a:lnTo>
                    <a:pt x="1" y="54"/>
                  </a:lnTo>
                  <a:lnTo>
                    <a:pt x="1" y="107"/>
                  </a:lnTo>
                  <a:lnTo>
                    <a:pt x="1" y="823"/>
                  </a:lnTo>
                  <a:lnTo>
                    <a:pt x="1328" y="823"/>
                  </a:lnTo>
                  <a:lnTo>
                    <a:pt x="132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8"/>
            <p:cNvSpPr/>
            <p:nvPr/>
          </p:nvSpPr>
          <p:spPr>
            <a:xfrm>
              <a:off x="4949175" y="1313875"/>
              <a:ext cx="33875" cy="20600"/>
            </a:xfrm>
            <a:custGeom>
              <a:rect b="b" l="l" r="r" t="t"/>
              <a:pathLst>
                <a:path extrusionOk="0" h="824" w="1355">
                  <a:moveTo>
                    <a:pt x="1" y="1"/>
                  </a:moveTo>
                  <a:lnTo>
                    <a:pt x="1" y="823"/>
                  </a:lnTo>
                  <a:lnTo>
                    <a:pt x="1354" y="823"/>
                  </a:lnTo>
                  <a:lnTo>
                    <a:pt x="135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8"/>
            <p:cNvSpPr/>
            <p:nvPr/>
          </p:nvSpPr>
          <p:spPr>
            <a:xfrm>
              <a:off x="4983025" y="1313875"/>
              <a:ext cx="33200" cy="20600"/>
            </a:xfrm>
            <a:custGeom>
              <a:rect b="b" l="l" r="r" t="t"/>
              <a:pathLst>
                <a:path extrusionOk="0" h="824" w="1328">
                  <a:moveTo>
                    <a:pt x="0" y="1"/>
                  </a:moveTo>
                  <a:lnTo>
                    <a:pt x="0" y="823"/>
                  </a:lnTo>
                  <a:lnTo>
                    <a:pt x="1327" y="823"/>
                  </a:lnTo>
                  <a:lnTo>
                    <a:pt x="132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8"/>
            <p:cNvSpPr/>
            <p:nvPr/>
          </p:nvSpPr>
          <p:spPr>
            <a:xfrm>
              <a:off x="5016200" y="1313875"/>
              <a:ext cx="33850" cy="20600"/>
            </a:xfrm>
            <a:custGeom>
              <a:rect b="b" l="l" r="r" t="t"/>
              <a:pathLst>
                <a:path extrusionOk="0" h="824" w="1354">
                  <a:moveTo>
                    <a:pt x="0" y="1"/>
                  </a:moveTo>
                  <a:lnTo>
                    <a:pt x="0" y="823"/>
                  </a:lnTo>
                  <a:lnTo>
                    <a:pt x="1354" y="823"/>
                  </a:lnTo>
                  <a:lnTo>
                    <a:pt x="1354" y="107"/>
                  </a:lnTo>
                  <a:lnTo>
                    <a:pt x="1354" y="54"/>
                  </a:lnTo>
                  <a:lnTo>
                    <a:pt x="1327" y="27"/>
                  </a:lnTo>
                  <a:lnTo>
                    <a:pt x="127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8"/>
            <p:cNvSpPr/>
            <p:nvPr/>
          </p:nvSpPr>
          <p:spPr>
            <a:xfrm>
              <a:off x="498567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8"/>
            <p:cNvSpPr/>
            <p:nvPr/>
          </p:nvSpPr>
          <p:spPr>
            <a:xfrm>
              <a:off x="501950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8"/>
            <p:cNvSpPr/>
            <p:nvPr/>
          </p:nvSpPr>
          <p:spPr>
            <a:xfrm>
              <a:off x="5050025" y="1334450"/>
              <a:ext cx="16625" cy="21250"/>
            </a:xfrm>
            <a:custGeom>
              <a:rect b="b" l="l" r="r" t="t"/>
              <a:pathLst>
                <a:path extrusionOk="0" h="850" w="665">
                  <a:moveTo>
                    <a:pt x="1" y="0"/>
                  </a:moveTo>
                  <a:lnTo>
                    <a:pt x="54" y="27"/>
                  </a:lnTo>
                  <a:lnTo>
                    <a:pt x="80" y="53"/>
                  </a:lnTo>
                  <a:lnTo>
                    <a:pt x="107" y="80"/>
                  </a:lnTo>
                  <a:lnTo>
                    <a:pt x="107" y="133"/>
                  </a:lnTo>
                  <a:lnTo>
                    <a:pt x="107" y="743"/>
                  </a:lnTo>
                  <a:lnTo>
                    <a:pt x="107" y="796"/>
                  </a:lnTo>
                  <a:lnTo>
                    <a:pt x="80" y="823"/>
                  </a:lnTo>
                  <a:lnTo>
                    <a:pt x="54" y="850"/>
                  </a:lnTo>
                  <a:lnTo>
                    <a:pt x="611" y="850"/>
                  </a:lnTo>
                  <a:lnTo>
                    <a:pt x="638" y="823"/>
                  </a:lnTo>
                  <a:lnTo>
                    <a:pt x="664" y="796"/>
                  </a:lnTo>
                  <a:lnTo>
                    <a:pt x="664" y="743"/>
                  </a:lnTo>
                  <a:lnTo>
                    <a:pt x="664" y="133"/>
                  </a:lnTo>
                  <a:lnTo>
                    <a:pt x="664" y="80"/>
                  </a:lnTo>
                  <a:lnTo>
                    <a:pt x="638" y="53"/>
                  </a:lnTo>
                  <a:lnTo>
                    <a:pt x="611" y="27"/>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8"/>
            <p:cNvSpPr/>
            <p:nvPr/>
          </p:nvSpPr>
          <p:spPr>
            <a:xfrm>
              <a:off x="4935250" y="1313875"/>
              <a:ext cx="13950" cy="20600"/>
            </a:xfrm>
            <a:custGeom>
              <a:rect b="b" l="l" r="r" t="t"/>
              <a:pathLst>
                <a:path extrusionOk="0" h="824" w="558">
                  <a:moveTo>
                    <a:pt x="0" y="1"/>
                  </a:moveTo>
                  <a:lnTo>
                    <a:pt x="0"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8"/>
            <p:cNvSpPr/>
            <p:nvPr/>
          </p:nvSpPr>
          <p:spPr>
            <a:xfrm>
              <a:off x="4969075" y="1313875"/>
              <a:ext cx="13975" cy="20600"/>
            </a:xfrm>
            <a:custGeom>
              <a:rect b="b" l="l" r="r" t="t"/>
              <a:pathLst>
                <a:path extrusionOk="0" h="824" w="559">
                  <a:moveTo>
                    <a:pt x="1" y="1"/>
                  </a:moveTo>
                  <a:lnTo>
                    <a:pt x="1"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8"/>
            <p:cNvSpPr/>
            <p:nvPr/>
          </p:nvSpPr>
          <p:spPr>
            <a:xfrm>
              <a:off x="5002925" y="1313875"/>
              <a:ext cx="13300" cy="20600"/>
            </a:xfrm>
            <a:custGeom>
              <a:rect b="b" l="l" r="r" t="t"/>
              <a:pathLst>
                <a:path extrusionOk="0" h="824" w="532">
                  <a:moveTo>
                    <a:pt x="0" y="1"/>
                  </a:moveTo>
                  <a:lnTo>
                    <a:pt x="0" y="823"/>
                  </a:lnTo>
                  <a:lnTo>
                    <a:pt x="531" y="823"/>
                  </a:lnTo>
                  <a:lnTo>
                    <a:pt x="53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8"/>
            <p:cNvSpPr/>
            <p:nvPr/>
          </p:nvSpPr>
          <p:spPr>
            <a:xfrm>
              <a:off x="5034100" y="1313875"/>
              <a:ext cx="15950" cy="20600"/>
            </a:xfrm>
            <a:custGeom>
              <a:rect b="b" l="l" r="r" t="t"/>
              <a:pathLst>
                <a:path extrusionOk="0" h="824" w="638">
                  <a:moveTo>
                    <a:pt x="1" y="1"/>
                  </a:moveTo>
                  <a:lnTo>
                    <a:pt x="54" y="27"/>
                  </a:lnTo>
                  <a:lnTo>
                    <a:pt x="80" y="54"/>
                  </a:lnTo>
                  <a:lnTo>
                    <a:pt x="80" y="107"/>
                  </a:lnTo>
                  <a:lnTo>
                    <a:pt x="80" y="823"/>
                  </a:lnTo>
                  <a:lnTo>
                    <a:pt x="638" y="823"/>
                  </a:lnTo>
                  <a:lnTo>
                    <a:pt x="638" y="107"/>
                  </a:lnTo>
                  <a:lnTo>
                    <a:pt x="638" y="54"/>
                  </a:lnTo>
                  <a:lnTo>
                    <a:pt x="611" y="27"/>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8"/>
            <p:cNvSpPr/>
            <p:nvPr/>
          </p:nvSpPr>
          <p:spPr>
            <a:xfrm>
              <a:off x="4814500" y="1573300"/>
              <a:ext cx="39150" cy="31200"/>
            </a:xfrm>
            <a:custGeom>
              <a:rect b="b" l="l" r="r" t="t"/>
              <a:pathLst>
                <a:path extrusionOk="0" h="1248" w="1566">
                  <a:moveTo>
                    <a:pt x="0" y="0"/>
                  </a:moveTo>
                  <a:lnTo>
                    <a:pt x="0" y="1009"/>
                  </a:lnTo>
                  <a:lnTo>
                    <a:pt x="743"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8"/>
            <p:cNvSpPr/>
            <p:nvPr/>
          </p:nvSpPr>
          <p:spPr>
            <a:xfrm>
              <a:off x="4814500" y="1392825"/>
              <a:ext cx="39150" cy="30550"/>
            </a:xfrm>
            <a:custGeom>
              <a:rect b="b" l="l" r="r" t="t"/>
              <a:pathLst>
                <a:path extrusionOk="0" h="1222" w="1566">
                  <a:moveTo>
                    <a:pt x="743" y="1"/>
                  </a:moveTo>
                  <a:lnTo>
                    <a:pt x="0" y="213"/>
                  </a:lnTo>
                  <a:lnTo>
                    <a:pt x="0" y="1222"/>
                  </a:lnTo>
                  <a:lnTo>
                    <a:pt x="1566" y="1222"/>
                  </a:lnTo>
                  <a:lnTo>
                    <a:pt x="1566" y="213"/>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8"/>
            <p:cNvSpPr/>
            <p:nvPr/>
          </p:nvSpPr>
          <p:spPr>
            <a:xfrm>
              <a:off x="4820475" y="1548750"/>
              <a:ext cx="27225" cy="24575"/>
            </a:xfrm>
            <a:custGeom>
              <a:rect b="b" l="l" r="r" t="t"/>
              <a:pathLst>
                <a:path extrusionOk="0" h="983" w="1089">
                  <a:moveTo>
                    <a:pt x="0" y="0"/>
                  </a:moveTo>
                  <a:lnTo>
                    <a:pt x="0" y="982"/>
                  </a:lnTo>
                  <a:lnTo>
                    <a:pt x="1088" y="982"/>
                  </a:lnTo>
                  <a:lnTo>
                    <a:pt x="108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8"/>
            <p:cNvSpPr/>
            <p:nvPr/>
          </p:nvSpPr>
          <p:spPr>
            <a:xfrm>
              <a:off x="483372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8"/>
            <p:cNvSpPr/>
            <p:nvPr/>
          </p:nvSpPr>
          <p:spPr>
            <a:xfrm>
              <a:off x="4820475" y="1423350"/>
              <a:ext cx="27225" cy="125425"/>
            </a:xfrm>
            <a:custGeom>
              <a:rect b="b" l="l" r="r" t="t"/>
              <a:pathLst>
                <a:path extrusionOk="0" h="5017" w="1089">
                  <a:moveTo>
                    <a:pt x="106" y="1"/>
                  </a:moveTo>
                  <a:lnTo>
                    <a:pt x="0" y="5016"/>
                  </a:lnTo>
                  <a:lnTo>
                    <a:pt x="1088" y="5016"/>
                  </a:lnTo>
                  <a:lnTo>
                    <a:pt x="98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8"/>
            <p:cNvSpPr/>
            <p:nvPr/>
          </p:nvSpPr>
          <p:spPr>
            <a:xfrm>
              <a:off x="483307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8"/>
            <p:cNvSpPr/>
            <p:nvPr/>
          </p:nvSpPr>
          <p:spPr>
            <a:xfrm>
              <a:off x="484037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8"/>
            <p:cNvSpPr/>
            <p:nvPr/>
          </p:nvSpPr>
          <p:spPr>
            <a:xfrm>
              <a:off x="484037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8"/>
            <p:cNvSpPr/>
            <p:nvPr/>
          </p:nvSpPr>
          <p:spPr>
            <a:xfrm>
              <a:off x="4801225" y="1568650"/>
              <a:ext cx="65700" cy="9975"/>
            </a:xfrm>
            <a:custGeom>
              <a:rect b="b" l="l" r="r" t="t"/>
              <a:pathLst>
                <a:path extrusionOk="0" h="399" w="2628">
                  <a:moveTo>
                    <a:pt x="186" y="1"/>
                  </a:moveTo>
                  <a:lnTo>
                    <a:pt x="107" y="27"/>
                  </a:lnTo>
                  <a:lnTo>
                    <a:pt x="53" y="54"/>
                  </a:lnTo>
                  <a:lnTo>
                    <a:pt x="0" y="133"/>
                  </a:lnTo>
                  <a:lnTo>
                    <a:pt x="0" y="186"/>
                  </a:lnTo>
                  <a:lnTo>
                    <a:pt x="0" y="266"/>
                  </a:lnTo>
                  <a:lnTo>
                    <a:pt x="53" y="346"/>
                  </a:lnTo>
                  <a:lnTo>
                    <a:pt x="107"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8"/>
            <p:cNvSpPr/>
            <p:nvPr/>
          </p:nvSpPr>
          <p:spPr>
            <a:xfrm>
              <a:off x="4804550" y="1418050"/>
              <a:ext cx="59075" cy="9975"/>
            </a:xfrm>
            <a:custGeom>
              <a:rect b="b" l="l" r="r" t="t"/>
              <a:pathLst>
                <a:path extrusionOk="0" h="399" w="2363">
                  <a:moveTo>
                    <a:pt x="186" y="0"/>
                  </a:moveTo>
                  <a:lnTo>
                    <a:pt x="106" y="27"/>
                  </a:lnTo>
                  <a:lnTo>
                    <a:pt x="53" y="53"/>
                  </a:lnTo>
                  <a:lnTo>
                    <a:pt x="0" y="133"/>
                  </a:lnTo>
                  <a:lnTo>
                    <a:pt x="0" y="213"/>
                  </a:lnTo>
                  <a:lnTo>
                    <a:pt x="0"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8"/>
            <p:cNvSpPr/>
            <p:nvPr/>
          </p:nvSpPr>
          <p:spPr>
            <a:xfrm>
              <a:off x="488947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8"/>
            <p:cNvSpPr/>
            <p:nvPr/>
          </p:nvSpPr>
          <p:spPr>
            <a:xfrm>
              <a:off x="4889475" y="1391500"/>
              <a:ext cx="39150" cy="31875"/>
            </a:xfrm>
            <a:custGeom>
              <a:rect b="b" l="l" r="r" t="t"/>
              <a:pathLst>
                <a:path extrusionOk="0" h="1275" w="1566">
                  <a:moveTo>
                    <a:pt x="743" y="1"/>
                  </a:moveTo>
                  <a:lnTo>
                    <a:pt x="0" y="266"/>
                  </a:lnTo>
                  <a:lnTo>
                    <a:pt x="0" y="1275"/>
                  </a:lnTo>
                  <a:lnTo>
                    <a:pt x="1566" y="1275"/>
                  </a:lnTo>
                  <a:lnTo>
                    <a:pt x="1566" y="266"/>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8"/>
            <p:cNvSpPr/>
            <p:nvPr/>
          </p:nvSpPr>
          <p:spPr>
            <a:xfrm>
              <a:off x="4895425"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8"/>
            <p:cNvSpPr/>
            <p:nvPr/>
          </p:nvSpPr>
          <p:spPr>
            <a:xfrm>
              <a:off x="4908700"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8"/>
            <p:cNvSpPr/>
            <p:nvPr/>
          </p:nvSpPr>
          <p:spPr>
            <a:xfrm>
              <a:off x="4895425"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8"/>
            <p:cNvSpPr/>
            <p:nvPr/>
          </p:nvSpPr>
          <p:spPr>
            <a:xfrm>
              <a:off x="4908050"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8"/>
            <p:cNvSpPr/>
            <p:nvPr/>
          </p:nvSpPr>
          <p:spPr>
            <a:xfrm>
              <a:off x="491535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8"/>
            <p:cNvSpPr/>
            <p:nvPr/>
          </p:nvSpPr>
          <p:spPr>
            <a:xfrm>
              <a:off x="491535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8"/>
            <p:cNvSpPr/>
            <p:nvPr/>
          </p:nvSpPr>
          <p:spPr>
            <a:xfrm>
              <a:off x="487620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8"/>
            <p:cNvSpPr/>
            <p:nvPr/>
          </p:nvSpPr>
          <p:spPr>
            <a:xfrm>
              <a:off x="4879525" y="1418050"/>
              <a:ext cx="59075" cy="9975"/>
            </a:xfrm>
            <a:custGeom>
              <a:rect b="b" l="l" r="r" t="t"/>
              <a:pathLst>
                <a:path extrusionOk="0" h="399" w="2363">
                  <a:moveTo>
                    <a:pt x="186" y="0"/>
                  </a:moveTo>
                  <a:lnTo>
                    <a:pt x="106" y="27"/>
                  </a:lnTo>
                  <a:lnTo>
                    <a:pt x="53" y="53"/>
                  </a:lnTo>
                  <a:lnTo>
                    <a:pt x="27" y="133"/>
                  </a:lnTo>
                  <a:lnTo>
                    <a:pt x="0" y="213"/>
                  </a:lnTo>
                  <a:lnTo>
                    <a:pt x="27"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8"/>
            <p:cNvSpPr/>
            <p:nvPr/>
          </p:nvSpPr>
          <p:spPr>
            <a:xfrm>
              <a:off x="4964450"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8"/>
            <p:cNvSpPr/>
            <p:nvPr/>
          </p:nvSpPr>
          <p:spPr>
            <a:xfrm>
              <a:off x="4964450" y="1392825"/>
              <a:ext cx="39150" cy="30550"/>
            </a:xfrm>
            <a:custGeom>
              <a:rect b="b" l="l" r="r" t="t"/>
              <a:pathLst>
                <a:path extrusionOk="0" h="1222" w="1566">
                  <a:moveTo>
                    <a:pt x="849" y="1"/>
                  </a:moveTo>
                  <a:lnTo>
                    <a:pt x="0" y="213"/>
                  </a:lnTo>
                  <a:lnTo>
                    <a:pt x="0" y="1222"/>
                  </a:lnTo>
                  <a:lnTo>
                    <a:pt x="1566" y="1222"/>
                  </a:lnTo>
                  <a:lnTo>
                    <a:pt x="1566" y="213"/>
                  </a:lnTo>
                  <a:lnTo>
                    <a:pt x="849"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8"/>
            <p:cNvSpPr/>
            <p:nvPr/>
          </p:nvSpPr>
          <p:spPr>
            <a:xfrm>
              <a:off x="4970400"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8"/>
            <p:cNvSpPr/>
            <p:nvPr/>
          </p:nvSpPr>
          <p:spPr>
            <a:xfrm>
              <a:off x="498367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8"/>
            <p:cNvSpPr/>
            <p:nvPr/>
          </p:nvSpPr>
          <p:spPr>
            <a:xfrm>
              <a:off x="4970400"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8"/>
            <p:cNvSpPr/>
            <p:nvPr/>
          </p:nvSpPr>
          <p:spPr>
            <a:xfrm>
              <a:off x="498302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8"/>
            <p:cNvSpPr/>
            <p:nvPr/>
          </p:nvSpPr>
          <p:spPr>
            <a:xfrm>
              <a:off x="499032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8"/>
            <p:cNvSpPr/>
            <p:nvPr/>
          </p:nvSpPr>
          <p:spPr>
            <a:xfrm>
              <a:off x="499032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8"/>
            <p:cNvSpPr/>
            <p:nvPr/>
          </p:nvSpPr>
          <p:spPr>
            <a:xfrm>
              <a:off x="4951175"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8"/>
            <p:cNvSpPr/>
            <p:nvPr/>
          </p:nvSpPr>
          <p:spPr>
            <a:xfrm>
              <a:off x="4954475" y="1418050"/>
              <a:ext cx="59075" cy="9975"/>
            </a:xfrm>
            <a:custGeom>
              <a:rect b="b" l="l" r="r" t="t"/>
              <a:pathLst>
                <a:path extrusionOk="0" h="399" w="2363">
                  <a:moveTo>
                    <a:pt x="187" y="0"/>
                  </a:moveTo>
                  <a:lnTo>
                    <a:pt x="107" y="27"/>
                  </a:lnTo>
                  <a:lnTo>
                    <a:pt x="54" y="53"/>
                  </a:lnTo>
                  <a:lnTo>
                    <a:pt x="28" y="133"/>
                  </a:lnTo>
                  <a:lnTo>
                    <a:pt x="1" y="213"/>
                  </a:lnTo>
                  <a:lnTo>
                    <a:pt x="28" y="266"/>
                  </a:lnTo>
                  <a:lnTo>
                    <a:pt x="54" y="345"/>
                  </a:lnTo>
                  <a:lnTo>
                    <a:pt x="107"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8"/>
            <p:cNvSpPr/>
            <p:nvPr/>
          </p:nvSpPr>
          <p:spPr>
            <a:xfrm>
              <a:off x="503942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8"/>
            <p:cNvSpPr/>
            <p:nvPr/>
          </p:nvSpPr>
          <p:spPr>
            <a:xfrm>
              <a:off x="5039425" y="1392825"/>
              <a:ext cx="39150" cy="30550"/>
            </a:xfrm>
            <a:custGeom>
              <a:rect b="b" l="l" r="r" t="t"/>
              <a:pathLst>
                <a:path extrusionOk="0" h="1222" w="1566">
                  <a:moveTo>
                    <a:pt x="770" y="1"/>
                  </a:moveTo>
                  <a:lnTo>
                    <a:pt x="0" y="213"/>
                  </a:lnTo>
                  <a:lnTo>
                    <a:pt x="0" y="1222"/>
                  </a:lnTo>
                  <a:lnTo>
                    <a:pt x="1566" y="1222"/>
                  </a:lnTo>
                  <a:lnTo>
                    <a:pt x="1566" y="213"/>
                  </a:lnTo>
                  <a:lnTo>
                    <a:pt x="77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8"/>
            <p:cNvSpPr/>
            <p:nvPr/>
          </p:nvSpPr>
          <p:spPr>
            <a:xfrm>
              <a:off x="5045375" y="1548750"/>
              <a:ext cx="27225" cy="24575"/>
            </a:xfrm>
            <a:custGeom>
              <a:rect b="b" l="l" r="r" t="t"/>
              <a:pathLst>
                <a:path extrusionOk="0" h="983" w="1089">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8"/>
            <p:cNvSpPr/>
            <p:nvPr/>
          </p:nvSpPr>
          <p:spPr>
            <a:xfrm>
              <a:off x="5058650" y="1548750"/>
              <a:ext cx="13950" cy="24575"/>
            </a:xfrm>
            <a:custGeom>
              <a:rect b="b" l="l" r="r" t="t"/>
              <a:pathLst>
                <a:path extrusionOk="0" h="983" w="558">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8"/>
            <p:cNvSpPr/>
            <p:nvPr/>
          </p:nvSpPr>
          <p:spPr>
            <a:xfrm>
              <a:off x="5045375" y="1423350"/>
              <a:ext cx="27225" cy="125425"/>
            </a:xfrm>
            <a:custGeom>
              <a:rect b="b" l="l" r="r" t="t"/>
              <a:pathLst>
                <a:path extrusionOk="0" h="5017" w="1089">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8"/>
            <p:cNvSpPr/>
            <p:nvPr/>
          </p:nvSpPr>
          <p:spPr>
            <a:xfrm>
              <a:off x="5058000" y="1423350"/>
              <a:ext cx="14600" cy="125425"/>
            </a:xfrm>
            <a:custGeom>
              <a:rect b="b" l="l" r="r" t="t"/>
              <a:pathLst>
                <a:path extrusionOk="0" h="5017" w="584">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8"/>
            <p:cNvSpPr/>
            <p:nvPr/>
          </p:nvSpPr>
          <p:spPr>
            <a:xfrm>
              <a:off x="506530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8"/>
            <p:cNvSpPr/>
            <p:nvPr/>
          </p:nvSpPr>
          <p:spPr>
            <a:xfrm>
              <a:off x="506530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8"/>
            <p:cNvSpPr/>
            <p:nvPr/>
          </p:nvSpPr>
          <p:spPr>
            <a:xfrm>
              <a:off x="502615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1" y="372"/>
                  </a:lnTo>
                  <a:lnTo>
                    <a:pt x="2575" y="346"/>
                  </a:lnTo>
                  <a:lnTo>
                    <a:pt x="2628" y="266"/>
                  </a:lnTo>
                  <a:lnTo>
                    <a:pt x="2628" y="186"/>
                  </a:lnTo>
                  <a:lnTo>
                    <a:pt x="2628" y="133"/>
                  </a:lnTo>
                  <a:lnTo>
                    <a:pt x="2575" y="54"/>
                  </a:lnTo>
                  <a:lnTo>
                    <a:pt x="2521"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8"/>
            <p:cNvSpPr/>
            <p:nvPr/>
          </p:nvSpPr>
          <p:spPr>
            <a:xfrm>
              <a:off x="5029450" y="1418050"/>
              <a:ext cx="59075" cy="9975"/>
            </a:xfrm>
            <a:custGeom>
              <a:rect b="b" l="l" r="r" t="t"/>
              <a:pathLst>
                <a:path extrusionOk="0" h="399" w="2363">
                  <a:moveTo>
                    <a:pt x="187" y="0"/>
                  </a:moveTo>
                  <a:lnTo>
                    <a:pt x="134" y="27"/>
                  </a:lnTo>
                  <a:lnTo>
                    <a:pt x="54" y="53"/>
                  </a:lnTo>
                  <a:lnTo>
                    <a:pt x="27" y="133"/>
                  </a:lnTo>
                  <a:lnTo>
                    <a:pt x="1" y="213"/>
                  </a:lnTo>
                  <a:lnTo>
                    <a:pt x="27" y="266"/>
                  </a:lnTo>
                  <a:lnTo>
                    <a:pt x="54" y="345"/>
                  </a:lnTo>
                  <a:lnTo>
                    <a:pt x="134"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8"/>
            <p:cNvSpPr/>
            <p:nvPr/>
          </p:nvSpPr>
          <p:spPr>
            <a:xfrm>
              <a:off x="4836375" y="1355675"/>
              <a:ext cx="220325" cy="23250"/>
            </a:xfrm>
            <a:custGeom>
              <a:rect b="b" l="l" r="r" t="t"/>
              <a:pathLst>
                <a:path extrusionOk="0" h="930" w="8813">
                  <a:moveTo>
                    <a:pt x="107" y="1"/>
                  </a:moveTo>
                  <a:lnTo>
                    <a:pt x="54" y="27"/>
                  </a:lnTo>
                  <a:lnTo>
                    <a:pt x="28" y="54"/>
                  </a:lnTo>
                  <a:lnTo>
                    <a:pt x="1" y="80"/>
                  </a:lnTo>
                  <a:lnTo>
                    <a:pt x="1" y="133"/>
                  </a:lnTo>
                  <a:lnTo>
                    <a:pt x="1" y="929"/>
                  </a:lnTo>
                  <a:lnTo>
                    <a:pt x="8812" y="929"/>
                  </a:lnTo>
                  <a:lnTo>
                    <a:pt x="8812"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8"/>
            <p:cNvSpPr/>
            <p:nvPr/>
          </p:nvSpPr>
          <p:spPr>
            <a:xfrm>
              <a:off x="5042725" y="1355675"/>
              <a:ext cx="13975" cy="21250"/>
            </a:xfrm>
            <a:custGeom>
              <a:rect b="b" l="l" r="r" t="t"/>
              <a:pathLst>
                <a:path extrusionOk="0" h="850" w="559">
                  <a:moveTo>
                    <a:pt x="1" y="1"/>
                  </a:moveTo>
                  <a:lnTo>
                    <a:pt x="1" y="850"/>
                  </a:lnTo>
                  <a:lnTo>
                    <a:pt x="558" y="850"/>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8"/>
            <p:cNvSpPr/>
            <p:nvPr/>
          </p:nvSpPr>
          <p:spPr>
            <a:xfrm>
              <a:off x="4797900" y="1376900"/>
              <a:ext cx="296600" cy="21275"/>
            </a:xfrm>
            <a:custGeom>
              <a:rect b="b" l="l" r="r" t="t"/>
              <a:pathLst>
                <a:path extrusionOk="0" h="851" w="11864">
                  <a:moveTo>
                    <a:pt x="80" y="1"/>
                  </a:moveTo>
                  <a:lnTo>
                    <a:pt x="54" y="27"/>
                  </a:lnTo>
                  <a:lnTo>
                    <a:pt x="27" y="80"/>
                  </a:lnTo>
                  <a:lnTo>
                    <a:pt x="1" y="107"/>
                  </a:lnTo>
                  <a:lnTo>
                    <a:pt x="1" y="744"/>
                  </a:lnTo>
                  <a:lnTo>
                    <a:pt x="27" y="770"/>
                  </a:lnTo>
                  <a:lnTo>
                    <a:pt x="54" y="824"/>
                  </a:lnTo>
                  <a:lnTo>
                    <a:pt x="80" y="850"/>
                  </a:lnTo>
                  <a:lnTo>
                    <a:pt x="11811" y="850"/>
                  </a:lnTo>
                  <a:lnTo>
                    <a:pt x="11837" y="824"/>
                  </a:lnTo>
                  <a:lnTo>
                    <a:pt x="11864" y="770"/>
                  </a:lnTo>
                  <a:lnTo>
                    <a:pt x="11864" y="744"/>
                  </a:lnTo>
                  <a:lnTo>
                    <a:pt x="11864" y="107"/>
                  </a:lnTo>
                  <a:lnTo>
                    <a:pt x="11864" y="80"/>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8"/>
            <p:cNvSpPr/>
            <p:nvPr/>
          </p:nvSpPr>
          <p:spPr>
            <a:xfrm>
              <a:off x="4782650" y="1619750"/>
              <a:ext cx="327775" cy="21250"/>
            </a:xfrm>
            <a:custGeom>
              <a:rect b="b" l="l" r="r" t="t"/>
              <a:pathLst>
                <a:path extrusionOk="0" h="850" w="13111">
                  <a:moveTo>
                    <a:pt x="80" y="0"/>
                  </a:moveTo>
                  <a:lnTo>
                    <a:pt x="27" y="27"/>
                  </a:lnTo>
                  <a:lnTo>
                    <a:pt x="0" y="80"/>
                  </a:lnTo>
                  <a:lnTo>
                    <a:pt x="0" y="106"/>
                  </a:lnTo>
                  <a:lnTo>
                    <a:pt x="0" y="717"/>
                  </a:lnTo>
                  <a:lnTo>
                    <a:pt x="0" y="770"/>
                  </a:lnTo>
                  <a:lnTo>
                    <a:pt x="27" y="796"/>
                  </a:lnTo>
                  <a:lnTo>
                    <a:pt x="80" y="823"/>
                  </a:lnTo>
                  <a:lnTo>
                    <a:pt x="106" y="849"/>
                  </a:lnTo>
                  <a:lnTo>
                    <a:pt x="12978" y="849"/>
                  </a:lnTo>
                  <a:lnTo>
                    <a:pt x="13031" y="823"/>
                  </a:lnTo>
                  <a:lnTo>
                    <a:pt x="13084" y="796"/>
                  </a:lnTo>
                  <a:lnTo>
                    <a:pt x="13084" y="770"/>
                  </a:lnTo>
                  <a:lnTo>
                    <a:pt x="13111" y="717"/>
                  </a:lnTo>
                  <a:lnTo>
                    <a:pt x="13111" y="106"/>
                  </a:lnTo>
                  <a:lnTo>
                    <a:pt x="13084" y="80"/>
                  </a:lnTo>
                  <a:lnTo>
                    <a:pt x="13084" y="27"/>
                  </a:lnTo>
                  <a:lnTo>
                    <a:pt x="1303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8"/>
            <p:cNvSpPr/>
            <p:nvPr/>
          </p:nvSpPr>
          <p:spPr>
            <a:xfrm>
              <a:off x="4797900" y="1598500"/>
              <a:ext cx="296600" cy="26575"/>
            </a:xfrm>
            <a:custGeom>
              <a:rect b="b" l="l" r="r" t="t"/>
              <a:pathLst>
                <a:path extrusionOk="0" h="1063" w="11864">
                  <a:moveTo>
                    <a:pt x="80" y="1"/>
                  </a:moveTo>
                  <a:lnTo>
                    <a:pt x="54" y="27"/>
                  </a:lnTo>
                  <a:lnTo>
                    <a:pt x="27" y="81"/>
                  </a:lnTo>
                  <a:lnTo>
                    <a:pt x="1" y="107"/>
                  </a:lnTo>
                  <a:lnTo>
                    <a:pt x="1" y="1063"/>
                  </a:lnTo>
                  <a:lnTo>
                    <a:pt x="11864" y="1063"/>
                  </a:lnTo>
                  <a:lnTo>
                    <a:pt x="11864" y="107"/>
                  </a:lnTo>
                  <a:lnTo>
                    <a:pt x="11864" y="81"/>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8"/>
            <p:cNvSpPr/>
            <p:nvPr/>
          </p:nvSpPr>
          <p:spPr>
            <a:xfrm>
              <a:off x="5093825" y="1619750"/>
              <a:ext cx="16600" cy="21250"/>
            </a:xfrm>
            <a:custGeom>
              <a:rect b="b" l="l" r="r" t="t"/>
              <a:pathLst>
                <a:path extrusionOk="0" h="850" w="664">
                  <a:moveTo>
                    <a:pt x="53" y="0"/>
                  </a:moveTo>
                  <a:lnTo>
                    <a:pt x="80" y="27"/>
                  </a:lnTo>
                  <a:lnTo>
                    <a:pt x="106" y="80"/>
                  </a:lnTo>
                  <a:lnTo>
                    <a:pt x="133" y="106"/>
                  </a:lnTo>
                  <a:lnTo>
                    <a:pt x="133" y="717"/>
                  </a:lnTo>
                  <a:lnTo>
                    <a:pt x="106" y="770"/>
                  </a:lnTo>
                  <a:lnTo>
                    <a:pt x="80" y="796"/>
                  </a:lnTo>
                  <a:lnTo>
                    <a:pt x="53" y="823"/>
                  </a:lnTo>
                  <a:lnTo>
                    <a:pt x="0" y="849"/>
                  </a:lnTo>
                  <a:lnTo>
                    <a:pt x="531" y="849"/>
                  </a:lnTo>
                  <a:lnTo>
                    <a:pt x="584" y="823"/>
                  </a:lnTo>
                  <a:lnTo>
                    <a:pt x="637" y="796"/>
                  </a:lnTo>
                  <a:lnTo>
                    <a:pt x="637" y="770"/>
                  </a:lnTo>
                  <a:lnTo>
                    <a:pt x="664" y="717"/>
                  </a:lnTo>
                  <a:lnTo>
                    <a:pt x="664" y="106"/>
                  </a:lnTo>
                  <a:lnTo>
                    <a:pt x="637" y="80"/>
                  </a:lnTo>
                  <a:lnTo>
                    <a:pt x="637" y="27"/>
                  </a:lnTo>
                  <a:lnTo>
                    <a:pt x="584"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8"/>
            <p:cNvSpPr/>
            <p:nvPr/>
          </p:nvSpPr>
          <p:spPr>
            <a:xfrm>
              <a:off x="5079875" y="1598500"/>
              <a:ext cx="14625" cy="21275"/>
            </a:xfrm>
            <a:custGeom>
              <a:rect b="b" l="l" r="r" t="t"/>
              <a:pathLst>
                <a:path extrusionOk="0" h="851" w="585">
                  <a:moveTo>
                    <a:pt x="1" y="1"/>
                  </a:moveTo>
                  <a:lnTo>
                    <a:pt x="27" y="27"/>
                  </a:lnTo>
                  <a:lnTo>
                    <a:pt x="54" y="81"/>
                  </a:lnTo>
                  <a:lnTo>
                    <a:pt x="54" y="107"/>
                  </a:lnTo>
                  <a:lnTo>
                    <a:pt x="54" y="850"/>
                  </a:lnTo>
                  <a:lnTo>
                    <a:pt x="585" y="850"/>
                  </a:lnTo>
                  <a:lnTo>
                    <a:pt x="585" y="107"/>
                  </a:lnTo>
                  <a:lnTo>
                    <a:pt x="585" y="81"/>
                  </a:lnTo>
                  <a:lnTo>
                    <a:pt x="558" y="27"/>
                  </a:lnTo>
                  <a:lnTo>
                    <a:pt x="53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grpSp>
        <p:nvGrpSpPr>
          <p:cNvPr id="1815" name="Google Shape;1815;p39"/>
          <p:cNvGrpSpPr/>
          <p:nvPr/>
        </p:nvGrpSpPr>
        <p:grpSpPr>
          <a:xfrm>
            <a:off x="-12" y="1136975"/>
            <a:ext cx="2656548" cy="4079050"/>
            <a:chOff x="1254813" y="539500"/>
            <a:chExt cx="2656548" cy="4079050"/>
          </a:xfrm>
        </p:grpSpPr>
        <p:sp>
          <p:nvSpPr>
            <p:cNvPr id="1816" name="Google Shape;1816;p39"/>
            <p:cNvSpPr/>
            <p:nvPr/>
          </p:nvSpPr>
          <p:spPr>
            <a:xfrm>
              <a:off x="1781275" y="4543850"/>
              <a:ext cx="1343100" cy="747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7" name="Google Shape;1817;p39"/>
            <p:cNvGrpSpPr/>
            <p:nvPr/>
          </p:nvGrpSpPr>
          <p:grpSpPr>
            <a:xfrm>
              <a:off x="1254813" y="539500"/>
              <a:ext cx="2656548" cy="4060076"/>
              <a:chOff x="710825" y="539500"/>
              <a:chExt cx="2656548" cy="4060076"/>
            </a:xfrm>
          </p:grpSpPr>
          <p:sp>
            <p:nvSpPr>
              <p:cNvPr id="1818" name="Google Shape;1818;p39"/>
              <p:cNvSpPr/>
              <p:nvPr/>
            </p:nvSpPr>
            <p:spPr>
              <a:xfrm>
                <a:off x="2198168" y="4328702"/>
                <a:ext cx="163146" cy="128029"/>
              </a:xfrm>
              <a:custGeom>
                <a:rect b="b" l="l" r="r" t="t"/>
                <a:pathLst>
                  <a:path extrusionOk="0" h="4612" w="5877">
                    <a:moveTo>
                      <a:pt x="1871" y="1"/>
                    </a:moveTo>
                    <a:lnTo>
                      <a:pt x="1625" y="436"/>
                    </a:lnTo>
                    <a:lnTo>
                      <a:pt x="1380" y="908"/>
                    </a:lnTo>
                    <a:lnTo>
                      <a:pt x="1153" y="1399"/>
                    </a:lnTo>
                    <a:lnTo>
                      <a:pt x="926" y="1909"/>
                    </a:lnTo>
                    <a:lnTo>
                      <a:pt x="473" y="2929"/>
                    </a:lnTo>
                    <a:lnTo>
                      <a:pt x="227" y="3402"/>
                    </a:lnTo>
                    <a:lnTo>
                      <a:pt x="0" y="3836"/>
                    </a:lnTo>
                    <a:lnTo>
                      <a:pt x="133" y="3855"/>
                    </a:lnTo>
                    <a:lnTo>
                      <a:pt x="265" y="3874"/>
                    </a:lnTo>
                    <a:lnTo>
                      <a:pt x="397" y="3912"/>
                    </a:lnTo>
                    <a:lnTo>
                      <a:pt x="510" y="3950"/>
                    </a:lnTo>
                    <a:lnTo>
                      <a:pt x="718" y="4082"/>
                    </a:lnTo>
                    <a:lnTo>
                      <a:pt x="888" y="4233"/>
                    </a:lnTo>
                    <a:lnTo>
                      <a:pt x="1077" y="4403"/>
                    </a:lnTo>
                    <a:lnTo>
                      <a:pt x="1266" y="4554"/>
                    </a:lnTo>
                    <a:lnTo>
                      <a:pt x="1361" y="4592"/>
                    </a:lnTo>
                    <a:lnTo>
                      <a:pt x="1436" y="4611"/>
                    </a:lnTo>
                    <a:lnTo>
                      <a:pt x="1531" y="4611"/>
                    </a:lnTo>
                    <a:lnTo>
                      <a:pt x="1625" y="4592"/>
                    </a:lnTo>
                    <a:lnTo>
                      <a:pt x="2797" y="3988"/>
                    </a:lnTo>
                    <a:lnTo>
                      <a:pt x="3401" y="3704"/>
                    </a:lnTo>
                    <a:lnTo>
                      <a:pt x="3704" y="3591"/>
                    </a:lnTo>
                    <a:lnTo>
                      <a:pt x="3987" y="3496"/>
                    </a:lnTo>
                    <a:lnTo>
                      <a:pt x="4440" y="2741"/>
                    </a:lnTo>
                    <a:lnTo>
                      <a:pt x="4932" y="1909"/>
                    </a:lnTo>
                    <a:lnTo>
                      <a:pt x="5404" y="1097"/>
                    </a:lnTo>
                    <a:lnTo>
                      <a:pt x="5650" y="719"/>
                    </a:lnTo>
                    <a:lnTo>
                      <a:pt x="5876" y="379"/>
                    </a:lnTo>
                    <a:lnTo>
                      <a:pt x="5309" y="454"/>
                    </a:lnTo>
                    <a:lnTo>
                      <a:pt x="4762" y="492"/>
                    </a:lnTo>
                    <a:lnTo>
                      <a:pt x="4214" y="511"/>
                    </a:lnTo>
                    <a:lnTo>
                      <a:pt x="3704" y="492"/>
                    </a:lnTo>
                    <a:lnTo>
                      <a:pt x="3212" y="436"/>
                    </a:lnTo>
                    <a:lnTo>
                      <a:pt x="2967" y="398"/>
                    </a:lnTo>
                    <a:lnTo>
                      <a:pt x="2740" y="341"/>
                    </a:lnTo>
                    <a:lnTo>
                      <a:pt x="2513" y="265"/>
                    </a:lnTo>
                    <a:lnTo>
                      <a:pt x="2286" y="190"/>
                    </a:lnTo>
                    <a:lnTo>
                      <a:pt x="2079" y="95"/>
                    </a:lnTo>
                    <a:lnTo>
                      <a:pt x="187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9"/>
              <p:cNvSpPr/>
              <p:nvPr/>
            </p:nvSpPr>
            <p:spPr>
              <a:xfrm>
                <a:off x="2198168" y="4328702"/>
                <a:ext cx="163146" cy="128029"/>
              </a:xfrm>
              <a:custGeom>
                <a:rect b="b" l="l" r="r" t="t"/>
                <a:pathLst>
                  <a:path extrusionOk="0" fill="none" h="4612" w="5877">
                    <a:moveTo>
                      <a:pt x="1625" y="4592"/>
                    </a:moveTo>
                    <a:lnTo>
                      <a:pt x="1625" y="4592"/>
                    </a:lnTo>
                    <a:lnTo>
                      <a:pt x="2797" y="3988"/>
                    </a:lnTo>
                    <a:lnTo>
                      <a:pt x="3401" y="3704"/>
                    </a:lnTo>
                    <a:lnTo>
                      <a:pt x="3704" y="3591"/>
                    </a:lnTo>
                    <a:lnTo>
                      <a:pt x="3987" y="3496"/>
                    </a:lnTo>
                    <a:lnTo>
                      <a:pt x="3987" y="3496"/>
                    </a:lnTo>
                    <a:lnTo>
                      <a:pt x="4440" y="2741"/>
                    </a:lnTo>
                    <a:lnTo>
                      <a:pt x="4932" y="1909"/>
                    </a:lnTo>
                    <a:lnTo>
                      <a:pt x="5404" y="1097"/>
                    </a:lnTo>
                    <a:lnTo>
                      <a:pt x="5650" y="719"/>
                    </a:lnTo>
                    <a:lnTo>
                      <a:pt x="5876" y="379"/>
                    </a:lnTo>
                    <a:lnTo>
                      <a:pt x="5876" y="379"/>
                    </a:lnTo>
                    <a:lnTo>
                      <a:pt x="5309" y="454"/>
                    </a:lnTo>
                    <a:lnTo>
                      <a:pt x="4762" y="492"/>
                    </a:lnTo>
                    <a:lnTo>
                      <a:pt x="4214" y="511"/>
                    </a:lnTo>
                    <a:lnTo>
                      <a:pt x="3704" y="492"/>
                    </a:lnTo>
                    <a:lnTo>
                      <a:pt x="3212" y="436"/>
                    </a:lnTo>
                    <a:lnTo>
                      <a:pt x="2967" y="398"/>
                    </a:lnTo>
                    <a:lnTo>
                      <a:pt x="2740" y="341"/>
                    </a:lnTo>
                    <a:lnTo>
                      <a:pt x="2513" y="265"/>
                    </a:lnTo>
                    <a:lnTo>
                      <a:pt x="2286" y="190"/>
                    </a:lnTo>
                    <a:lnTo>
                      <a:pt x="2079" y="95"/>
                    </a:lnTo>
                    <a:lnTo>
                      <a:pt x="1871" y="1"/>
                    </a:lnTo>
                    <a:lnTo>
                      <a:pt x="1871" y="1"/>
                    </a:lnTo>
                    <a:lnTo>
                      <a:pt x="1625" y="436"/>
                    </a:lnTo>
                    <a:lnTo>
                      <a:pt x="1380" y="908"/>
                    </a:lnTo>
                    <a:lnTo>
                      <a:pt x="1153" y="1399"/>
                    </a:lnTo>
                    <a:lnTo>
                      <a:pt x="926" y="1909"/>
                    </a:lnTo>
                    <a:lnTo>
                      <a:pt x="473" y="2929"/>
                    </a:lnTo>
                    <a:lnTo>
                      <a:pt x="227" y="3402"/>
                    </a:lnTo>
                    <a:lnTo>
                      <a:pt x="0" y="3836"/>
                    </a:lnTo>
                    <a:lnTo>
                      <a:pt x="0" y="3836"/>
                    </a:lnTo>
                    <a:lnTo>
                      <a:pt x="133" y="3855"/>
                    </a:lnTo>
                    <a:lnTo>
                      <a:pt x="265" y="3874"/>
                    </a:lnTo>
                    <a:lnTo>
                      <a:pt x="397" y="3912"/>
                    </a:lnTo>
                    <a:lnTo>
                      <a:pt x="510" y="3950"/>
                    </a:lnTo>
                    <a:lnTo>
                      <a:pt x="718" y="4082"/>
                    </a:lnTo>
                    <a:lnTo>
                      <a:pt x="888" y="4233"/>
                    </a:lnTo>
                    <a:lnTo>
                      <a:pt x="888" y="4233"/>
                    </a:lnTo>
                    <a:lnTo>
                      <a:pt x="1077" y="4403"/>
                    </a:lnTo>
                    <a:lnTo>
                      <a:pt x="1266" y="4554"/>
                    </a:lnTo>
                    <a:lnTo>
                      <a:pt x="1361" y="4592"/>
                    </a:lnTo>
                    <a:lnTo>
                      <a:pt x="1436" y="4611"/>
                    </a:lnTo>
                    <a:lnTo>
                      <a:pt x="1531" y="4611"/>
                    </a:lnTo>
                    <a:lnTo>
                      <a:pt x="1625" y="459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9"/>
              <p:cNvSpPr/>
              <p:nvPr/>
            </p:nvSpPr>
            <p:spPr>
              <a:xfrm>
                <a:off x="2161971" y="4416835"/>
                <a:ext cx="302140" cy="154734"/>
              </a:xfrm>
              <a:custGeom>
                <a:rect b="b" l="l" r="r" t="t"/>
                <a:pathLst>
                  <a:path extrusionOk="0" h="5574" w="10884">
                    <a:moveTo>
                      <a:pt x="5423" y="0"/>
                    </a:moveTo>
                    <a:lnTo>
                      <a:pt x="4875" y="189"/>
                    </a:lnTo>
                    <a:lnTo>
                      <a:pt x="4308" y="397"/>
                    </a:lnTo>
                    <a:lnTo>
                      <a:pt x="3742" y="642"/>
                    </a:lnTo>
                    <a:lnTo>
                      <a:pt x="3175" y="907"/>
                    </a:lnTo>
                    <a:lnTo>
                      <a:pt x="3080" y="945"/>
                    </a:lnTo>
                    <a:lnTo>
                      <a:pt x="3005" y="945"/>
                    </a:lnTo>
                    <a:lnTo>
                      <a:pt x="2910" y="926"/>
                    </a:lnTo>
                    <a:lnTo>
                      <a:pt x="2816" y="888"/>
                    </a:lnTo>
                    <a:lnTo>
                      <a:pt x="2646" y="794"/>
                    </a:lnTo>
                    <a:lnTo>
                      <a:pt x="2457" y="642"/>
                    </a:lnTo>
                    <a:lnTo>
                      <a:pt x="2249" y="491"/>
                    </a:lnTo>
                    <a:lnTo>
                      <a:pt x="2003" y="359"/>
                    </a:lnTo>
                    <a:lnTo>
                      <a:pt x="1871" y="302"/>
                    </a:lnTo>
                    <a:lnTo>
                      <a:pt x="1739" y="265"/>
                    </a:lnTo>
                    <a:lnTo>
                      <a:pt x="1588" y="246"/>
                    </a:lnTo>
                    <a:lnTo>
                      <a:pt x="1437" y="246"/>
                    </a:lnTo>
                    <a:lnTo>
                      <a:pt x="1248" y="510"/>
                    </a:lnTo>
                    <a:lnTo>
                      <a:pt x="1078" y="775"/>
                    </a:lnTo>
                    <a:lnTo>
                      <a:pt x="870" y="1115"/>
                    </a:lnTo>
                    <a:lnTo>
                      <a:pt x="643" y="1493"/>
                    </a:lnTo>
                    <a:lnTo>
                      <a:pt x="435" y="1927"/>
                    </a:lnTo>
                    <a:lnTo>
                      <a:pt x="246" y="2400"/>
                    </a:lnTo>
                    <a:lnTo>
                      <a:pt x="152" y="2626"/>
                    </a:lnTo>
                    <a:lnTo>
                      <a:pt x="95" y="2872"/>
                    </a:lnTo>
                    <a:lnTo>
                      <a:pt x="38" y="3099"/>
                    </a:lnTo>
                    <a:lnTo>
                      <a:pt x="1" y="3325"/>
                    </a:lnTo>
                    <a:lnTo>
                      <a:pt x="1" y="3571"/>
                    </a:lnTo>
                    <a:lnTo>
                      <a:pt x="1" y="3798"/>
                    </a:lnTo>
                    <a:lnTo>
                      <a:pt x="38" y="4006"/>
                    </a:lnTo>
                    <a:lnTo>
                      <a:pt x="95" y="4176"/>
                    </a:lnTo>
                    <a:lnTo>
                      <a:pt x="133" y="4251"/>
                    </a:lnTo>
                    <a:lnTo>
                      <a:pt x="171" y="4327"/>
                    </a:lnTo>
                    <a:lnTo>
                      <a:pt x="227" y="4365"/>
                    </a:lnTo>
                    <a:lnTo>
                      <a:pt x="303" y="4402"/>
                    </a:lnTo>
                    <a:lnTo>
                      <a:pt x="549" y="4497"/>
                    </a:lnTo>
                    <a:lnTo>
                      <a:pt x="738" y="4553"/>
                    </a:lnTo>
                    <a:lnTo>
                      <a:pt x="908" y="4572"/>
                    </a:lnTo>
                    <a:lnTo>
                      <a:pt x="1078" y="4591"/>
                    </a:lnTo>
                    <a:lnTo>
                      <a:pt x="1569" y="4629"/>
                    </a:lnTo>
                    <a:lnTo>
                      <a:pt x="1947" y="4667"/>
                    </a:lnTo>
                    <a:lnTo>
                      <a:pt x="2438" y="4742"/>
                    </a:lnTo>
                    <a:lnTo>
                      <a:pt x="3137" y="4875"/>
                    </a:lnTo>
                    <a:lnTo>
                      <a:pt x="4006" y="5064"/>
                    </a:lnTo>
                    <a:lnTo>
                      <a:pt x="5008" y="5253"/>
                    </a:lnTo>
                    <a:lnTo>
                      <a:pt x="5555" y="5347"/>
                    </a:lnTo>
                    <a:lnTo>
                      <a:pt x="6103" y="5441"/>
                    </a:lnTo>
                    <a:lnTo>
                      <a:pt x="6651" y="5498"/>
                    </a:lnTo>
                    <a:lnTo>
                      <a:pt x="7218" y="5555"/>
                    </a:lnTo>
                    <a:lnTo>
                      <a:pt x="7785" y="5574"/>
                    </a:lnTo>
                    <a:lnTo>
                      <a:pt x="8352" y="5555"/>
                    </a:lnTo>
                    <a:lnTo>
                      <a:pt x="8900" y="5517"/>
                    </a:lnTo>
                    <a:lnTo>
                      <a:pt x="9164" y="5479"/>
                    </a:lnTo>
                    <a:lnTo>
                      <a:pt x="9429" y="5423"/>
                    </a:lnTo>
                    <a:lnTo>
                      <a:pt x="9693" y="5366"/>
                    </a:lnTo>
                    <a:lnTo>
                      <a:pt x="9939" y="5290"/>
                    </a:lnTo>
                    <a:lnTo>
                      <a:pt x="10184" y="5196"/>
                    </a:lnTo>
                    <a:lnTo>
                      <a:pt x="10430" y="5101"/>
                    </a:lnTo>
                    <a:lnTo>
                      <a:pt x="10543" y="5045"/>
                    </a:lnTo>
                    <a:lnTo>
                      <a:pt x="10619" y="4988"/>
                    </a:lnTo>
                    <a:lnTo>
                      <a:pt x="10694" y="4894"/>
                    </a:lnTo>
                    <a:lnTo>
                      <a:pt x="10770" y="4818"/>
                    </a:lnTo>
                    <a:lnTo>
                      <a:pt x="10808" y="4724"/>
                    </a:lnTo>
                    <a:lnTo>
                      <a:pt x="10846" y="4610"/>
                    </a:lnTo>
                    <a:lnTo>
                      <a:pt x="10865" y="4516"/>
                    </a:lnTo>
                    <a:lnTo>
                      <a:pt x="10883" y="4402"/>
                    </a:lnTo>
                    <a:lnTo>
                      <a:pt x="10865" y="4308"/>
                    </a:lnTo>
                    <a:lnTo>
                      <a:pt x="10846" y="4195"/>
                    </a:lnTo>
                    <a:lnTo>
                      <a:pt x="10808" y="4100"/>
                    </a:lnTo>
                    <a:lnTo>
                      <a:pt x="10770" y="4006"/>
                    </a:lnTo>
                    <a:lnTo>
                      <a:pt x="10713" y="3911"/>
                    </a:lnTo>
                    <a:lnTo>
                      <a:pt x="10638" y="3836"/>
                    </a:lnTo>
                    <a:lnTo>
                      <a:pt x="10543" y="3760"/>
                    </a:lnTo>
                    <a:lnTo>
                      <a:pt x="10430" y="3703"/>
                    </a:lnTo>
                    <a:lnTo>
                      <a:pt x="10128" y="3590"/>
                    </a:lnTo>
                    <a:lnTo>
                      <a:pt x="9806" y="3458"/>
                    </a:lnTo>
                    <a:lnTo>
                      <a:pt x="9126" y="3250"/>
                    </a:lnTo>
                    <a:lnTo>
                      <a:pt x="8446" y="3023"/>
                    </a:lnTo>
                    <a:lnTo>
                      <a:pt x="7747" y="2796"/>
                    </a:lnTo>
                    <a:lnTo>
                      <a:pt x="7426" y="2683"/>
                    </a:lnTo>
                    <a:lnTo>
                      <a:pt x="7105" y="2551"/>
                    </a:lnTo>
                    <a:lnTo>
                      <a:pt x="6784" y="2400"/>
                    </a:lnTo>
                    <a:lnTo>
                      <a:pt x="6500" y="2248"/>
                    </a:lnTo>
                    <a:lnTo>
                      <a:pt x="6217" y="2078"/>
                    </a:lnTo>
                    <a:lnTo>
                      <a:pt x="5971" y="1889"/>
                    </a:lnTo>
                    <a:lnTo>
                      <a:pt x="5725" y="1682"/>
                    </a:lnTo>
                    <a:lnTo>
                      <a:pt x="5518" y="1455"/>
                    </a:lnTo>
                    <a:lnTo>
                      <a:pt x="5461" y="1360"/>
                    </a:lnTo>
                    <a:lnTo>
                      <a:pt x="5442" y="1266"/>
                    </a:lnTo>
                    <a:lnTo>
                      <a:pt x="5423" y="1153"/>
                    </a:lnTo>
                    <a:lnTo>
                      <a:pt x="5442" y="1058"/>
                    </a:lnTo>
                    <a:lnTo>
                      <a:pt x="5480" y="850"/>
                    </a:lnTo>
                    <a:lnTo>
                      <a:pt x="5555" y="642"/>
                    </a:lnTo>
                    <a:lnTo>
                      <a:pt x="5631" y="454"/>
                    </a:lnTo>
                    <a:lnTo>
                      <a:pt x="5650" y="378"/>
                    </a:lnTo>
                    <a:lnTo>
                      <a:pt x="5650" y="284"/>
                    </a:lnTo>
                    <a:lnTo>
                      <a:pt x="5631" y="208"/>
                    </a:lnTo>
                    <a:lnTo>
                      <a:pt x="5593" y="132"/>
                    </a:lnTo>
                    <a:lnTo>
                      <a:pt x="5518" y="57"/>
                    </a:lnTo>
                    <a:lnTo>
                      <a:pt x="542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9"/>
              <p:cNvSpPr/>
              <p:nvPr/>
            </p:nvSpPr>
            <p:spPr>
              <a:xfrm>
                <a:off x="1974742" y="3283983"/>
                <a:ext cx="689198" cy="1114037"/>
              </a:xfrm>
              <a:custGeom>
                <a:rect b="b" l="l" r="r" t="t"/>
                <a:pathLst>
                  <a:path extrusionOk="0" h="40131" w="24827">
                    <a:moveTo>
                      <a:pt x="11866" y="1"/>
                    </a:moveTo>
                    <a:lnTo>
                      <a:pt x="1701" y="662"/>
                    </a:lnTo>
                    <a:lnTo>
                      <a:pt x="1" y="9523"/>
                    </a:lnTo>
                    <a:lnTo>
                      <a:pt x="1493" y="10978"/>
                    </a:lnTo>
                    <a:lnTo>
                      <a:pt x="3118" y="12527"/>
                    </a:lnTo>
                    <a:lnTo>
                      <a:pt x="4819" y="14133"/>
                    </a:lnTo>
                    <a:lnTo>
                      <a:pt x="6576" y="15758"/>
                    </a:lnTo>
                    <a:lnTo>
                      <a:pt x="8333" y="17345"/>
                    </a:lnTo>
                    <a:lnTo>
                      <a:pt x="10071" y="18857"/>
                    </a:lnTo>
                    <a:lnTo>
                      <a:pt x="10902" y="19575"/>
                    </a:lnTo>
                    <a:lnTo>
                      <a:pt x="11734" y="20274"/>
                    </a:lnTo>
                    <a:lnTo>
                      <a:pt x="12527" y="20916"/>
                    </a:lnTo>
                    <a:lnTo>
                      <a:pt x="13302" y="21521"/>
                    </a:lnTo>
                    <a:lnTo>
                      <a:pt x="12867" y="22560"/>
                    </a:lnTo>
                    <a:lnTo>
                      <a:pt x="12470" y="23618"/>
                    </a:lnTo>
                    <a:lnTo>
                      <a:pt x="12074" y="24695"/>
                    </a:lnTo>
                    <a:lnTo>
                      <a:pt x="11677" y="25772"/>
                    </a:lnTo>
                    <a:lnTo>
                      <a:pt x="11299" y="26868"/>
                    </a:lnTo>
                    <a:lnTo>
                      <a:pt x="10940" y="27963"/>
                    </a:lnTo>
                    <a:lnTo>
                      <a:pt x="10241" y="30174"/>
                    </a:lnTo>
                    <a:lnTo>
                      <a:pt x="9580" y="32403"/>
                    </a:lnTo>
                    <a:lnTo>
                      <a:pt x="8956" y="34633"/>
                    </a:lnTo>
                    <a:lnTo>
                      <a:pt x="8371" y="36825"/>
                    </a:lnTo>
                    <a:lnTo>
                      <a:pt x="7785" y="38997"/>
                    </a:lnTo>
                    <a:lnTo>
                      <a:pt x="8125" y="39186"/>
                    </a:lnTo>
                    <a:lnTo>
                      <a:pt x="8465" y="39375"/>
                    </a:lnTo>
                    <a:lnTo>
                      <a:pt x="8824" y="39526"/>
                    </a:lnTo>
                    <a:lnTo>
                      <a:pt x="9183" y="39677"/>
                    </a:lnTo>
                    <a:lnTo>
                      <a:pt x="9542" y="39791"/>
                    </a:lnTo>
                    <a:lnTo>
                      <a:pt x="9920" y="39904"/>
                    </a:lnTo>
                    <a:lnTo>
                      <a:pt x="10298" y="39980"/>
                    </a:lnTo>
                    <a:lnTo>
                      <a:pt x="10676" y="40055"/>
                    </a:lnTo>
                    <a:lnTo>
                      <a:pt x="11053" y="40093"/>
                    </a:lnTo>
                    <a:lnTo>
                      <a:pt x="11431" y="40131"/>
                    </a:lnTo>
                    <a:lnTo>
                      <a:pt x="11828" y="40131"/>
                    </a:lnTo>
                    <a:lnTo>
                      <a:pt x="12206" y="40112"/>
                    </a:lnTo>
                    <a:lnTo>
                      <a:pt x="12584" y="40074"/>
                    </a:lnTo>
                    <a:lnTo>
                      <a:pt x="12981" y="40018"/>
                    </a:lnTo>
                    <a:lnTo>
                      <a:pt x="13358" y="39942"/>
                    </a:lnTo>
                    <a:lnTo>
                      <a:pt x="13717" y="39829"/>
                    </a:lnTo>
                    <a:lnTo>
                      <a:pt x="14605" y="38544"/>
                    </a:lnTo>
                    <a:lnTo>
                      <a:pt x="15437" y="37297"/>
                    </a:lnTo>
                    <a:lnTo>
                      <a:pt x="16230" y="36107"/>
                    </a:lnTo>
                    <a:lnTo>
                      <a:pt x="16967" y="34973"/>
                    </a:lnTo>
                    <a:lnTo>
                      <a:pt x="17666" y="33858"/>
                    </a:lnTo>
                    <a:lnTo>
                      <a:pt x="18346" y="32762"/>
                    </a:lnTo>
                    <a:lnTo>
                      <a:pt x="18989" y="31667"/>
                    </a:lnTo>
                    <a:lnTo>
                      <a:pt x="19631" y="30590"/>
                    </a:lnTo>
                    <a:lnTo>
                      <a:pt x="20236" y="29513"/>
                    </a:lnTo>
                    <a:lnTo>
                      <a:pt x="20859" y="28398"/>
                    </a:lnTo>
                    <a:lnTo>
                      <a:pt x="22106" y="26093"/>
                    </a:lnTo>
                    <a:lnTo>
                      <a:pt x="23410" y="23618"/>
                    </a:lnTo>
                    <a:lnTo>
                      <a:pt x="24827" y="20878"/>
                    </a:lnTo>
                    <a:lnTo>
                      <a:pt x="24827" y="20746"/>
                    </a:lnTo>
                    <a:lnTo>
                      <a:pt x="24827" y="20595"/>
                    </a:lnTo>
                    <a:lnTo>
                      <a:pt x="24789" y="20274"/>
                    </a:lnTo>
                    <a:lnTo>
                      <a:pt x="24714" y="19934"/>
                    </a:lnTo>
                    <a:lnTo>
                      <a:pt x="24581" y="19556"/>
                    </a:lnTo>
                    <a:lnTo>
                      <a:pt x="24411" y="19121"/>
                    </a:lnTo>
                    <a:lnTo>
                      <a:pt x="24185" y="18687"/>
                    </a:lnTo>
                    <a:lnTo>
                      <a:pt x="23939" y="18214"/>
                    </a:lnTo>
                    <a:lnTo>
                      <a:pt x="23656" y="17704"/>
                    </a:lnTo>
                    <a:lnTo>
                      <a:pt x="23334" y="17175"/>
                    </a:lnTo>
                    <a:lnTo>
                      <a:pt x="22975" y="16627"/>
                    </a:lnTo>
                    <a:lnTo>
                      <a:pt x="22597" y="16060"/>
                    </a:lnTo>
                    <a:lnTo>
                      <a:pt x="22201" y="15475"/>
                    </a:lnTo>
                    <a:lnTo>
                      <a:pt x="21313" y="14247"/>
                    </a:lnTo>
                    <a:lnTo>
                      <a:pt x="20349" y="12962"/>
                    </a:lnTo>
                    <a:lnTo>
                      <a:pt x="19310" y="11658"/>
                    </a:lnTo>
                    <a:lnTo>
                      <a:pt x="18233" y="10336"/>
                    </a:lnTo>
                    <a:lnTo>
                      <a:pt x="17137" y="8994"/>
                    </a:lnTo>
                    <a:lnTo>
                      <a:pt x="16022" y="7672"/>
                    </a:lnTo>
                    <a:lnTo>
                      <a:pt x="13850" y="5140"/>
                    </a:lnTo>
                    <a:lnTo>
                      <a:pt x="11866" y="2854"/>
                    </a:lnTo>
                    <a:lnTo>
                      <a:pt x="11847" y="2079"/>
                    </a:lnTo>
                    <a:lnTo>
                      <a:pt x="11866" y="1437"/>
                    </a:lnTo>
                    <a:lnTo>
                      <a:pt x="11866" y="794"/>
                    </a:lnTo>
                    <a:lnTo>
                      <a:pt x="118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9"/>
              <p:cNvSpPr/>
              <p:nvPr/>
            </p:nvSpPr>
            <p:spPr>
              <a:xfrm>
                <a:off x="1974742" y="3283983"/>
                <a:ext cx="689198" cy="1114037"/>
              </a:xfrm>
              <a:custGeom>
                <a:rect b="b" l="l" r="r" t="t"/>
                <a:pathLst>
                  <a:path extrusionOk="0" fill="none" h="40131" w="24827">
                    <a:moveTo>
                      <a:pt x="1" y="9523"/>
                    </a:moveTo>
                    <a:lnTo>
                      <a:pt x="1" y="9523"/>
                    </a:lnTo>
                    <a:lnTo>
                      <a:pt x="1493" y="10978"/>
                    </a:lnTo>
                    <a:lnTo>
                      <a:pt x="3118" y="12527"/>
                    </a:lnTo>
                    <a:lnTo>
                      <a:pt x="4819" y="14133"/>
                    </a:lnTo>
                    <a:lnTo>
                      <a:pt x="6576" y="15758"/>
                    </a:lnTo>
                    <a:lnTo>
                      <a:pt x="8333" y="17345"/>
                    </a:lnTo>
                    <a:lnTo>
                      <a:pt x="10071" y="18857"/>
                    </a:lnTo>
                    <a:lnTo>
                      <a:pt x="10902" y="19575"/>
                    </a:lnTo>
                    <a:lnTo>
                      <a:pt x="11734" y="20274"/>
                    </a:lnTo>
                    <a:lnTo>
                      <a:pt x="12527" y="20916"/>
                    </a:lnTo>
                    <a:lnTo>
                      <a:pt x="13302" y="21521"/>
                    </a:lnTo>
                    <a:lnTo>
                      <a:pt x="13302" y="21521"/>
                    </a:lnTo>
                    <a:lnTo>
                      <a:pt x="12867" y="22560"/>
                    </a:lnTo>
                    <a:lnTo>
                      <a:pt x="12470" y="23618"/>
                    </a:lnTo>
                    <a:lnTo>
                      <a:pt x="12074" y="24695"/>
                    </a:lnTo>
                    <a:lnTo>
                      <a:pt x="11677" y="25772"/>
                    </a:lnTo>
                    <a:lnTo>
                      <a:pt x="11299" y="26868"/>
                    </a:lnTo>
                    <a:lnTo>
                      <a:pt x="10940" y="27963"/>
                    </a:lnTo>
                    <a:lnTo>
                      <a:pt x="10241" y="30174"/>
                    </a:lnTo>
                    <a:lnTo>
                      <a:pt x="9580" y="32403"/>
                    </a:lnTo>
                    <a:lnTo>
                      <a:pt x="8956" y="34633"/>
                    </a:lnTo>
                    <a:lnTo>
                      <a:pt x="8371" y="36825"/>
                    </a:lnTo>
                    <a:lnTo>
                      <a:pt x="7785" y="38997"/>
                    </a:lnTo>
                    <a:lnTo>
                      <a:pt x="7785" y="38997"/>
                    </a:lnTo>
                    <a:lnTo>
                      <a:pt x="8125" y="39186"/>
                    </a:lnTo>
                    <a:lnTo>
                      <a:pt x="8465" y="39375"/>
                    </a:lnTo>
                    <a:lnTo>
                      <a:pt x="8824" y="39526"/>
                    </a:lnTo>
                    <a:lnTo>
                      <a:pt x="9183" y="39677"/>
                    </a:lnTo>
                    <a:lnTo>
                      <a:pt x="9542" y="39791"/>
                    </a:lnTo>
                    <a:lnTo>
                      <a:pt x="9920" y="39904"/>
                    </a:lnTo>
                    <a:lnTo>
                      <a:pt x="10298" y="39980"/>
                    </a:lnTo>
                    <a:lnTo>
                      <a:pt x="10676" y="40055"/>
                    </a:lnTo>
                    <a:lnTo>
                      <a:pt x="11053" y="40093"/>
                    </a:lnTo>
                    <a:lnTo>
                      <a:pt x="11431" y="40131"/>
                    </a:lnTo>
                    <a:lnTo>
                      <a:pt x="11828" y="40131"/>
                    </a:lnTo>
                    <a:lnTo>
                      <a:pt x="12206" y="40112"/>
                    </a:lnTo>
                    <a:lnTo>
                      <a:pt x="12584" y="40074"/>
                    </a:lnTo>
                    <a:lnTo>
                      <a:pt x="12981" y="40018"/>
                    </a:lnTo>
                    <a:lnTo>
                      <a:pt x="13358" y="39942"/>
                    </a:lnTo>
                    <a:lnTo>
                      <a:pt x="13717" y="39829"/>
                    </a:lnTo>
                    <a:lnTo>
                      <a:pt x="13717" y="39829"/>
                    </a:lnTo>
                    <a:lnTo>
                      <a:pt x="14605" y="38544"/>
                    </a:lnTo>
                    <a:lnTo>
                      <a:pt x="15437" y="37297"/>
                    </a:lnTo>
                    <a:lnTo>
                      <a:pt x="16230" y="36107"/>
                    </a:lnTo>
                    <a:lnTo>
                      <a:pt x="16967" y="34973"/>
                    </a:lnTo>
                    <a:lnTo>
                      <a:pt x="17666" y="33858"/>
                    </a:lnTo>
                    <a:lnTo>
                      <a:pt x="18346" y="32762"/>
                    </a:lnTo>
                    <a:lnTo>
                      <a:pt x="18989" y="31667"/>
                    </a:lnTo>
                    <a:lnTo>
                      <a:pt x="19631" y="30590"/>
                    </a:lnTo>
                    <a:lnTo>
                      <a:pt x="20236" y="29513"/>
                    </a:lnTo>
                    <a:lnTo>
                      <a:pt x="20859" y="28398"/>
                    </a:lnTo>
                    <a:lnTo>
                      <a:pt x="22106" y="26093"/>
                    </a:lnTo>
                    <a:lnTo>
                      <a:pt x="23410" y="23618"/>
                    </a:lnTo>
                    <a:lnTo>
                      <a:pt x="24827" y="20878"/>
                    </a:lnTo>
                    <a:lnTo>
                      <a:pt x="24827" y="20878"/>
                    </a:lnTo>
                    <a:lnTo>
                      <a:pt x="24827" y="20746"/>
                    </a:lnTo>
                    <a:lnTo>
                      <a:pt x="24827" y="20595"/>
                    </a:lnTo>
                    <a:lnTo>
                      <a:pt x="24789" y="20274"/>
                    </a:lnTo>
                    <a:lnTo>
                      <a:pt x="24714" y="19934"/>
                    </a:lnTo>
                    <a:lnTo>
                      <a:pt x="24581" y="19556"/>
                    </a:lnTo>
                    <a:lnTo>
                      <a:pt x="24411" y="19121"/>
                    </a:lnTo>
                    <a:lnTo>
                      <a:pt x="24185" y="18687"/>
                    </a:lnTo>
                    <a:lnTo>
                      <a:pt x="23939" y="18214"/>
                    </a:lnTo>
                    <a:lnTo>
                      <a:pt x="23656" y="17704"/>
                    </a:lnTo>
                    <a:lnTo>
                      <a:pt x="23334" y="17175"/>
                    </a:lnTo>
                    <a:lnTo>
                      <a:pt x="22975" y="16627"/>
                    </a:lnTo>
                    <a:lnTo>
                      <a:pt x="22597" y="16060"/>
                    </a:lnTo>
                    <a:lnTo>
                      <a:pt x="22201" y="15475"/>
                    </a:lnTo>
                    <a:lnTo>
                      <a:pt x="21313" y="14247"/>
                    </a:lnTo>
                    <a:lnTo>
                      <a:pt x="20349" y="12962"/>
                    </a:lnTo>
                    <a:lnTo>
                      <a:pt x="19310" y="11658"/>
                    </a:lnTo>
                    <a:lnTo>
                      <a:pt x="18233" y="10336"/>
                    </a:lnTo>
                    <a:lnTo>
                      <a:pt x="17137" y="8994"/>
                    </a:lnTo>
                    <a:lnTo>
                      <a:pt x="16022" y="7672"/>
                    </a:lnTo>
                    <a:lnTo>
                      <a:pt x="13850" y="5140"/>
                    </a:lnTo>
                    <a:lnTo>
                      <a:pt x="11866" y="2854"/>
                    </a:lnTo>
                    <a:lnTo>
                      <a:pt x="11866" y="2854"/>
                    </a:lnTo>
                    <a:lnTo>
                      <a:pt x="11847" y="2079"/>
                    </a:lnTo>
                    <a:lnTo>
                      <a:pt x="11866" y="1437"/>
                    </a:lnTo>
                    <a:lnTo>
                      <a:pt x="11866" y="794"/>
                    </a:lnTo>
                    <a:lnTo>
                      <a:pt x="11866" y="1"/>
                    </a:lnTo>
                    <a:lnTo>
                      <a:pt x="1701" y="662"/>
                    </a:lnTo>
                    <a:lnTo>
                      <a:pt x="1" y="952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9"/>
              <p:cNvSpPr/>
              <p:nvPr/>
            </p:nvSpPr>
            <p:spPr>
              <a:xfrm>
                <a:off x="1385267" y="4328702"/>
                <a:ext cx="163146" cy="128029"/>
              </a:xfrm>
              <a:custGeom>
                <a:rect b="b" l="l" r="r" t="t"/>
                <a:pathLst>
                  <a:path extrusionOk="0" h="4612" w="5877">
                    <a:moveTo>
                      <a:pt x="1871" y="1"/>
                    </a:moveTo>
                    <a:lnTo>
                      <a:pt x="1625" y="436"/>
                    </a:lnTo>
                    <a:lnTo>
                      <a:pt x="1379" y="908"/>
                    </a:lnTo>
                    <a:lnTo>
                      <a:pt x="1153" y="1399"/>
                    </a:lnTo>
                    <a:lnTo>
                      <a:pt x="926" y="1909"/>
                    </a:lnTo>
                    <a:lnTo>
                      <a:pt x="473" y="2929"/>
                    </a:lnTo>
                    <a:lnTo>
                      <a:pt x="227" y="3402"/>
                    </a:lnTo>
                    <a:lnTo>
                      <a:pt x="0" y="3836"/>
                    </a:lnTo>
                    <a:lnTo>
                      <a:pt x="132" y="3855"/>
                    </a:lnTo>
                    <a:lnTo>
                      <a:pt x="265" y="3874"/>
                    </a:lnTo>
                    <a:lnTo>
                      <a:pt x="397" y="3912"/>
                    </a:lnTo>
                    <a:lnTo>
                      <a:pt x="510" y="3950"/>
                    </a:lnTo>
                    <a:lnTo>
                      <a:pt x="718" y="4082"/>
                    </a:lnTo>
                    <a:lnTo>
                      <a:pt x="888" y="4233"/>
                    </a:lnTo>
                    <a:lnTo>
                      <a:pt x="1096" y="4403"/>
                    </a:lnTo>
                    <a:lnTo>
                      <a:pt x="1266" y="4554"/>
                    </a:lnTo>
                    <a:lnTo>
                      <a:pt x="1361" y="4592"/>
                    </a:lnTo>
                    <a:lnTo>
                      <a:pt x="1436" y="4611"/>
                    </a:lnTo>
                    <a:lnTo>
                      <a:pt x="1531" y="4611"/>
                    </a:lnTo>
                    <a:lnTo>
                      <a:pt x="1625" y="4592"/>
                    </a:lnTo>
                    <a:lnTo>
                      <a:pt x="2815" y="3988"/>
                    </a:lnTo>
                    <a:lnTo>
                      <a:pt x="3401" y="3704"/>
                    </a:lnTo>
                    <a:lnTo>
                      <a:pt x="3703" y="3591"/>
                    </a:lnTo>
                    <a:lnTo>
                      <a:pt x="3987" y="3496"/>
                    </a:lnTo>
                    <a:lnTo>
                      <a:pt x="4440" y="2741"/>
                    </a:lnTo>
                    <a:lnTo>
                      <a:pt x="4931" y="1909"/>
                    </a:lnTo>
                    <a:lnTo>
                      <a:pt x="5404" y="1097"/>
                    </a:lnTo>
                    <a:lnTo>
                      <a:pt x="5649" y="719"/>
                    </a:lnTo>
                    <a:lnTo>
                      <a:pt x="5876" y="379"/>
                    </a:lnTo>
                    <a:lnTo>
                      <a:pt x="5309" y="454"/>
                    </a:lnTo>
                    <a:lnTo>
                      <a:pt x="4761" y="492"/>
                    </a:lnTo>
                    <a:lnTo>
                      <a:pt x="4214" y="511"/>
                    </a:lnTo>
                    <a:lnTo>
                      <a:pt x="3703" y="492"/>
                    </a:lnTo>
                    <a:lnTo>
                      <a:pt x="3212" y="436"/>
                    </a:lnTo>
                    <a:lnTo>
                      <a:pt x="2967" y="398"/>
                    </a:lnTo>
                    <a:lnTo>
                      <a:pt x="2740" y="341"/>
                    </a:lnTo>
                    <a:lnTo>
                      <a:pt x="2513" y="265"/>
                    </a:lnTo>
                    <a:lnTo>
                      <a:pt x="2286" y="190"/>
                    </a:lnTo>
                    <a:lnTo>
                      <a:pt x="2079" y="95"/>
                    </a:lnTo>
                    <a:lnTo>
                      <a:pt x="187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9"/>
              <p:cNvSpPr/>
              <p:nvPr/>
            </p:nvSpPr>
            <p:spPr>
              <a:xfrm>
                <a:off x="1385267" y="4328702"/>
                <a:ext cx="163146" cy="128029"/>
              </a:xfrm>
              <a:custGeom>
                <a:rect b="b" l="l" r="r" t="t"/>
                <a:pathLst>
                  <a:path extrusionOk="0" fill="none" h="4612" w="5877">
                    <a:moveTo>
                      <a:pt x="1625" y="4592"/>
                    </a:moveTo>
                    <a:lnTo>
                      <a:pt x="1625" y="4592"/>
                    </a:lnTo>
                    <a:lnTo>
                      <a:pt x="2815" y="3988"/>
                    </a:lnTo>
                    <a:lnTo>
                      <a:pt x="3401" y="3704"/>
                    </a:lnTo>
                    <a:lnTo>
                      <a:pt x="3703" y="3591"/>
                    </a:lnTo>
                    <a:lnTo>
                      <a:pt x="3987" y="3496"/>
                    </a:lnTo>
                    <a:lnTo>
                      <a:pt x="3987" y="3496"/>
                    </a:lnTo>
                    <a:lnTo>
                      <a:pt x="4440" y="2741"/>
                    </a:lnTo>
                    <a:lnTo>
                      <a:pt x="4931" y="1909"/>
                    </a:lnTo>
                    <a:lnTo>
                      <a:pt x="5404" y="1097"/>
                    </a:lnTo>
                    <a:lnTo>
                      <a:pt x="5649" y="719"/>
                    </a:lnTo>
                    <a:lnTo>
                      <a:pt x="5876" y="379"/>
                    </a:lnTo>
                    <a:lnTo>
                      <a:pt x="5876" y="379"/>
                    </a:lnTo>
                    <a:lnTo>
                      <a:pt x="5309" y="454"/>
                    </a:lnTo>
                    <a:lnTo>
                      <a:pt x="4761" y="492"/>
                    </a:lnTo>
                    <a:lnTo>
                      <a:pt x="4214" y="511"/>
                    </a:lnTo>
                    <a:lnTo>
                      <a:pt x="3703" y="492"/>
                    </a:lnTo>
                    <a:lnTo>
                      <a:pt x="3212" y="436"/>
                    </a:lnTo>
                    <a:lnTo>
                      <a:pt x="2967" y="398"/>
                    </a:lnTo>
                    <a:lnTo>
                      <a:pt x="2740" y="341"/>
                    </a:lnTo>
                    <a:lnTo>
                      <a:pt x="2513" y="265"/>
                    </a:lnTo>
                    <a:lnTo>
                      <a:pt x="2286" y="190"/>
                    </a:lnTo>
                    <a:lnTo>
                      <a:pt x="2079" y="95"/>
                    </a:lnTo>
                    <a:lnTo>
                      <a:pt x="1871" y="1"/>
                    </a:lnTo>
                    <a:lnTo>
                      <a:pt x="1871" y="1"/>
                    </a:lnTo>
                    <a:lnTo>
                      <a:pt x="1625" y="436"/>
                    </a:lnTo>
                    <a:lnTo>
                      <a:pt x="1379" y="908"/>
                    </a:lnTo>
                    <a:lnTo>
                      <a:pt x="1153" y="1399"/>
                    </a:lnTo>
                    <a:lnTo>
                      <a:pt x="926" y="1909"/>
                    </a:lnTo>
                    <a:lnTo>
                      <a:pt x="473" y="2929"/>
                    </a:lnTo>
                    <a:lnTo>
                      <a:pt x="227" y="3402"/>
                    </a:lnTo>
                    <a:lnTo>
                      <a:pt x="0" y="3836"/>
                    </a:lnTo>
                    <a:lnTo>
                      <a:pt x="0" y="3836"/>
                    </a:lnTo>
                    <a:lnTo>
                      <a:pt x="132" y="3855"/>
                    </a:lnTo>
                    <a:lnTo>
                      <a:pt x="265" y="3874"/>
                    </a:lnTo>
                    <a:lnTo>
                      <a:pt x="397" y="3912"/>
                    </a:lnTo>
                    <a:lnTo>
                      <a:pt x="510" y="3950"/>
                    </a:lnTo>
                    <a:lnTo>
                      <a:pt x="718" y="4082"/>
                    </a:lnTo>
                    <a:lnTo>
                      <a:pt x="888" y="4233"/>
                    </a:lnTo>
                    <a:lnTo>
                      <a:pt x="888" y="4233"/>
                    </a:lnTo>
                    <a:lnTo>
                      <a:pt x="1096" y="4403"/>
                    </a:lnTo>
                    <a:lnTo>
                      <a:pt x="1266" y="4554"/>
                    </a:lnTo>
                    <a:lnTo>
                      <a:pt x="1361" y="4592"/>
                    </a:lnTo>
                    <a:lnTo>
                      <a:pt x="1436" y="4611"/>
                    </a:lnTo>
                    <a:lnTo>
                      <a:pt x="1531" y="4611"/>
                    </a:lnTo>
                    <a:lnTo>
                      <a:pt x="1625" y="459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9"/>
              <p:cNvSpPr/>
              <p:nvPr/>
            </p:nvSpPr>
            <p:spPr>
              <a:xfrm>
                <a:off x="1349071" y="4416835"/>
                <a:ext cx="302140" cy="154734"/>
              </a:xfrm>
              <a:custGeom>
                <a:rect b="b" l="l" r="r" t="t"/>
                <a:pathLst>
                  <a:path extrusionOk="0" h="5574" w="10884">
                    <a:moveTo>
                      <a:pt x="5442" y="0"/>
                    </a:moveTo>
                    <a:lnTo>
                      <a:pt x="4875" y="189"/>
                    </a:lnTo>
                    <a:lnTo>
                      <a:pt x="4308" y="397"/>
                    </a:lnTo>
                    <a:lnTo>
                      <a:pt x="3742" y="642"/>
                    </a:lnTo>
                    <a:lnTo>
                      <a:pt x="3175" y="907"/>
                    </a:lnTo>
                    <a:lnTo>
                      <a:pt x="3099" y="945"/>
                    </a:lnTo>
                    <a:lnTo>
                      <a:pt x="3005" y="945"/>
                    </a:lnTo>
                    <a:lnTo>
                      <a:pt x="2910" y="926"/>
                    </a:lnTo>
                    <a:lnTo>
                      <a:pt x="2835" y="888"/>
                    </a:lnTo>
                    <a:lnTo>
                      <a:pt x="2646" y="794"/>
                    </a:lnTo>
                    <a:lnTo>
                      <a:pt x="2457" y="642"/>
                    </a:lnTo>
                    <a:lnTo>
                      <a:pt x="2249" y="491"/>
                    </a:lnTo>
                    <a:lnTo>
                      <a:pt x="2003" y="359"/>
                    </a:lnTo>
                    <a:lnTo>
                      <a:pt x="1871" y="302"/>
                    </a:lnTo>
                    <a:lnTo>
                      <a:pt x="1739" y="265"/>
                    </a:lnTo>
                    <a:lnTo>
                      <a:pt x="1588" y="246"/>
                    </a:lnTo>
                    <a:lnTo>
                      <a:pt x="1436" y="246"/>
                    </a:lnTo>
                    <a:lnTo>
                      <a:pt x="1248" y="510"/>
                    </a:lnTo>
                    <a:lnTo>
                      <a:pt x="1077" y="775"/>
                    </a:lnTo>
                    <a:lnTo>
                      <a:pt x="870" y="1115"/>
                    </a:lnTo>
                    <a:lnTo>
                      <a:pt x="643" y="1493"/>
                    </a:lnTo>
                    <a:lnTo>
                      <a:pt x="435" y="1927"/>
                    </a:lnTo>
                    <a:lnTo>
                      <a:pt x="246" y="2400"/>
                    </a:lnTo>
                    <a:lnTo>
                      <a:pt x="171" y="2626"/>
                    </a:lnTo>
                    <a:lnTo>
                      <a:pt x="95" y="2872"/>
                    </a:lnTo>
                    <a:lnTo>
                      <a:pt x="38" y="3099"/>
                    </a:lnTo>
                    <a:lnTo>
                      <a:pt x="1" y="3325"/>
                    </a:lnTo>
                    <a:lnTo>
                      <a:pt x="1" y="3571"/>
                    </a:lnTo>
                    <a:lnTo>
                      <a:pt x="1" y="3798"/>
                    </a:lnTo>
                    <a:lnTo>
                      <a:pt x="38" y="4006"/>
                    </a:lnTo>
                    <a:lnTo>
                      <a:pt x="95" y="4176"/>
                    </a:lnTo>
                    <a:lnTo>
                      <a:pt x="133" y="4251"/>
                    </a:lnTo>
                    <a:lnTo>
                      <a:pt x="171" y="4327"/>
                    </a:lnTo>
                    <a:lnTo>
                      <a:pt x="227" y="4365"/>
                    </a:lnTo>
                    <a:lnTo>
                      <a:pt x="303" y="4402"/>
                    </a:lnTo>
                    <a:lnTo>
                      <a:pt x="548" y="4497"/>
                    </a:lnTo>
                    <a:lnTo>
                      <a:pt x="737" y="4553"/>
                    </a:lnTo>
                    <a:lnTo>
                      <a:pt x="907" y="4572"/>
                    </a:lnTo>
                    <a:lnTo>
                      <a:pt x="1077" y="4591"/>
                    </a:lnTo>
                    <a:lnTo>
                      <a:pt x="1569" y="4629"/>
                    </a:lnTo>
                    <a:lnTo>
                      <a:pt x="1947" y="4667"/>
                    </a:lnTo>
                    <a:lnTo>
                      <a:pt x="2438" y="4742"/>
                    </a:lnTo>
                    <a:lnTo>
                      <a:pt x="3137" y="4875"/>
                    </a:lnTo>
                    <a:lnTo>
                      <a:pt x="4025" y="5064"/>
                    </a:lnTo>
                    <a:lnTo>
                      <a:pt x="5026" y="5253"/>
                    </a:lnTo>
                    <a:lnTo>
                      <a:pt x="5555" y="5347"/>
                    </a:lnTo>
                    <a:lnTo>
                      <a:pt x="6103" y="5441"/>
                    </a:lnTo>
                    <a:lnTo>
                      <a:pt x="6670" y="5498"/>
                    </a:lnTo>
                    <a:lnTo>
                      <a:pt x="7218" y="5555"/>
                    </a:lnTo>
                    <a:lnTo>
                      <a:pt x="7785" y="5574"/>
                    </a:lnTo>
                    <a:lnTo>
                      <a:pt x="8352" y="5555"/>
                    </a:lnTo>
                    <a:lnTo>
                      <a:pt x="8899" y="5517"/>
                    </a:lnTo>
                    <a:lnTo>
                      <a:pt x="9164" y="5479"/>
                    </a:lnTo>
                    <a:lnTo>
                      <a:pt x="9428" y="5423"/>
                    </a:lnTo>
                    <a:lnTo>
                      <a:pt x="9693" y="5366"/>
                    </a:lnTo>
                    <a:lnTo>
                      <a:pt x="9939" y="5290"/>
                    </a:lnTo>
                    <a:lnTo>
                      <a:pt x="10203" y="5196"/>
                    </a:lnTo>
                    <a:lnTo>
                      <a:pt x="10430" y="5101"/>
                    </a:lnTo>
                    <a:lnTo>
                      <a:pt x="10543" y="5045"/>
                    </a:lnTo>
                    <a:lnTo>
                      <a:pt x="10619" y="4988"/>
                    </a:lnTo>
                    <a:lnTo>
                      <a:pt x="10694" y="4894"/>
                    </a:lnTo>
                    <a:lnTo>
                      <a:pt x="10770" y="4818"/>
                    </a:lnTo>
                    <a:lnTo>
                      <a:pt x="10808" y="4724"/>
                    </a:lnTo>
                    <a:lnTo>
                      <a:pt x="10846" y="4610"/>
                    </a:lnTo>
                    <a:lnTo>
                      <a:pt x="10864" y="4516"/>
                    </a:lnTo>
                    <a:lnTo>
                      <a:pt x="10883" y="4402"/>
                    </a:lnTo>
                    <a:lnTo>
                      <a:pt x="10864" y="4308"/>
                    </a:lnTo>
                    <a:lnTo>
                      <a:pt x="10846" y="4195"/>
                    </a:lnTo>
                    <a:lnTo>
                      <a:pt x="10827" y="4100"/>
                    </a:lnTo>
                    <a:lnTo>
                      <a:pt x="10770" y="4006"/>
                    </a:lnTo>
                    <a:lnTo>
                      <a:pt x="10713" y="3911"/>
                    </a:lnTo>
                    <a:lnTo>
                      <a:pt x="10638" y="3836"/>
                    </a:lnTo>
                    <a:lnTo>
                      <a:pt x="10543" y="3760"/>
                    </a:lnTo>
                    <a:lnTo>
                      <a:pt x="10449" y="3703"/>
                    </a:lnTo>
                    <a:lnTo>
                      <a:pt x="10128" y="3590"/>
                    </a:lnTo>
                    <a:lnTo>
                      <a:pt x="9806" y="3458"/>
                    </a:lnTo>
                    <a:lnTo>
                      <a:pt x="9126" y="3250"/>
                    </a:lnTo>
                    <a:lnTo>
                      <a:pt x="8446" y="3023"/>
                    </a:lnTo>
                    <a:lnTo>
                      <a:pt x="7766" y="2796"/>
                    </a:lnTo>
                    <a:lnTo>
                      <a:pt x="7426" y="2683"/>
                    </a:lnTo>
                    <a:lnTo>
                      <a:pt x="7105" y="2551"/>
                    </a:lnTo>
                    <a:lnTo>
                      <a:pt x="6802" y="2400"/>
                    </a:lnTo>
                    <a:lnTo>
                      <a:pt x="6500" y="2248"/>
                    </a:lnTo>
                    <a:lnTo>
                      <a:pt x="6217" y="2078"/>
                    </a:lnTo>
                    <a:lnTo>
                      <a:pt x="5971" y="1889"/>
                    </a:lnTo>
                    <a:lnTo>
                      <a:pt x="5725" y="1682"/>
                    </a:lnTo>
                    <a:lnTo>
                      <a:pt x="5536" y="1455"/>
                    </a:lnTo>
                    <a:lnTo>
                      <a:pt x="5480" y="1360"/>
                    </a:lnTo>
                    <a:lnTo>
                      <a:pt x="5442" y="1266"/>
                    </a:lnTo>
                    <a:lnTo>
                      <a:pt x="5423" y="1153"/>
                    </a:lnTo>
                    <a:lnTo>
                      <a:pt x="5442" y="1058"/>
                    </a:lnTo>
                    <a:lnTo>
                      <a:pt x="5499" y="850"/>
                    </a:lnTo>
                    <a:lnTo>
                      <a:pt x="5555" y="642"/>
                    </a:lnTo>
                    <a:lnTo>
                      <a:pt x="5631" y="454"/>
                    </a:lnTo>
                    <a:lnTo>
                      <a:pt x="5650" y="378"/>
                    </a:lnTo>
                    <a:lnTo>
                      <a:pt x="5650" y="284"/>
                    </a:lnTo>
                    <a:lnTo>
                      <a:pt x="5631" y="208"/>
                    </a:lnTo>
                    <a:lnTo>
                      <a:pt x="5593" y="132"/>
                    </a:lnTo>
                    <a:lnTo>
                      <a:pt x="5536" y="57"/>
                    </a:lnTo>
                    <a:lnTo>
                      <a:pt x="544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9"/>
              <p:cNvSpPr/>
              <p:nvPr/>
            </p:nvSpPr>
            <p:spPr>
              <a:xfrm>
                <a:off x="1377912" y="3303913"/>
                <a:ext cx="891651" cy="1094105"/>
              </a:xfrm>
              <a:custGeom>
                <a:rect b="b" l="l" r="r" t="t"/>
                <a:pathLst>
                  <a:path extrusionOk="0" h="39413" w="32120">
                    <a:moveTo>
                      <a:pt x="32120" y="1"/>
                    </a:moveTo>
                    <a:lnTo>
                      <a:pt x="13000" y="889"/>
                    </a:lnTo>
                    <a:lnTo>
                      <a:pt x="10052" y="21275"/>
                    </a:lnTo>
                    <a:lnTo>
                      <a:pt x="8786" y="23183"/>
                    </a:lnTo>
                    <a:lnTo>
                      <a:pt x="7445" y="25262"/>
                    </a:lnTo>
                    <a:lnTo>
                      <a:pt x="5839" y="27793"/>
                    </a:lnTo>
                    <a:lnTo>
                      <a:pt x="5008" y="29173"/>
                    </a:lnTo>
                    <a:lnTo>
                      <a:pt x="4138" y="30590"/>
                    </a:lnTo>
                    <a:lnTo>
                      <a:pt x="3307" y="32007"/>
                    </a:lnTo>
                    <a:lnTo>
                      <a:pt x="2495" y="33405"/>
                    </a:lnTo>
                    <a:lnTo>
                      <a:pt x="1739" y="34746"/>
                    </a:lnTo>
                    <a:lnTo>
                      <a:pt x="1059" y="36031"/>
                    </a:lnTo>
                    <a:lnTo>
                      <a:pt x="473" y="37221"/>
                    </a:lnTo>
                    <a:lnTo>
                      <a:pt x="227" y="37769"/>
                    </a:lnTo>
                    <a:lnTo>
                      <a:pt x="1" y="38279"/>
                    </a:lnTo>
                    <a:lnTo>
                      <a:pt x="341" y="38468"/>
                    </a:lnTo>
                    <a:lnTo>
                      <a:pt x="681" y="38657"/>
                    </a:lnTo>
                    <a:lnTo>
                      <a:pt x="1040" y="38808"/>
                    </a:lnTo>
                    <a:lnTo>
                      <a:pt x="1399" y="38959"/>
                    </a:lnTo>
                    <a:lnTo>
                      <a:pt x="1758" y="39073"/>
                    </a:lnTo>
                    <a:lnTo>
                      <a:pt x="2136" y="39186"/>
                    </a:lnTo>
                    <a:lnTo>
                      <a:pt x="2514" y="39262"/>
                    </a:lnTo>
                    <a:lnTo>
                      <a:pt x="2891" y="39337"/>
                    </a:lnTo>
                    <a:lnTo>
                      <a:pt x="3269" y="39375"/>
                    </a:lnTo>
                    <a:lnTo>
                      <a:pt x="3666" y="39413"/>
                    </a:lnTo>
                    <a:lnTo>
                      <a:pt x="4044" y="39413"/>
                    </a:lnTo>
                    <a:lnTo>
                      <a:pt x="4422" y="39394"/>
                    </a:lnTo>
                    <a:lnTo>
                      <a:pt x="4819" y="39356"/>
                    </a:lnTo>
                    <a:lnTo>
                      <a:pt x="5196" y="39300"/>
                    </a:lnTo>
                    <a:lnTo>
                      <a:pt x="5574" y="39224"/>
                    </a:lnTo>
                    <a:lnTo>
                      <a:pt x="5933" y="39111"/>
                    </a:lnTo>
                    <a:lnTo>
                      <a:pt x="6651" y="38525"/>
                    </a:lnTo>
                    <a:lnTo>
                      <a:pt x="7407" y="37864"/>
                    </a:lnTo>
                    <a:lnTo>
                      <a:pt x="9051" y="36390"/>
                    </a:lnTo>
                    <a:lnTo>
                      <a:pt x="10827" y="34746"/>
                    </a:lnTo>
                    <a:lnTo>
                      <a:pt x="12622" y="33008"/>
                    </a:lnTo>
                    <a:lnTo>
                      <a:pt x="14398" y="31270"/>
                    </a:lnTo>
                    <a:lnTo>
                      <a:pt x="16079" y="29569"/>
                    </a:lnTo>
                    <a:lnTo>
                      <a:pt x="16835" y="28776"/>
                    </a:lnTo>
                    <a:lnTo>
                      <a:pt x="17553" y="28020"/>
                    </a:lnTo>
                    <a:lnTo>
                      <a:pt x="18195" y="27302"/>
                    </a:lnTo>
                    <a:lnTo>
                      <a:pt x="18781" y="26641"/>
                    </a:lnTo>
                    <a:lnTo>
                      <a:pt x="19008" y="26357"/>
                    </a:lnTo>
                    <a:lnTo>
                      <a:pt x="19234" y="26055"/>
                    </a:lnTo>
                    <a:lnTo>
                      <a:pt x="19423" y="25734"/>
                    </a:lnTo>
                    <a:lnTo>
                      <a:pt x="19612" y="25413"/>
                    </a:lnTo>
                    <a:lnTo>
                      <a:pt x="19782" y="25073"/>
                    </a:lnTo>
                    <a:lnTo>
                      <a:pt x="19952" y="24733"/>
                    </a:lnTo>
                    <a:lnTo>
                      <a:pt x="20085" y="24392"/>
                    </a:lnTo>
                    <a:lnTo>
                      <a:pt x="20198" y="24033"/>
                    </a:lnTo>
                    <a:lnTo>
                      <a:pt x="25205" y="7388"/>
                    </a:lnTo>
                    <a:lnTo>
                      <a:pt x="3212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9"/>
              <p:cNvSpPr/>
              <p:nvPr/>
            </p:nvSpPr>
            <p:spPr>
              <a:xfrm>
                <a:off x="1377912" y="3303913"/>
                <a:ext cx="891651" cy="1094105"/>
              </a:xfrm>
              <a:custGeom>
                <a:rect b="b" l="l" r="r" t="t"/>
                <a:pathLst>
                  <a:path extrusionOk="0" fill="none" h="39413" w="32120">
                    <a:moveTo>
                      <a:pt x="13000" y="889"/>
                    </a:moveTo>
                    <a:lnTo>
                      <a:pt x="10052" y="21275"/>
                    </a:lnTo>
                    <a:lnTo>
                      <a:pt x="10052" y="21275"/>
                    </a:lnTo>
                    <a:lnTo>
                      <a:pt x="8786" y="23183"/>
                    </a:lnTo>
                    <a:lnTo>
                      <a:pt x="7445" y="25262"/>
                    </a:lnTo>
                    <a:lnTo>
                      <a:pt x="5839" y="27793"/>
                    </a:lnTo>
                    <a:lnTo>
                      <a:pt x="5008" y="29173"/>
                    </a:lnTo>
                    <a:lnTo>
                      <a:pt x="4138" y="30590"/>
                    </a:lnTo>
                    <a:lnTo>
                      <a:pt x="3307" y="32007"/>
                    </a:lnTo>
                    <a:lnTo>
                      <a:pt x="2495" y="33405"/>
                    </a:lnTo>
                    <a:lnTo>
                      <a:pt x="1739" y="34746"/>
                    </a:lnTo>
                    <a:lnTo>
                      <a:pt x="1059" y="36031"/>
                    </a:lnTo>
                    <a:lnTo>
                      <a:pt x="473" y="37221"/>
                    </a:lnTo>
                    <a:lnTo>
                      <a:pt x="227" y="37769"/>
                    </a:lnTo>
                    <a:lnTo>
                      <a:pt x="1" y="38279"/>
                    </a:lnTo>
                    <a:lnTo>
                      <a:pt x="1" y="38279"/>
                    </a:lnTo>
                    <a:lnTo>
                      <a:pt x="341" y="38468"/>
                    </a:lnTo>
                    <a:lnTo>
                      <a:pt x="681" y="38657"/>
                    </a:lnTo>
                    <a:lnTo>
                      <a:pt x="1040" y="38808"/>
                    </a:lnTo>
                    <a:lnTo>
                      <a:pt x="1399" y="38959"/>
                    </a:lnTo>
                    <a:lnTo>
                      <a:pt x="1758" y="39073"/>
                    </a:lnTo>
                    <a:lnTo>
                      <a:pt x="2136" y="39186"/>
                    </a:lnTo>
                    <a:lnTo>
                      <a:pt x="2514" y="39262"/>
                    </a:lnTo>
                    <a:lnTo>
                      <a:pt x="2891" y="39337"/>
                    </a:lnTo>
                    <a:lnTo>
                      <a:pt x="3269" y="39375"/>
                    </a:lnTo>
                    <a:lnTo>
                      <a:pt x="3666" y="39413"/>
                    </a:lnTo>
                    <a:lnTo>
                      <a:pt x="4044" y="39413"/>
                    </a:lnTo>
                    <a:lnTo>
                      <a:pt x="4422" y="39394"/>
                    </a:lnTo>
                    <a:lnTo>
                      <a:pt x="4819" y="39356"/>
                    </a:lnTo>
                    <a:lnTo>
                      <a:pt x="5196" y="39300"/>
                    </a:lnTo>
                    <a:lnTo>
                      <a:pt x="5574" y="39224"/>
                    </a:lnTo>
                    <a:lnTo>
                      <a:pt x="5933" y="39111"/>
                    </a:lnTo>
                    <a:lnTo>
                      <a:pt x="5933" y="39111"/>
                    </a:lnTo>
                    <a:lnTo>
                      <a:pt x="6651" y="38525"/>
                    </a:lnTo>
                    <a:lnTo>
                      <a:pt x="7407" y="37864"/>
                    </a:lnTo>
                    <a:lnTo>
                      <a:pt x="9051" y="36390"/>
                    </a:lnTo>
                    <a:lnTo>
                      <a:pt x="10827" y="34746"/>
                    </a:lnTo>
                    <a:lnTo>
                      <a:pt x="12622" y="33008"/>
                    </a:lnTo>
                    <a:lnTo>
                      <a:pt x="14398" y="31270"/>
                    </a:lnTo>
                    <a:lnTo>
                      <a:pt x="16079" y="29569"/>
                    </a:lnTo>
                    <a:lnTo>
                      <a:pt x="16835" y="28776"/>
                    </a:lnTo>
                    <a:lnTo>
                      <a:pt x="17553" y="28020"/>
                    </a:lnTo>
                    <a:lnTo>
                      <a:pt x="18195" y="27302"/>
                    </a:lnTo>
                    <a:lnTo>
                      <a:pt x="18781" y="26641"/>
                    </a:lnTo>
                    <a:lnTo>
                      <a:pt x="18781" y="26641"/>
                    </a:lnTo>
                    <a:lnTo>
                      <a:pt x="19008" y="26357"/>
                    </a:lnTo>
                    <a:lnTo>
                      <a:pt x="19234" y="26055"/>
                    </a:lnTo>
                    <a:lnTo>
                      <a:pt x="19423" y="25734"/>
                    </a:lnTo>
                    <a:lnTo>
                      <a:pt x="19612" y="25413"/>
                    </a:lnTo>
                    <a:lnTo>
                      <a:pt x="19782" y="25073"/>
                    </a:lnTo>
                    <a:lnTo>
                      <a:pt x="19952" y="24733"/>
                    </a:lnTo>
                    <a:lnTo>
                      <a:pt x="20085" y="24392"/>
                    </a:lnTo>
                    <a:lnTo>
                      <a:pt x="20198" y="24033"/>
                    </a:lnTo>
                    <a:lnTo>
                      <a:pt x="25205" y="7388"/>
                    </a:lnTo>
                    <a:lnTo>
                      <a:pt x="32120" y="1"/>
                    </a:lnTo>
                    <a:lnTo>
                      <a:pt x="13000" y="88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9"/>
              <p:cNvSpPr/>
              <p:nvPr/>
            </p:nvSpPr>
            <p:spPr>
              <a:xfrm>
                <a:off x="2213380" y="4318237"/>
                <a:ext cx="161563" cy="30952"/>
              </a:xfrm>
              <a:custGeom>
                <a:rect b="b" l="l" r="r" t="t"/>
                <a:pathLst>
                  <a:path extrusionOk="0" h="1115" w="5820">
                    <a:moveTo>
                      <a:pt x="114" y="0"/>
                    </a:moveTo>
                    <a:lnTo>
                      <a:pt x="57" y="38"/>
                    </a:lnTo>
                    <a:lnTo>
                      <a:pt x="19" y="76"/>
                    </a:lnTo>
                    <a:lnTo>
                      <a:pt x="0" y="132"/>
                    </a:lnTo>
                    <a:lnTo>
                      <a:pt x="0" y="189"/>
                    </a:lnTo>
                    <a:lnTo>
                      <a:pt x="0" y="246"/>
                    </a:lnTo>
                    <a:lnTo>
                      <a:pt x="38" y="284"/>
                    </a:lnTo>
                    <a:lnTo>
                      <a:pt x="95" y="321"/>
                    </a:lnTo>
                    <a:lnTo>
                      <a:pt x="510" y="510"/>
                    </a:lnTo>
                    <a:lnTo>
                      <a:pt x="945" y="661"/>
                    </a:lnTo>
                    <a:lnTo>
                      <a:pt x="1380" y="813"/>
                    </a:lnTo>
                    <a:lnTo>
                      <a:pt x="1833" y="907"/>
                    </a:lnTo>
                    <a:lnTo>
                      <a:pt x="2286" y="1001"/>
                    </a:lnTo>
                    <a:lnTo>
                      <a:pt x="2740" y="1058"/>
                    </a:lnTo>
                    <a:lnTo>
                      <a:pt x="3193" y="1096"/>
                    </a:lnTo>
                    <a:lnTo>
                      <a:pt x="3647" y="1115"/>
                    </a:lnTo>
                    <a:lnTo>
                      <a:pt x="4176" y="1096"/>
                    </a:lnTo>
                    <a:lnTo>
                      <a:pt x="4686" y="1039"/>
                    </a:lnTo>
                    <a:lnTo>
                      <a:pt x="5196" y="964"/>
                    </a:lnTo>
                    <a:lnTo>
                      <a:pt x="5706" y="850"/>
                    </a:lnTo>
                    <a:lnTo>
                      <a:pt x="5763" y="831"/>
                    </a:lnTo>
                    <a:lnTo>
                      <a:pt x="5801" y="775"/>
                    </a:lnTo>
                    <a:lnTo>
                      <a:pt x="5820" y="718"/>
                    </a:lnTo>
                    <a:lnTo>
                      <a:pt x="5820" y="661"/>
                    </a:lnTo>
                    <a:lnTo>
                      <a:pt x="5801" y="605"/>
                    </a:lnTo>
                    <a:lnTo>
                      <a:pt x="5763" y="567"/>
                    </a:lnTo>
                    <a:lnTo>
                      <a:pt x="5706" y="529"/>
                    </a:lnTo>
                    <a:lnTo>
                      <a:pt x="5631" y="510"/>
                    </a:lnTo>
                    <a:lnTo>
                      <a:pt x="5593" y="529"/>
                    </a:lnTo>
                    <a:lnTo>
                      <a:pt x="5120" y="624"/>
                    </a:lnTo>
                    <a:lnTo>
                      <a:pt x="4629" y="699"/>
                    </a:lnTo>
                    <a:lnTo>
                      <a:pt x="4138" y="737"/>
                    </a:lnTo>
                    <a:lnTo>
                      <a:pt x="3666" y="756"/>
                    </a:lnTo>
                    <a:lnTo>
                      <a:pt x="3212" y="737"/>
                    </a:lnTo>
                    <a:lnTo>
                      <a:pt x="2778" y="718"/>
                    </a:lnTo>
                    <a:lnTo>
                      <a:pt x="2343" y="642"/>
                    </a:lnTo>
                    <a:lnTo>
                      <a:pt x="1909" y="567"/>
                    </a:lnTo>
                    <a:lnTo>
                      <a:pt x="1493" y="454"/>
                    </a:lnTo>
                    <a:lnTo>
                      <a:pt x="1077" y="340"/>
                    </a:lnTo>
                    <a:lnTo>
                      <a:pt x="662" y="189"/>
                    </a:lnTo>
                    <a:lnTo>
                      <a:pt x="24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9"/>
              <p:cNvSpPr/>
              <p:nvPr/>
            </p:nvSpPr>
            <p:spPr>
              <a:xfrm>
                <a:off x="1421436" y="4310353"/>
                <a:ext cx="145851" cy="35172"/>
              </a:xfrm>
              <a:custGeom>
                <a:rect b="b" l="l" r="r" t="t"/>
                <a:pathLst>
                  <a:path extrusionOk="0" h="1267" w="5254">
                    <a:moveTo>
                      <a:pt x="171" y="1"/>
                    </a:moveTo>
                    <a:lnTo>
                      <a:pt x="114" y="20"/>
                    </a:lnTo>
                    <a:lnTo>
                      <a:pt x="58" y="57"/>
                    </a:lnTo>
                    <a:lnTo>
                      <a:pt x="39" y="95"/>
                    </a:lnTo>
                    <a:lnTo>
                      <a:pt x="20" y="152"/>
                    </a:lnTo>
                    <a:lnTo>
                      <a:pt x="1" y="209"/>
                    </a:lnTo>
                    <a:lnTo>
                      <a:pt x="20" y="265"/>
                    </a:lnTo>
                    <a:lnTo>
                      <a:pt x="39" y="303"/>
                    </a:lnTo>
                    <a:lnTo>
                      <a:pt x="95" y="360"/>
                    </a:lnTo>
                    <a:lnTo>
                      <a:pt x="454" y="568"/>
                    </a:lnTo>
                    <a:lnTo>
                      <a:pt x="813" y="756"/>
                    </a:lnTo>
                    <a:lnTo>
                      <a:pt x="1210" y="908"/>
                    </a:lnTo>
                    <a:lnTo>
                      <a:pt x="1588" y="1040"/>
                    </a:lnTo>
                    <a:lnTo>
                      <a:pt x="1985" y="1134"/>
                    </a:lnTo>
                    <a:lnTo>
                      <a:pt x="2400" y="1210"/>
                    </a:lnTo>
                    <a:lnTo>
                      <a:pt x="2816" y="1248"/>
                    </a:lnTo>
                    <a:lnTo>
                      <a:pt x="3213" y="1267"/>
                    </a:lnTo>
                    <a:lnTo>
                      <a:pt x="3704" y="1248"/>
                    </a:lnTo>
                    <a:lnTo>
                      <a:pt x="4195" y="1191"/>
                    </a:lnTo>
                    <a:lnTo>
                      <a:pt x="4668" y="1078"/>
                    </a:lnTo>
                    <a:lnTo>
                      <a:pt x="5140" y="945"/>
                    </a:lnTo>
                    <a:lnTo>
                      <a:pt x="5216" y="908"/>
                    </a:lnTo>
                    <a:lnTo>
                      <a:pt x="5253" y="851"/>
                    </a:lnTo>
                    <a:lnTo>
                      <a:pt x="5253" y="794"/>
                    </a:lnTo>
                    <a:lnTo>
                      <a:pt x="5253" y="738"/>
                    </a:lnTo>
                    <a:lnTo>
                      <a:pt x="5234" y="681"/>
                    </a:lnTo>
                    <a:lnTo>
                      <a:pt x="5197" y="624"/>
                    </a:lnTo>
                    <a:lnTo>
                      <a:pt x="5159" y="605"/>
                    </a:lnTo>
                    <a:lnTo>
                      <a:pt x="5102" y="586"/>
                    </a:lnTo>
                    <a:lnTo>
                      <a:pt x="5027" y="605"/>
                    </a:lnTo>
                    <a:lnTo>
                      <a:pt x="4592" y="738"/>
                    </a:lnTo>
                    <a:lnTo>
                      <a:pt x="4139" y="832"/>
                    </a:lnTo>
                    <a:lnTo>
                      <a:pt x="3685" y="889"/>
                    </a:lnTo>
                    <a:lnTo>
                      <a:pt x="3232" y="908"/>
                    </a:lnTo>
                    <a:lnTo>
                      <a:pt x="2835" y="889"/>
                    </a:lnTo>
                    <a:lnTo>
                      <a:pt x="2438" y="851"/>
                    </a:lnTo>
                    <a:lnTo>
                      <a:pt x="2060" y="775"/>
                    </a:lnTo>
                    <a:lnTo>
                      <a:pt x="1682" y="681"/>
                    </a:lnTo>
                    <a:lnTo>
                      <a:pt x="1305" y="568"/>
                    </a:lnTo>
                    <a:lnTo>
                      <a:pt x="946" y="416"/>
                    </a:lnTo>
                    <a:lnTo>
                      <a:pt x="587" y="246"/>
                    </a:lnTo>
                    <a:lnTo>
                      <a:pt x="247" y="38"/>
                    </a:lnTo>
                    <a:lnTo>
                      <a:pt x="209" y="20"/>
                    </a:lnTo>
                    <a:lnTo>
                      <a:pt x="1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9"/>
              <p:cNvSpPr/>
              <p:nvPr/>
            </p:nvSpPr>
            <p:spPr>
              <a:xfrm>
                <a:off x="718153" y="539500"/>
                <a:ext cx="2649220" cy="1450738"/>
              </a:xfrm>
              <a:custGeom>
                <a:rect b="b" l="l" r="r" t="t"/>
                <a:pathLst>
                  <a:path extrusionOk="0" h="52260" w="95433">
                    <a:moveTo>
                      <a:pt x="46082" y="0"/>
                    </a:moveTo>
                    <a:lnTo>
                      <a:pt x="45364" y="19"/>
                    </a:lnTo>
                    <a:lnTo>
                      <a:pt x="44665" y="57"/>
                    </a:lnTo>
                    <a:lnTo>
                      <a:pt x="43947" y="94"/>
                    </a:lnTo>
                    <a:lnTo>
                      <a:pt x="43229" y="151"/>
                    </a:lnTo>
                    <a:lnTo>
                      <a:pt x="42530" y="227"/>
                    </a:lnTo>
                    <a:lnTo>
                      <a:pt x="41812" y="321"/>
                    </a:lnTo>
                    <a:lnTo>
                      <a:pt x="41113" y="416"/>
                    </a:lnTo>
                    <a:lnTo>
                      <a:pt x="40395" y="529"/>
                    </a:lnTo>
                    <a:lnTo>
                      <a:pt x="39696" y="661"/>
                    </a:lnTo>
                    <a:lnTo>
                      <a:pt x="38997" y="812"/>
                    </a:lnTo>
                    <a:lnTo>
                      <a:pt x="38298" y="982"/>
                    </a:lnTo>
                    <a:lnTo>
                      <a:pt x="37618" y="1153"/>
                    </a:lnTo>
                    <a:lnTo>
                      <a:pt x="36919" y="1341"/>
                    </a:lnTo>
                    <a:lnTo>
                      <a:pt x="36239" y="1549"/>
                    </a:lnTo>
                    <a:lnTo>
                      <a:pt x="35558" y="1776"/>
                    </a:lnTo>
                    <a:lnTo>
                      <a:pt x="34897" y="2003"/>
                    </a:lnTo>
                    <a:lnTo>
                      <a:pt x="34217" y="2248"/>
                    </a:lnTo>
                    <a:lnTo>
                      <a:pt x="33556" y="2513"/>
                    </a:lnTo>
                    <a:lnTo>
                      <a:pt x="32894" y="2796"/>
                    </a:lnTo>
                    <a:lnTo>
                      <a:pt x="32252" y="3080"/>
                    </a:lnTo>
                    <a:lnTo>
                      <a:pt x="31591" y="3382"/>
                    </a:lnTo>
                    <a:lnTo>
                      <a:pt x="30967" y="3703"/>
                    </a:lnTo>
                    <a:lnTo>
                      <a:pt x="30325" y="4043"/>
                    </a:lnTo>
                    <a:lnTo>
                      <a:pt x="29399" y="4553"/>
                    </a:lnTo>
                    <a:lnTo>
                      <a:pt x="28492" y="5101"/>
                    </a:lnTo>
                    <a:lnTo>
                      <a:pt x="27604" y="5668"/>
                    </a:lnTo>
                    <a:lnTo>
                      <a:pt x="26716" y="6254"/>
                    </a:lnTo>
                    <a:lnTo>
                      <a:pt x="25828" y="6840"/>
                    </a:lnTo>
                    <a:lnTo>
                      <a:pt x="24959" y="7444"/>
                    </a:lnTo>
                    <a:lnTo>
                      <a:pt x="23221" y="8653"/>
                    </a:lnTo>
                    <a:lnTo>
                      <a:pt x="21483" y="9863"/>
                    </a:lnTo>
                    <a:lnTo>
                      <a:pt x="20613" y="10467"/>
                    </a:lnTo>
                    <a:lnTo>
                      <a:pt x="19725" y="11034"/>
                    </a:lnTo>
                    <a:lnTo>
                      <a:pt x="18819" y="11601"/>
                    </a:lnTo>
                    <a:lnTo>
                      <a:pt x="17912" y="12130"/>
                    </a:lnTo>
                    <a:lnTo>
                      <a:pt x="16986" y="12640"/>
                    </a:lnTo>
                    <a:lnTo>
                      <a:pt x="16041" y="13131"/>
                    </a:lnTo>
                    <a:lnTo>
                      <a:pt x="15569" y="13358"/>
                    </a:lnTo>
                    <a:lnTo>
                      <a:pt x="15078" y="13566"/>
                    </a:lnTo>
                    <a:lnTo>
                      <a:pt x="14586" y="13774"/>
                    </a:lnTo>
                    <a:lnTo>
                      <a:pt x="14076" y="13981"/>
                    </a:lnTo>
                    <a:lnTo>
                      <a:pt x="13566" y="14151"/>
                    </a:lnTo>
                    <a:lnTo>
                      <a:pt x="13056" y="14321"/>
                    </a:lnTo>
                    <a:lnTo>
                      <a:pt x="12546" y="14491"/>
                    </a:lnTo>
                    <a:lnTo>
                      <a:pt x="12017" y="14624"/>
                    </a:lnTo>
                    <a:lnTo>
                      <a:pt x="11488" y="14756"/>
                    </a:lnTo>
                    <a:lnTo>
                      <a:pt x="10959" y="14888"/>
                    </a:lnTo>
                    <a:lnTo>
                      <a:pt x="10430" y="14983"/>
                    </a:lnTo>
                    <a:lnTo>
                      <a:pt x="9901" y="15077"/>
                    </a:lnTo>
                    <a:lnTo>
                      <a:pt x="9372" y="15134"/>
                    </a:lnTo>
                    <a:lnTo>
                      <a:pt x="8843" y="15191"/>
                    </a:lnTo>
                    <a:lnTo>
                      <a:pt x="8314" y="15228"/>
                    </a:lnTo>
                    <a:lnTo>
                      <a:pt x="7785" y="15247"/>
                    </a:lnTo>
                    <a:lnTo>
                      <a:pt x="7256" y="15266"/>
                    </a:lnTo>
                    <a:lnTo>
                      <a:pt x="6727" y="15247"/>
                    </a:lnTo>
                    <a:lnTo>
                      <a:pt x="6198" y="15209"/>
                    </a:lnTo>
                    <a:lnTo>
                      <a:pt x="5687" y="15153"/>
                    </a:lnTo>
                    <a:lnTo>
                      <a:pt x="5177" y="15096"/>
                    </a:lnTo>
                    <a:lnTo>
                      <a:pt x="4667" y="15002"/>
                    </a:lnTo>
                    <a:lnTo>
                      <a:pt x="4157" y="14888"/>
                    </a:lnTo>
                    <a:lnTo>
                      <a:pt x="3666" y="14756"/>
                    </a:lnTo>
                    <a:lnTo>
                      <a:pt x="3175" y="14605"/>
                    </a:lnTo>
                    <a:lnTo>
                      <a:pt x="2683" y="14416"/>
                    </a:lnTo>
                    <a:lnTo>
                      <a:pt x="2211" y="14227"/>
                    </a:lnTo>
                    <a:lnTo>
                      <a:pt x="1758" y="14000"/>
                    </a:lnTo>
                    <a:lnTo>
                      <a:pt x="1304" y="13755"/>
                    </a:lnTo>
                    <a:lnTo>
                      <a:pt x="851" y="13490"/>
                    </a:lnTo>
                    <a:lnTo>
                      <a:pt x="416" y="13188"/>
                    </a:lnTo>
                    <a:lnTo>
                      <a:pt x="1" y="12886"/>
                    </a:lnTo>
                    <a:lnTo>
                      <a:pt x="25904" y="49879"/>
                    </a:lnTo>
                    <a:lnTo>
                      <a:pt x="26319" y="50182"/>
                    </a:lnTo>
                    <a:lnTo>
                      <a:pt x="26754" y="50484"/>
                    </a:lnTo>
                    <a:lnTo>
                      <a:pt x="27188" y="50748"/>
                    </a:lnTo>
                    <a:lnTo>
                      <a:pt x="27642" y="50994"/>
                    </a:lnTo>
                    <a:lnTo>
                      <a:pt x="28114" y="51221"/>
                    </a:lnTo>
                    <a:lnTo>
                      <a:pt x="28587" y="51410"/>
                    </a:lnTo>
                    <a:lnTo>
                      <a:pt x="29059" y="51599"/>
                    </a:lnTo>
                    <a:lnTo>
                      <a:pt x="29550" y="51750"/>
                    </a:lnTo>
                    <a:lnTo>
                      <a:pt x="30060" y="51882"/>
                    </a:lnTo>
                    <a:lnTo>
                      <a:pt x="30552" y="51995"/>
                    </a:lnTo>
                    <a:lnTo>
                      <a:pt x="31062" y="52090"/>
                    </a:lnTo>
                    <a:lnTo>
                      <a:pt x="31572" y="52147"/>
                    </a:lnTo>
                    <a:lnTo>
                      <a:pt x="32101" y="52203"/>
                    </a:lnTo>
                    <a:lnTo>
                      <a:pt x="32630" y="52241"/>
                    </a:lnTo>
                    <a:lnTo>
                      <a:pt x="33140" y="52260"/>
                    </a:lnTo>
                    <a:lnTo>
                      <a:pt x="33669" y="52241"/>
                    </a:lnTo>
                    <a:lnTo>
                      <a:pt x="34198" y="52222"/>
                    </a:lnTo>
                    <a:lnTo>
                      <a:pt x="34746" y="52184"/>
                    </a:lnTo>
                    <a:lnTo>
                      <a:pt x="35275" y="52128"/>
                    </a:lnTo>
                    <a:lnTo>
                      <a:pt x="35804" y="52071"/>
                    </a:lnTo>
                    <a:lnTo>
                      <a:pt x="36333" y="51977"/>
                    </a:lnTo>
                    <a:lnTo>
                      <a:pt x="36862" y="51882"/>
                    </a:lnTo>
                    <a:lnTo>
                      <a:pt x="37391" y="51750"/>
                    </a:lnTo>
                    <a:lnTo>
                      <a:pt x="37920" y="51618"/>
                    </a:lnTo>
                    <a:lnTo>
                      <a:pt x="38430" y="51485"/>
                    </a:lnTo>
                    <a:lnTo>
                      <a:pt x="38959" y="51315"/>
                    </a:lnTo>
                    <a:lnTo>
                      <a:pt x="39469" y="51145"/>
                    </a:lnTo>
                    <a:lnTo>
                      <a:pt x="39979" y="50975"/>
                    </a:lnTo>
                    <a:lnTo>
                      <a:pt x="40471" y="50767"/>
                    </a:lnTo>
                    <a:lnTo>
                      <a:pt x="40981" y="50560"/>
                    </a:lnTo>
                    <a:lnTo>
                      <a:pt x="41453" y="50352"/>
                    </a:lnTo>
                    <a:lnTo>
                      <a:pt x="41944" y="50125"/>
                    </a:lnTo>
                    <a:lnTo>
                      <a:pt x="42889" y="49634"/>
                    </a:lnTo>
                    <a:lnTo>
                      <a:pt x="43815" y="49124"/>
                    </a:lnTo>
                    <a:lnTo>
                      <a:pt x="44722" y="48595"/>
                    </a:lnTo>
                    <a:lnTo>
                      <a:pt x="45610" y="48028"/>
                    </a:lnTo>
                    <a:lnTo>
                      <a:pt x="46498" y="47461"/>
                    </a:lnTo>
                    <a:lnTo>
                      <a:pt x="47386" y="46856"/>
                    </a:lnTo>
                    <a:lnTo>
                      <a:pt x="49124" y="45647"/>
                    </a:lnTo>
                    <a:lnTo>
                      <a:pt x="50862" y="44438"/>
                    </a:lnTo>
                    <a:lnTo>
                      <a:pt x="51731" y="43833"/>
                    </a:lnTo>
                    <a:lnTo>
                      <a:pt x="52619" y="43248"/>
                    </a:lnTo>
                    <a:lnTo>
                      <a:pt x="53488" y="42662"/>
                    </a:lnTo>
                    <a:lnTo>
                      <a:pt x="54395" y="42095"/>
                    </a:lnTo>
                    <a:lnTo>
                      <a:pt x="55302" y="41547"/>
                    </a:lnTo>
                    <a:lnTo>
                      <a:pt x="56228" y="41037"/>
                    </a:lnTo>
                    <a:lnTo>
                      <a:pt x="56851" y="40697"/>
                    </a:lnTo>
                    <a:lnTo>
                      <a:pt x="57494" y="40376"/>
                    </a:lnTo>
                    <a:lnTo>
                      <a:pt x="58136" y="40074"/>
                    </a:lnTo>
                    <a:lnTo>
                      <a:pt x="58798" y="39790"/>
                    </a:lnTo>
                    <a:lnTo>
                      <a:pt x="59459" y="39507"/>
                    </a:lnTo>
                    <a:lnTo>
                      <a:pt x="60120" y="39242"/>
                    </a:lnTo>
                    <a:lnTo>
                      <a:pt x="60781" y="38997"/>
                    </a:lnTo>
                    <a:lnTo>
                      <a:pt x="61462" y="38770"/>
                    </a:lnTo>
                    <a:lnTo>
                      <a:pt x="62142" y="38543"/>
                    </a:lnTo>
                    <a:lnTo>
                      <a:pt x="62822" y="38335"/>
                    </a:lnTo>
                    <a:lnTo>
                      <a:pt x="63502" y="38146"/>
                    </a:lnTo>
                    <a:lnTo>
                      <a:pt x="64201" y="37976"/>
                    </a:lnTo>
                    <a:lnTo>
                      <a:pt x="64900" y="37806"/>
                    </a:lnTo>
                    <a:lnTo>
                      <a:pt x="65599" y="37674"/>
                    </a:lnTo>
                    <a:lnTo>
                      <a:pt x="66298" y="37523"/>
                    </a:lnTo>
                    <a:lnTo>
                      <a:pt x="66997" y="37410"/>
                    </a:lnTo>
                    <a:lnTo>
                      <a:pt x="67715" y="37315"/>
                    </a:lnTo>
                    <a:lnTo>
                      <a:pt x="68414" y="37221"/>
                    </a:lnTo>
                    <a:lnTo>
                      <a:pt x="69132" y="37145"/>
                    </a:lnTo>
                    <a:lnTo>
                      <a:pt x="69850" y="37088"/>
                    </a:lnTo>
                    <a:lnTo>
                      <a:pt x="70549" y="37051"/>
                    </a:lnTo>
                    <a:lnTo>
                      <a:pt x="71267" y="37013"/>
                    </a:lnTo>
                    <a:lnTo>
                      <a:pt x="71985" y="36994"/>
                    </a:lnTo>
                    <a:lnTo>
                      <a:pt x="72703" y="36994"/>
                    </a:lnTo>
                    <a:lnTo>
                      <a:pt x="73402" y="37013"/>
                    </a:lnTo>
                    <a:lnTo>
                      <a:pt x="74120" y="37051"/>
                    </a:lnTo>
                    <a:lnTo>
                      <a:pt x="74838" y="37088"/>
                    </a:lnTo>
                    <a:lnTo>
                      <a:pt x="75537" y="37164"/>
                    </a:lnTo>
                    <a:lnTo>
                      <a:pt x="76255" y="37239"/>
                    </a:lnTo>
                    <a:lnTo>
                      <a:pt x="76973" y="37334"/>
                    </a:lnTo>
                    <a:lnTo>
                      <a:pt x="77672" y="37428"/>
                    </a:lnTo>
                    <a:lnTo>
                      <a:pt x="78371" y="37561"/>
                    </a:lnTo>
                    <a:lnTo>
                      <a:pt x="79524" y="37787"/>
                    </a:lnTo>
                    <a:lnTo>
                      <a:pt x="80657" y="38071"/>
                    </a:lnTo>
                    <a:lnTo>
                      <a:pt x="81772" y="38392"/>
                    </a:lnTo>
                    <a:lnTo>
                      <a:pt x="82887" y="38732"/>
                    </a:lnTo>
                    <a:lnTo>
                      <a:pt x="83983" y="39129"/>
                    </a:lnTo>
                    <a:lnTo>
                      <a:pt x="85079" y="39563"/>
                    </a:lnTo>
                    <a:lnTo>
                      <a:pt x="86137" y="40036"/>
                    </a:lnTo>
                    <a:lnTo>
                      <a:pt x="87195" y="40527"/>
                    </a:lnTo>
                    <a:lnTo>
                      <a:pt x="88234" y="41075"/>
                    </a:lnTo>
                    <a:lnTo>
                      <a:pt x="89254" y="41661"/>
                    </a:lnTo>
                    <a:lnTo>
                      <a:pt x="90237" y="42265"/>
                    </a:lnTo>
                    <a:lnTo>
                      <a:pt x="91219" y="42908"/>
                    </a:lnTo>
                    <a:lnTo>
                      <a:pt x="92164" y="43588"/>
                    </a:lnTo>
                    <a:lnTo>
                      <a:pt x="93089" y="44287"/>
                    </a:lnTo>
                    <a:lnTo>
                      <a:pt x="93996" y="45024"/>
                    </a:lnTo>
                    <a:lnTo>
                      <a:pt x="94884" y="45798"/>
                    </a:lnTo>
                    <a:lnTo>
                      <a:pt x="94941" y="45836"/>
                    </a:lnTo>
                    <a:lnTo>
                      <a:pt x="94998" y="45874"/>
                    </a:lnTo>
                    <a:lnTo>
                      <a:pt x="95054" y="45893"/>
                    </a:lnTo>
                    <a:lnTo>
                      <a:pt x="95111" y="45893"/>
                    </a:lnTo>
                    <a:lnTo>
                      <a:pt x="95224" y="45855"/>
                    </a:lnTo>
                    <a:lnTo>
                      <a:pt x="95319" y="45798"/>
                    </a:lnTo>
                    <a:lnTo>
                      <a:pt x="95394" y="45704"/>
                    </a:lnTo>
                    <a:lnTo>
                      <a:pt x="95432" y="45609"/>
                    </a:lnTo>
                    <a:lnTo>
                      <a:pt x="95432" y="45534"/>
                    </a:lnTo>
                    <a:lnTo>
                      <a:pt x="95432" y="45477"/>
                    </a:lnTo>
                    <a:lnTo>
                      <a:pt x="95413" y="45420"/>
                    </a:lnTo>
                    <a:lnTo>
                      <a:pt x="95376" y="45364"/>
                    </a:lnTo>
                    <a:lnTo>
                      <a:pt x="71872" y="11790"/>
                    </a:lnTo>
                    <a:lnTo>
                      <a:pt x="71418" y="11261"/>
                    </a:lnTo>
                    <a:lnTo>
                      <a:pt x="70927" y="10732"/>
                    </a:lnTo>
                    <a:lnTo>
                      <a:pt x="70436" y="10221"/>
                    </a:lnTo>
                    <a:lnTo>
                      <a:pt x="69926" y="9711"/>
                    </a:lnTo>
                    <a:lnTo>
                      <a:pt x="69416" y="9220"/>
                    </a:lnTo>
                    <a:lnTo>
                      <a:pt x="68887" y="8729"/>
                    </a:lnTo>
                    <a:lnTo>
                      <a:pt x="68358" y="8257"/>
                    </a:lnTo>
                    <a:lnTo>
                      <a:pt x="67810" y="7784"/>
                    </a:lnTo>
                    <a:lnTo>
                      <a:pt x="67262" y="7350"/>
                    </a:lnTo>
                    <a:lnTo>
                      <a:pt x="66695" y="6896"/>
                    </a:lnTo>
                    <a:lnTo>
                      <a:pt x="66128" y="6481"/>
                    </a:lnTo>
                    <a:lnTo>
                      <a:pt x="65543" y="6065"/>
                    </a:lnTo>
                    <a:lnTo>
                      <a:pt x="64957" y="5668"/>
                    </a:lnTo>
                    <a:lnTo>
                      <a:pt x="64352" y="5271"/>
                    </a:lnTo>
                    <a:lnTo>
                      <a:pt x="63748" y="4893"/>
                    </a:lnTo>
                    <a:lnTo>
                      <a:pt x="63143" y="4534"/>
                    </a:lnTo>
                    <a:lnTo>
                      <a:pt x="62520" y="4176"/>
                    </a:lnTo>
                    <a:lnTo>
                      <a:pt x="61877" y="3835"/>
                    </a:lnTo>
                    <a:lnTo>
                      <a:pt x="61254" y="3514"/>
                    </a:lnTo>
                    <a:lnTo>
                      <a:pt x="60611" y="3212"/>
                    </a:lnTo>
                    <a:lnTo>
                      <a:pt x="59950" y="2910"/>
                    </a:lnTo>
                    <a:lnTo>
                      <a:pt x="59308" y="2626"/>
                    </a:lnTo>
                    <a:lnTo>
                      <a:pt x="58646" y="2343"/>
                    </a:lnTo>
                    <a:lnTo>
                      <a:pt x="57966" y="2097"/>
                    </a:lnTo>
                    <a:lnTo>
                      <a:pt x="57305" y="1852"/>
                    </a:lnTo>
                    <a:lnTo>
                      <a:pt x="56625" y="1625"/>
                    </a:lnTo>
                    <a:lnTo>
                      <a:pt x="55945" y="1417"/>
                    </a:lnTo>
                    <a:lnTo>
                      <a:pt x="55264" y="1209"/>
                    </a:lnTo>
                    <a:lnTo>
                      <a:pt x="54565" y="1020"/>
                    </a:lnTo>
                    <a:lnTo>
                      <a:pt x="53866" y="850"/>
                    </a:lnTo>
                    <a:lnTo>
                      <a:pt x="53186" y="699"/>
                    </a:lnTo>
                    <a:lnTo>
                      <a:pt x="52468" y="567"/>
                    </a:lnTo>
                    <a:lnTo>
                      <a:pt x="51769" y="435"/>
                    </a:lnTo>
                    <a:lnTo>
                      <a:pt x="51070" y="340"/>
                    </a:lnTo>
                    <a:lnTo>
                      <a:pt x="50352" y="246"/>
                    </a:lnTo>
                    <a:lnTo>
                      <a:pt x="49653" y="170"/>
                    </a:lnTo>
                    <a:lnTo>
                      <a:pt x="48935" y="94"/>
                    </a:lnTo>
                    <a:lnTo>
                      <a:pt x="48217" y="57"/>
                    </a:lnTo>
                    <a:lnTo>
                      <a:pt x="47518" y="19"/>
                    </a:lnTo>
                    <a:lnTo>
                      <a:pt x="4680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9"/>
              <p:cNvSpPr/>
              <p:nvPr/>
            </p:nvSpPr>
            <p:spPr>
              <a:xfrm>
                <a:off x="718153" y="539500"/>
                <a:ext cx="2649220" cy="1450738"/>
              </a:xfrm>
              <a:custGeom>
                <a:rect b="b" l="l" r="r" t="t"/>
                <a:pathLst>
                  <a:path extrusionOk="0" fill="none" h="52260" w="95433">
                    <a:moveTo>
                      <a:pt x="95376" y="45364"/>
                    </a:moveTo>
                    <a:lnTo>
                      <a:pt x="95376" y="45364"/>
                    </a:lnTo>
                    <a:lnTo>
                      <a:pt x="95413" y="45420"/>
                    </a:lnTo>
                    <a:lnTo>
                      <a:pt x="95432" y="45477"/>
                    </a:lnTo>
                    <a:lnTo>
                      <a:pt x="95432" y="45534"/>
                    </a:lnTo>
                    <a:lnTo>
                      <a:pt x="95432" y="45609"/>
                    </a:lnTo>
                    <a:lnTo>
                      <a:pt x="95394" y="45704"/>
                    </a:lnTo>
                    <a:lnTo>
                      <a:pt x="95319" y="45798"/>
                    </a:lnTo>
                    <a:lnTo>
                      <a:pt x="95224" y="45855"/>
                    </a:lnTo>
                    <a:lnTo>
                      <a:pt x="95111" y="45893"/>
                    </a:lnTo>
                    <a:lnTo>
                      <a:pt x="95054" y="45893"/>
                    </a:lnTo>
                    <a:lnTo>
                      <a:pt x="94998" y="45874"/>
                    </a:lnTo>
                    <a:lnTo>
                      <a:pt x="94941" y="45836"/>
                    </a:lnTo>
                    <a:lnTo>
                      <a:pt x="94884" y="45798"/>
                    </a:lnTo>
                    <a:lnTo>
                      <a:pt x="94884" y="45798"/>
                    </a:lnTo>
                    <a:lnTo>
                      <a:pt x="93996" y="45024"/>
                    </a:lnTo>
                    <a:lnTo>
                      <a:pt x="93089" y="44287"/>
                    </a:lnTo>
                    <a:lnTo>
                      <a:pt x="92164" y="43588"/>
                    </a:lnTo>
                    <a:lnTo>
                      <a:pt x="91219" y="42908"/>
                    </a:lnTo>
                    <a:lnTo>
                      <a:pt x="90237" y="42265"/>
                    </a:lnTo>
                    <a:lnTo>
                      <a:pt x="89254" y="41661"/>
                    </a:lnTo>
                    <a:lnTo>
                      <a:pt x="88234" y="41075"/>
                    </a:lnTo>
                    <a:lnTo>
                      <a:pt x="87195" y="40527"/>
                    </a:lnTo>
                    <a:lnTo>
                      <a:pt x="86137" y="40036"/>
                    </a:lnTo>
                    <a:lnTo>
                      <a:pt x="85079" y="39563"/>
                    </a:lnTo>
                    <a:lnTo>
                      <a:pt x="83983" y="39129"/>
                    </a:lnTo>
                    <a:lnTo>
                      <a:pt x="82887" y="38732"/>
                    </a:lnTo>
                    <a:lnTo>
                      <a:pt x="81772" y="38392"/>
                    </a:lnTo>
                    <a:lnTo>
                      <a:pt x="80657" y="38071"/>
                    </a:lnTo>
                    <a:lnTo>
                      <a:pt x="79524" y="37787"/>
                    </a:lnTo>
                    <a:lnTo>
                      <a:pt x="78371" y="37561"/>
                    </a:lnTo>
                    <a:lnTo>
                      <a:pt x="78371" y="37561"/>
                    </a:lnTo>
                    <a:lnTo>
                      <a:pt x="77672" y="37428"/>
                    </a:lnTo>
                    <a:lnTo>
                      <a:pt x="76973" y="37334"/>
                    </a:lnTo>
                    <a:lnTo>
                      <a:pt x="76255" y="37239"/>
                    </a:lnTo>
                    <a:lnTo>
                      <a:pt x="75537" y="37164"/>
                    </a:lnTo>
                    <a:lnTo>
                      <a:pt x="74838" y="37088"/>
                    </a:lnTo>
                    <a:lnTo>
                      <a:pt x="74120" y="37051"/>
                    </a:lnTo>
                    <a:lnTo>
                      <a:pt x="73402" y="37013"/>
                    </a:lnTo>
                    <a:lnTo>
                      <a:pt x="72703" y="36994"/>
                    </a:lnTo>
                    <a:lnTo>
                      <a:pt x="71985" y="36994"/>
                    </a:lnTo>
                    <a:lnTo>
                      <a:pt x="71267" y="37013"/>
                    </a:lnTo>
                    <a:lnTo>
                      <a:pt x="70549" y="37051"/>
                    </a:lnTo>
                    <a:lnTo>
                      <a:pt x="69850" y="37088"/>
                    </a:lnTo>
                    <a:lnTo>
                      <a:pt x="69132" y="37145"/>
                    </a:lnTo>
                    <a:lnTo>
                      <a:pt x="68414" y="37221"/>
                    </a:lnTo>
                    <a:lnTo>
                      <a:pt x="67715" y="37315"/>
                    </a:lnTo>
                    <a:lnTo>
                      <a:pt x="66997" y="37410"/>
                    </a:lnTo>
                    <a:lnTo>
                      <a:pt x="66298" y="37523"/>
                    </a:lnTo>
                    <a:lnTo>
                      <a:pt x="65599" y="37674"/>
                    </a:lnTo>
                    <a:lnTo>
                      <a:pt x="64900" y="37806"/>
                    </a:lnTo>
                    <a:lnTo>
                      <a:pt x="64201" y="37976"/>
                    </a:lnTo>
                    <a:lnTo>
                      <a:pt x="63502" y="38146"/>
                    </a:lnTo>
                    <a:lnTo>
                      <a:pt x="62822" y="38335"/>
                    </a:lnTo>
                    <a:lnTo>
                      <a:pt x="62142" y="38543"/>
                    </a:lnTo>
                    <a:lnTo>
                      <a:pt x="61462" y="38770"/>
                    </a:lnTo>
                    <a:lnTo>
                      <a:pt x="60781" y="38997"/>
                    </a:lnTo>
                    <a:lnTo>
                      <a:pt x="60120" y="39242"/>
                    </a:lnTo>
                    <a:lnTo>
                      <a:pt x="59459" y="39507"/>
                    </a:lnTo>
                    <a:lnTo>
                      <a:pt x="58798" y="39790"/>
                    </a:lnTo>
                    <a:lnTo>
                      <a:pt x="58136" y="40074"/>
                    </a:lnTo>
                    <a:lnTo>
                      <a:pt x="57494" y="40376"/>
                    </a:lnTo>
                    <a:lnTo>
                      <a:pt x="56851" y="40697"/>
                    </a:lnTo>
                    <a:lnTo>
                      <a:pt x="56228" y="41037"/>
                    </a:lnTo>
                    <a:lnTo>
                      <a:pt x="56228" y="41037"/>
                    </a:lnTo>
                    <a:lnTo>
                      <a:pt x="55302" y="41547"/>
                    </a:lnTo>
                    <a:lnTo>
                      <a:pt x="54395" y="42095"/>
                    </a:lnTo>
                    <a:lnTo>
                      <a:pt x="53488" y="42662"/>
                    </a:lnTo>
                    <a:lnTo>
                      <a:pt x="52619" y="43248"/>
                    </a:lnTo>
                    <a:lnTo>
                      <a:pt x="51731" y="43833"/>
                    </a:lnTo>
                    <a:lnTo>
                      <a:pt x="50862" y="44438"/>
                    </a:lnTo>
                    <a:lnTo>
                      <a:pt x="49124" y="45647"/>
                    </a:lnTo>
                    <a:lnTo>
                      <a:pt x="47386" y="46856"/>
                    </a:lnTo>
                    <a:lnTo>
                      <a:pt x="46498" y="47461"/>
                    </a:lnTo>
                    <a:lnTo>
                      <a:pt x="45610" y="48028"/>
                    </a:lnTo>
                    <a:lnTo>
                      <a:pt x="44722" y="48595"/>
                    </a:lnTo>
                    <a:lnTo>
                      <a:pt x="43815" y="49124"/>
                    </a:lnTo>
                    <a:lnTo>
                      <a:pt x="42889" y="49634"/>
                    </a:lnTo>
                    <a:lnTo>
                      <a:pt x="41944" y="50125"/>
                    </a:lnTo>
                    <a:lnTo>
                      <a:pt x="41944" y="50125"/>
                    </a:lnTo>
                    <a:lnTo>
                      <a:pt x="41453" y="50352"/>
                    </a:lnTo>
                    <a:lnTo>
                      <a:pt x="40981" y="50560"/>
                    </a:lnTo>
                    <a:lnTo>
                      <a:pt x="40471" y="50767"/>
                    </a:lnTo>
                    <a:lnTo>
                      <a:pt x="39979" y="50975"/>
                    </a:lnTo>
                    <a:lnTo>
                      <a:pt x="39469" y="51145"/>
                    </a:lnTo>
                    <a:lnTo>
                      <a:pt x="38959" y="51315"/>
                    </a:lnTo>
                    <a:lnTo>
                      <a:pt x="38430" y="51485"/>
                    </a:lnTo>
                    <a:lnTo>
                      <a:pt x="37920" y="51618"/>
                    </a:lnTo>
                    <a:lnTo>
                      <a:pt x="37391" y="51750"/>
                    </a:lnTo>
                    <a:lnTo>
                      <a:pt x="36862" y="51882"/>
                    </a:lnTo>
                    <a:lnTo>
                      <a:pt x="36333" y="51977"/>
                    </a:lnTo>
                    <a:lnTo>
                      <a:pt x="35804" y="52071"/>
                    </a:lnTo>
                    <a:lnTo>
                      <a:pt x="35275" y="52128"/>
                    </a:lnTo>
                    <a:lnTo>
                      <a:pt x="34746" y="52184"/>
                    </a:lnTo>
                    <a:lnTo>
                      <a:pt x="34198" y="52222"/>
                    </a:lnTo>
                    <a:lnTo>
                      <a:pt x="33669" y="52241"/>
                    </a:lnTo>
                    <a:lnTo>
                      <a:pt x="33140" y="52260"/>
                    </a:lnTo>
                    <a:lnTo>
                      <a:pt x="32630" y="52241"/>
                    </a:lnTo>
                    <a:lnTo>
                      <a:pt x="32101" y="52203"/>
                    </a:lnTo>
                    <a:lnTo>
                      <a:pt x="31572" y="52147"/>
                    </a:lnTo>
                    <a:lnTo>
                      <a:pt x="31062" y="52090"/>
                    </a:lnTo>
                    <a:lnTo>
                      <a:pt x="30552" y="51995"/>
                    </a:lnTo>
                    <a:lnTo>
                      <a:pt x="30060" y="51882"/>
                    </a:lnTo>
                    <a:lnTo>
                      <a:pt x="29550" y="51750"/>
                    </a:lnTo>
                    <a:lnTo>
                      <a:pt x="29059" y="51599"/>
                    </a:lnTo>
                    <a:lnTo>
                      <a:pt x="28587" y="51410"/>
                    </a:lnTo>
                    <a:lnTo>
                      <a:pt x="28114" y="51221"/>
                    </a:lnTo>
                    <a:lnTo>
                      <a:pt x="27642" y="50994"/>
                    </a:lnTo>
                    <a:lnTo>
                      <a:pt x="27188" y="50748"/>
                    </a:lnTo>
                    <a:lnTo>
                      <a:pt x="26754" y="50484"/>
                    </a:lnTo>
                    <a:lnTo>
                      <a:pt x="26319" y="50182"/>
                    </a:lnTo>
                    <a:lnTo>
                      <a:pt x="25904" y="49879"/>
                    </a:lnTo>
                    <a:lnTo>
                      <a:pt x="1" y="12886"/>
                    </a:lnTo>
                    <a:lnTo>
                      <a:pt x="1" y="12886"/>
                    </a:lnTo>
                    <a:lnTo>
                      <a:pt x="416" y="13188"/>
                    </a:lnTo>
                    <a:lnTo>
                      <a:pt x="851" y="13490"/>
                    </a:lnTo>
                    <a:lnTo>
                      <a:pt x="1304" y="13755"/>
                    </a:lnTo>
                    <a:lnTo>
                      <a:pt x="1758" y="14000"/>
                    </a:lnTo>
                    <a:lnTo>
                      <a:pt x="2211" y="14227"/>
                    </a:lnTo>
                    <a:lnTo>
                      <a:pt x="2683" y="14416"/>
                    </a:lnTo>
                    <a:lnTo>
                      <a:pt x="3175" y="14605"/>
                    </a:lnTo>
                    <a:lnTo>
                      <a:pt x="3666" y="14756"/>
                    </a:lnTo>
                    <a:lnTo>
                      <a:pt x="4157" y="14888"/>
                    </a:lnTo>
                    <a:lnTo>
                      <a:pt x="4667" y="15002"/>
                    </a:lnTo>
                    <a:lnTo>
                      <a:pt x="5177" y="15096"/>
                    </a:lnTo>
                    <a:lnTo>
                      <a:pt x="5687" y="15153"/>
                    </a:lnTo>
                    <a:lnTo>
                      <a:pt x="6198" y="15209"/>
                    </a:lnTo>
                    <a:lnTo>
                      <a:pt x="6727" y="15247"/>
                    </a:lnTo>
                    <a:lnTo>
                      <a:pt x="7256" y="15266"/>
                    </a:lnTo>
                    <a:lnTo>
                      <a:pt x="7785" y="15247"/>
                    </a:lnTo>
                    <a:lnTo>
                      <a:pt x="8314" y="15228"/>
                    </a:lnTo>
                    <a:lnTo>
                      <a:pt x="8843" y="15191"/>
                    </a:lnTo>
                    <a:lnTo>
                      <a:pt x="9372" y="15134"/>
                    </a:lnTo>
                    <a:lnTo>
                      <a:pt x="9901" y="15077"/>
                    </a:lnTo>
                    <a:lnTo>
                      <a:pt x="10430" y="14983"/>
                    </a:lnTo>
                    <a:lnTo>
                      <a:pt x="10959" y="14888"/>
                    </a:lnTo>
                    <a:lnTo>
                      <a:pt x="11488" y="14756"/>
                    </a:lnTo>
                    <a:lnTo>
                      <a:pt x="12017" y="14624"/>
                    </a:lnTo>
                    <a:lnTo>
                      <a:pt x="12546" y="14491"/>
                    </a:lnTo>
                    <a:lnTo>
                      <a:pt x="13056" y="14321"/>
                    </a:lnTo>
                    <a:lnTo>
                      <a:pt x="13566" y="14151"/>
                    </a:lnTo>
                    <a:lnTo>
                      <a:pt x="14076" y="13981"/>
                    </a:lnTo>
                    <a:lnTo>
                      <a:pt x="14586" y="13774"/>
                    </a:lnTo>
                    <a:lnTo>
                      <a:pt x="15078" y="13566"/>
                    </a:lnTo>
                    <a:lnTo>
                      <a:pt x="15569" y="13358"/>
                    </a:lnTo>
                    <a:lnTo>
                      <a:pt x="16041" y="13131"/>
                    </a:lnTo>
                    <a:lnTo>
                      <a:pt x="16041" y="13131"/>
                    </a:lnTo>
                    <a:lnTo>
                      <a:pt x="16986" y="12640"/>
                    </a:lnTo>
                    <a:lnTo>
                      <a:pt x="17912" y="12130"/>
                    </a:lnTo>
                    <a:lnTo>
                      <a:pt x="18819" y="11601"/>
                    </a:lnTo>
                    <a:lnTo>
                      <a:pt x="19725" y="11034"/>
                    </a:lnTo>
                    <a:lnTo>
                      <a:pt x="20613" y="10467"/>
                    </a:lnTo>
                    <a:lnTo>
                      <a:pt x="21483" y="9863"/>
                    </a:lnTo>
                    <a:lnTo>
                      <a:pt x="23221" y="8653"/>
                    </a:lnTo>
                    <a:lnTo>
                      <a:pt x="24959" y="7444"/>
                    </a:lnTo>
                    <a:lnTo>
                      <a:pt x="25828" y="6840"/>
                    </a:lnTo>
                    <a:lnTo>
                      <a:pt x="26716" y="6254"/>
                    </a:lnTo>
                    <a:lnTo>
                      <a:pt x="27604" y="5668"/>
                    </a:lnTo>
                    <a:lnTo>
                      <a:pt x="28492" y="5101"/>
                    </a:lnTo>
                    <a:lnTo>
                      <a:pt x="29399" y="4553"/>
                    </a:lnTo>
                    <a:lnTo>
                      <a:pt x="30325" y="4043"/>
                    </a:lnTo>
                    <a:lnTo>
                      <a:pt x="30325" y="4043"/>
                    </a:lnTo>
                    <a:lnTo>
                      <a:pt x="30967" y="3703"/>
                    </a:lnTo>
                    <a:lnTo>
                      <a:pt x="31591" y="3382"/>
                    </a:lnTo>
                    <a:lnTo>
                      <a:pt x="32252" y="3080"/>
                    </a:lnTo>
                    <a:lnTo>
                      <a:pt x="32894" y="2796"/>
                    </a:lnTo>
                    <a:lnTo>
                      <a:pt x="33556" y="2513"/>
                    </a:lnTo>
                    <a:lnTo>
                      <a:pt x="34217" y="2248"/>
                    </a:lnTo>
                    <a:lnTo>
                      <a:pt x="34897" y="2003"/>
                    </a:lnTo>
                    <a:lnTo>
                      <a:pt x="35558" y="1776"/>
                    </a:lnTo>
                    <a:lnTo>
                      <a:pt x="36239" y="1549"/>
                    </a:lnTo>
                    <a:lnTo>
                      <a:pt x="36919" y="1341"/>
                    </a:lnTo>
                    <a:lnTo>
                      <a:pt x="37618" y="1153"/>
                    </a:lnTo>
                    <a:lnTo>
                      <a:pt x="38298" y="982"/>
                    </a:lnTo>
                    <a:lnTo>
                      <a:pt x="38997" y="812"/>
                    </a:lnTo>
                    <a:lnTo>
                      <a:pt x="39696" y="661"/>
                    </a:lnTo>
                    <a:lnTo>
                      <a:pt x="40395" y="529"/>
                    </a:lnTo>
                    <a:lnTo>
                      <a:pt x="41113" y="416"/>
                    </a:lnTo>
                    <a:lnTo>
                      <a:pt x="41812" y="321"/>
                    </a:lnTo>
                    <a:lnTo>
                      <a:pt x="42530" y="227"/>
                    </a:lnTo>
                    <a:lnTo>
                      <a:pt x="43229" y="151"/>
                    </a:lnTo>
                    <a:lnTo>
                      <a:pt x="43947" y="94"/>
                    </a:lnTo>
                    <a:lnTo>
                      <a:pt x="44665" y="57"/>
                    </a:lnTo>
                    <a:lnTo>
                      <a:pt x="45364" y="19"/>
                    </a:lnTo>
                    <a:lnTo>
                      <a:pt x="46082" y="0"/>
                    </a:lnTo>
                    <a:lnTo>
                      <a:pt x="46800" y="0"/>
                    </a:lnTo>
                    <a:lnTo>
                      <a:pt x="47518" y="19"/>
                    </a:lnTo>
                    <a:lnTo>
                      <a:pt x="48217" y="57"/>
                    </a:lnTo>
                    <a:lnTo>
                      <a:pt x="48935" y="94"/>
                    </a:lnTo>
                    <a:lnTo>
                      <a:pt x="49653" y="170"/>
                    </a:lnTo>
                    <a:lnTo>
                      <a:pt x="50352" y="246"/>
                    </a:lnTo>
                    <a:lnTo>
                      <a:pt x="51070" y="340"/>
                    </a:lnTo>
                    <a:lnTo>
                      <a:pt x="51769" y="435"/>
                    </a:lnTo>
                    <a:lnTo>
                      <a:pt x="52468" y="567"/>
                    </a:lnTo>
                    <a:lnTo>
                      <a:pt x="52468" y="567"/>
                    </a:lnTo>
                    <a:lnTo>
                      <a:pt x="53186" y="699"/>
                    </a:lnTo>
                    <a:lnTo>
                      <a:pt x="53866" y="850"/>
                    </a:lnTo>
                    <a:lnTo>
                      <a:pt x="54565" y="1020"/>
                    </a:lnTo>
                    <a:lnTo>
                      <a:pt x="55264" y="1209"/>
                    </a:lnTo>
                    <a:lnTo>
                      <a:pt x="55945" y="1417"/>
                    </a:lnTo>
                    <a:lnTo>
                      <a:pt x="56625" y="1625"/>
                    </a:lnTo>
                    <a:lnTo>
                      <a:pt x="57305" y="1852"/>
                    </a:lnTo>
                    <a:lnTo>
                      <a:pt x="57966" y="2097"/>
                    </a:lnTo>
                    <a:lnTo>
                      <a:pt x="58646" y="2343"/>
                    </a:lnTo>
                    <a:lnTo>
                      <a:pt x="59308" y="2626"/>
                    </a:lnTo>
                    <a:lnTo>
                      <a:pt x="59950" y="2910"/>
                    </a:lnTo>
                    <a:lnTo>
                      <a:pt x="60611" y="3212"/>
                    </a:lnTo>
                    <a:lnTo>
                      <a:pt x="61254" y="3514"/>
                    </a:lnTo>
                    <a:lnTo>
                      <a:pt x="61877" y="3835"/>
                    </a:lnTo>
                    <a:lnTo>
                      <a:pt x="62520" y="4176"/>
                    </a:lnTo>
                    <a:lnTo>
                      <a:pt x="63143" y="4534"/>
                    </a:lnTo>
                    <a:lnTo>
                      <a:pt x="63748" y="4893"/>
                    </a:lnTo>
                    <a:lnTo>
                      <a:pt x="64352" y="5271"/>
                    </a:lnTo>
                    <a:lnTo>
                      <a:pt x="64957" y="5668"/>
                    </a:lnTo>
                    <a:lnTo>
                      <a:pt x="65543" y="6065"/>
                    </a:lnTo>
                    <a:lnTo>
                      <a:pt x="66128" y="6481"/>
                    </a:lnTo>
                    <a:lnTo>
                      <a:pt x="66695" y="6896"/>
                    </a:lnTo>
                    <a:lnTo>
                      <a:pt x="67262" y="7350"/>
                    </a:lnTo>
                    <a:lnTo>
                      <a:pt x="67810" y="7784"/>
                    </a:lnTo>
                    <a:lnTo>
                      <a:pt x="68358" y="8257"/>
                    </a:lnTo>
                    <a:lnTo>
                      <a:pt x="68887" y="8729"/>
                    </a:lnTo>
                    <a:lnTo>
                      <a:pt x="69416" y="9220"/>
                    </a:lnTo>
                    <a:lnTo>
                      <a:pt x="69926" y="9711"/>
                    </a:lnTo>
                    <a:lnTo>
                      <a:pt x="70436" y="10221"/>
                    </a:lnTo>
                    <a:lnTo>
                      <a:pt x="70927" y="10732"/>
                    </a:lnTo>
                    <a:lnTo>
                      <a:pt x="71418" y="11261"/>
                    </a:lnTo>
                    <a:lnTo>
                      <a:pt x="71872" y="11790"/>
                    </a:lnTo>
                    <a:lnTo>
                      <a:pt x="95376" y="4536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9"/>
              <p:cNvSpPr/>
              <p:nvPr/>
            </p:nvSpPr>
            <p:spPr>
              <a:xfrm>
                <a:off x="1538410" y="699972"/>
                <a:ext cx="948809" cy="948837"/>
              </a:xfrm>
              <a:custGeom>
                <a:rect b="b" l="l" r="r" t="t"/>
                <a:pathLst>
                  <a:path extrusionOk="0" h="34180" w="34179">
                    <a:moveTo>
                      <a:pt x="17099" y="0"/>
                    </a:moveTo>
                    <a:lnTo>
                      <a:pt x="16494" y="19"/>
                    </a:lnTo>
                    <a:lnTo>
                      <a:pt x="15890" y="38"/>
                    </a:lnTo>
                    <a:lnTo>
                      <a:pt x="15285" y="95"/>
                    </a:lnTo>
                    <a:lnTo>
                      <a:pt x="14662" y="171"/>
                    </a:lnTo>
                    <a:lnTo>
                      <a:pt x="14057" y="265"/>
                    </a:lnTo>
                    <a:lnTo>
                      <a:pt x="13452" y="397"/>
                    </a:lnTo>
                    <a:lnTo>
                      <a:pt x="12867" y="529"/>
                    </a:lnTo>
                    <a:lnTo>
                      <a:pt x="12262" y="700"/>
                    </a:lnTo>
                    <a:lnTo>
                      <a:pt x="11658" y="888"/>
                    </a:lnTo>
                    <a:lnTo>
                      <a:pt x="11072" y="1096"/>
                    </a:lnTo>
                    <a:lnTo>
                      <a:pt x="10486" y="1323"/>
                    </a:lnTo>
                    <a:lnTo>
                      <a:pt x="9900" y="1588"/>
                    </a:lnTo>
                    <a:lnTo>
                      <a:pt x="9315" y="1871"/>
                    </a:lnTo>
                    <a:lnTo>
                      <a:pt x="8748" y="2173"/>
                    </a:lnTo>
                    <a:lnTo>
                      <a:pt x="7992" y="2627"/>
                    </a:lnTo>
                    <a:lnTo>
                      <a:pt x="7274" y="3099"/>
                    </a:lnTo>
                    <a:lnTo>
                      <a:pt x="6575" y="3609"/>
                    </a:lnTo>
                    <a:lnTo>
                      <a:pt x="5914" y="4157"/>
                    </a:lnTo>
                    <a:lnTo>
                      <a:pt x="5290" y="4724"/>
                    </a:lnTo>
                    <a:lnTo>
                      <a:pt x="4686" y="5328"/>
                    </a:lnTo>
                    <a:lnTo>
                      <a:pt x="4138" y="5952"/>
                    </a:lnTo>
                    <a:lnTo>
                      <a:pt x="3609" y="6594"/>
                    </a:lnTo>
                    <a:lnTo>
                      <a:pt x="3118" y="7256"/>
                    </a:lnTo>
                    <a:lnTo>
                      <a:pt x="2645" y="7955"/>
                    </a:lnTo>
                    <a:lnTo>
                      <a:pt x="2230" y="8654"/>
                    </a:lnTo>
                    <a:lnTo>
                      <a:pt x="1833" y="9391"/>
                    </a:lnTo>
                    <a:lnTo>
                      <a:pt x="1493" y="10127"/>
                    </a:lnTo>
                    <a:lnTo>
                      <a:pt x="1172" y="10883"/>
                    </a:lnTo>
                    <a:lnTo>
                      <a:pt x="888" y="11658"/>
                    </a:lnTo>
                    <a:lnTo>
                      <a:pt x="643" y="12433"/>
                    </a:lnTo>
                    <a:lnTo>
                      <a:pt x="454" y="13226"/>
                    </a:lnTo>
                    <a:lnTo>
                      <a:pt x="284" y="14038"/>
                    </a:lnTo>
                    <a:lnTo>
                      <a:pt x="151" y="14851"/>
                    </a:lnTo>
                    <a:lnTo>
                      <a:pt x="57" y="15663"/>
                    </a:lnTo>
                    <a:lnTo>
                      <a:pt x="19" y="16495"/>
                    </a:lnTo>
                    <a:lnTo>
                      <a:pt x="0" y="17307"/>
                    </a:lnTo>
                    <a:lnTo>
                      <a:pt x="38" y="18138"/>
                    </a:lnTo>
                    <a:lnTo>
                      <a:pt x="114" y="18970"/>
                    </a:lnTo>
                    <a:lnTo>
                      <a:pt x="208" y="19801"/>
                    </a:lnTo>
                    <a:lnTo>
                      <a:pt x="378" y="20613"/>
                    </a:lnTo>
                    <a:lnTo>
                      <a:pt x="567" y="21445"/>
                    </a:lnTo>
                    <a:lnTo>
                      <a:pt x="794" y="22257"/>
                    </a:lnTo>
                    <a:lnTo>
                      <a:pt x="1077" y="23051"/>
                    </a:lnTo>
                    <a:lnTo>
                      <a:pt x="1398" y="23863"/>
                    </a:lnTo>
                    <a:lnTo>
                      <a:pt x="1776" y="24657"/>
                    </a:lnTo>
                    <a:lnTo>
                      <a:pt x="2173" y="25431"/>
                    </a:lnTo>
                    <a:lnTo>
                      <a:pt x="2626" y="26187"/>
                    </a:lnTo>
                    <a:lnTo>
                      <a:pt x="3099" y="26905"/>
                    </a:lnTo>
                    <a:lnTo>
                      <a:pt x="3628" y="27604"/>
                    </a:lnTo>
                    <a:lnTo>
                      <a:pt x="4157" y="28265"/>
                    </a:lnTo>
                    <a:lnTo>
                      <a:pt x="4724" y="28889"/>
                    </a:lnTo>
                    <a:lnTo>
                      <a:pt x="5328" y="29494"/>
                    </a:lnTo>
                    <a:lnTo>
                      <a:pt x="5952" y="30041"/>
                    </a:lnTo>
                    <a:lnTo>
                      <a:pt x="6594" y="30570"/>
                    </a:lnTo>
                    <a:lnTo>
                      <a:pt x="7255" y="31062"/>
                    </a:lnTo>
                    <a:lnTo>
                      <a:pt x="7954" y="31534"/>
                    </a:lnTo>
                    <a:lnTo>
                      <a:pt x="8653" y="31950"/>
                    </a:lnTo>
                    <a:lnTo>
                      <a:pt x="9390" y="32346"/>
                    </a:lnTo>
                    <a:lnTo>
                      <a:pt x="10127" y="32687"/>
                    </a:lnTo>
                    <a:lnTo>
                      <a:pt x="10883" y="33008"/>
                    </a:lnTo>
                    <a:lnTo>
                      <a:pt x="11658" y="33291"/>
                    </a:lnTo>
                    <a:lnTo>
                      <a:pt x="12432" y="33537"/>
                    </a:lnTo>
                    <a:lnTo>
                      <a:pt x="13245" y="33726"/>
                    </a:lnTo>
                    <a:lnTo>
                      <a:pt x="14038" y="33896"/>
                    </a:lnTo>
                    <a:lnTo>
                      <a:pt x="14851" y="34028"/>
                    </a:lnTo>
                    <a:lnTo>
                      <a:pt x="15663" y="34122"/>
                    </a:lnTo>
                    <a:lnTo>
                      <a:pt x="16494" y="34160"/>
                    </a:lnTo>
                    <a:lnTo>
                      <a:pt x="17307" y="34179"/>
                    </a:lnTo>
                    <a:lnTo>
                      <a:pt x="18138" y="34141"/>
                    </a:lnTo>
                    <a:lnTo>
                      <a:pt x="18969" y="34085"/>
                    </a:lnTo>
                    <a:lnTo>
                      <a:pt x="19801" y="33971"/>
                    </a:lnTo>
                    <a:lnTo>
                      <a:pt x="20613" y="33820"/>
                    </a:lnTo>
                    <a:lnTo>
                      <a:pt x="21444" y="33612"/>
                    </a:lnTo>
                    <a:lnTo>
                      <a:pt x="22257" y="33386"/>
                    </a:lnTo>
                    <a:lnTo>
                      <a:pt x="23069" y="33102"/>
                    </a:lnTo>
                    <a:lnTo>
                      <a:pt x="23863" y="32781"/>
                    </a:lnTo>
                    <a:lnTo>
                      <a:pt x="24656" y="32403"/>
                    </a:lnTo>
                    <a:lnTo>
                      <a:pt x="25431" y="32006"/>
                    </a:lnTo>
                    <a:lnTo>
                      <a:pt x="25979" y="31685"/>
                    </a:lnTo>
                    <a:lnTo>
                      <a:pt x="26527" y="31326"/>
                    </a:lnTo>
                    <a:lnTo>
                      <a:pt x="27056" y="30967"/>
                    </a:lnTo>
                    <a:lnTo>
                      <a:pt x="27566" y="30589"/>
                    </a:lnTo>
                    <a:lnTo>
                      <a:pt x="28057" y="30193"/>
                    </a:lnTo>
                    <a:lnTo>
                      <a:pt x="28530" y="29796"/>
                    </a:lnTo>
                    <a:lnTo>
                      <a:pt x="28983" y="29361"/>
                    </a:lnTo>
                    <a:lnTo>
                      <a:pt x="29418" y="28927"/>
                    </a:lnTo>
                    <a:lnTo>
                      <a:pt x="29833" y="28473"/>
                    </a:lnTo>
                    <a:lnTo>
                      <a:pt x="30230" y="28020"/>
                    </a:lnTo>
                    <a:lnTo>
                      <a:pt x="30627" y="27529"/>
                    </a:lnTo>
                    <a:lnTo>
                      <a:pt x="30986" y="27037"/>
                    </a:lnTo>
                    <a:lnTo>
                      <a:pt x="31326" y="26546"/>
                    </a:lnTo>
                    <a:lnTo>
                      <a:pt x="31647" y="26036"/>
                    </a:lnTo>
                    <a:lnTo>
                      <a:pt x="31968" y="25507"/>
                    </a:lnTo>
                    <a:lnTo>
                      <a:pt x="32252" y="24978"/>
                    </a:lnTo>
                    <a:lnTo>
                      <a:pt x="32516" y="24430"/>
                    </a:lnTo>
                    <a:lnTo>
                      <a:pt x="32762" y="23882"/>
                    </a:lnTo>
                    <a:lnTo>
                      <a:pt x="32988" y="23334"/>
                    </a:lnTo>
                    <a:lnTo>
                      <a:pt x="33215" y="22767"/>
                    </a:lnTo>
                    <a:lnTo>
                      <a:pt x="33404" y="22201"/>
                    </a:lnTo>
                    <a:lnTo>
                      <a:pt x="33574" y="21615"/>
                    </a:lnTo>
                    <a:lnTo>
                      <a:pt x="33706" y="21029"/>
                    </a:lnTo>
                    <a:lnTo>
                      <a:pt x="33839" y="20443"/>
                    </a:lnTo>
                    <a:lnTo>
                      <a:pt x="33952" y="19858"/>
                    </a:lnTo>
                    <a:lnTo>
                      <a:pt x="34046" y="19253"/>
                    </a:lnTo>
                    <a:lnTo>
                      <a:pt x="34103" y="18649"/>
                    </a:lnTo>
                    <a:lnTo>
                      <a:pt x="34160" y="18044"/>
                    </a:lnTo>
                    <a:lnTo>
                      <a:pt x="34179" y="17439"/>
                    </a:lnTo>
                    <a:lnTo>
                      <a:pt x="34179" y="16835"/>
                    </a:lnTo>
                    <a:lnTo>
                      <a:pt x="34160" y="16230"/>
                    </a:lnTo>
                    <a:lnTo>
                      <a:pt x="34122" y="15626"/>
                    </a:lnTo>
                    <a:lnTo>
                      <a:pt x="34103" y="16060"/>
                    </a:lnTo>
                    <a:lnTo>
                      <a:pt x="34065" y="16514"/>
                    </a:lnTo>
                    <a:lnTo>
                      <a:pt x="34028" y="16948"/>
                    </a:lnTo>
                    <a:lnTo>
                      <a:pt x="33952" y="17383"/>
                    </a:lnTo>
                    <a:lnTo>
                      <a:pt x="33876" y="17798"/>
                    </a:lnTo>
                    <a:lnTo>
                      <a:pt x="33801" y="18233"/>
                    </a:lnTo>
                    <a:lnTo>
                      <a:pt x="33688" y="18667"/>
                    </a:lnTo>
                    <a:lnTo>
                      <a:pt x="33574" y="19083"/>
                    </a:lnTo>
                    <a:lnTo>
                      <a:pt x="33461" y="19499"/>
                    </a:lnTo>
                    <a:lnTo>
                      <a:pt x="33310" y="19914"/>
                    </a:lnTo>
                    <a:lnTo>
                      <a:pt x="33158" y="20330"/>
                    </a:lnTo>
                    <a:lnTo>
                      <a:pt x="32988" y="20727"/>
                    </a:lnTo>
                    <a:lnTo>
                      <a:pt x="32818" y="21143"/>
                    </a:lnTo>
                    <a:lnTo>
                      <a:pt x="32611" y="21520"/>
                    </a:lnTo>
                    <a:lnTo>
                      <a:pt x="32422" y="21917"/>
                    </a:lnTo>
                    <a:lnTo>
                      <a:pt x="32195" y="22295"/>
                    </a:lnTo>
                    <a:lnTo>
                      <a:pt x="31968" y="22673"/>
                    </a:lnTo>
                    <a:lnTo>
                      <a:pt x="31723" y="23051"/>
                    </a:lnTo>
                    <a:lnTo>
                      <a:pt x="31458" y="23410"/>
                    </a:lnTo>
                    <a:lnTo>
                      <a:pt x="31194" y="23769"/>
                    </a:lnTo>
                    <a:lnTo>
                      <a:pt x="30910" y="24109"/>
                    </a:lnTo>
                    <a:lnTo>
                      <a:pt x="30627" y="24449"/>
                    </a:lnTo>
                    <a:lnTo>
                      <a:pt x="30324" y="24770"/>
                    </a:lnTo>
                    <a:lnTo>
                      <a:pt x="30003" y="25091"/>
                    </a:lnTo>
                    <a:lnTo>
                      <a:pt x="29682" y="25412"/>
                    </a:lnTo>
                    <a:lnTo>
                      <a:pt x="29342" y="25715"/>
                    </a:lnTo>
                    <a:lnTo>
                      <a:pt x="28983" y="25998"/>
                    </a:lnTo>
                    <a:lnTo>
                      <a:pt x="28624" y="26282"/>
                    </a:lnTo>
                    <a:lnTo>
                      <a:pt x="28246" y="26546"/>
                    </a:lnTo>
                    <a:lnTo>
                      <a:pt x="27868" y="26811"/>
                    </a:lnTo>
                    <a:lnTo>
                      <a:pt x="27472" y="27056"/>
                    </a:lnTo>
                    <a:lnTo>
                      <a:pt x="27075" y="27302"/>
                    </a:lnTo>
                    <a:lnTo>
                      <a:pt x="26432" y="27623"/>
                    </a:lnTo>
                    <a:lnTo>
                      <a:pt x="25809" y="27925"/>
                    </a:lnTo>
                    <a:lnTo>
                      <a:pt x="25166" y="28190"/>
                    </a:lnTo>
                    <a:lnTo>
                      <a:pt x="24505" y="28398"/>
                    </a:lnTo>
                    <a:lnTo>
                      <a:pt x="23844" y="28606"/>
                    </a:lnTo>
                    <a:lnTo>
                      <a:pt x="23183" y="28757"/>
                    </a:lnTo>
                    <a:lnTo>
                      <a:pt x="22521" y="28870"/>
                    </a:lnTo>
                    <a:lnTo>
                      <a:pt x="21860" y="28965"/>
                    </a:lnTo>
                    <a:lnTo>
                      <a:pt x="21199" y="29021"/>
                    </a:lnTo>
                    <a:lnTo>
                      <a:pt x="20519" y="29040"/>
                    </a:lnTo>
                    <a:lnTo>
                      <a:pt x="19857" y="29040"/>
                    </a:lnTo>
                    <a:lnTo>
                      <a:pt x="19196" y="29002"/>
                    </a:lnTo>
                    <a:lnTo>
                      <a:pt x="18535" y="28927"/>
                    </a:lnTo>
                    <a:lnTo>
                      <a:pt x="17874" y="28832"/>
                    </a:lnTo>
                    <a:lnTo>
                      <a:pt x="17231" y="28700"/>
                    </a:lnTo>
                    <a:lnTo>
                      <a:pt x="16589" y="28530"/>
                    </a:lnTo>
                    <a:lnTo>
                      <a:pt x="15965" y="28341"/>
                    </a:lnTo>
                    <a:lnTo>
                      <a:pt x="15342" y="28114"/>
                    </a:lnTo>
                    <a:lnTo>
                      <a:pt x="14737" y="27850"/>
                    </a:lnTo>
                    <a:lnTo>
                      <a:pt x="14133" y="27566"/>
                    </a:lnTo>
                    <a:lnTo>
                      <a:pt x="13547" y="27264"/>
                    </a:lnTo>
                    <a:lnTo>
                      <a:pt x="12980" y="26905"/>
                    </a:lnTo>
                    <a:lnTo>
                      <a:pt x="12413" y="26546"/>
                    </a:lnTo>
                    <a:lnTo>
                      <a:pt x="11884" y="26149"/>
                    </a:lnTo>
                    <a:lnTo>
                      <a:pt x="11355" y="25715"/>
                    </a:lnTo>
                    <a:lnTo>
                      <a:pt x="10864" y="25261"/>
                    </a:lnTo>
                    <a:lnTo>
                      <a:pt x="10373" y="24789"/>
                    </a:lnTo>
                    <a:lnTo>
                      <a:pt x="9919" y="24279"/>
                    </a:lnTo>
                    <a:lnTo>
                      <a:pt x="9485" y="23750"/>
                    </a:lnTo>
                    <a:lnTo>
                      <a:pt x="9069" y="23183"/>
                    </a:lnTo>
                    <a:lnTo>
                      <a:pt x="8672" y="22597"/>
                    </a:lnTo>
                    <a:lnTo>
                      <a:pt x="8313" y="21993"/>
                    </a:lnTo>
                    <a:lnTo>
                      <a:pt x="7992" y="21369"/>
                    </a:lnTo>
                    <a:lnTo>
                      <a:pt x="7690" y="20727"/>
                    </a:lnTo>
                    <a:lnTo>
                      <a:pt x="7425" y="20084"/>
                    </a:lnTo>
                    <a:lnTo>
                      <a:pt x="7199" y="19442"/>
                    </a:lnTo>
                    <a:lnTo>
                      <a:pt x="7010" y="18781"/>
                    </a:lnTo>
                    <a:lnTo>
                      <a:pt x="6859" y="18120"/>
                    </a:lnTo>
                    <a:lnTo>
                      <a:pt x="6745" y="17458"/>
                    </a:lnTo>
                    <a:lnTo>
                      <a:pt x="6651" y="16778"/>
                    </a:lnTo>
                    <a:lnTo>
                      <a:pt x="6594" y="16117"/>
                    </a:lnTo>
                    <a:lnTo>
                      <a:pt x="6556" y="15456"/>
                    </a:lnTo>
                    <a:lnTo>
                      <a:pt x="6575" y="14775"/>
                    </a:lnTo>
                    <a:lnTo>
                      <a:pt x="6613" y="14114"/>
                    </a:lnTo>
                    <a:lnTo>
                      <a:pt x="6689" y="13472"/>
                    </a:lnTo>
                    <a:lnTo>
                      <a:pt x="6783" y="12810"/>
                    </a:lnTo>
                    <a:lnTo>
                      <a:pt x="6915" y="12168"/>
                    </a:lnTo>
                    <a:lnTo>
                      <a:pt x="7085" y="11526"/>
                    </a:lnTo>
                    <a:lnTo>
                      <a:pt x="7274" y="10883"/>
                    </a:lnTo>
                    <a:lnTo>
                      <a:pt x="7501" y="10260"/>
                    </a:lnTo>
                    <a:lnTo>
                      <a:pt x="7765" y="9655"/>
                    </a:lnTo>
                    <a:lnTo>
                      <a:pt x="8049" y="9051"/>
                    </a:lnTo>
                    <a:lnTo>
                      <a:pt x="8351" y="8465"/>
                    </a:lnTo>
                    <a:lnTo>
                      <a:pt x="8691" y="7898"/>
                    </a:lnTo>
                    <a:lnTo>
                      <a:pt x="9069" y="7350"/>
                    </a:lnTo>
                    <a:lnTo>
                      <a:pt x="9466" y="6802"/>
                    </a:lnTo>
                    <a:lnTo>
                      <a:pt x="9900" y="6292"/>
                    </a:lnTo>
                    <a:lnTo>
                      <a:pt x="10354" y="5782"/>
                    </a:lnTo>
                    <a:lnTo>
                      <a:pt x="10826" y="5310"/>
                    </a:lnTo>
                    <a:lnTo>
                      <a:pt x="11336" y="4837"/>
                    </a:lnTo>
                    <a:lnTo>
                      <a:pt x="11865" y="4403"/>
                    </a:lnTo>
                    <a:lnTo>
                      <a:pt x="12432" y="3987"/>
                    </a:lnTo>
                    <a:lnTo>
                      <a:pt x="13018" y="3609"/>
                    </a:lnTo>
                    <a:lnTo>
                      <a:pt x="13622" y="3250"/>
                    </a:lnTo>
                    <a:lnTo>
                      <a:pt x="14038" y="3023"/>
                    </a:lnTo>
                    <a:lnTo>
                      <a:pt x="14454" y="2816"/>
                    </a:lnTo>
                    <a:lnTo>
                      <a:pt x="14869" y="2627"/>
                    </a:lnTo>
                    <a:lnTo>
                      <a:pt x="15304" y="2457"/>
                    </a:lnTo>
                    <a:lnTo>
                      <a:pt x="15739" y="2287"/>
                    </a:lnTo>
                    <a:lnTo>
                      <a:pt x="16173" y="2135"/>
                    </a:lnTo>
                    <a:lnTo>
                      <a:pt x="16608" y="2003"/>
                    </a:lnTo>
                    <a:lnTo>
                      <a:pt x="17042" y="1890"/>
                    </a:lnTo>
                    <a:lnTo>
                      <a:pt x="17477" y="1795"/>
                    </a:lnTo>
                    <a:lnTo>
                      <a:pt x="17911" y="1701"/>
                    </a:lnTo>
                    <a:lnTo>
                      <a:pt x="18346" y="1625"/>
                    </a:lnTo>
                    <a:lnTo>
                      <a:pt x="18799" y="1569"/>
                    </a:lnTo>
                    <a:lnTo>
                      <a:pt x="19234" y="1531"/>
                    </a:lnTo>
                    <a:lnTo>
                      <a:pt x="19687" y="1512"/>
                    </a:lnTo>
                    <a:lnTo>
                      <a:pt x="20122" y="1493"/>
                    </a:lnTo>
                    <a:lnTo>
                      <a:pt x="20556" y="1493"/>
                    </a:lnTo>
                    <a:lnTo>
                      <a:pt x="21010" y="1512"/>
                    </a:lnTo>
                    <a:lnTo>
                      <a:pt x="21444" y="1531"/>
                    </a:lnTo>
                    <a:lnTo>
                      <a:pt x="21879" y="1588"/>
                    </a:lnTo>
                    <a:lnTo>
                      <a:pt x="22314" y="1625"/>
                    </a:lnTo>
                    <a:lnTo>
                      <a:pt x="22748" y="1701"/>
                    </a:lnTo>
                    <a:lnTo>
                      <a:pt x="23183" y="1795"/>
                    </a:lnTo>
                    <a:lnTo>
                      <a:pt x="23598" y="1890"/>
                    </a:lnTo>
                    <a:lnTo>
                      <a:pt x="24033" y="2003"/>
                    </a:lnTo>
                    <a:lnTo>
                      <a:pt x="24449" y="2117"/>
                    </a:lnTo>
                    <a:lnTo>
                      <a:pt x="24864" y="2249"/>
                    </a:lnTo>
                    <a:lnTo>
                      <a:pt x="25280" y="2400"/>
                    </a:lnTo>
                    <a:lnTo>
                      <a:pt x="25677" y="2570"/>
                    </a:lnTo>
                    <a:lnTo>
                      <a:pt x="26092" y="2740"/>
                    </a:lnTo>
                    <a:lnTo>
                      <a:pt x="26489" y="2929"/>
                    </a:lnTo>
                    <a:lnTo>
                      <a:pt x="26867" y="3137"/>
                    </a:lnTo>
                    <a:lnTo>
                      <a:pt x="27264" y="3345"/>
                    </a:lnTo>
                    <a:lnTo>
                      <a:pt x="26754" y="3005"/>
                    </a:lnTo>
                    <a:lnTo>
                      <a:pt x="26243" y="2664"/>
                    </a:lnTo>
                    <a:lnTo>
                      <a:pt x="25733" y="2343"/>
                    </a:lnTo>
                    <a:lnTo>
                      <a:pt x="25204" y="2060"/>
                    </a:lnTo>
                    <a:lnTo>
                      <a:pt x="24675" y="1776"/>
                    </a:lnTo>
                    <a:lnTo>
                      <a:pt x="24127" y="1512"/>
                    </a:lnTo>
                    <a:lnTo>
                      <a:pt x="23561" y="1285"/>
                    </a:lnTo>
                    <a:lnTo>
                      <a:pt x="23013" y="1059"/>
                    </a:lnTo>
                    <a:lnTo>
                      <a:pt x="22446" y="870"/>
                    </a:lnTo>
                    <a:lnTo>
                      <a:pt x="21860" y="681"/>
                    </a:lnTo>
                    <a:lnTo>
                      <a:pt x="21274" y="529"/>
                    </a:lnTo>
                    <a:lnTo>
                      <a:pt x="20689" y="397"/>
                    </a:lnTo>
                    <a:lnTo>
                      <a:pt x="20103" y="265"/>
                    </a:lnTo>
                    <a:lnTo>
                      <a:pt x="19517" y="171"/>
                    </a:lnTo>
                    <a:lnTo>
                      <a:pt x="18913" y="95"/>
                    </a:lnTo>
                    <a:lnTo>
                      <a:pt x="18308" y="38"/>
                    </a:lnTo>
                    <a:lnTo>
                      <a:pt x="17704" y="19"/>
                    </a:lnTo>
                    <a:lnTo>
                      <a:pt x="1709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9"/>
              <p:cNvSpPr/>
              <p:nvPr/>
            </p:nvSpPr>
            <p:spPr>
              <a:xfrm>
                <a:off x="1538410" y="699972"/>
                <a:ext cx="948809" cy="948837"/>
              </a:xfrm>
              <a:custGeom>
                <a:rect b="b" l="l" r="r" t="t"/>
                <a:pathLst>
                  <a:path extrusionOk="0" fill="none" h="34180" w="34179">
                    <a:moveTo>
                      <a:pt x="34122" y="15626"/>
                    </a:moveTo>
                    <a:lnTo>
                      <a:pt x="34122" y="15626"/>
                    </a:lnTo>
                    <a:lnTo>
                      <a:pt x="34160" y="16230"/>
                    </a:lnTo>
                    <a:lnTo>
                      <a:pt x="34179" y="16835"/>
                    </a:lnTo>
                    <a:lnTo>
                      <a:pt x="34179" y="17439"/>
                    </a:lnTo>
                    <a:lnTo>
                      <a:pt x="34160" y="18044"/>
                    </a:lnTo>
                    <a:lnTo>
                      <a:pt x="34103" y="18649"/>
                    </a:lnTo>
                    <a:lnTo>
                      <a:pt x="34046" y="19253"/>
                    </a:lnTo>
                    <a:lnTo>
                      <a:pt x="33952" y="19858"/>
                    </a:lnTo>
                    <a:lnTo>
                      <a:pt x="33839" y="20443"/>
                    </a:lnTo>
                    <a:lnTo>
                      <a:pt x="33706" y="21029"/>
                    </a:lnTo>
                    <a:lnTo>
                      <a:pt x="33574" y="21615"/>
                    </a:lnTo>
                    <a:lnTo>
                      <a:pt x="33404" y="22201"/>
                    </a:lnTo>
                    <a:lnTo>
                      <a:pt x="33215" y="22767"/>
                    </a:lnTo>
                    <a:lnTo>
                      <a:pt x="32988" y="23334"/>
                    </a:lnTo>
                    <a:lnTo>
                      <a:pt x="32762" y="23882"/>
                    </a:lnTo>
                    <a:lnTo>
                      <a:pt x="32516" y="24430"/>
                    </a:lnTo>
                    <a:lnTo>
                      <a:pt x="32252" y="24978"/>
                    </a:lnTo>
                    <a:lnTo>
                      <a:pt x="31968" y="25507"/>
                    </a:lnTo>
                    <a:lnTo>
                      <a:pt x="31647" y="26036"/>
                    </a:lnTo>
                    <a:lnTo>
                      <a:pt x="31326" y="26546"/>
                    </a:lnTo>
                    <a:lnTo>
                      <a:pt x="30986" y="27037"/>
                    </a:lnTo>
                    <a:lnTo>
                      <a:pt x="30627" y="27529"/>
                    </a:lnTo>
                    <a:lnTo>
                      <a:pt x="30230" y="28020"/>
                    </a:lnTo>
                    <a:lnTo>
                      <a:pt x="29833" y="28473"/>
                    </a:lnTo>
                    <a:lnTo>
                      <a:pt x="29418" y="28927"/>
                    </a:lnTo>
                    <a:lnTo>
                      <a:pt x="28983" y="29361"/>
                    </a:lnTo>
                    <a:lnTo>
                      <a:pt x="28530" y="29796"/>
                    </a:lnTo>
                    <a:lnTo>
                      <a:pt x="28057" y="30193"/>
                    </a:lnTo>
                    <a:lnTo>
                      <a:pt x="27566" y="30589"/>
                    </a:lnTo>
                    <a:lnTo>
                      <a:pt x="27056" y="30967"/>
                    </a:lnTo>
                    <a:lnTo>
                      <a:pt x="26527" y="31326"/>
                    </a:lnTo>
                    <a:lnTo>
                      <a:pt x="25979" y="31685"/>
                    </a:lnTo>
                    <a:lnTo>
                      <a:pt x="25431" y="32006"/>
                    </a:lnTo>
                    <a:lnTo>
                      <a:pt x="25431" y="32006"/>
                    </a:lnTo>
                    <a:lnTo>
                      <a:pt x="24656" y="32403"/>
                    </a:lnTo>
                    <a:lnTo>
                      <a:pt x="23863" y="32781"/>
                    </a:lnTo>
                    <a:lnTo>
                      <a:pt x="23069" y="33102"/>
                    </a:lnTo>
                    <a:lnTo>
                      <a:pt x="22257" y="33386"/>
                    </a:lnTo>
                    <a:lnTo>
                      <a:pt x="21444" y="33612"/>
                    </a:lnTo>
                    <a:lnTo>
                      <a:pt x="20613" y="33820"/>
                    </a:lnTo>
                    <a:lnTo>
                      <a:pt x="19801" y="33971"/>
                    </a:lnTo>
                    <a:lnTo>
                      <a:pt x="18969" y="34085"/>
                    </a:lnTo>
                    <a:lnTo>
                      <a:pt x="18138" y="34141"/>
                    </a:lnTo>
                    <a:lnTo>
                      <a:pt x="17307" y="34179"/>
                    </a:lnTo>
                    <a:lnTo>
                      <a:pt x="16494" y="34160"/>
                    </a:lnTo>
                    <a:lnTo>
                      <a:pt x="15663" y="34122"/>
                    </a:lnTo>
                    <a:lnTo>
                      <a:pt x="14851" y="34028"/>
                    </a:lnTo>
                    <a:lnTo>
                      <a:pt x="14038" y="33896"/>
                    </a:lnTo>
                    <a:lnTo>
                      <a:pt x="13245" y="33726"/>
                    </a:lnTo>
                    <a:lnTo>
                      <a:pt x="12432" y="33537"/>
                    </a:lnTo>
                    <a:lnTo>
                      <a:pt x="11658" y="33291"/>
                    </a:lnTo>
                    <a:lnTo>
                      <a:pt x="10883" y="33008"/>
                    </a:lnTo>
                    <a:lnTo>
                      <a:pt x="10127" y="32687"/>
                    </a:lnTo>
                    <a:lnTo>
                      <a:pt x="9390" y="32346"/>
                    </a:lnTo>
                    <a:lnTo>
                      <a:pt x="8653" y="31950"/>
                    </a:lnTo>
                    <a:lnTo>
                      <a:pt x="7954" y="31534"/>
                    </a:lnTo>
                    <a:lnTo>
                      <a:pt x="7255" y="31062"/>
                    </a:lnTo>
                    <a:lnTo>
                      <a:pt x="6594" y="30570"/>
                    </a:lnTo>
                    <a:lnTo>
                      <a:pt x="5952" y="30041"/>
                    </a:lnTo>
                    <a:lnTo>
                      <a:pt x="5328" y="29494"/>
                    </a:lnTo>
                    <a:lnTo>
                      <a:pt x="4724" y="28889"/>
                    </a:lnTo>
                    <a:lnTo>
                      <a:pt x="4157" y="28265"/>
                    </a:lnTo>
                    <a:lnTo>
                      <a:pt x="3628" y="27604"/>
                    </a:lnTo>
                    <a:lnTo>
                      <a:pt x="3099" y="26905"/>
                    </a:lnTo>
                    <a:lnTo>
                      <a:pt x="2626" y="26187"/>
                    </a:lnTo>
                    <a:lnTo>
                      <a:pt x="2173" y="25431"/>
                    </a:lnTo>
                    <a:lnTo>
                      <a:pt x="2173" y="25431"/>
                    </a:lnTo>
                    <a:lnTo>
                      <a:pt x="1776" y="24657"/>
                    </a:lnTo>
                    <a:lnTo>
                      <a:pt x="1398" y="23863"/>
                    </a:lnTo>
                    <a:lnTo>
                      <a:pt x="1077" y="23051"/>
                    </a:lnTo>
                    <a:lnTo>
                      <a:pt x="794" y="22257"/>
                    </a:lnTo>
                    <a:lnTo>
                      <a:pt x="567" y="21445"/>
                    </a:lnTo>
                    <a:lnTo>
                      <a:pt x="378" y="20613"/>
                    </a:lnTo>
                    <a:lnTo>
                      <a:pt x="208" y="19801"/>
                    </a:lnTo>
                    <a:lnTo>
                      <a:pt x="114" y="18970"/>
                    </a:lnTo>
                    <a:lnTo>
                      <a:pt x="38" y="18138"/>
                    </a:lnTo>
                    <a:lnTo>
                      <a:pt x="0" y="17307"/>
                    </a:lnTo>
                    <a:lnTo>
                      <a:pt x="19" y="16495"/>
                    </a:lnTo>
                    <a:lnTo>
                      <a:pt x="57" y="15663"/>
                    </a:lnTo>
                    <a:lnTo>
                      <a:pt x="151" y="14851"/>
                    </a:lnTo>
                    <a:lnTo>
                      <a:pt x="284" y="14038"/>
                    </a:lnTo>
                    <a:lnTo>
                      <a:pt x="454" y="13226"/>
                    </a:lnTo>
                    <a:lnTo>
                      <a:pt x="643" y="12433"/>
                    </a:lnTo>
                    <a:lnTo>
                      <a:pt x="888" y="11658"/>
                    </a:lnTo>
                    <a:lnTo>
                      <a:pt x="1172" y="10883"/>
                    </a:lnTo>
                    <a:lnTo>
                      <a:pt x="1493" y="10127"/>
                    </a:lnTo>
                    <a:lnTo>
                      <a:pt x="1833" y="9391"/>
                    </a:lnTo>
                    <a:lnTo>
                      <a:pt x="2230" y="8654"/>
                    </a:lnTo>
                    <a:lnTo>
                      <a:pt x="2645" y="7955"/>
                    </a:lnTo>
                    <a:lnTo>
                      <a:pt x="3118" y="7256"/>
                    </a:lnTo>
                    <a:lnTo>
                      <a:pt x="3609" y="6594"/>
                    </a:lnTo>
                    <a:lnTo>
                      <a:pt x="4138" y="5952"/>
                    </a:lnTo>
                    <a:lnTo>
                      <a:pt x="4686" y="5328"/>
                    </a:lnTo>
                    <a:lnTo>
                      <a:pt x="5290" y="4724"/>
                    </a:lnTo>
                    <a:lnTo>
                      <a:pt x="5914" y="4157"/>
                    </a:lnTo>
                    <a:lnTo>
                      <a:pt x="6575" y="3609"/>
                    </a:lnTo>
                    <a:lnTo>
                      <a:pt x="7274" y="3099"/>
                    </a:lnTo>
                    <a:lnTo>
                      <a:pt x="7992" y="2627"/>
                    </a:lnTo>
                    <a:lnTo>
                      <a:pt x="8748" y="2173"/>
                    </a:lnTo>
                    <a:lnTo>
                      <a:pt x="8748" y="2173"/>
                    </a:lnTo>
                    <a:lnTo>
                      <a:pt x="9315" y="1871"/>
                    </a:lnTo>
                    <a:lnTo>
                      <a:pt x="9900" y="1588"/>
                    </a:lnTo>
                    <a:lnTo>
                      <a:pt x="10486" y="1323"/>
                    </a:lnTo>
                    <a:lnTo>
                      <a:pt x="11072" y="1096"/>
                    </a:lnTo>
                    <a:lnTo>
                      <a:pt x="11658" y="888"/>
                    </a:lnTo>
                    <a:lnTo>
                      <a:pt x="12262" y="700"/>
                    </a:lnTo>
                    <a:lnTo>
                      <a:pt x="12867" y="529"/>
                    </a:lnTo>
                    <a:lnTo>
                      <a:pt x="13452" y="397"/>
                    </a:lnTo>
                    <a:lnTo>
                      <a:pt x="14057" y="265"/>
                    </a:lnTo>
                    <a:lnTo>
                      <a:pt x="14662" y="171"/>
                    </a:lnTo>
                    <a:lnTo>
                      <a:pt x="15285" y="95"/>
                    </a:lnTo>
                    <a:lnTo>
                      <a:pt x="15890" y="38"/>
                    </a:lnTo>
                    <a:lnTo>
                      <a:pt x="16494" y="19"/>
                    </a:lnTo>
                    <a:lnTo>
                      <a:pt x="17099" y="0"/>
                    </a:lnTo>
                    <a:lnTo>
                      <a:pt x="17704" y="19"/>
                    </a:lnTo>
                    <a:lnTo>
                      <a:pt x="18308" y="38"/>
                    </a:lnTo>
                    <a:lnTo>
                      <a:pt x="18913" y="95"/>
                    </a:lnTo>
                    <a:lnTo>
                      <a:pt x="19517" y="171"/>
                    </a:lnTo>
                    <a:lnTo>
                      <a:pt x="20103" y="265"/>
                    </a:lnTo>
                    <a:lnTo>
                      <a:pt x="20689" y="397"/>
                    </a:lnTo>
                    <a:lnTo>
                      <a:pt x="21274" y="529"/>
                    </a:lnTo>
                    <a:lnTo>
                      <a:pt x="21860" y="681"/>
                    </a:lnTo>
                    <a:lnTo>
                      <a:pt x="22446" y="870"/>
                    </a:lnTo>
                    <a:lnTo>
                      <a:pt x="23013" y="1059"/>
                    </a:lnTo>
                    <a:lnTo>
                      <a:pt x="23561" y="1285"/>
                    </a:lnTo>
                    <a:lnTo>
                      <a:pt x="24127" y="1512"/>
                    </a:lnTo>
                    <a:lnTo>
                      <a:pt x="24675" y="1776"/>
                    </a:lnTo>
                    <a:lnTo>
                      <a:pt x="25204" y="2060"/>
                    </a:lnTo>
                    <a:lnTo>
                      <a:pt x="25733" y="2343"/>
                    </a:lnTo>
                    <a:lnTo>
                      <a:pt x="26243" y="2664"/>
                    </a:lnTo>
                    <a:lnTo>
                      <a:pt x="26754" y="3005"/>
                    </a:lnTo>
                    <a:lnTo>
                      <a:pt x="27264" y="3345"/>
                    </a:lnTo>
                    <a:lnTo>
                      <a:pt x="27264" y="3345"/>
                    </a:lnTo>
                    <a:lnTo>
                      <a:pt x="26867" y="3137"/>
                    </a:lnTo>
                    <a:lnTo>
                      <a:pt x="26489" y="2929"/>
                    </a:lnTo>
                    <a:lnTo>
                      <a:pt x="26092" y="2740"/>
                    </a:lnTo>
                    <a:lnTo>
                      <a:pt x="25677" y="2570"/>
                    </a:lnTo>
                    <a:lnTo>
                      <a:pt x="25280" y="2400"/>
                    </a:lnTo>
                    <a:lnTo>
                      <a:pt x="24864" y="2249"/>
                    </a:lnTo>
                    <a:lnTo>
                      <a:pt x="24449" y="2117"/>
                    </a:lnTo>
                    <a:lnTo>
                      <a:pt x="24033" y="2003"/>
                    </a:lnTo>
                    <a:lnTo>
                      <a:pt x="23598" y="1890"/>
                    </a:lnTo>
                    <a:lnTo>
                      <a:pt x="23183" y="1795"/>
                    </a:lnTo>
                    <a:lnTo>
                      <a:pt x="22748" y="1701"/>
                    </a:lnTo>
                    <a:lnTo>
                      <a:pt x="22314" y="1625"/>
                    </a:lnTo>
                    <a:lnTo>
                      <a:pt x="21879" y="1588"/>
                    </a:lnTo>
                    <a:lnTo>
                      <a:pt x="21444" y="1531"/>
                    </a:lnTo>
                    <a:lnTo>
                      <a:pt x="21010" y="1512"/>
                    </a:lnTo>
                    <a:lnTo>
                      <a:pt x="20556" y="1493"/>
                    </a:lnTo>
                    <a:lnTo>
                      <a:pt x="20122" y="1493"/>
                    </a:lnTo>
                    <a:lnTo>
                      <a:pt x="19687" y="1512"/>
                    </a:lnTo>
                    <a:lnTo>
                      <a:pt x="19234" y="1531"/>
                    </a:lnTo>
                    <a:lnTo>
                      <a:pt x="18799" y="1569"/>
                    </a:lnTo>
                    <a:lnTo>
                      <a:pt x="18346" y="1625"/>
                    </a:lnTo>
                    <a:lnTo>
                      <a:pt x="17911" y="1701"/>
                    </a:lnTo>
                    <a:lnTo>
                      <a:pt x="17477" y="1795"/>
                    </a:lnTo>
                    <a:lnTo>
                      <a:pt x="17042" y="1890"/>
                    </a:lnTo>
                    <a:lnTo>
                      <a:pt x="16608" y="2003"/>
                    </a:lnTo>
                    <a:lnTo>
                      <a:pt x="16173" y="2135"/>
                    </a:lnTo>
                    <a:lnTo>
                      <a:pt x="15739" y="2287"/>
                    </a:lnTo>
                    <a:lnTo>
                      <a:pt x="15304" y="2457"/>
                    </a:lnTo>
                    <a:lnTo>
                      <a:pt x="14869" y="2627"/>
                    </a:lnTo>
                    <a:lnTo>
                      <a:pt x="14454" y="2816"/>
                    </a:lnTo>
                    <a:lnTo>
                      <a:pt x="14038" y="3023"/>
                    </a:lnTo>
                    <a:lnTo>
                      <a:pt x="13622" y="3250"/>
                    </a:lnTo>
                    <a:lnTo>
                      <a:pt x="13622" y="3250"/>
                    </a:lnTo>
                    <a:lnTo>
                      <a:pt x="13018" y="3609"/>
                    </a:lnTo>
                    <a:lnTo>
                      <a:pt x="12432" y="3987"/>
                    </a:lnTo>
                    <a:lnTo>
                      <a:pt x="11865" y="4403"/>
                    </a:lnTo>
                    <a:lnTo>
                      <a:pt x="11336" y="4837"/>
                    </a:lnTo>
                    <a:lnTo>
                      <a:pt x="10826" y="5310"/>
                    </a:lnTo>
                    <a:lnTo>
                      <a:pt x="10354" y="5782"/>
                    </a:lnTo>
                    <a:lnTo>
                      <a:pt x="9900" y="6292"/>
                    </a:lnTo>
                    <a:lnTo>
                      <a:pt x="9466" y="6802"/>
                    </a:lnTo>
                    <a:lnTo>
                      <a:pt x="9069" y="7350"/>
                    </a:lnTo>
                    <a:lnTo>
                      <a:pt x="8691" y="7898"/>
                    </a:lnTo>
                    <a:lnTo>
                      <a:pt x="8351" y="8465"/>
                    </a:lnTo>
                    <a:lnTo>
                      <a:pt x="8049" y="9051"/>
                    </a:lnTo>
                    <a:lnTo>
                      <a:pt x="7765" y="9655"/>
                    </a:lnTo>
                    <a:lnTo>
                      <a:pt x="7501" y="10260"/>
                    </a:lnTo>
                    <a:lnTo>
                      <a:pt x="7274" y="10883"/>
                    </a:lnTo>
                    <a:lnTo>
                      <a:pt x="7085" y="11526"/>
                    </a:lnTo>
                    <a:lnTo>
                      <a:pt x="6915" y="12168"/>
                    </a:lnTo>
                    <a:lnTo>
                      <a:pt x="6783" y="12810"/>
                    </a:lnTo>
                    <a:lnTo>
                      <a:pt x="6689" y="13472"/>
                    </a:lnTo>
                    <a:lnTo>
                      <a:pt x="6613" y="14114"/>
                    </a:lnTo>
                    <a:lnTo>
                      <a:pt x="6575" y="14775"/>
                    </a:lnTo>
                    <a:lnTo>
                      <a:pt x="6556" y="15456"/>
                    </a:lnTo>
                    <a:lnTo>
                      <a:pt x="6594" y="16117"/>
                    </a:lnTo>
                    <a:lnTo>
                      <a:pt x="6651" y="16778"/>
                    </a:lnTo>
                    <a:lnTo>
                      <a:pt x="6745" y="17458"/>
                    </a:lnTo>
                    <a:lnTo>
                      <a:pt x="6859" y="18120"/>
                    </a:lnTo>
                    <a:lnTo>
                      <a:pt x="7010" y="18781"/>
                    </a:lnTo>
                    <a:lnTo>
                      <a:pt x="7199" y="19442"/>
                    </a:lnTo>
                    <a:lnTo>
                      <a:pt x="7425" y="20084"/>
                    </a:lnTo>
                    <a:lnTo>
                      <a:pt x="7690" y="20727"/>
                    </a:lnTo>
                    <a:lnTo>
                      <a:pt x="7992" y="21369"/>
                    </a:lnTo>
                    <a:lnTo>
                      <a:pt x="8313" y="21993"/>
                    </a:lnTo>
                    <a:lnTo>
                      <a:pt x="8313" y="21993"/>
                    </a:lnTo>
                    <a:lnTo>
                      <a:pt x="8672" y="22597"/>
                    </a:lnTo>
                    <a:lnTo>
                      <a:pt x="9069" y="23183"/>
                    </a:lnTo>
                    <a:lnTo>
                      <a:pt x="9485" y="23750"/>
                    </a:lnTo>
                    <a:lnTo>
                      <a:pt x="9919" y="24279"/>
                    </a:lnTo>
                    <a:lnTo>
                      <a:pt x="10373" y="24789"/>
                    </a:lnTo>
                    <a:lnTo>
                      <a:pt x="10864" y="25261"/>
                    </a:lnTo>
                    <a:lnTo>
                      <a:pt x="11355" y="25715"/>
                    </a:lnTo>
                    <a:lnTo>
                      <a:pt x="11884" y="26149"/>
                    </a:lnTo>
                    <a:lnTo>
                      <a:pt x="12413" y="26546"/>
                    </a:lnTo>
                    <a:lnTo>
                      <a:pt x="12980" y="26905"/>
                    </a:lnTo>
                    <a:lnTo>
                      <a:pt x="13547" y="27264"/>
                    </a:lnTo>
                    <a:lnTo>
                      <a:pt x="14133" y="27566"/>
                    </a:lnTo>
                    <a:lnTo>
                      <a:pt x="14737" y="27850"/>
                    </a:lnTo>
                    <a:lnTo>
                      <a:pt x="15342" y="28114"/>
                    </a:lnTo>
                    <a:lnTo>
                      <a:pt x="15965" y="28341"/>
                    </a:lnTo>
                    <a:lnTo>
                      <a:pt x="16589" y="28530"/>
                    </a:lnTo>
                    <a:lnTo>
                      <a:pt x="17231" y="28700"/>
                    </a:lnTo>
                    <a:lnTo>
                      <a:pt x="17874" y="28832"/>
                    </a:lnTo>
                    <a:lnTo>
                      <a:pt x="18535" y="28927"/>
                    </a:lnTo>
                    <a:lnTo>
                      <a:pt x="19196" y="29002"/>
                    </a:lnTo>
                    <a:lnTo>
                      <a:pt x="19857" y="29040"/>
                    </a:lnTo>
                    <a:lnTo>
                      <a:pt x="20519" y="29040"/>
                    </a:lnTo>
                    <a:lnTo>
                      <a:pt x="21199" y="29021"/>
                    </a:lnTo>
                    <a:lnTo>
                      <a:pt x="21860" y="28965"/>
                    </a:lnTo>
                    <a:lnTo>
                      <a:pt x="22521" y="28870"/>
                    </a:lnTo>
                    <a:lnTo>
                      <a:pt x="23183" y="28757"/>
                    </a:lnTo>
                    <a:lnTo>
                      <a:pt x="23844" y="28606"/>
                    </a:lnTo>
                    <a:lnTo>
                      <a:pt x="24505" y="28398"/>
                    </a:lnTo>
                    <a:lnTo>
                      <a:pt x="25166" y="28190"/>
                    </a:lnTo>
                    <a:lnTo>
                      <a:pt x="25809" y="27925"/>
                    </a:lnTo>
                    <a:lnTo>
                      <a:pt x="26432" y="27623"/>
                    </a:lnTo>
                    <a:lnTo>
                      <a:pt x="27075" y="27302"/>
                    </a:lnTo>
                    <a:lnTo>
                      <a:pt x="27075" y="27302"/>
                    </a:lnTo>
                    <a:lnTo>
                      <a:pt x="27472" y="27056"/>
                    </a:lnTo>
                    <a:lnTo>
                      <a:pt x="27868" y="26811"/>
                    </a:lnTo>
                    <a:lnTo>
                      <a:pt x="28246" y="26546"/>
                    </a:lnTo>
                    <a:lnTo>
                      <a:pt x="28624" y="26282"/>
                    </a:lnTo>
                    <a:lnTo>
                      <a:pt x="28983" y="25998"/>
                    </a:lnTo>
                    <a:lnTo>
                      <a:pt x="29342" y="25715"/>
                    </a:lnTo>
                    <a:lnTo>
                      <a:pt x="29682" y="25412"/>
                    </a:lnTo>
                    <a:lnTo>
                      <a:pt x="30003" y="25091"/>
                    </a:lnTo>
                    <a:lnTo>
                      <a:pt x="30324" y="24770"/>
                    </a:lnTo>
                    <a:lnTo>
                      <a:pt x="30627" y="24449"/>
                    </a:lnTo>
                    <a:lnTo>
                      <a:pt x="30910" y="24109"/>
                    </a:lnTo>
                    <a:lnTo>
                      <a:pt x="31194" y="23769"/>
                    </a:lnTo>
                    <a:lnTo>
                      <a:pt x="31458" y="23410"/>
                    </a:lnTo>
                    <a:lnTo>
                      <a:pt x="31723" y="23051"/>
                    </a:lnTo>
                    <a:lnTo>
                      <a:pt x="31968" y="22673"/>
                    </a:lnTo>
                    <a:lnTo>
                      <a:pt x="32195" y="22295"/>
                    </a:lnTo>
                    <a:lnTo>
                      <a:pt x="32422" y="21917"/>
                    </a:lnTo>
                    <a:lnTo>
                      <a:pt x="32611" y="21520"/>
                    </a:lnTo>
                    <a:lnTo>
                      <a:pt x="32818" y="21143"/>
                    </a:lnTo>
                    <a:lnTo>
                      <a:pt x="32988" y="20727"/>
                    </a:lnTo>
                    <a:lnTo>
                      <a:pt x="33158" y="20330"/>
                    </a:lnTo>
                    <a:lnTo>
                      <a:pt x="33310" y="19914"/>
                    </a:lnTo>
                    <a:lnTo>
                      <a:pt x="33461" y="19499"/>
                    </a:lnTo>
                    <a:lnTo>
                      <a:pt x="33574" y="19083"/>
                    </a:lnTo>
                    <a:lnTo>
                      <a:pt x="33688" y="18667"/>
                    </a:lnTo>
                    <a:lnTo>
                      <a:pt x="33801" y="18233"/>
                    </a:lnTo>
                    <a:lnTo>
                      <a:pt x="33876" y="17798"/>
                    </a:lnTo>
                    <a:lnTo>
                      <a:pt x="33952" y="17383"/>
                    </a:lnTo>
                    <a:lnTo>
                      <a:pt x="34028" y="16948"/>
                    </a:lnTo>
                    <a:lnTo>
                      <a:pt x="34065" y="16514"/>
                    </a:lnTo>
                    <a:lnTo>
                      <a:pt x="34103" y="16060"/>
                    </a:lnTo>
                    <a:lnTo>
                      <a:pt x="34122" y="1562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9"/>
              <p:cNvSpPr/>
              <p:nvPr/>
            </p:nvSpPr>
            <p:spPr>
              <a:xfrm>
                <a:off x="2298348" y="875128"/>
                <a:ext cx="216639" cy="214030"/>
              </a:xfrm>
              <a:custGeom>
                <a:rect b="b" l="l" r="r" t="t"/>
                <a:pathLst>
                  <a:path extrusionOk="0" h="7710" w="7804">
                    <a:moveTo>
                      <a:pt x="2041" y="1"/>
                    </a:moveTo>
                    <a:lnTo>
                      <a:pt x="2626" y="2929"/>
                    </a:lnTo>
                    <a:lnTo>
                      <a:pt x="0" y="4403"/>
                    </a:lnTo>
                    <a:lnTo>
                      <a:pt x="2985" y="4762"/>
                    </a:lnTo>
                    <a:lnTo>
                      <a:pt x="3552" y="7710"/>
                    </a:lnTo>
                    <a:lnTo>
                      <a:pt x="4818" y="4970"/>
                    </a:lnTo>
                    <a:lnTo>
                      <a:pt x="7803" y="5329"/>
                    </a:lnTo>
                    <a:lnTo>
                      <a:pt x="7803" y="5329"/>
                    </a:lnTo>
                    <a:lnTo>
                      <a:pt x="5593" y="3288"/>
                    </a:lnTo>
                    <a:lnTo>
                      <a:pt x="6858" y="568"/>
                    </a:lnTo>
                    <a:lnTo>
                      <a:pt x="4232" y="2041"/>
                    </a:lnTo>
                    <a:lnTo>
                      <a:pt x="204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9"/>
              <p:cNvSpPr/>
              <p:nvPr/>
            </p:nvSpPr>
            <p:spPr>
              <a:xfrm>
                <a:off x="2298348" y="875128"/>
                <a:ext cx="216639" cy="214030"/>
              </a:xfrm>
              <a:custGeom>
                <a:rect b="b" l="l" r="r" t="t"/>
                <a:pathLst>
                  <a:path extrusionOk="0" fill="none" h="7710" w="7804">
                    <a:moveTo>
                      <a:pt x="2041" y="1"/>
                    </a:moveTo>
                    <a:lnTo>
                      <a:pt x="4232" y="2041"/>
                    </a:lnTo>
                    <a:lnTo>
                      <a:pt x="6858" y="568"/>
                    </a:lnTo>
                    <a:lnTo>
                      <a:pt x="5593" y="3288"/>
                    </a:lnTo>
                    <a:lnTo>
                      <a:pt x="7803" y="5329"/>
                    </a:lnTo>
                    <a:lnTo>
                      <a:pt x="4818" y="4970"/>
                    </a:lnTo>
                    <a:lnTo>
                      <a:pt x="3552" y="7710"/>
                    </a:lnTo>
                    <a:lnTo>
                      <a:pt x="2985" y="4762"/>
                    </a:lnTo>
                    <a:lnTo>
                      <a:pt x="0" y="4403"/>
                    </a:lnTo>
                    <a:lnTo>
                      <a:pt x="2626" y="2929"/>
                    </a:lnTo>
                    <a:lnTo>
                      <a:pt x="20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9"/>
              <p:cNvSpPr/>
              <p:nvPr/>
            </p:nvSpPr>
            <p:spPr>
              <a:xfrm>
                <a:off x="2304094" y="2721762"/>
                <a:ext cx="359825" cy="346195"/>
              </a:xfrm>
              <a:custGeom>
                <a:rect b="b" l="l" r="r" t="t"/>
                <a:pathLst>
                  <a:path extrusionOk="0" h="12471" w="12962">
                    <a:moveTo>
                      <a:pt x="6104" y="1"/>
                    </a:moveTo>
                    <a:lnTo>
                      <a:pt x="5178" y="473"/>
                    </a:lnTo>
                    <a:lnTo>
                      <a:pt x="4252" y="964"/>
                    </a:lnTo>
                    <a:lnTo>
                      <a:pt x="3798" y="1210"/>
                    </a:lnTo>
                    <a:lnTo>
                      <a:pt x="3345" y="1493"/>
                    </a:lnTo>
                    <a:lnTo>
                      <a:pt x="2929" y="1777"/>
                    </a:lnTo>
                    <a:lnTo>
                      <a:pt x="2514" y="2098"/>
                    </a:lnTo>
                    <a:lnTo>
                      <a:pt x="2306" y="2268"/>
                    </a:lnTo>
                    <a:lnTo>
                      <a:pt x="2117" y="2457"/>
                    </a:lnTo>
                    <a:lnTo>
                      <a:pt x="1909" y="2684"/>
                    </a:lnTo>
                    <a:lnTo>
                      <a:pt x="1720" y="2910"/>
                    </a:lnTo>
                    <a:lnTo>
                      <a:pt x="1531" y="3175"/>
                    </a:lnTo>
                    <a:lnTo>
                      <a:pt x="1342" y="3439"/>
                    </a:lnTo>
                    <a:lnTo>
                      <a:pt x="983" y="3987"/>
                    </a:lnTo>
                    <a:lnTo>
                      <a:pt x="643" y="4573"/>
                    </a:lnTo>
                    <a:lnTo>
                      <a:pt x="379" y="5159"/>
                    </a:lnTo>
                    <a:lnTo>
                      <a:pt x="265" y="5442"/>
                    </a:lnTo>
                    <a:lnTo>
                      <a:pt x="152" y="5707"/>
                    </a:lnTo>
                    <a:lnTo>
                      <a:pt x="76" y="5990"/>
                    </a:lnTo>
                    <a:lnTo>
                      <a:pt x="1" y="6236"/>
                    </a:lnTo>
                    <a:lnTo>
                      <a:pt x="794" y="6878"/>
                    </a:lnTo>
                    <a:lnTo>
                      <a:pt x="1815" y="7672"/>
                    </a:lnTo>
                    <a:lnTo>
                      <a:pt x="2967" y="8560"/>
                    </a:lnTo>
                    <a:lnTo>
                      <a:pt x="4176" y="9485"/>
                    </a:lnTo>
                    <a:lnTo>
                      <a:pt x="5367" y="10354"/>
                    </a:lnTo>
                    <a:lnTo>
                      <a:pt x="6425" y="11110"/>
                    </a:lnTo>
                    <a:lnTo>
                      <a:pt x="7256" y="11677"/>
                    </a:lnTo>
                    <a:lnTo>
                      <a:pt x="7577" y="11885"/>
                    </a:lnTo>
                    <a:lnTo>
                      <a:pt x="7804" y="12017"/>
                    </a:lnTo>
                    <a:lnTo>
                      <a:pt x="8182" y="12187"/>
                    </a:lnTo>
                    <a:lnTo>
                      <a:pt x="8579" y="12319"/>
                    </a:lnTo>
                    <a:lnTo>
                      <a:pt x="8994" y="12414"/>
                    </a:lnTo>
                    <a:lnTo>
                      <a:pt x="9410" y="12471"/>
                    </a:lnTo>
                    <a:lnTo>
                      <a:pt x="10033" y="12471"/>
                    </a:lnTo>
                    <a:lnTo>
                      <a:pt x="10241" y="12433"/>
                    </a:lnTo>
                    <a:lnTo>
                      <a:pt x="10430" y="12395"/>
                    </a:lnTo>
                    <a:lnTo>
                      <a:pt x="10638" y="12357"/>
                    </a:lnTo>
                    <a:lnTo>
                      <a:pt x="10827" y="12300"/>
                    </a:lnTo>
                    <a:lnTo>
                      <a:pt x="11035" y="12225"/>
                    </a:lnTo>
                    <a:lnTo>
                      <a:pt x="11224" y="12130"/>
                    </a:lnTo>
                    <a:lnTo>
                      <a:pt x="11413" y="12036"/>
                    </a:lnTo>
                    <a:lnTo>
                      <a:pt x="11583" y="11923"/>
                    </a:lnTo>
                    <a:lnTo>
                      <a:pt x="11753" y="11809"/>
                    </a:lnTo>
                    <a:lnTo>
                      <a:pt x="11904" y="11677"/>
                    </a:lnTo>
                    <a:lnTo>
                      <a:pt x="12074" y="11526"/>
                    </a:lnTo>
                    <a:lnTo>
                      <a:pt x="12206" y="11375"/>
                    </a:lnTo>
                    <a:lnTo>
                      <a:pt x="12338" y="11224"/>
                    </a:lnTo>
                    <a:lnTo>
                      <a:pt x="12471" y="11053"/>
                    </a:lnTo>
                    <a:lnTo>
                      <a:pt x="12565" y="10883"/>
                    </a:lnTo>
                    <a:lnTo>
                      <a:pt x="12679" y="10695"/>
                    </a:lnTo>
                    <a:lnTo>
                      <a:pt x="12754" y="10506"/>
                    </a:lnTo>
                    <a:lnTo>
                      <a:pt x="12830" y="10317"/>
                    </a:lnTo>
                    <a:lnTo>
                      <a:pt x="12886" y="10109"/>
                    </a:lnTo>
                    <a:lnTo>
                      <a:pt x="12924" y="9920"/>
                    </a:lnTo>
                    <a:lnTo>
                      <a:pt x="12943" y="9712"/>
                    </a:lnTo>
                    <a:lnTo>
                      <a:pt x="12962" y="9523"/>
                    </a:lnTo>
                    <a:lnTo>
                      <a:pt x="12943" y="9334"/>
                    </a:lnTo>
                    <a:lnTo>
                      <a:pt x="12943" y="9145"/>
                    </a:lnTo>
                    <a:lnTo>
                      <a:pt x="12905" y="8956"/>
                    </a:lnTo>
                    <a:lnTo>
                      <a:pt x="12811" y="8597"/>
                    </a:lnTo>
                    <a:lnTo>
                      <a:pt x="12679" y="8238"/>
                    </a:lnTo>
                    <a:lnTo>
                      <a:pt x="12508" y="7898"/>
                    </a:lnTo>
                    <a:lnTo>
                      <a:pt x="12320" y="7577"/>
                    </a:lnTo>
                    <a:lnTo>
                      <a:pt x="12093" y="7275"/>
                    </a:lnTo>
                    <a:lnTo>
                      <a:pt x="11828" y="6991"/>
                    </a:lnTo>
                    <a:lnTo>
                      <a:pt x="11507" y="6651"/>
                    </a:lnTo>
                    <a:lnTo>
                      <a:pt x="11073" y="6236"/>
                    </a:lnTo>
                    <a:lnTo>
                      <a:pt x="10071" y="5310"/>
                    </a:lnTo>
                    <a:lnTo>
                      <a:pt x="9599" y="4856"/>
                    </a:lnTo>
                    <a:lnTo>
                      <a:pt x="9202" y="4460"/>
                    </a:lnTo>
                    <a:lnTo>
                      <a:pt x="8919" y="4138"/>
                    </a:lnTo>
                    <a:lnTo>
                      <a:pt x="8824" y="4044"/>
                    </a:lnTo>
                    <a:lnTo>
                      <a:pt x="8786" y="3968"/>
                    </a:lnTo>
                    <a:lnTo>
                      <a:pt x="8692" y="3590"/>
                    </a:lnTo>
                    <a:lnTo>
                      <a:pt x="8541" y="3232"/>
                    </a:lnTo>
                    <a:lnTo>
                      <a:pt x="8390" y="2873"/>
                    </a:lnTo>
                    <a:lnTo>
                      <a:pt x="8182" y="2514"/>
                    </a:lnTo>
                    <a:lnTo>
                      <a:pt x="7974" y="2173"/>
                    </a:lnTo>
                    <a:lnTo>
                      <a:pt x="7747" y="1852"/>
                    </a:lnTo>
                    <a:lnTo>
                      <a:pt x="7521" y="1531"/>
                    </a:lnTo>
                    <a:lnTo>
                      <a:pt x="7275" y="1248"/>
                    </a:lnTo>
                    <a:lnTo>
                      <a:pt x="6840" y="738"/>
                    </a:lnTo>
                    <a:lnTo>
                      <a:pt x="6462" y="341"/>
                    </a:lnTo>
                    <a:lnTo>
                      <a:pt x="6104"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9"/>
              <p:cNvSpPr/>
              <p:nvPr/>
            </p:nvSpPr>
            <p:spPr>
              <a:xfrm>
                <a:off x="1677895" y="2525621"/>
                <a:ext cx="795685" cy="962467"/>
              </a:xfrm>
              <a:custGeom>
                <a:rect b="b" l="l" r="r" t="t"/>
                <a:pathLst>
                  <a:path extrusionOk="0" h="34671" w="28663">
                    <a:moveTo>
                      <a:pt x="6651" y="0"/>
                    </a:moveTo>
                    <a:lnTo>
                      <a:pt x="5839" y="19"/>
                    </a:lnTo>
                    <a:lnTo>
                      <a:pt x="5027" y="57"/>
                    </a:lnTo>
                    <a:lnTo>
                      <a:pt x="4214" y="114"/>
                    </a:lnTo>
                    <a:lnTo>
                      <a:pt x="4044" y="529"/>
                    </a:lnTo>
                    <a:lnTo>
                      <a:pt x="3874" y="945"/>
                    </a:lnTo>
                    <a:lnTo>
                      <a:pt x="3496" y="1795"/>
                    </a:lnTo>
                    <a:lnTo>
                      <a:pt x="3062" y="2646"/>
                    </a:lnTo>
                    <a:lnTo>
                      <a:pt x="2627" y="3515"/>
                    </a:lnTo>
                    <a:lnTo>
                      <a:pt x="1739" y="5253"/>
                    </a:lnTo>
                    <a:lnTo>
                      <a:pt x="1323" y="6122"/>
                    </a:lnTo>
                    <a:lnTo>
                      <a:pt x="927" y="6991"/>
                    </a:lnTo>
                    <a:lnTo>
                      <a:pt x="757" y="7426"/>
                    </a:lnTo>
                    <a:lnTo>
                      <a:pt x="605" y="7860"/>
                    </a:lnTo>
                    <a:lnTo>
                      <a:pt x="454" y="8276"/>
                    </a:lnTo>
                    <a:lnTo>
                      <a:pt x="322" y="8710"/>
                    </a:lnTo>
                    <a:lnTo>
                      <a:pt x="209" y="9126"/>
                    </a:lnTo>
                    <a:lnTo>
                      <a:pt x="114" y="9561"/>
                    </a:lnTo>
                    <a:lnTo>
                      <a:pt x="58" y="9976"/>
                    </a:lnTo>
                    <a:lnTo>
                      <a:pt x="20" y="10392"/>
                    </a:lnTo>
                    <a:lnTo>
                      <a:pt x="1" y="10789"/>
                    </a:lnTo>
                    <a:lnTo>
                      <a:pt x="1" y="11204"/>
                    </a:lnTo>
                    <a:lnTo>
                      <a:pt x="58" y="11601"/>
                    </a:lnTo>
                    <a:lnTo>
                      <a:pt x="114" y="11998"/>
                    </a:lnTo>
                    <a:lnTo>
                      <a:pt x="228" y="12395"/>
                    </a:lnTo>
                    <a:lnTo>
                      <a:pt x="360" y="12791"/>
                    </a:lnTo>
                    <a:lnTo>
                      <a:pt x="549" y="13169"/>
                    </a:lnTo>
                    <a:lnTo>
                      <a:pt x="757" y="13547"/>
                    </a:lnTo>
                    <a:lnTo>
                      <a:pt x="1021" y="14001"/>
                    </a:lnTo>
                    <a:lnTo>
                      <a:pt x="1248" y="14454"/>
                    </a:lnTo>
                    <a:lnTo>
                      <a:pt x="1437" y="14926"/>
                    </a:lnTo>
                    <a:lnTo>
                      <a:pt x="1607" y="15399"/>
                    </a:lnTo>
                    <a:lnTo>
                      <a:pt x="1758" y="15890"/>
                    </a:lnTo>
                    <a:lnTo>
                      <a:pt x="1871" y="16381"/>
                    </a:lnTo>
                    <a:lnTo>
                      <a:pt x="1947" y="16891"/>
                    </a:lnTo>
                    <a:lnTo>
                      <a:pt x="2022" y="17402"/>
                    </a:lnTo>
                    <a:lnTo>
                      <a:pt x="2060" y="17931"/>
                    </a:lnTo>
                    <a:lnTo>
                      <a:pt x="2079" y="18478"/>
                    </a:lnTo>
                    <a:lnTo>
                      <a:pt x="2098" y="19026"/>
                    </a:lnTo>
                    <a:lnTo>
                      <a:pt x="2079" y="19574"/>
                    </a:lnTo>
                    <a:lnTo>
                      <a:pt x="2060" y="20141"/>
                    </a:lnTo>
                    <a:lnTo>
                      <a:pt x="2022" y="20727"/>
                    </a:lnTo>
                    <a:lnTo>
                      <a:pt x="1928" y="21898"/>
                    </a:lnTo>
                    <a:lnTo>
                      <a:pt x="1796" y="23126"/>
                    </a:lnTo>
                    <a:lnTo>
                      <a:pt x="1664" y="24392"/>
                    </a:lnTo>
                    <a:lnTo>
                      <a:pt x="1512" y="25696"/>
                    </a:lnTo>
                    <a:lnTo>
                      <a:pt x="1399" y="27037"/>
                    </a:lnTo>
                    <a:lnTo>
                      <a:pt x="1286" y="28435"/>
                    </a:lnTo>
                    <a:lnTo>
                      <a:pt x="1267" y="29135"/>
                    </a:lnTo>
                    <a:lnTo>
                      <a:pt x="1229" y="29852"/>
                    </a:lnTo>
                    <a:lnTo>
                      <a:pt x="1229" y="30589"/>
                    </a:lnTo>
                    <a:lnTo>
                      <a:pt x="1248" y="31326"/>
                    </a:lnTo>
                    <a:lnTo>
                      <a:pt x="1267" y="32082"/>
                    </a:lnTo>
                    <a:lnTo>
                      <a:pt x="1305" y="32838"/>
                    </a:lnTo>
                    <a:lnTo>
                      <a:pt x="1569" y="33027"/>
                    </a:lnTo>
                    <a:lnTo>
                      <a:pt x="1852" y="33197"/>
                    </a:lnTo>
                    <a:lnTo>
                      <a:pt x="2136" y="33348"/>
                    </a:lnTo>
                    <a:lnTo>
                      <a:pt x="2438" y="33499"/>
                    </a:lnTo>
                    <a:lnTo>
                      <a:pt x="2759" y="33650"/>
                    </a:lnTo>
                    <a:lnTo>
                      <a:pt x="3081" y="33782"/>
                    </a:lnTo>
                    <a:lnTo>
                      <a:pt x="3421" y="33915"/>
                    </a:lnTo>
                    <a:lnTo>
                      <a:pt x="3761" y="34009"/>
                    </a:lnTo>
                    <a:lnTo>
                      <a:pt x="4120" y="34122"/>
                    </a:lnTo>
                    <a:lnTo>
                      <a:pt x="4498" y="34217"/>
                    </a:lnTo>
                    <a:lnTo>
                      <a:pt x="5253" y="34368"/>
                    </a:lnTo>
                    <a:lnTo>
                      <a:pt x="6028" y="34500"/>
                    </a:lnTo>
                    <a:lnTo>
                      <a:pt x="6840" y="34595"/>
                    </a:lnTo>
                    <a:lnTo>
                      <a:pt x="7672" y="34651"/>
                    </a:lnTo>
                    <a:lnTo>
                      <a:pt x="8522" y="34670"/>
                    </a:lnTo>
                    <a:lnTo>
                      <a:pt x="9391" y="34670"/>
                    </a:lnTo>
                    <a:lnTo>
                      <a:pt x="10260" y="34633"/>
                    </a:lnTo>
                    <a:lnTo>
                      <a:pt x="11129" y="34576"/>
                    </a:lnTo>
                    <a:lnTo>
                      <a:pt x="12017" y="34500"/>
                    </a:lnTo>
                    <a:lnTo>
                      <a:pt x="12886" y="34387"/>
                    </a:lnTo>
                    <a:lnTo>
                      <a:pt x="13755" y="34255"/>
                    </a:lnTo>
                    <a:lnTo>
                      <a:pt x="14606" y="34085"/>
                    </a:lnTo>
                    <a:lnTo>
                      <a:pt x="15437" y="33915"/>
                    </a:lnTo>
                    <a:lnTo>
                      <a:pt x="16268" y="33707"/>
                    </a:lnTo>
                    <a:lnTo>
                      <a:pt x="17062" y="33499"/>
                    </a:lnTo>
                    <a:lnTo>
                      <a:pt x="17818" y="33253"/>
                    </a:lnTo>
                    <a:lnTo>
                      <a:pt x="18554" y="33008"/>
                    </a:lnTo>
                    <a:lnTo>
                      <a:pt x="19253" y="32743"/>
                    </a:lnTo>
                    <a:lnTo>
                      <a:pt x="19915" y="32460"/>
                    </a:lnTo>
                    <a:lnTo>
                      <a:pt x="20519" y="32158"/>
                    </a:lnTo>
                    <a:lnTo>
                      <a:pt x="21086" y="31855"/>
                    </a:lnTo>
                    <a:lnTo>
                      <a:pt x="21596" y="31553"/>
                    </a:lnTo>
                    <a:lnTo>
                      <a:pt x="22050" y="31232"/>
                    </a:lnTo>
                    <a:lnTo>
                      <a:pt x="22258" y="31062"/>
                    </a:lnTo>
                    <a:lnTo>
                      <a:pt x="22447" y="30911"/>
                    </a:lnTo>
                    <a:lnTo>
                      <a:pt x="22617" y="30740"/>
                    </a:lnTo>
                    <a:lnTo>
                      <a:pt x="22768" y="30570"/>
                    </a:lnTo>
                    <a:lnTo>
                      <a:pt x="22900" y="30400"/>
                    </a:lnTo>
                    <a:lnTo>
                      <a:pt x="23032" y="30230"/>
                    </a:lnTo>
                    <a:lnTo>
                      <a:pt x="23127" y="30060"/>
                    </a:lnTo>
                    <a:lnTo>
                      <a:pt x="23202" y="29890"/>
                    </a:lnTo>
                    <a:lnTo>
                      <a:pt x="23013" y="29135"/>
                    </a:lnTo>
                    <a:lnTo>
                      <a:pt x="22843" y="28379"/>
                    </a:lnTo>
                    <a:lnTo>
                      <a:pt x="22692" y="27604"/>
                    </a:lnTo>
                    <a:lnTo>
                      <a:pt x="22579" y="26829"/>
                    </a:lnTo>
                    <a:lnTo>
                      <a:pt x="22484" y="26036"/>
                    </a:lnTo>
                    <a:lnTo>
                      <a:pt x="22409" y="25242"/>
                    </a:lnTo>
                    <a:lnTo>
                      <a:pt x="22352" y="24449"/>
                    </a:lnTo>
                    <a:lnTo>
                      <a:pt x="22314" y="23636"/>
                    </a:lnTo>
                    <a:lnTo>
                      <a:pt x="22314" y="22843"/>
                    </a:lnTo>
                    <a:lnTo>
                      <a:pt x="22333" y="22030"/>
                    </a:lnTo>
                    <a:lnTo>
                      <a:pt x="22371" y="21237"/>
                    </a:lnTo>
                    <a:lnTo>
                      <a:pt x="22428" y="20425"/>
                    </a:lnTo>
                    <a:lnTo>
                      <a:pt x="22522" y="19631"/>
                    </a:lnTo>
                    <a:lnTo>
                      <a:pt x="22635" y="18837"/>
                    </a:lnTo>
                    <a:lnTo>
                      <a:pt x="22768" y="18044"/>
                    </a:lnTo>
                    <a:lnTo>
                      <a:pt x="22919" y="17269"/>
                    </a:lnTo>
                    <a:lnTo>
                      <a:pt x="23108" y="16514"/>
                    </a:lnTo>
                    <a:lnTo>
                      <a:pt x="23297" y="15758"/>
                    </a:lnTo>
                    <a:lnTo>
                      <a:pt x="23523" y="15002"/>
                    </a:lnTo>
                    <a:lnTo>
                      <a:pt x="23788" y="14265"/>
                    </a:lnTo>
                    <a:lnTo>
                      <a:pt x="24052" y="13566"/>
                    </a:lnTo>
                    <a:lnTo>
                      <a:pt x="24355" y="12867"/>
                    </a:lnTo>
                    <a:lnTo>
                      <a:pt x="24676" y="12168"/>
                    </a:lnTo>
                    <a:lnTo>
                      <a:pt x="25035" y="11507"/>
                    </a:lnTo>
                    <a:lnTo>
                      <a:pt x="25394" y="10864"/>
                    </a:lnTo>
                    <a:lnTo>
                      <a:pt x="25791" y="10260"/>
                    </a:lnTo>
                    <a:lnTo>
                      <a:pt x="26206" y="9655"/>
                    </a:lnTo>
                    <a:lnTo>
                      <a:pt x="26641" y="9088"/>
                    </a:lnTo>
                    <a:lnTo>
                      <a:pt x="27113" y="8540"/>
                    </a:lnTo>
                    <a:lnTo>
                      <a:pt x="27604" y="8030"/>
                    </a:lnTo>
                    <a:lnTo>
                      <a:pt x="28115" y="7539"/>
                    </a:lnTo>
                    <a:lnTo>
                      <a:pt x="28663" y="7067"/>
                    </a:lnTo>
                    <a:lnTo>
                      <a:pt x="28001" y="6594"/>
                    </a:lnTo>
                    <a:lnTo>
                      <a:pt x="27340" y="6141"/>
                    </a:lnTo>
                    <a:lnTo>
                      <a:pt x="26660" y="5687"/>
                    </a:lnTo>
                    <a:lnTo>
                      <a:pt x="25961" y="5272"/>
                    </a:lnTo>
                    <a:lnTo>
                      <a:pt x="25262" y="4856"/>
                    </a:lnTo>
                    <a:lnTo>
                      <a:pt x="24563" y="4459"/>
                    </a:lnTo>
                    <a:lnTo>
                      <a:pt x="23845" y="4081"/>
                    </a:lnTo>
                    <a:lnTo>
                      <a:pt x="23127" y="3704"/>
                    </a:lnTo>
                    <a:lnTo>
                      <a:pt x="22390" y="3364"/>
                    </a:lnTo>
                    <a:lnTo>
                      <a:pt x="21653" y="3023"/>
                    </a:lnTo>
                    <a:lnTo>
                      <a:pt x="20897" y="2721"/>
                    </a:lnTo>
                    <a:lnTo>
                      <a:pt x="20141" y="2419"/>
                    </a:lnTo>
                    <a:lnTo>
                      <a:pt x="19386" y="2135"/>
                    </a:lnTo>
                    <a:lnTo>
                      <a:pt x="18611" y="1871"/>
                    </a:lnTo>
                    <a:lnTo>
                      <a:pt x="17836" y="1625"/>
                    </a:lnTo>
                    <a:lnTo>
                      <a:pt x="17062" y="1399"/>
                    </a:lnTo>
                    <a:lnTo>
                      <a:pt x="16287" y="1172"/>
                    </a:lnTo>
                    <a:lnTo>
                      <a:pt x="15494" y="983"/>
                    </a:lnTo>
                    <a:lnTo>
                      <a:pt x="14700" y="794"/>
                    </a:lnTo>
                    <a:lnTo>
                      <a:pt x="13907" y="643"/>
                    </a:lnTo>
                    <a:lnTo>
                      <a:pt x="13113" y="492"/>
                    </a:lnTo>
                    <a:lnTo>
                      <a:pt x="12301" y="378"/>
                    </a:lnTo>
                    <a:lnTo>
                      <a:pt x="11507" y="265"/>
                    </a:lnTo>
                    <a:lnTo>
                      <a:pt x="10695" y="170"/>
                    </a:lnTo>
                    <a:lnTo>
                      <a:pt x="9882" y="95"/>
                    </a:lnTo>
                    <a:lnTo>
                      <a:pt x="9070" y="57"/>
                    </a:lnTo>
                    <a:lnTo>
                      <a:pt x="8257" y="19"/>
                    </a:lnTo>
                    <a:lnTo>
                      <a:pt x="746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9"/>
              <p:cNvSpPr/>
              <p:nvPr/>
            </p:nvSpPr>
            <p:spPr>
              <a:xfrm>
                <a:off x="1677895" y="2525621"/>
                <a:ext cx="795685" cy="962467"/>
              </a:xfrm>
              <a:custGeom>
                <a:rect b="b" l="l" r="r" t="t"/>
                <a:pathLst>
                  <a:path extrusionOk="0" fill="none" h="34671" w="28663">
                    <a:moveTo>
                      <a:pt x="28663" y="7067"/>
                    </a:moveTo>
                    <a:lnTo>
                      <a:pt x="28663" y="7067"/>
                    </a:lnTo>
                    <a:lnTo>
                      <a:pt x="28001" y="6594"/>
                    </a:lnTo>
                    <a:lnTo>
                      <a:pt x="27340" y="6141"/>
                    </a:lnTo>
                    <a:lnTo>
                      <a:pt x="26660" y="5687"/>
                    </a:lnTo>
                    <a:lnTo>
                      <a:pt x="25961" y="5272"/>
                    </a:lnTo>
                    <a:lnTo>
                      <a:pt x="25262" y="4856"/>
                    </a:lnTo>
                    <a:lnTo>
                      <a:pt x="24563" y="4459"/>
                    </a:lnTo>
                    <a:lnTo>
                      <a:pt x="23845" y="4081"/>
                    </a:lnTo>
                    <a:lnTo>
                      <a:pt x="23127" y="3704"/>
                    </a:lnTo>
                    <a:lnTo>
                      <a:pt x="22390" y="3364"/>
                    </a:lnTo>
                    <a:lnTo>
                      <a:pt x="21653" y="3023"/>
                    </a:lnTo>
                    <a:lnTo>
                      <a:pt x="20897" y="2721"/>
                    </a:lnTo>
                    <a:lnTo>
                      <a:pt x="20141" y="2419"/>
                    </a:lnTo>
                    <a:lnTo>
                      <a:pt x="19386" y="2135"/>
                    </a:lnTo>
                    <a:lnTo>
                      <a:pt x="18611" y="1871"/>
                    </a:lnTo>
                    <a:lnTo>
                      <a:pt x="17836" y="1625"/>
                    </a:lnTo>
                    <a:lnTo>
                      <a:pt x="17062" y="1399"/>
                    </a:lnTo>
                    <a:lnTo>
                      <a:pt x="16287" y="1172"/>
                    </a:lnTo>
                    <a:lnTo>
                      <a:pt x="15494" y="983"/>
                    </a:lnTo>
                    <a:lnTo>
                      <a:pt x="14700" y="794"/>
                    </a:lnTo>
                    <a:lnTo>
                      <a:pt x="13907" y="643"/>
                    </a:lnTo>
                    <a:lnTo>
                      <a:pt x="13113" y="492"/>
                    </a:lnTo>
                    <a:lnTo>
                      <a:pt x="12301" y="378"/>
                    </a:lnTo>
                    <a:lnTo>
                      <a:pt x="11507" y="265"/>
                    </a:lnTo>
                    <a:lnTo>
                      <a:pt x="10695" y="170"/>
                    </a:lnTo>
                    <a:lnTo>
                      <a:pt x="9882" y="95"/>
                    </a:lnTo>
                    <a:lnTo>
                      <a:pt x="9070" y="57"/>
                    </a:lnTo>
                    <a:lnTo>
                      <a:pt x="8257" y="19"/>
                    </a:lnTo>
                    <a:lnTo>
                      <a:pt x="7464" y="0"/>
                    </a:lnTo>
                    <a:lnTo>
                      <a:pt x="6651" y="0"/>
                    </a:lnTo>
                    <a:lnTo>
                      <a:pt x="5839" y="19"/>
                    </a:lnTo>
                    <a:lnTo>
                      <a:pt x="5027" y="57"/>
                    </a:lnTo>
                    <a:lnTo>
                      <a:pt x="4214" y="114"/>
                    </a:lnTo>
                    <a:lnTo>
                      <a:pt x="4214" y="114"/>
                    </a:lnTo>
                    <a:lnTo>
                      <a:pt x="4044" y="529"/>
                    </a:lnTo>
                    <a:lnTo>
                      <a:pt x="3874" y="945"/>
                    </a:lnTo>
                    <a:lnTo>
                      <a:pt x="3496" y="1795"/>
                    </a:lnTo>
                    <a:lnTo>
                      <a:pt x="3062" y="2646"/>
                    </a:lnTo>
                    <a:lnTo>
                      <a:pt x="2627" y="3515"/>
                    </a:lnTo>
                    <a:lnTo>
                      <a:pt x="1739" y="5253"/>
                    </a:lnTo>
                    <a:lnTo>
                      <a:pt x="1323" y="6122"/>
                    </a:lnTo>
                    <a:lnTo>
                      <a:pt x="927" y="6991"/>
                    </a:lnTo>
                    <a:lnTo>
                      <a:pt x="757" y="7426"/>
                    </a:lnTo>
                    <a:lnTo>
                      <a:pt x="605" y="7860"/>
                    </a:lnTo>
                    <a:lnTo>
                      <a:pt x="454" y="8276"/>
                    </a:lnTo>
                    <a:lnTo>
                      <a:pt x="322" y="8710"/>
                    </a:lnTo>
                    <a:lnTo>
                      <a:pt x="209" y="9126"/>
                    </a:lnTo>
                    <a:lnTo>
                      <a:pt x="114" y="9561"/>
                    </a:lnTo>
                    <a:lnTo>
                      <a:pt x="58" y="9976"/>
                    </a:lnTo>
                    <a:lnTo>
                      <a:pt x="20" y="10392"/>
                    </a:lnTo>
                    <a:lnTo>
                      <a:pt x="1" y="10789"/>
                    </a:lnTo>
                    <a:lnTo>
                      <a:pt x="1" y="11204"/>
                    </a:lnTo>
                    <a:lnTo>
                      <a:pt x="58" y="11601"/>
                    </a:lnTo>
                    <a:lnTo>
                      <a:pt x="114" y="11998"/>
                    </a:lnTo>
                    <a:lnTo>
                      <a:pt x="228" y="12395"/>
                    </a:lnTo>
                    <a:lnTo>
                      <a:pt x="360" y="12791"/>
                    </a:lnTo>
                    <a:lnTo>
                      <a:pt x="549" y="13169"/>
                    </a:lnTo>
                    <a:lnTo>
                      <a:pt x="757" y="13547"/>
                    </a:lnTo>
                    <a:lnTo>
                      <a:pt x="757" y="13547"/>
                    </a:lnTo>
                    <a:lnTo>
                      <a:pt x="1021" y="14001"/>
                    </a:lnTo>
                    <a:lnTo>
                      <a:pt x="1248" y="14454"/>
                    </a:lnTo>
                    <a:lnTo>
                      <a:pt x="1437" y="14926"/>
                    </a:lnTo>
                    <a:lnTo>
                      <a:pt x="1607" y="15399"/>
                    </a:lnTo>
                    <a:lnTo>
                      <a:pt x="1758" y="15890"/>
                    </a:lnTo>
                    <a:lnTo>
                      <a:pt x="1871" y="16381"/>
                    </a:lnTo>
                    <a:lnTo>
                      <a:pt x="1947" y="16891"/>
                    </a:lnTo>
                    <a:lnTo>
                      <a:pt x="2022" y="17402"/>
                    </a:lnTo>
                    <a:lnTo>
                      <a:pt x="2060" y="17931"/>
                    </a:lnTo>
                    <a:lnTo>
                      <a:pt x="2079" y="18478"/>
                    </a:lnTo>
                    <a:lnTo>
                      <a:pt x="2098" y="19026"/>
                    </a:lnTo>
                    <a:lnTo>
                      <a:pt x="2079" y="19574"/>
                    </a:lnTo>
                    <a:lnTo>
                      <a:pt x="2060" y="20141"/>
                    </a:lnTo>
                    <a:lnTo>
                      <a:pt x="2022" y="20727"/>
                    </a:lnTo>
                    <a:lnTo>
                      <a:pt x="1928" y="21898"/>
                    </a:lnTo>
                    <a:lnTo>
                      <a:pt x="1796" y="23126"/>
                    </a:lnTo>
                    <a:lnTo>
                      <a:pt x="1664" y="24392"/>
                    </a:lnTo>
                    <a:lnTo>
                      <a:pt x="1512" y="25696"/>
                    </a:lnTo>
                    <a:lnTo>
                      <a:pt x="1399" y="27037"/>
                    </a:lnTo>
                    <a:lnTo>
                      <a:pt x="1286" y="28435"/>
                    </a:lnTo>
                    <a:lnTo>
                      <a:pt x="1267" y="29135"/>
                    </a:lnTo>
                    <a:lnTo>
                      <a:pt x="1229" y="29852"/>
                    </a:lnTo>
                    <a:lnTo>
                      <a:pt x="1229" y="30589"/>
                    </a:lnTo>
                    <a:lnTo>
                      <a:pt x="1248" y="31326"/>
                    </a:lnTo>
                    <a:lnTo>
                      <a:pt x="1267" y="32082"/>
                    </a:lnTo>
                    <a:lnTo>
                      <a:pt x="1305" y="32838"/>
                    </a:lnTo>
                    <a:lnTo>
                      <a:pt x="1305" y="32838"/>
                    </a:lnTo>
                    <a:lnTo>
                      <a:pt x="1569" y="33027"/>
                    </a:lnTo>
                    <a:lnTo>
                      <a:pt x="1852" y="33197"/>
                    </a:lnTo>
                    <a:lnTo>
                      <a:pt x="2136" y="33348"/>
                    </a:lnTo>
                    <a:lnTo>
                      <a:pt x="2438" y="33499"/>
                    </a:lnTo>
                    <a:lnTo>
                      <a:pt x="2759" y="33650"/>
                    </a:lnTo>
                    <a:lnTo>
                      <a:pt x="3081" y="33782"/>
                    </a:lnTo>
                    <a:lnTo>
                      <a:pt x="3421" y="33915"/>
                    </a:lnTo>
                    <a:lnTo>
                      <a:pt x="3761" y="34009"/>
                    </a:lnTo>
                    <a:lnTo>
                      <a:pt x="4120" y="34122"/>
                    </a:lnTo>
                    <a:lnTo>
                      <a:pt x="4498" y="34217"/>
                    </a:lnTo>
                    <a:lnTo>
                      <a:pt x="5253" y="34368"/>
                    </a:lnTo>
                    <a:lnTo>
                      <a:pt x="6028" y="34500"/>
                    </a:lnTo>
                    <a:lnTo>
                      <a:pt x="6840" y="34595"/>
                    </a:lnTo>
                    <a:lnTo>
                      <a:pt x="7672" y="34651"/>
                    </a:lnTo>
                    <a:lnTo>
                      <a:pt x="8522" y="34670"/>
                    </a:lnTo>
                    <a:lnTo>
                      <a:pt x="9391" y="34670"/>
                    </a:lnTo>
                    <a:lnTo>
                      <a:pt x="10260" y="34633"/>
                    </a:lnTo>
                    <a:lnTo>
                      <a:pt x="11129" y="34576"/>
                    </a:lnTo>
                    <a:lnTo>
                      <a:pt x="12017" y="34500"/>
                    </a:lnTo>
                    <a:lnTo>
                      <a:pt x="12886" y="34387"/>
                    </a:lnTo>
                    <a:lnTo>
                      <a:pt x="13755" y="34255"/>
                    </a:lnTo>
                    <a:lnTo>
                      <a:pt x="14606" y="34085"/>
                    </a:lnTo>
                    <a:lnTo>
                      <a:pt x="15437" y="33915"/>
                    </a:lnTo>
                    <a:lnTo>
                      <a:pt x="16268" y="33707"/>
                    </a:lnTo>
                    <a:lnTo>
                      <a:pt x="17062" y="33499"/>
                    </a:lnTo>
                    <a:lnTo>
                      <a:pt x="17818" y="33253"/>
                    </a:lnTo>
                    <a:lnTo>
                      <a:pt x="18554" y="33008"/>
                    </a:lnTo>
                    <a:lnTo>
                      <a:pt x="19253" y="32743"/>
                    </a:lnTo>
                    <a:lnTo>
                      <a:pt x="19915" y="32460"/>
                    </a:lnTo>
                    <a:lnTo>
                      <a:pt x="20519" y="32158"/>
                    </a:lnTo>
                    <a:lnTo>
                      <a:pt x="21086" y="31855"/>
                    </a:lnTo>
                    <a:lnTo>
                      <a:pt x="21596" y="31553"/>
                    </a:lnTo>
                    <a:lnTo>
                      <a:pt x="22050" y="31232"/>
                    </a:lnTo>
                    <a:lnTo>
                      <a:pt x="22258" y="31062"/>
                    </a:lnTo>
                    <a:lnTo>
                      <a:pt x="22447" y="30911"/>
                    </a:lnTo>
                    <a:lnTo>
                      <a:pt x="22617" y="30740"/>
                    </a:lnTo>
                    <a:lnTo>
                      <a:pt x="22768" y="30570"/>
                    </a:lnTo>
                    <a:lnTo>
                      <a:pt x="22900" y="30400"/>
                    </a:lnTo>
                    <a:lnTo>
                      <a:pt x="23032" y="30230"/>
                    </a:lnTo>
                    <a:lnTo>
                      <a:pt x="23127" y="30060"/>
                    </a:lnTo>
                    <a:lnTo>
                      <a:pt x="23202" y="29890"/>
                    </a:lnTo>
                    <a:lnTo>
                      <a:pt x="23202" y="29890"/>
                    </a:lnTo>
                    <a:lnTo>
                      <a:pt x="23013" y="29135"/>
                    </a:lnTo>
                    <a:lnTo>
                      <a:pt x="22843" y="28379"/>
                    </a:lnTo>
                    <a:lnTo>
                      <a:pt x="22692" y="27604"/>
                    </a:lnTo>
                    <a:lnTo>
                      <a:pt x="22579" y="26829"/>
                    </a:lnTo>
                    <a:lnTo>
                      <a:pt x="22484" y="26036"/>
                    </a:lnTo>
                    <a:lnTo>
                      <a:pt x="22409" y="25242"/>
                    </a:lnTo>
                    <a:lnTo>
                      <a:pt x="22352" y="24449"/>
                    </a:lnTo>
                    <a:lnTo>
                      <a:pt x="22314" y="23636"/>
                    </a:lnTo>
                    <a:lnTo>
                      <a:pt x="22314" y="22843"/>
                    </a:lnTo>
                    <a:lnTo>
                      <a:pt x="22333" y="22030"/>
                    </a:lnTo>
                    <a:lnTo>
                      <a:pt x="22371" y="21237"/>
                    </a:lnTo>
                    <a:lnTo>
                      <a:pt x="22428" y="20425"/>
                    </a:lnTo>
                    <a:lnTo>
                      <a:pt x="22522" y="19631"/>
                    </a:lnTo>
                    <a:lnTo>
                      <a:pt x="22635" y="18837"/>
                    </a:lnTo>
                    <a:lnTo>
                      <a:pt x="22768" y="18044"/>
                    </a:lnTo>
                    <a:lnTo>
                      <a:pt x="22919" y="17269"/>
                    </a:lnTo>
                    <a:lnTo>
                      <a:pt x="23108" y="16514"/>
                    </a:lnTo>
                    <a:lnTo>
                      <a:pt x="23297" y="15758"/>
                    </a:lnTo>
                    <a:lnTo>
                      <a:pt x="23523" y="15002"/>
                    </a:lnTo>
                    <a:lnTo>
                      <a:pt x="23788" y="14265"/>
                    </a:lnTo>
                    <a:lnTo>
                      <a:pt x="24052" y="13566"/>
                    </a:lnTo>
                    <a:lnTo>
                      <a:pt x="24355" y="12867"/>
                    </a:lnTo>
                    <a:lnTo>
                      <a:pt x="24676" y="12168"/>
                    </a:lnTo>
                    <a:lnTo>
                      <a:pt x="25035" y="11507"/>
                    </a:lnTo>
                    <a:lnTo>
                      <a:pt x="25394" y="10864"/>
                    </a:lnTo>
                    <a:lnTo>
                      <a:pt x="25791" y="10260"/>
                    </a:lnTo>
                    <a:lnTo>
                      <a:pt x="26206" y="9655"/>
                    </a:lnTo>
                    <a:lnTo>
                      <a:pt x="26641" y="9088"/>
                    </a:lnTo>
                    <a:lnTo>
                      <a:pt x="27113" y="8540"/>
                    </a:lnTo>
                    <a:lnTo>
                      <a:pt x="27604" y="8030"/>
                    </a:lnTo>
                    <a:lnTo>
                      <a:pt x="28115" y="7539"/>
                    </a:lnTo>
                    <a:lnTo>
                      <a:pt x="28663" y="706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9"/>
              <p:cNvSpPr/>
              <p:nvPr/>
            </p:nvSpPr>
            <p:spPr>
              <a:xfrm>
                <a:off x="2028759" y="2327369"/>
                <a:ext cx="127474" cy="130639"/>
              </a:xfrm>
              <a:custGeom>
                <a:rect b="b" l="l" r="r" t="t"/>
                <a:pathLst>
                  <a:path extrusionOk="0" h="4706" w="4592">
                    <a:moveTo>
                      <a:pt x="3572" y="1"/>
                    </a:moveTo>
                    <a:lnTo>
                      <a:pt x="3458" y="20"/>
                    </a:lnTo>
                    <a:lnTo>
                      <a:pt x="3326" y="57"/>
                    </a:lnTo>
                    <a:lnTo>
                      <a:pt x="3194" y="133"/>
                    </a:lnTo>
                    <a:lnTo>
                      <a:pt x="3061" y="227"/>
                    </a:lnTo>
                    <a:lnTo>
                      <a:pt x="2929" y="322"/>
                    </a:lnTo>
                    <a:lnTo>
                      <a:pt x="2797" y="416"/>
                    </a:lnTo>
                    <a:lnTo>
                      <a:pt x="2646" y="473"/>
                    </a:lnTo>
                    <a:lnTo>
                      <a:pt x="2476" y="511"/>
                    </a:lnTo>
                    <a:lnTo>
                      <a:pt x="2306" y="549"/>
                    </a:lnTo>
                    <a:lnTo>
                      <a:pt x="2136" y="549"/>
                    </a:lnTo>
                    <a:lnTo>
                      <a:pt x="1796" y="567"/>
                    </a:lnTo>
                    <a:lnTo>
                      <a:pt x="1626" y="586"/>
                    </a:lnTo>
                    <a:lnTo>
                      <a:pt x="1456" y="605"/>
                    </a:lnTo>
                    <a:lnTo>
                      <a:pt x="1285" y="643"/>
                    </a:lnTo>
                    <a:lnTo>
                      <a:pt x="1115" y="700"/>
                    </a:lnTo>
                    <a:lnTo>
                      <a:pt x="945" y="775"/>
                    </a:lnTo>
                    <a:lnTo>
                      <a:pt x="794" y="851"/>
                    </a:lnTo>
                    <a:lnTo>
                      <a:pt x="662" y="964"/>
                    </a:lnTo>
                    <a:lnTo>
                      <a:pt x="530" y="1078"/>
                    </a:lnTo>
                    <a:lnTo>
                      <a:pt x="416" y="1210"/>
                    </a:lnTo>
                    <a:lnTo>
                      <a:pt x="303" y="1342"/>
                    </a:lnTo>
                    <a:lnTo>
                      <a:pt x="227" y="1512"/>
                    </a:lnTo>
                    <a:lnTo>
                      <a:pt x="152" y="1663"/>
                    </a:lnTo>
                    <a:lnTo>
                      <a:pt x="114" y="1833"/>
                    </a:lnTo>
                    <a:lnTo>
                      <a:pt x="76" y="2022"/>
                    </a:lnTo>
                    <a:lnTo>
                      <a:pt x="76" y="2192"/>
                    </a:lnTo>
                    <a:lnTo>
                      <a:pt x="76" y="2381"/>
                    </a:lnTo>
                    <a:lnTo>
                      <a:pt x="95" y="2551"/>
                    </a:lnTo>
                    <a:lnTo>
                      <a:pt x="133" y="2740"/>
                    </a:lnTo>
                    <a:lnTo>
                      <a:pt x="76" y="2778"/>
                    </a:lnTo>
                    <a:lnTo>
                      <a:pt x="39" y="2854"/>
                    </a:lnTo>
                    <a:lnTo>
                      <a:pt x="20" y="2929"/>
                    </a:lnTo>
                    <a:lnTo>
                      <a:pt x="1" y="3005"/>
                    </a:lnTo>
                    <a:lnTo>
                      <a:pt x="20" y="3156"/>
                    </a:lnTo>
                    <a:lnTo>
                      <a:pt x="57" y="3288"/>
                    </a:lnTo>
                    <a:lnTo>
                      <a:pt x="114" y="3477"/>
                    </a:lnTo>
                    <a:lnTo>
                      <a:pt x="190" y="3666"/>
                    </a:lnTo>
                    <a:lnTo>
                      <a:pt x="284" y="3836"/>
                    </a:lnTo>
                    <a:lnTo>
                      <a:pt x="397" y="4006"/>
                    </a:lnTo>
                    <a:lnTo>
                      <a:pt x="530" y="4157"/>
                    </a:lnTo>
                    <a:lnTo>
                      <a:pt x="662" y="4308"/>
                    </a:lnTo>
                    <a:lnTo>
                      <a:pt x="794" y="4441"/>
                    </a:lnTo>
                    <a:lnTo>
                      <a:pt x="964" y="4573"/>
                    </a:lnTo>
                    <a:lnTo>
                      <a:pt x="1040" y="4611"/>
                    </a:lnTo>
                    <a:lnTo>
                      <a:pt x="1115" y="4648"/>
                    </a:lnTo>
                    <a:lnTo>
                      <a:pt x="1323" y="4667"/>
                    </a:lnTo>
                    <a:lnTo>
                      <a:pt x="1739" y="4705"/>
                    </a:lnTo>
                    <a:lnTo>
                      <a:pt x="1890" y="4705"/>
                    </a:lnTo>
                    <a:lnTo>
                      <a:pt x="2041" y="4667"/>
                    </a:lnTo>
                    <a:lnTo>
                      <a:pt x="2192" y="4611"/>
                    </a:lnTo>
                    <a:lnTo>
                      <a:pt x="2325" y="4535"/>
                    </a:lnTo>
                    <a:lnTo>
                      <a:pt x="2438" y="4422"/>
                    </a:lnTo>
                    <a:lnTo>
                      <a:pt x="2532" y="4289"/>
                    </a:lnTo>
                    <a:lnTo>
                      <a:pt x="2665" y="4006"/>
                    </a:lnTo>
                    <a:lnTo>
                      <a:pt x="2816" y="3742"/>
                    </a:lnTo>
                    <a:lnTo>
                      <a:pt x="3005" y="3496"/>
                    </a:lnTo>
                    <a:lnTo>
                      <a:pt x="3194" y="3269"/>
                    </a:lnTo>
                    <a:lnTo>
                      <a:pt x="3420" y="3043"/>
                    </a:lnTo>
                    <a:lnTo>
                      <a:pt x="3855" y="2608"/>
                    </a:lnTo>
                    <a:lnTo>
                      <a:pt x="4063" y="2381"/>
                    </a:lnTo>
                    <a:lnTo>
                      <a:pt x="4233" y="2136"/>
                    </a:lnTo>
                    <a:lnTo>
                      <a:pt x="4365" y="1909"/>
                    </a:lnTo>
                    <a:lnTo>
                      <a:pt x="4479" y="1682"/>
                    </a:lnTo>
                    <a:lnTo>
                      <a:pt x="4554" y="1437"/>
                    </a:lnTo>
                    <a:lnTo>
                      <a:pt x="4592" y="1191"/>
                    </a:lnTo>
                    <a:lnTo>
                      <a:pt x="4592" y="1059"/>
                    </a:lnTo>
                    <a:lnTo>
                      <a:pt x="4573" y="945"/>
                    </a:lnTo>
                    <a:lnTo>
                      <a:pt x="4554" y="813"/>
                    </a:lnTo>
                    <a:lnTo>
                      <a:pt x="4516" y="700"/>
                    </a:lnTo>
                    <a:lnTo>
                      <a:pt x="4479" y="567"/>
                    </a:lnTo>
                    <a:lnTo>
                      <a:pt x="4422" y="454"/>
                    </a:lnTo>
                    <a:lnTo>
                      <a:pt x="4346" y="360"/>
                    </a:lnTo>
                    <a:lnTo>
                      <a:pt x="4271" y="265"/>
                    </a:lnTo>
                    <a:lnTo>
                      <a:pt x="4176" y="190"/>
                    </a:lnTo>
                    <a:lnTo>
                      <a:pt x="4063" y="114"/>
                    </a:lnTo>
                    <a:lnTo>
                      <a:pt x="3949" y="57"/>
                    </a:lnTo>
                    <a:lnTo>
                      <a:pt x="3836" y="20"/>
                    </a:lnTo>
                    <a:lnTo>
                      <a:pt x="3704"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9"/>
              <p:cNvSpPr/>
              <p:nvPr/>
            </p:nvSpPr>
            <p:spPr>
              <a:xfrm>
                <a:off x="2028759" y="2327369"/>
                <a:ext cx="127474" cy="130639"/>
              </a:xfrm>
              <a:custGeom>
                <a:rect b="b" l="l" r="r" t="t"/>
                <a:pathLst>
                  <a:path extrusionOk="0" fill="none" h="4706" w="4592">
                    <a:moveTo>
                      <a:pt x="964" y="4573"/>
                    </a:moveTo>
                    <a:lnTo>
                      <a:pt x="964" y="4573"/>
                    </a:lnTo>
                    <a:lnTo>
                      <a:pt x="794" y="4441"/>
                    </a:lnTo>
                    <a:lnTo>
                      <a:pt x="662" y="4308"/>
                    </a:lnTo>
                    <a:lnTo>
                      <a:pt x="530" y="4157"/>
                    </a:lnTo>
                    <a:lnTo>
                      <a:pt x="397" y="4006"/>
                    </a:lnTo>
                    <a:lnTo>
                      <a:pt x="284" y="3836"/>
                    </a:lnTo>
                    <a:lnTo>
                      <a:pt x="190" y="3666"/>
                    </a:lnTo>
                    <a:lnTo>
                      <a:pt x="114" y="3477"/>
                    </a:lnTo>
                    <a:lnTo>
                      <a:pt x="57" y="3288"/>
                    </a:lnTo>
                    <a:lnTo>
                      <a:pt x="57" y="3288"/>
                    </a:lnTo>
                    <a:lnTo>
                      <a:pt x="20" y="3156"/>
                    </a:lnTo>
                    <a:lnTo>
                      <a:pt x="1" y="3005"/>
                    </a:lnTo>
                    <a:lnTo>
                      <a:pt x="1" y="3005"/>
                    </a:lnTo>
                    <a:lnTo>
                      <a:pt x="20" y="2929"/>
                    </a:lnTo>
                    <a:lnTo>
                      <a:pt x="39" y="2854"/>
                    </a:lnTo>
                    <a:lnTo>
                      <a:pt x="76" y="2778"/>
                    </a:lnTo>
                    <a:lnTo>
                      <a:pt x="133" y="2740"/>
                    </a:lnTo>
                    <a:lnTo>
                      <a:pt x="133" y="2740"/>
                    </a:lnTo>
                    <a:lnTo>
                      <a:pt x="95" y="2551"/>
                    </a:lnTo>
                    <a:lnTo>
                      <a:pt x="76" y="2381"/>
                    </a:lnTo>
                    <a:lnTo>
                      <a:pt x="76" y="2192"/>
                    </a:lnTo>
                    <a:lnTo>
                      <a:pt x="76" y="2022"/>
                    </a:lnTo>
                    <a:lnTo>
                      <a:pt x="114" y="1833"/>
                    </a:lnTo>
                    <a:lnTo>
                      <a:pt x="152" y="1663"/>
                    </a:lnTo>
                    <a:lnTo>
                      <a:pt x="227" y="1512"/>
                    </a:lnTo>
                    <a:lnTo>
                      <a:pt x="303" y="1342"/>
                    </a:lnTo>
                    <a:lnTo>
                      <a:pt x="303" y="1342"/>
                    </a:lnTo>
                    <a:lnTo>
                      <a:pt x="416" y="1210"/>
                    </a:lnTo>
                    <a:lnTo>
                      <a:pt x="530" y="1078"/>
                    </a:lnTo>
                    <a:lnTo>
                      <a:pt x="662" y="964"/>
                    </a:lnTo>
                    <a:lnTo>
                      <a:pt x="794" y="851"/>
                    </a:lnTo>
                    <a:lnTo>
                      <a:pt x="945" y="775"/>
                    </a:lnTo>
                    <a:lnTo>
                      <a:pt x="1115" y="700"/>
                    </a:lnTo>
                    <a:lnTo>
                      <a:pt x="1285" y="643"/>
                    </a:lnTo>
                    <a:lnTo>
                      <a:pt x="1456" y="605"/>
                    </a:lnTo>
                    <a:lnTo>
                      <a:pt x="1456" y="605"/>
                    </a:lnTo>
                    <a:lnTo>
                      <a:pt x="1626" y="586"/>
                    </a:lnTo>
                    <a:lnTo>
                      <a:pt x="1796" y="567"/>
                    </a:lnTo>
                    <a:lnTo>
                      <a:pt x="2136" y="549"/>
                    </a:lnTo>
                    <a:lnTo>
                      <a:pt x="2306" y="549"/>
                    </a:lnTo>
                    <a:lnTo>
                      <a:pt x="2476" y="511"/>
                    </a:lnTo>
                    <a:lnTo>
                      <a:pt x="2646" y="473"/>
                    </a:lnTo>
                    <a:lnTo>
                      <a:pt x="2797" y="416"/>
                    </a:lnTo>
                    <a:lnTo>
                      <a:pt x="2797" y="416"/>
                    </a:lnTo>
                    <a:lnTo>
                      <a:pt x="2929" y="322"/>
                    </a:lnTo>
                    <a:lnTo>
                      <a:pt x="3061" y="227"/>
                    </a:lnTo>
                    <a:lnTo>
                      <a:pt x="3194" y="133"/>
                    </a:lnTo>
                    <a:lnTo>
                      <a:pt x="3326" y="57"/>
                    </a:lnTo>
                    <a:lnTo>
                      <a:pt x="3326" y="57"/>
                    </a:lnTo>
                    <a:lnTo>
                      <a:pt x="3458" y="20"/>
                    </a:lnTo>
                    <a:lnTo>
                      <a:pt x="3572" y="1"/>
                    </a:lnTo>
                    <a:lnTo>
                      <a:pt x="3704" y="1"/>
                    </a:lnTo>
                    <a:lnTo>
                      <a:pt x="3836" y="20"/>
                    </a:lnTo>
                    <a:lnTo>
                      <a:pt x="3949" y="57"/>
                    </a:lnTo>
                    <a:lnTo>
                      <a:pt x="4063" y="114"/>
                    </a:lnTo>
                    <a:lnTo>
                      <a:pt x="4176" y="190"/>
                    </a:lnTo>
                    <a:lnTo>
                      <a:pt x="4271" y="265"/>
                    </a:lnTo>
                    <a:lnTo>
                      <a:pt x="4271" y="265"/>
                    </a:lnTo>
                    <a:lnTo>
                      <a:pt x="4346" y="360"/>
                    </a:lnTo>
                    <a:lnTo>
                      <a:pt x="4422" y="454"/>
                    </a:lnTo>
                    <a:lnTo>
                      <a:pt x="4479" y="567"/>
                    </a:lnTo>
                    <a:lnTo>
                      <a:pt x="4516" y="700"/>
                    </a:lnTo>
                    <a:lnTo>
                      <a:pt x="4554" y="813"/>
                    </a:lnTo>
                    <a:lnTo>
                      <a:pt x="4573" y="945"/>
                    </a:lnTo>
                    <a:lnTo>
                      <a:pt x="4592" y="1059"/>
                    </a:lnTo>
                    <a:lnTo>
                      <a:pt x="4592" y="1191"/>
                    </a:lnTo>
                    <a:lnTo>
                      <a:pt x="4592" y="1191"/>
                    </a:lnTo>
                    <a:lnTo>
                      <a:pt x="4554" y="1437"/>
                    </a:lnTo>
                    <a:lnTo>
                      <a:pt x="4479" y="1682"/>
                    </a:lnTo>
                    <a:lnTo>
                      <a:pt x="4365" y="1909"/>
                    </a:lnTo>
                    <a:lnTo>
                      <a:pt x="4233" y="2136"/>
                    </a:lnTo>
                    <a:lnTo>
                      <a:pt x="4233" y="2136"/>
                    </a:lnTo>
                    <a:lnTo>
                      <a:pt x="4063" y="2381"/>
                    </a:lnTo>
                    <a:lnTo>
                      <a:pt x="3855" y="2608"/>
                    </a:lnTo>
                    <a:lnTo>
                      <a:pt x="3420" y="3043"/>
                    </a:lnTo>
                    <a:lnTo>
                      <a:pt x="3194" y="3269"/>
                    </a:lnTo>
                    <a:lnTo>
                      <a:pt x="3005" y="3496"/>
                    </a:lnTo>
                    <a:lnTo>
                      <a:pt x="2816" y="3742"/>
                    </a:lnTo>
                    <a:lnTo>
                      <a:pt x="2665" y="4006"/>
                    </a:lnTo>
                    <a:lnTo>
                      <a:pt x="2665" y="4006"/>
                    </a:lnTo>
                    <a:lnTo>
                      <a:pt x="2532" y="4289"/>
                    </a:lnTo>
                    <a:lnTo>
                      <a:pt x="2438" y="4422"/>
                    </a:lnTo>
                    <a:lnTo>
                      <a:pt x="2325" y="4535"/>
                    </a:lnTo>
                    <a:lnTo>
                      <a:pt x="2325" y="4535"/>
                    </a:lnTo>
                    <a:lnTo>
                      <a:pt x="2192" y="4611"/>
                    </a:lnTo>
                    <a:lnTo>
                      <a:pt x="2041" y="4667"/>
                    </a:lnTo>
                    <a:lnTo>
                      <a:pt x="1890" y="4705"/>
                    </a:lnTo>
                    <a:lnTo>
                      <a:pt x="1739" y="4705"/>
                    </a:lnTo>
                    <a:lnTo>
                      <a:pt x="1739" y="4705"/>
                    </a:lnTo>
                    <a:lnTo>
                      <a:pt x="1323" y="4667"/>
                    </a:lnTo>
                    <a:lnTo>
                      <a:pt x="1115" y="4648"/>
                    </a:lnTo>
                    <a:lnTo>
                      <a:pt x="1040" y="4611"/>
                    </a:lnTo>
                    <a:lnTo>
                      <a:pt x="964" y="45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9"/>
              <p:cNvSpPr/>
              <p:nvPr/>
            </p:nvSpPr>
            <p:spPr>
              <a:xfrm>
                <a:off x="2030342" y="2444843"/>
                <a:ext cx="118036" cy="168392"/>
              </a:xfrm>
              <a:custGeom>
                <a:rect b="b" l="l" r="r" t="t"/>
                <a:pathLst>
                  <a:path extrusionOk="0" h="6066" w="4252">
                    <a:moveTo>
                      <a:pt x="1323" y="1"/>
                    </a:moveTo>
                    <a:lnTo>
                      <a:pt x="1247" y="511"/>
                    </a:lnTo>
                    <a:lnTo>
                      <a:pt x="1134" y="1040"/>
                    </a:lnTo>
                    <a:lnTo>
                      <a:pt x="1002" y="1569"/>
                    </a:lnTo>
                    <a:lnTo>
                      <a:pt x="851" y="2079"/>
                    </a:lnTo>
                    <a:lnTo>
                      <a:pt x="662" y="2589"/>
                    </a:lnTo>
                    <a:lnTo>
                      <a:pt x="473" y="3099"/>
                    </a:lnTo>
                    <a:lnTo>
                      <a:pt x="246" y="3591"/>
                    </a:lnTo>
                    <a:lnTo>
                      <a:pt x="0" y="4063"/>
                    </a:lnTo>
                    <a:lnTo>
                      <a:pt x="227" y="4327"/>
                    </a:lnTo>
                    <a:lnTo>
                      <a:pt x="473" y="4611"/>
                    </a:lnTo>
                    <a:lnTo>
                      <a:pt x="737" y="4875"/>
                    </a:lnTo>
                    <a:lnTo>
                      <a:pt x="1002" y="5121"/>
                    </a:lnTo>
                    <a:lnTo>
                      <a:pt x="1266" y="5386"/>
                    </a:lnTo>
                    <a:lnTo>
                      <a:pt x="1550" y="5612"/>
                    </a:lnTo>
                    <a:lnTo>
                      <a:pt x="1833" y="5839"/>
                    </a:lnTo>
                    <a:lnTo>
                      <a:pt x="2116" y="6066"/>
                    </a:lnTo>
                    <a:lnTo>
                      <a:pt x="2343" y="5933"/>
                    </a:lnTo>
                    <a:lnTo>
                      <a:pt x="2627" y="5763"/>
                    </a:lnTo>
                    <a:lnTo>
                      <a:pt x="3231" y="5367"/>
                    </a:lnTo>
                    <a:lnTo>
                      <a:pt x="3930" y="4838"/>
                    </a:lnTo>
                    <a:lnTo>
                      <a:pt x="3911" y="4554"/>
                    </a:lnTo>
                    <a:lnTo>
                      <a:pt x="3911" y="4290"/>
                    </a:lnTo>
                    <a:lnTo>
                      <a:pt x="3930" y="3780"/>
                    </a:lnTo>
                    <a:lnTo>
                      <a:pt x="3987" y="3326"/>
                    </a:lnTo>
                    <a:lnTo>
                      <a:pt x="4044" y="2929"/>
                    </a:lnTo>
                    <a:lnTo>
                      <a:pt x="4119" y="2608"/>
                    </a:lnTo>
                    <a:lnTo>
                      <a:pt x="4176" y="2363"/>
                    </a:lnTo>
                    <a:lnTo>
                      <a:pt x="4251" y="2155"/>
                    </a:lnTo>
                    <a:lnTo>
                      <a:pt x="3930" y="1796"/>
                    </a:lnTo>
                    <a:lnTo>
                      <a:pt x="3609" y="1456"/>
                    </a:lnTo>
                    <a:lnTo>
                      <a:pt x="3288" y="1134"/>
                    </a:lnTo>
                    <a:lnTo>
                      <a:pt x="2948" y="832"/>
                    </a:lnTo>
                    <a:lnTo>
                      <a:pt x="2589" y="568"/>
                    </a:lnTo>
                    <a:lnTo>
                      <a:pt x="2400" y="454"/>
                    </a:lnTo>
                    <a:lnTo>
                      <a:pt x="2192" y="341"/>
                    </a:lnTo>
                    <a:lnTo>
                      <a:pt x="2003" y="228"/>
                    </a:lnTo>
                    <a:lnTo>
                      <a:pt x="1776" y="152"/>
                    </a:lnTo>
                    <a:lnTo>
                      <a:pt x="1569" y="57"/>
                    </a:lnTo>
                    <a:lnTo>
                      <a:pt x="132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9"/>
              <p:cNvSpPr/>
              <p:nvPr/>
            </p:nvSpPr>
            <p:spPr>
              <a:xfrm>
                <a:off x="2030342" y="2444843"/>
                <a:ext cx="118036" cy="168392"/>
              </a:xfrm>
              <a:custGeom>
                <a:rect b="b" l="l" r="r" t="t"/>
                <a:pathLst>
                  <a:path extrusionOk="0" fill="none" h="6066" w="4252">
                    <a:moveTo>
                      <a:pt x="4251" y="2155"/>
                    </a:moveTo>
                    <a:lnTo>
                      <a:pt x="4251" y="2155"/>
                    </a:lnTo>
                    <a:lnTo>
                      <a:pt x="4176" y="2363"/>
                    </a:lnTo>
                    <a:lnTo>
                      <a:pt x="4119" y="2608"/>
                    </a:lnTo>
                    <a:lnTo>
                      <a:pt x="4044" y="2929"/>
                    </a:lnTo>
                    <a:lnTo>
                      <a:pt x="3987" y="3326"/>
                    </a:lnTo>
                    <a:lnTo>
                      <a:pt x="3930" y="3780"/>
                    </a:lnTo>
                    <a:lnTo>
                      <a:pt x="3911" y="4290"/>
                    </a:lnTo>
                    <a:lnTo>
                      <a:pt x="3911" y="4554"/>
                    </a:lnTo>
                    <a:lnTo>
                      <a:pt x="3930" y="4838"/>
                    </a:lnTo>
                    <a:lnTo>
                      <a:pt x="3930" y="4838"/>
                    </a:lnTo>
                    <a:lnTo>
                      <a:pt x="3231" y="5367"/>
                    </a:lnTo>
                    <a:lnTo>
                      <a:pt x="2627" y="5763"/>
                    </a:lnTo>
                    <a:lnTo>
                      <a:pt x="2343" y="5933"/>
                    </a:lnTo>
                    <a:lnTo>
                      <a:pt x="2116" y="6066"/>
                    </a:lnTo>
                    <a:lnTo>
                      <a:pt x="2116" y="6066"/>
                    </a:lnTo>
                    <a:lnTo>
                      <a:pt x="1833" y="5839"/>
                    </a:lnTo>
                    <a:lnTo>
                      <a:pt x="1550" y="5612"/>
                    </a:lnTo>
                    <a:lnTo>
                      <a:pt x="1266" y="5386"/>
                    </a:lnTo>
                    <a:lnTo>
                      <a:pt x="1002" y="5121"/>
                    </a:lnTo>
                    <a:lnTo>
                      <a:pt x="737" y="4875"/>
                    </a:lnTo>
                    <a:lnTo>
                      <a:pt x="473" y="4611"/>
                    </a:lnTo>
                    <a:lnTo>
                      <a:pt x="227" y="4327"/>
                    </a:lnTo>
                    <a:lnTo>
                      <a:pt x="0" y="4063"/>
                    </a:lnTo>
                    <a:lnTo>
                      <a:pt x="0" y="4063"/>
                    </a:lnTo>
                    <a:lnTo>
                      <a:pt x="246" y="3591"/>
                    </a:lnTo>
                    <a:lnTo>
                      <a:pt x="473" y="3099"/>
                    </a:lnTo>
                    <a:lnTo>
                      <a:pt x="662" y="2589"/>
                    </a:lnTo>
                    <a:lnTo>
                      <a:pt x="851" y="2079"/>
                    </a:lnTo>
                    <a:lnTo>
                      <a:pt x="1002" y="1569"/>
                    </a:lnTo>
                    <a:lnTo>
                      <a:pt x="1134" y="1040"/>
                    </a:lnTo>
                    <a:lnTo>
                      <a:pt x="1247" y="511"/>
                    </a:lnTo>
                    <a:lnTo>
                      <a:pt x="1323" y="1"/>
                    </a:lnTo>
                    <a:lnTo>
                      <a:pt x="1323" y="1"/>
                    </a:lnTo>
                    <a:lnTo>
                      <a:pt x="1569" y="57"/>
                    </a:lnTo>
                    <a:lnTo>
                      <a:pt x="1776" y="152"/>
                    </a:lnTo>
                    <a:lnTo>
                      <a:pt x="2003" y="228"/>
                    </a:lnTo>
                    <a:lnTo>
                      <a:pt x="2192" y="341"/>
                    </a:lnTo>
                    <a:lnTo>
                      <a:pt x="2400" y="454"/>
                    </a:lnTo>
                    <a:lnTo>
                      <a:pt x="2589" y="568"/>
                    </a:lnTo>
                    <a:lnTo>
                      <a:pt x="2948" y="832"/>
                    </a:lnTo>
                    <a:lnTo>
                      <a:pt x="3288" y="1134"/>
                    </a:lnTo>
                    <a:lnTo>
                      <a:pt x="3609" y="1456"/>
                    </a:lnTo>
                    <a:lnTo>
                      <a:pt x="3930" y="1796"/>
                    </a:lnTo>
                    <a:lnTo>
                      <a:pt x="4251" y="215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9"/>
              <p:cNvSpPr/>
              <p:nvPr/>
            </p:nvSpPr>
            <p:spPr>
              <a:xfrm>
                <a:off x="2067038" y="2444843"/>
                <a:ext cx="555" cy="28"/>
              </a:xfrm>
              <a:custGeom>
                <a:rect b="b" l="l" r="r" t="t"/>
                <a:pathLst>
                  <a:path extrusionOk="0" h="1" w="20">
                    <a:moveTo>
                      <a:pt x="1" y="1"/>
                    </a:moveTo>
                    <a:lnTo>
                      <a:pt x="1" y="1"/>
                    </a:lnTo>
                    <a:lnTo>
                      <a:pt x="1" y="1"/>
                    </a:lnTo>
                    <a:lnTo>
                      <a:pt x="1" y="1"/>
                    </a:lnTo>
                    <a:lnTo>
                      <a:pt x="1" y="1"/>
                    </a:lnTo>
                    <a:lnTo>
                      <a:pt x="1" y="1"/>
                    </a:lnTo>
                    <a:lnTo>
                      <a:pt x="1" y="1"/>
                    </a:lnTo>
                    <a:lnTo>
                      <a:pt x="20" y="1"/>
                    </a:lnTo>
                    <a:lnTo>
                      <a:pt x="20" y="1"/>
                    </a:lnTo>
                    <a:lnTo>
                      <a:pt x="20" y="1"/>
                    </a:lnTo>
                    <a:lnTo>
                      <a:pt x="1" y="1"/>
                    </a:lnTo>
                    <a:close/>
                  </a:path>
                </a:pathLst>
              </a:custGeom>
              <a:solidFill>
                <a:srgbClr val="2D2A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9"/>
              <p:cNvSpPr/>
              <p:nvPr/>
            </p:nvSpPr>
            <p:spPr>
              <a:xfrm>
                <a:off x="2067038" y="2444843"/>
                <a:ext cx="555" cy="28"/>
              </a:xfrm>
              <a:custGeom>
                <a:rect b="b" l="l" r="r" t="t"/>
                <a:pathLst>
                  <a:path extrusionOk="0" fill="none" h="1" w="20">
                    <a:moveTo>
                      <a:pt x="1" y="1"/>
                    </a:moveTo>
                    <a:lnTo>
                      <a:pt x="1" y="1"/>
                    </a:lnTo>
                    <a:lnTo>
                      <a:pt x="1" y="1"/>
                    </a:lnTo>
                    <a:lnTo>
                      <a:pt x="1" y="1"/>
                    </a:lnTo>
                    <a:lnTo>
                      <a:pt x="1" y="1"/>
                    </a:lnTo>
                    <a:lnTo>
                      <a:pt x="1" y="1"/>
                    </a:lnTo>
                    <a:lnTo>
                      <a:pt x="1" y="1"/>
                    </a:lnTo>
                    <a:lnTo>
                      <a:pt x="20" y="1"/>
                    </a:lnTo>
                    <a:lnTo>
                      <a:pt x="20" y="1"/>
                    </a:lnTo>
                    <a:lnTo>
                      <a:pt x="20"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9"/>
              <p:cNvSpPr/>
              <p:nvPr/>
            </p:nvSpPr>
            <p:spPr>
              <a:xfrm>
                <a:off x="2067038" y="2444843"/>
                <a:ext cx="555" cy="28"/>
              </a:xfrm>
              <a:custGeom>
                <a:rect b="b" l="l" r="r" t="t"/>
                <a:pathLst>
                  <a:path extrusionOk="0" h="1" w="20">
                    <a:moveTo>
                      <a:pt x="1" y="1"/>
                    </a:moveTo>
                    <a:lnTo>
                      <a:pt x="1" y="1"/>
                    </a:lnTo>
                    <a:lnTo>
                      <a:pt x="1" y="1"/>
                    </a:lnTo>
                    <a:lnTo>
                      <a:pt x="1" y="1"/>
                    </a:lnTo>
                    <a:lnTo>
                      <a:pt x="20" y="1"/>
                    </a:lnTo>
                    <a:lnTo>
                      <a:pt x="20" y="1"/>
                    </a:lnTo>
                    <a:lnTo>
                      <a:pt x="1" y="1"/>
                    </a:lnTo>
                    <a:close/>
                  </a:path>
                </a:pathLst>
              </a:custGeom>
              <a:solidFill>
                <a:srgbClr val="8265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9"/>
              <p:cNvSpPr/>
              <p:nvPr/>
            </p:nvSpPr>
            <p:spPr>
              <a:xfrm>
                <a:off x="2067038" y="2444843"/>
                <a:ext cx="555" cy="28"/>
              </a:xfrm>
              <a:custGeom>
                <a:rect b="b" l="l" r="r" t="t"/>
                <a:pathLst>
                  <a:path extrusionOk="0" fill="none" h="1" w="20">
                    <a:moveTo>
                      <a:pt x="1" y="1"/>
                    </a:moveTo>
                    <a:lnTo>
                      <a:pt x="1" y="1"/>
                    </a:lnTo>
                    <a:lnTo>
                      <a:pt x="1" y="1"/>
                    </a:lnTo>
                    <a:lnTo>
                      <a:pt x="1" y="1"/>
                    </a:lnTo>
                    <a:lnTo>
                      <a:pt x="20" y="1"/>
                    </a:lnTo>
                    <a:lnTo>
                      <a:pt x="20"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9"/>
              <p:cNvSpPr/>
              <p:nvPr/>
            </p:nvSpPr>
            <p:spPr>
              <a:xfrm>
                <a:off x="2076504" y="2447480"/>
                <a:ext cx="4747" cy="2110"/>
              </a:xfrm>
              <a:custGeom>
                <a:rect b="b" l="l" r="r" t="t"/>
                <a:pathLst>
                  <a:path extrusionOk="0" h="76" w="171">
                    <a:moveTo>
                      <a:pt x="0" y="0"/>
                    </a:moveTo>
                    <a:lnTo>
                      <a:pt x="0" y="0"/>
                    </a:lnTo>
                    <a:lnTo>
                      <a:pt x="170" y="76"/>
                    </a:lnTo>
                    <a:lnTo>
                      <a:pt x="170" y="76"/>
                    </a:lnTo>
                    <a:lnTo>
                      <a:pt x="170" y="76"/>
                    </a:lnTo>
                    <a:lnTo>
                      <a:pt x="170" y="76"/>
                    </a:lnTo>
                    <a:lnTo>
                      <a:pt x="170" y="76"/>
                    </a:lnTo>
                    <a:lnTo>
                      <a:pt x="0" y="0"/>
                    </a:lnTo>
                    <a:close/>
                  </a:path>
                </a:pathLst>
              </a:custGeom>
              <a:solidFill>
                <a:srgbClr val="8265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9"/>
              <p:cNvSpPr/>
              <p:nvPr/>
            </p:nvSpPr>
            <p:spPr>
              <a:xfrm>
                <a:off x="2076504" y="2447480"/>
                <a:ext cx="4747" cy="2110"/>
              </a:xfrm>
              <a:custGeom>
                <a:rect b="b" l="l" r="r" t="t"/>
                <a:pathLst>
                  <a:path extrusionOk="0" fill="none" h="76" w="171">
                    <a:moveTo>
                      <a:pt x="0" y="0"/>
                    </a:moveTo>
                    <a:lnTo>
                      <a:pt x="0" y="0"/>
                    </a:lnTo>
                    <a:lnTo>
                      <a:pt x="170" y="76"/>
                    </a:lnTo>
                    <a:lnTo>
                      <a:pt x="170" y="76"/>
                    </a:lnTo>
                    <a:lnTo>
                      <a:pt x="170" y="76"/>
                    </a:lnTo>
                    <a:lnTo>
                      <a:pt x="170" y="76"/>
                    </a:lnTo>
                    <a:lnTo>
                      <a:pt x="170" y="76"/>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9"/>
              <p:cNvSpPr/>
              <p:nvPr/>
            </p:nvSpPr>
            <p:spPr>
              <a:xfrm>
                <a:off x="2141513" y="2504635"/>
                <a:ext cx="6857" cy="29398"/>
              </a:xfrm>
              <a:custGeom>
                <a:rect b="b" l="l" r="r" t="t"/>
                <a:pathLst>
                  <a:path extrusionOk="0" h="1059" w="247">
                    <a:moveTo>
                      <a:pt x="246" y="1"/>
                    </a:moveTo>
                    <a:lnTo>
                      <a:pt x="152" y="284"/>
                    </a:lnTo>
                    <a:lnTo>
                      <a:pt x="108" y="482"/>
                    </a:lnTo>
                    <a:lnTo>
                      <a:pt x="171" y="246"/>
                    </a:lnTo>
                    <a:lnTo>
                      <a:pt x="246" y="1"/>
                    </a:lnTo>
                    <a:close/>
                    <a:moveTo>
                      <a:pt x="108" y="482"/>
                    </a:moveTo>
                    <a:lnTo>
                      <a:pt x="95" y="530"/>
                    </a:lnTo>
                    <a:lnTo>
                      <a:pt x="76" y="624"/>
                    </a:lnTo>
                    <a:lnTo>
                      <a:pt x="108" y="482"/>
                    </a:lnTo>
                    <a:close/>
                    <a:moveTo>
                      <a:pt x="76" y="624"/>
                    </a:moveTo>
                    <a:lnTo>
                      <a:pt x="76" y="624"/>
                    </a:lnTo>
                    <a:lnTo>
                      <a:pt x="76" y="624"/>
                    </a:lnTo>
                    <a:close/>
                    <a:moveTo>
                      <a:pt x="76" y="624"/>
                    </a:moveTo>
                    <a:lnTo>
                      <a:pt x="76" y="624"/>
                    </a:lnTo>
                    <a:lnTo>
                      <a:pt x="76" y="624"/>
                    </a:lnTo>
                    <a:lnTo>
                      <a:pt x="76" y="624"/>
                    </a:lnTo>
                    <a:close/>
                    <a:moveTo>
                      <a:pt x="76" y="624"/>
                    </a:moveTo>
                    <a:lnTo>
                      <a:pt x="20" y="908"/>
                    </a:lnTo>
                    <a:lnTo>
                      <a:pt x="1" y="1059"/>
                    </a:lnTo>
                    <a:lnTo>
                      <a:pt x="76" y="624"/>
                    </a:lnTo>
                    <a:close/>
                  </a:path>
                </a:pathLst>
              </a:custGeom>
              <a:solidFill>
                <a:srgbClr val="BD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9"/>
              <p:cNvSpPr/>
              <p:nvPr/>
            </p:nvSpPr>
            <p:spPr>
              <a:xfrm>
                <a:off x="2141513" y="2504635"/>
                <a:ext cx="6857" cy="29398"/>
              </a:xfrm>
              <a:custGeom>
                <a:rect b="b" l="l" r="r" t="t"/>
                <a:pathLst>
                  <a:path extrusionOk="0" fill="none" h="1059" w="247">
                    <a:moveTo>
                      <a:pt x="246" y="1"/>
                    </a:moveTo>
                    <a:lnTo>
                      <a:pt x="246" y="1"/>
                    </a:lnTo>
                    <a:lnTo>
                      <a:pt x="152" y="284"/>
                    </a:lnTo>
                    <a:lnTo>
                      <a:pt x="76" y="624"/>
                    </a:lnTo>
                    <a:lnTo>
                      <a:pt x="1" y="1059"/>
                    </a:lnTo>
                    <a:lnTo>
                      <a:pt x="1" y="1059"/>
                    </a:lnTo>
                    <a:lnTo>
                      <a:pt x="20" y="908"/>
                    </a:lnTo>
                    <a:lnTo>
                      <a:pt x="20" y="908"/>
                    </a:lnTo>
                    <a:lnTo>
                      <a:pt x="95" y="530"/>
                    </a:lnTo>
                    <a:lnTo>
                      <a:pt x="171" y="246"/>
                    </a:lnTo>
                    <a:lnTo>
                      <a:pt x="24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9"/>
              <p:cNvSpPr/>
              <p:nvPr/>
            </p:nvSpPr>
            <p:spPr>
              <a:xfrm>
                <a:off x="2073339" y="2472657"/>
                <a:ext cx="75035" cy="77645"/>
              </a:xfrm>
              <a:custGeom>
                <a:rect b="b" l="l" r="r" t="t"/>
                <a:pathLst>
                  <a:path extrusionOk="0" h="2797" w="2703">
                    <a:moveTo>
                      <a:pt x="511" y="0"/>
                    </a:moveTo>
                    <a:lnTo>
                      <a:pt x="284" y="38"/>
                    </a:lnTo>
                    <a:lnTo>
                      <a:pt x="1" y="38"/>
                    </a:lnTo>
                    <a:lnTo>
                      <a:pt x="133" y="510"/>
                    </a:lnTo>
                    <a:lnTo>
                      <a:pt x="284" y="983"/>
                    </a:lnTo>
                    <a:lnTo>
                      <a:pt x="454" y="1436"/>
                    </a:lnTo>
                    <a:lnTo>
                      <a:pt x="549" y="1644"/>
                    </a:lnTo>
                    <a:lnTo>
                      <a:pt x="662" y="1833"/>
                    </a:lnTo>
                    <a:lnTo>
                      <a:pt x="775" y="2022"/>
                    </a:lnTo>
                    <a:lnTo>
                      <a:pt x="889" y="2192"/>
                    </a:lnTo>
                    <a:lnTo>
                      <a:pt x="1040" y="2343"/>
                    </a:lnTo>
                    <a:lnTo>
                      <a:pt x="1172" y="2494"/>
                    </a:lnTo>
                    <a:lnTo>
                      <a:pt x="1342" y="2608"/>
                    </a:lnTo>
                    <a:lnTo>
                      <a:pt x="1512" y="2702"/>
                    </a:lnTo>
                    <a:lnTo>
                      <a:pt x="1701" y="2759"/>
                    </a:lnTo>
                    <a:lnTo>
                      <a:pt x="1890" y="2796"/>
                    </a:lnTo>
                    <a:lnTo>
                      <a:pt x="2022" y="2796"/>
                    </a:lnTo>
                    <a:lnTo>
                      <a:pt x="2136" y="2740"/>
                    </a:lnTo>
                    <a:lnTo>
                      <a:pt x="2211" y="2664"/>
                    </a:lnTo>
                    <a:lnTo>
                      <a:pt x="2287" y="2589"/>
                    </a:lnTo>
                    <a:lnTo>
                      <a:pt x="2343" y="2494"/>
                    </a:lnTo>
                    <a:lnTo>
                      <a:pt x="2400" y="2381"/>
                    </a:lnTo>
                    <a:lnTo>
                      <a:pt x="2457" y="2211"/>
                    </a:lnTo>
                    <a:lnTo>
                      <a:pt x="2532" y="1776"/>
                    </a:lnTo>
                    <a:lnTo>
                      <a:pt x="2608" y="1436"/>
                    </a:lnTo>
                    <a:lnTo>
                      <a:pt x="2702" y="1153"/>
                    </a:lnTo>
                    <a:lnTo>
                      <a:pt x="2665" y="1115"/>
                    </a:lnTo>
                    <a:lnTo>
                      <a:pt x="2287" y="1153"/>
                    </a:lnTo>
                    <a:lnTo>
                      <a:pt x="1928" y="1172"/>
                    </a:lnTo>
                    <a:lnTo>
                      <a:pt x="1739" y="1172"/>
                    </a:lnTo>
                    <a:lnTo>
                      <a:pt x="1569" y="1153"/>
                    </a:lnTo>
                    <a:lnTo>
                      <a:pt x="1437" y="1115"/>
                    </a:lnTo>
                    <a:lnTo>
                      <a:pt x="1304" y="1020"/>
                    </a:lnTo>
                    <a:lnTo>
                      <a:pt x="1153" y="907"/>
                    </a:lnTo>
                    <a:lnTo>
                      <a:pt x="1002" y="756"/>
                    </a:lnTo>
                    <a:lnTo>
                      <a:pt x="870" y="586"/>
                    </a:lnTo>
                    <a:lnTo>
                      <a:pt x="738" y="397"/>
                    </a:lnTo>
                    <a:lnTo>
                      <a:pt x="51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9"/>
              <p:cNvSpPr/>
              <p:nvPr/>
            </p:nvSpPr>
            <p:spPr>
              <a:xfrm>
                <a:off x="2073339" y="2472657"/>
                <a:ext cx="75035" cy="77645"/>
              </a:xfrm>
              <a:custGeom>
                <a:rect b="b" l="l" r="r" t="t"/>
                <a:pathLst>
                  <a:path extrusionOk="0" fill="none" h="2797" w="2703">
                    <a:moveTo>
                      <a:pt x="511" y="0"/>
                    </a:moveTo>
                    <a:lnTo>
                      <a:pt x="511" y="0"/>
                    </a:lnTo>
                    <a:lnTo>
                      <a:pt x="284" y="38"/>
                    </a:lnTo>
                    <a:lnTo>
                      <a:pt x="57" y="38"/>
                    </a:lnTo>
                    <a:lnTo>
                      <a:pt x="57" y="38"/>
                    </a:lnTo>
                    <a:lnTo>
                      <a:pt x="1" y="38"/>
                    </a:lnTo>
                    <a:lnTo>
                      <a:pt x="1" y="38"/>
                    </a:lnTo>
                    <a:lnTo>
                      <a:pt x="133" y="510"/>
                    </a:lnTo>
                    <a:lnTo>
                      <a:pt x="284" y="983"/>
                    </a:lnTo>
                    <a:lnTo>
                      <a:pt x="454" y="1436"/>
                    </a:lnTo>
                    <a:lnTo>
                      <a:pt x="549" y="1644"/>
                    </a:lnTo>
                    <a:lnTo>
                      <a:pt x="662" y="1833"/>
                    </a:lnTo>
                    <a:lnTo>
                      <a:pt x="775" y="2022"/>
                    </a:lnTo>
                    <a:lnTo>
                      <a:pt x="889" y="2192"/>
                    </a:lnTo>
                    <a:lnTo>
                      <a:pt x="1040" y="2343"/>
                    </a:lnTo>
                    <a:lnTo>
                      <a:pt x="1172" y="2494"/>
                    </a:lnTo>
                    <a:lnTo>
                      <a:pt x="1342" y="2608"/>
                    </a:lnTo>
                    <a:lnTo>
                      <a:pt x="1512" y="2702"/>
                    </a:lnTo>
                    <a:lnTo>
                      <a:pt x="1701" y="2759"/>
                    </a:lnTo>
                    <a:lnTo>
                      <a:pt x="1890" y="2796"/>
                    </a:lnTo>
                    <a:lnTo>
                      <a:pt x="1890" y="2796"/>
                    </a:lnTo>
                    <a:lnTo>
                      <a:pt x="2022" y="2796"/>
                    </a:lnTo>
                    <a:lnTo>
                      <a:pt x="2136" y="2740"/>
                    </a:lnTo>
                    <a:lnTo>
                      <a:pt x="2211" y="2664"/>
                    </a:lnTo>
                    <a:lnTo>
                      <a:pt x="2287" y="2589"/>
                    </a:lnTo>
                    <a:lnTo>
                      <a:pt x="2343" y="2494"/>
                    </a:lnTo>
                    <a:lnTo>
                      <a:pt x="2400" y="2381"/>
                    </a:lnTo>
                    <a:lnTo>
                      <a:pt x="2457" y="2211"/>
                    </a:lnTo>
                    <a:lnTo>
                      <a:pt x="2457" y="2211"/>
                    </a:lnTo>
                    <a:lnTo>
                      <a:pt x="2532" y="1776"/>
                    </a:lnTo>
                    <a:lnTo>
                      <a:pt x="2608" y="1436"/>
                    </a:lnTo>
                    <a:lnTo>
                      <a:pt x="2702" y="1153"/>
                    </a:lnTo>
                    <a:lnTo>
                      <a:pt x="2702" y="1153"/>
                    </a:lnTo>
                    <a:lnTo>
                      <a:pt x="2702" y="1153"/>
                    </a:lnTo>
                    <a:lnTo>
                      <a:pt x="2702" y="1153"/>
                    </a:lnTo>
                    <a:lnTo>
                      <a:pt x="2665" y="1115"/>
                    </a:lnTo>
                    <a:lnTo>
                      <a:pt x="2665" y="1115"/>
                    </a:lnTo>
                    <a:lnTo>
                      <a:pt x="2287" y="1153"/>
                    </a:lnTo>
                    <a:lnTo>
                      <a:pt x="1928" y="1172"/>
                    </a:lnTo>
                    <a:lnTo>
                      <a:pt x="1928" y="1172"/>
                    </a:lnTo>
                    <a:lnTo>
                      <a:pt x="1739" y="1172"/>
                    </a:lnTo>
                    <a:lnTo>
                      <a:pt x="1569" y="1153"/>
                    </a:lnTo>
                    <a:lnTo>
                      <a:pt x="1569" y="1153"/>
                    </a:lnTo>
                    <a:lnTo>
                      <a:pt x="1437" y="1115"/>
                    </a:lnTo>
                    <a:lnTo>
                      <a:pt x="1304" y="1020"/>
                    </a:lnTo>
                    <a:lnTo>
                      <a:pt x="1153" y="907"/>
                    </a:lnTo>
                    <a:lnTo>
                      <a:pt x="1002" y="756"/>
                    </a:lnTo>
                    <a:lnTo>
                      <a:pt x="870" y="586"/>
                    </a:lnTo>
                    <a:lnTo>
                      <a:pt x="738" y="397"/>
                    </a:lnTo>
                    <a:lnTo>
                      <a:pt x="51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9"/>
              <p:cNvSpPr/>
              <p:nvPr/>
            </p:nvSpPr>
            <p:spPr>
              <a:xfrm>
                <a:off x="2051854" y="2373004"/>
                <a:ext cx="150015" cy="132193"/>
              </a:xfrm>
              <a:custGeom>
                <a:rect b="b" l="l" r="r" t="t"/>
                <a:pathLst>
                  <a:path extrusionOk="0" h="4762" w="5404">
                    <a:moveTo>
                      <a:pt x="3552" y="0"/>
                    </a:moveTo>
                    <a:lnTo>
                      <a:pt x="2985" y="189"/>
                    </a:lnTo>
                    <a:lnTo>
                      <a:pt x="2437" y="378"/>
                    </a:lnTo>
                    <a:lnTo>
                      <a:pt x="1889" y="605"/>
                    </a:lnTo>
                    <a:lnTo>
                      <a:pt x="1323" y="869"/>
                    </a:lnTo>
                    <a:lnTo>
                      <a:pt x="1587" y="1512"/>
                    </a:lnTo>
                    <a:lnTo>
                      <a:pt x="1323" y="2135"/>
                    </a:lnTo>
                    <a:lnTo>
                      <a:pt x="1058" y="2759"/>
                    </a:lnTo>
                    <a:lnTo>
                      <a:pt x="812" y="2664"/>
                    </a:lnTo>
                    <a:lnTo>
                      <a:pt x="699" y="2608"/>
                    </a:lnTo>
                    <a:lnTo>
                      <a:pt x="586" y="2589"/>
                    </a:lnTo>
                    <a:lnTo>
                      <a:pt x="321" y="2589"/>
                    </a:lnTo>
                    <a:lnTo>
                      <a:pt x="208" y="2645"/>
                    </a:lnTo>
                    <a:lnTo>
                      <a:pt x="113" y="2721"/>
                    </a:lnTo>
                    <a:lnTo>
                      <a:pt x="57" y="2778"/>
                    </a:lnTo>
                    <a:lnTo>
                      <a:pt x="19" y="2853"/>
                    </a:lnTo>
                    <a:lnTo>
                      <a:pt x="0" y="2929"/>
                    </a:lnTo>
                    <a:lnTo>
                      <a:pt x="0" y="3004"/>
                    </a:lnTo>
                    <a:lnTo>
                      <a:pt x="0" y="3099"/>
                    </a:lnTo>
                    <a:lnTo>
                      <a:pt x="19" y="3175"/>
                    </a:lnTo>
                    <a:lnTo>
                      <a:pt x="57" y="3250"/>
                    </a:lnTo>
                    <a:lnTo>
                      <a:pt x="95" y="3326"/>
                    </a:lnTo>
                    <a:lnTo>
                      <a:pt x="208" y="3439"/>
                    </a:lnTo>
                    <a:lnTo>
                      <a:pt x="340" y="3533"/>
                    </a:lnTo>
                    <a:lnTo>
                      <a:pt x="491" y="3590"/>
                    </a:lnTo>
                    <a:lnTo>
                      <a:pt x="642" y="3628"/>
                    </a:lnTo>
                    <a:lnTo>
                      <a:pt x="964" y="3628"/>
                    </a:lnTo>
                    <a:lnTo>
                      <a:pt x="1285" y="3590"/>
                    </a:lnTo>
                    <a:lnTo>
                      <a:pt x="1512" y="3987"/>
                    </a:lnTo>
                    <a:lnTo>
                      <a:pt x="1644" y="4176"/>
                    </a:lnTo>
                    <a:lnTo>
                      <a:pt x="1776" y="4346"/>
                    </a:lnTo>
                    <a:lnTo>
                      <a:pt x="1927" y="4497"/>
                    </a:lnTo>
                    <a:lnTo>
                      <a:pt x="2078" y="4610"/>
                    </a:lnTo>
                    <a:lnTo>
                      <a:pt x="2211" y="4705"/>
                    </a:lnTo>
                    <a:lnTo>
                      <a:pt x="2343" y="4743"/>
                    </a:lnTo>
                    <a:lnTo>
                      <a:pt x="2645" y="4762"/>
                    </a:lnTo>
                    <a:lnTo>
                      <a:pt x="2966" y="4762"/>
                    </a:lnTo>
                    <a:lnTo>
                      <a:pt x="3306" y="4724"/>
                    </a:lnTo>
                    <a:lnTo>
                      <a:pt x="3665" y="4686"/>
                    </a:lnTo>
                    <a:lnTo>
                      <a:pt x="4383" y="4573"/>
                    </a:lnTo>
                    <a:lnTo>
                      <a:pt x="5026" y="4459"/>
                    </a:lnTo>
                    <a:lnTo>
                      <a:pt x="5120" y="4440"/>
                    </a:lnTo>
                    <a:lnTo>
                      <a:pt x="5215" y="4384"/>
                    </a:lnTo>
                    <a:lnTo>
                      <a:pt x="5290" y="4327"/>
                    </a:lnTo>
                    <a:lnTo>
                      <a:pt x="5347" y="4251"/>
                    </a:lnTo>
                    <a:lnTo>
                      <a:pt x="5385" y="4176"/>
                    </a:lnTo>
                    <a:lnTo>
                      <a:pt x="5404" y="4081"/>
                    </a:lnTo>
                    <a:lnTo>
                      <a:pt x="5404" y="3987"/>
                    </a:lnTo>
                    <a:lnTo>
                      <a:pt x="5385" y="3892"/>
                    </a:lnTo>
                    <a:lnTo>
                      <a:pt x="5234" y="3496"/>
                    </a:lnTo>
                    <a:lnTo>
                      <a:pt x="5045" y="3080"/>
                    </a:lnTo>
                    <a:lnTo>
                      <a:pt x="4818" y="2645"/>
                    </a:lnTo>
                    <a:lnTo>
                      <a:pt x="5007" y="2570"/>
                    </a:lnTo>
                    <a:lnTo>
                      <a:pt x="5196" y="2475"/>
                    </a:lnTo>
                    <a:lnTo>
                      <a:pt x="5252" y="2419"/>
                    </a:lnTo>
                    <a:lnTo>
                      <a:pt x="5290" y="2362"/>
                    </a:lnTo>
                    <a:lnTo>
                      <a:pt x="5328" y="2305"/>
                    </a:lnTo>
                    <a:lnTo>
                      <a:pt x="5347" y="2230"/>
                    </a:lnTo>
                    <a:lnTo>
                      <a:pt x="5328" y="2173"/>
                    </a:lnTo>
                    <a:lnTo>
                      <a:pt x="5309" y="2098"/>
                    </a:lnTo>
                    <a:lnTo>
                      <a:pt x="5271" y="2041"/>
                    </a:lnTo>
                    <a:lnTo>
                      <a:pt x="5215" y="1984"/>
                    </a:lnTo>
                    <a:lnTo>
                      <a:pt x="4346" y="1342"/>
                    </a:lnTo>
                    <a:lnTo>
                      <a:pt x="4383" y="1266"/>
                    </a:lnTo>
                    <a:lnTo>
                      <a:pt x="4402" y="1153"/>
                    </a:lnTo>
                    <a:lnTo>
                      <a:pt x="4421" y="1096"/>
                    </a:lnTo>
                    <a:lnTo>
                      <a:pt x="4402" y="1040"/>
                    </a:lnTo>
                    <a:lnTo>
                      <a:pt x="4364" y="945"/>
                    </a:lnTo>
                    <a:lnTo>
                      <a:pt x="4194" y="699"/>
                    </a:lnTo>
                    <a:lnTo>
                      <a:pt x="3987" y="435"/>
                    </a:lnTo>
                    <a:lnTo>
                      <a:pt x="3760" y="189"/>
                    </a:lnTo>
                    <a:lnTo>
                      <a:pt x="3647" y="76"/>
                    </a:lnTo>
                    <a:lnTo>
                      <a:pt x="3552"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9"/>
              <p:cNvSpPr/>
              <p:nvPr/>
            </p:nvSpPr>
            <p:spPr>
              <a:xfrm>
                <a:off x="2134713" y="2402900"/>
                <a:ext cx="50384" cy="41446"/>
              </a:xfrm>
              <a:custGeom>
                <a:rect b="b" l="l" r="r" t="t"/>
                <a:pathLst>
                  <a:path extrusionOk="0" h="1493" w="1815">
                    <a:moveTo>
                      <a:pt x="1209" y="0"/>
                    </a:moveTo>
                    <a:lnTo>
                      <a:pt x="1039" y="19"/>
                    </a:lnTo>
                    <a:lnTo>
                      <a:pt x="850" y="57"/>
                    </a:lnTo>
                    <a:lnTo>
                      <a:pt x="680" y="133"/>
                    </a:lnTo>
                    <a:lnTo>
                      <a:pt x="529" y="208"/>
                    </a:lnTo>
                    <a:lnTo>
                      <a:pt x="378" y="322"/>
                    </a:lnTo>
                    <a:lnTo>
                      <a:pt x="227" y="435"/>
                    </a:lnTo>
                    <a:lnTo>
                      <a:pt x="114" y="567"/>
                    </a:lnTo>
                    <a:lnTo>
                      <a:pt x="19" y="737"/>
                    </a:lnTo>
                    <a:lnTo>
                      <a:pt x="0" y="794"/>
                    </a:lnTo>
                    <a:lnTo>
                      <a:pt x="0" y="851"/>
                    </a:lnTo>
                    <a:lnTo>
                      <a:pt x="19" y="926"/>
                    </a:lnTo>
                    <a:lnTo>
                      <a:pt x="57" y="983"/>
                    </a:lnTo>
                    <a:lnTo>
                      <a:pt x="359" y="869"/>
                    </a:lnTo>
                    <a:lnTo>
                      <a:pt x="662" y="775"/>
                    </a:lnTo>
                    <a:lnTo>
                      <a:pt x="964" y="699"/>
                    </a:lnTo>
                    <a:lnTo>
                      <a:pt x="1285" y="680"/>
                    </a:lnTo>
                    <a:lnTo>
                      <a:pt x="1398" y="1436"/>
                    </a:lnTo>
                    <a:lnTo>
                      <a:pt x="1757" y="1493"/>
                    </a:lnTo>
                    <a:lnTo>
                      <a:pt x="1720" y="1455"/>
                    </a:lnTo>
                    <a:lnTo>
                      <a:pt x="1701" y="1398"/>
                    </a:lnTo>
                    <a:lnTo>
                      <a:pt x="1682" y="1342"/>
                    </a:lnTo>
                    <a:lnTo>
                      <a:pt x="1682" y="1285"/>
                    </a:lnTo>
                    <a:lnTo>
                      <a:pt x="1682" y="1228"/>
                    </a:lnTo>
                    <a:lnTo>
                      <a:pt x="1720" y="1191"/>
                    </a:lnTo>
                    <a:lnTo>
                      <a:pt x="1757" y="1153"/>
                    </a:lnTo>
                    <a:lnTo>
                      <a:pt x="1814" y="1115"/>
                    </a:lnTo>
                    <a:lnTo>
                      <a:pt x="1663" y="945"/>
                    </a:lnTo>
                    <a:lnTo>
                      <a:pt x="1512" y="775"/>
                    </a:lnTo>
                    <a:lnTo>
                      <a:pt x="1455" y="699"/>
                    </a:lnTo>
                    <a:lnTo>
                      <a:pt x="1398" y="605"/>
                    </a:lnTo>
                    <a:lnTo>
                      <a:pt x="1342" y="510"/>
                    </a:lnTo>
                    <a:lnTo>
                      <a:pt x="1323" y="416"/>
                    </a:lnTo>
                    <a:lnTo>
                      <a:pt x="1266" y="208"/>
                    </a:lnTo>
                    <a:lnTo>
                      <a:pt x="120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9"/>
              <p:cNvSpPr/>
              <p:nvPr/>
            </p:nvSpPr>
            <p:spPr>
              <a:xfrm>
                <a:off x="2150951" y="2410756"/>
                <a:ext cx="18932" cy="10521"/>
              </a:xfrm>
              <a:custGeom>
                <a:rect b="b" l="l" r="r" t="t"/>
                <a:pathLst>
                  <a:path extrusionOk="0" h="379" w="682">
                    <a:moveTo>
                      <a:pt x="568" y="1"/>
                    </a:moveTo>
                    <a:lnTo>
                      <a:pt x="492" y="20"/>
                    </a:lnTo>
                    <a:lnTo>
                      <a:pt x="398" y="39"/>
                    </a:lnTo>
                    <a:lnTo>
                      <a:pt x="265" y="133"/>
                    </a:lnTo>
                    <a:lnTo>
                      <a:pt x="114" y="246"/>
                    </a:lnTo>
                    <a:lnTo>
                      <a:pt x="1" y="379"/>
                    </a:lnTo>
                    <a:lnTo>
                      <a:pt x="341" y="341"/>
                    </a:lnTo>
                    <a:lnTo>
                      <a:pt x="530" y="322"/>
                    </a:lnTo>
                    <a:lnTo>
                      <a:pt x="681" y="284"/>
                    </a:lnTo>
                    <a:lnTo>
                      <a:pt x="662" y="209"/>
                    </a:lnTo>
                    <a:lnTo>
                      <a:pt x="643" y="133"/>
                    </a:lnTo>
                    <a:lnTo>
                      <a:pt x="568"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9"/>
              <p:cNvSpPr/>
              <p:nvPr/>
            </p:nvSpPr>
            <p:spPr>
              <a:xfrm>
                <a:off x="2159362" y="2410756"/>
                <a:ext cx="10521" cy="9466"/>
              </a:xfrm>
              <a:custGeom>
                <a:rect b="b" l="l" r="r" t="t"/>
                <a:pathLst>
                  <a:path extrusionOk="0" h="341" w="379">
                    <a:moveTo>
                      <a:pt x="265" y="1"/>
                    </a:moveTo>
                    <a:lnTo>
                      <a:pt x="189" y="20"/>
                    </a:lnTo>
                    <a:lnTo>
                      <a:pt x="132" y="39"/>
                    </a:lnTo>
                    <a:lnTo>
                      <a:pt x="0" y="95"/>
                    </a:lnTo>
                    <a:lnTo>
                      <a:pt x="57" y="227"/>
                    </a:lnTo>
                    <a:lnTo>
                      <a:pt x="132" y="341"/>
                    </a:lnTo>
                    <a:lnTo>
                      <a:pt x="378" y="284"/>
                    </a:lnTo>
                    <a:lnTo>
                      <a:pt x="359" y="209"/>
                    </a:lnTo>
                    <a:lnTo>
                      <a:pt x="340" y="133"/>
                    </a:lnTo>
                    <a:lnTo>
                      <a:pt x="265"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9"/>
              <p:cNvSpPr/>
              <p:nvPr/>
            </p:nvSpPr>
            <p:spPr>
              <a:xfrm>
                <a:off x="2092742" y="2452199"/>
                <a:ext cx="66652" cy="30453"/>
              </a:xfrm>
              <a:custGeom>
                <a:rect b="b" l="l" r="r" t="t"/>
                <a:pathLst>
                  <a:path extrusionOk="0" h="1097" w="2401">
                    <a:moveTo>
                      <a:pt x="1" y="0"/>
                    </a:moveTo>
                    <a:lnTo>
                      <a:pt x="95" y="151"/>
                    </a:lnTo>
                    <a:lnTo>
                      <a:pt x="227" y="265"/>
                    </a:lnTo>
                    <a:lnTo>
                      <a:pt x="379" y="378"/>
                    </a:lnTo>
                    <a:lnTo>
                      <a:pt x="530" y="454"/>
                    </a:lnTo>
                    <a:lnTo>
                      <a:pt x="681" y="529"/>
                    </a:lnTo>
                    <a:lnTo>
                      <a:pt x="870" y="586"/>
                    </a:lnTo>
                    <a:lnTo>
                      <a:pt x="1040" y="605"/>
                    </a:lnTo>
                    <a:lnTo>
                      <a:pt x="1210" y="624"/>
                    </a:lnTo>
                    <a:lnTo>
                      <a:pt x="1361" y="605"/>
                    </a:lnTo>
                    <a:lnTo>
                      <a:pt x="1493" y="586"/>
                    </a:lnTo>
                    <a:lnTo>
                      <a:pt x="2400" y="1096"/>
                    </a:lnTo>
                    <a:lnTo>
                      <a:pt x="2230" y="869"/>
                    </a:lnTo>
                    <a:lnTo>
                      <a:pt x="2060" y="643"/>
                    </a:lnTo>
                    <a:lnTo>
                      <a:pt x="1871" y="435"/>
                    </a:lnTo>
                    <a:lnTo>
                      <a:pt x="1663" y="227"/>
                    </a:lnTo>
                    <a:lnTo>
                      <a:pt x="1512" y="284"/>
                    </a:lnTo>
                    <a:lnTo>
                      <a:pt x="1361" y="322"/>
                    </a:lnTo>
                    <a:lnTo>
                      <a:pt x="1191" y="340"/>
                    </a:lnTo>
                    <a:lnTo>
                      <a:pt x="1021" y="359"/>
                    </a:lnTo>
                    <a:lnTo>
                      <a:pt x="738" y="340"/>
                    </a:lnTo>
                    <a:lnTo>
                      <a:pt x="473" y="265"/>
                    </a:lnTo>
                    <a:lnTo>
                      <a:pt x="341" y="227"/>
                    </a:lnTo>
                    <a:lnTo>
                      <a:pt x="227" y="151"/>
                    </a:lnTo>
                    <a:lnTo>
                      <a:pt x="114" y="95"/>
                    </a:lnTo>
                    <a:lnTo>
                      <a:pt x="1" y="0"/>
                    </a:lnTo>
                    <a:close/>
                  </a:path>
                </a:pathLst>
              </a:custGeom>
              <a:solidFill>
                <a:srgbClr val="1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9"/>
              <p:cNvSpPr/>
              <p:nvPr/>
            </p:nvSpPr>
            <p:spPr>
              <a:xfrm>
                <a:off x="2092742" y="2452199"/>
                <a:ext cx="66652" cy="30453"/>
              </a:xfrm>
              <a:custGeom>
                <a:rect b="b" l="l" r="r" t="t"/>
                <a:pathLst>
                  <a:path extrusionOk="0" fill="none" h="1097" w="2401">
                    <a:moveTo>
                      <a:pt x="1" y="0"/>
                    </a:moveTo>
                    <a:lnTo>
                      <a:pt x="1" y="0"/>
                    </a:lnTo>
                    <a:lnTo>
                      <a:pt x="95" y="151"/>
                    </a:lnTo>
                    <a:lnTo>
                      <a:pt x="227" y="265"/>
                    </a:lnTo>
                    <a:lnTo>
                      <a:pt x="379" y="378"/>
                    </a:lnTo>
                    <a:lnTo>
                      <a:pt x="530" y="454"/>
                    </a:lnTo>
                    <a:lnTo>
                      <a:pt x="681" y="529"/>
                    </a:lnTo>
                    <a:lnTo>
                      <a:pt x="870" y="586"/>
                    </a:lnTo>
                    <a:lnTo>
                      <a:pt x="1040" y="605"/>
                    </a:lnTo>
                    <a:lnTo>
                      <a:pt x="1210" y="624"/>
                    </a:lnTo>
                    <a:lnTo>
                      <a:pt x="1210" y="624"/>
                    </a:lnTo>
                    <a:lnTo>
                      <a:pt x="1361" y="605"/>
                    </a:lnTo>
                    <a:lnTo>
                      <a:pt x="1493" y="586"/>
                    </a:lnTo>
                    <a:lnTo>
                      <a:pt x="1493" y="586"/>
                    </a:lnTo>
                    <a:lnTo>
                      <a:pt x="2400" y="1096"/>
                    </a:lnTo>
                    <a:lnTo>
                      <a:pt x="2400" y="1096"/>
                    </a:lnTo>
                    <a:lnTo>
                      <a:pt x="2230" y="869"/>
                    </a:lnTo>
                    <a:lnTo>
                      <a:pt x="2060" y="643"/>
                    </a:lnTo>
                    <a:lnTo>
                      <a:pt x="1871" y="435"/>
                    </a:lnTo>
                    <a:lnTo>
                      <a:pt x="1663" y="227"/>
                    </a:lnTo>
                    <a:lnTo>
                      <a:pt x="1663" y="227"/>
                    </a:lnTo>
                    <a:lnTo>
                      <a:pt x="1512" y="284"/>
                    </a:lnTo>
                    <a:lnTo>
                      <a:pt x="1361" y="322"/>
                    </a:lnTo>
                    <a:lnTo>
                      <a:pt x="1191" y="340"/>
                    </a:lnTo>
                    <a:lnTo>
                      <a:pt x="1021" y="359"/>
                    </a:lnTo>
                    <a:lnTo>
                      <a:pt x="1021" y="359"/>
                    </a:lnTo>
                    <a:lnTo>
                      <a:pt x="738" y="340"/>
                    </a:lnTo>
                    <a:lnTo>
                      <a:pt x="473" y="265"/>
                    </a:lnTo>
                    <a:lnTo>
                      <a:pt x="341" y="227"/>
                    </a:lnTo>
                    <a:lnTo>
                      <a:pt x="227" y="151"/>
                    </a:lnTo>
                    <a:lnTo>
                      <a:pt x="114" y="95"/>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9"/>
              <p:cNvSpPr/>
              <p:nvPr/>
            </p:nvSpPr>
            <p:spPr>
              <a:xfrm>
                <a:off x="2056046" y="2449562"/>
                <a:ext cx="22569" cy="18405"/>
              </a:xfrm>
              <a:custGeom>
                <a:rect b="b" l="l" r="r" t="t"/>
                <a:pathLst>
                  <a:path extrusionOk="0" h="663" w="813">
                    <a:moveTo>
                      <a:pt x="340" y="1"/>
                    </a:moveTo>
                    <a:lnTo>
                      <a:pt x="208" y="20"/>
                    </a:lnTo>
                    <a:lnTo>
                      <a:pt x="95" y="76"/>
                    </a:lnTo>
                    <a:lnTo>
                      <a:pt x="57" y="114"/>
                    </a:lnTo>
                    <a:lnTo>
                      <a:pt x="19" y="171"/>
                    </a:lnTo>
                    <a:lnTo>
                      <a:pt x="0" y="209"/>
                    </a:lnTo>
                    <a:lnTo>
                      <a:pt x="0" y="265"/>
                    </a:lnTo>
                    <a:lnTo>
                      <a:pt x="19" y="322"/>
                    </a:lnTo>
                    <a:lnTo>
                      <a:pt x="57" y="379"/>
                    </a:lnTo>
                    <a:lnTo>
                      <a:pt x="95" y="303"/>
                    </a:lnTo>
                    <a:lnTo>
                      <a:pt x="151" y="228"/>
                    </a:lnTo>
                    <a:lnTo>
                      <a:pt x="227" y="171"/>
                    </a:lnTo>
                    <a:lnTo>
                      <a:pt x="302" y="133"/>
                    </a:lnTo>
                    <a:lnTo>
                      <a:pt x="265" y="190"/>
                    </a:lnTo>
                    <a:lnTo>
                      <a:pt x="246" y="265"/>
                    </a:lnTo>
                    <a:lnTo>
                      <a:pt x="227" y="341"/>
                    </a:lnTo>
                    <a:lnTo>
                      <a:pt x="246" y="417"/>
                    </a:lnTo>
                    <a:lnTo>
                      <a:pt x="284" y="360"/>
                    </a:lnTo>
                    <a:lnTo>
                      <a:pt x="321" y="322"/>
                    </a:lnTo>
                    <a:lnTo>
                      <a:pt x="397" y="303"/>
                    </a:lnTo>
                    <a:lnTo>
                      <a:pt x="454" y="284"/>
                    </a:lnTo>
                    <a:lnTo>
                      <a:pt x="416" y="322"/>
                    </a:lnTo>
                    <a:lnTo>
                      <a:pt x="416" y="379"/>
                    </a:lnTo>
                    <a:lnTo>
                      <a:pt x="416" y="435"/>
                    </a:lnTo>
                    <a:lnTo>
                      <a:pt x="435" y="492"/>
                    </a:lnTo>
                    <a:lnTo>
                      <a:pt x="454" y="549"/>
                    </a:lnTo>
                    <a:lnTo>
                      <a:pt x="510" y="587"/>
                    </a:lnTo>
                    <a:lnTo>
                      <a:pt x="605" y="643"/>
                    </a:lnTo>
                    <a:lnTo>
                      <a:pt x="680" y="662"/>
                    </a:lnTo>
                    <a:lnTo>
                      <a:pt x="813" y="662"/>
                    </a:lnTo>
                    <a:lnTo>
                      <a:pt x="737" y="643"/>
                    </a:lnTo>
                    <a:lnTo>
                      <a:pt x="680" y="605"/>
                    </a:lnTo>
                    <a:lnTo>
                      <a:pt x="624" y="568"/>
                    </a:lnTo>
                    <a:lnTo>
                      <a:pt x="605" y="492"/>
                    </a:lnTo>
                    <a:lnTo>
                      <a:pt x="605" y="417"/>
                    </a:lnTo>
                    <a:lnTo>
                      <a:pt x="624" y="341"/>
                    </a:lnTo>
                    <a:lnTo>
                      <a:pt x="661" y="284"/>
                    </a:lnTo>
                    <a:lnTo>
                      <a:pt x="737" y="246"/>
                    </a:lnTo>
                    <a:lnTo>
                      <a:pt x="661" y="152"/>
                    </a:lnTo>
                    <a:lnTo>
                      <a:pt x="567" y="76"/>
                    </a:lnTo>
                    <a:lnTo>
                      <a:pt x="454" y="20"/>
                    </a:lnTo>
                    <a:lnTo>
                      <a:pt x="340" y="1"/>
                    </a:lnTo>
                    <a:close/>
                  </a:path>
                </a:pathLst>
              </a:custGeom>
              <a:solidFill>
                <a:srgbClr val="1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9"/>
              <p:cNvSpPr/>
              <p:nvPr/>
            </p:nvSpPr>
            <p:spPr>
              <a:xfrm>
                <a:off x="2078586" y="2467938"/>
                <a:ext cx="555" cy="28"/>
              </a:xfrm>
              <a:custGeom>
                <a:rect b="b" l="l" r="r" t="t"/>
                <a:pathLst>
                  <a:path extrusionOk="0" fill="none" h="1" w="20">
                    <a:moveTo>
                      <a:pt x="20" y="0"/>
                    </a:moveTo>
                    <a:lnTo>
                      <a:pt x="20" y="0"/>
                    </a:lnTo>
                    <a:lnTo>
                      <a:pt x="1" y="0"/>
                    </a:lnTo>
                    <a:lnTo>
                      <a:pt x="1" y="0"/>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9"/>
              <p:cNvSpPr/>
              <p:nvPr/>
            </p:nvSpPr>
            <p:spPr>
              <a:xfrm>
                <a:off x="2081722" y="2435933"/>
                <a:ext cx="120145" cy="69261"/>
              </a:xfrm>
              <a:custGeom>
                <a:rect b="b" l="l" r="r" t="t"/>
                <a:pathLst>
                  <a:path extrusionOk="0" h="2495" w="4328">
                    <a:moveTo>
                      <a:pt x="190" y="1"/>
                    </a:moveTo>
                    <a:lnTo>
                      <a:pt x="1" y="435"/>
                    </a:lnTo>
                    <a:lnTo>
                      <a:pt x="39" y="700"/>
                    </a:lnTo>
                    <a:lnTo>
                      <a:pt x="114" y="1002"/>
                    </a:lnTo>
                    <a:lnTo>
                      <a:pt x="171" y="1229"/>
                    </a:lnTo>
                    <a:lnTo>
                      <a:pt x="209" y="1323"/>
                    </a:lnTo>
                    <a:lnTo>
                      <a:pt x="436" y="1720"/>
                    </a:lnTo>
                    <a:lnTo>
                      <a:pt x="568" y="1909"/>
                    </a:lnTo>
                    <a:lnTo>
                      <a:pt x="700" y="2079"/>
                    </a:lnTo>
                    <a:lnTo>
                      <a:pt x="851" y="2230"/>
                    </a:lnTo>
                    <a:lnTo>
                      <a:pt x="1002" y="2343"/>
                    </a:lnTo>
                    <a:lnTo>
                      <a:pt x="1135" y="2438"/>
                    </a:lnTo>
                    <a:lnTo>
                      <a:pt x="1267" y="2476"/>
                    </a:lnTo>
                    <a:lnTo>
                      <a:pt x="1569" y="2495"/>
                    </a:lnTo>
                    <a:lnTo>
                      <a:pt x="1890" y="2495"/>
                    </a:lnTo>
                    <a:lnTo>
                      <a:pt x="2230" y="2457"/>
                    </a:lnTo>
                    <a:lnTo>
                      <a:pt x="2589" y="2419"/>
                    </a:lnTo>
                    <a:lnTo>
                      <a:pt x="3307" y="2306"/>
                    </a:lnTo>
                    <a:lnTo>
                      <a:pt x="3950" y="2192"/>
                    </a:lnTo>
                    <a:lnTo>
                      <a:pt x="4044" y="2173"/>
                    </a:lnTo>
                    <a:lnTo>
                      <a:pt x="4139" y="2117"/>
                    </a:lnTo>
                    <a:lnTo>
                      <a:pt x="4214" y="2060"/>
                    </a:lnTo>
                    <a:lnTo>
                      <a:pt x="4271" y="1984"/>
                    </a:lnTo>
                    <a:lnTo>
                      <a:pt x="4309" y="1909"/>
                    </a:lnTo>
                    <a:lnTo>
                      <a:pt x="4328" y="1814"/>
                    </a:lnTo>
                    <a:lnTo>
                      <a:pt x="4328" y="1720"/>
                    </a:lnTo>
                    <a:lnTo>
                      <a:pt x="4309" y="1625"/>
                    </a:lnTo>
                    <a:lnTo>
                      <a:pt x="4195" y="1323"/>
                    </a:lnTo>
                    <a:lnTo>
                      <a:pt x="4044" y="983"/>
                    </a:lnTo>
                    <a:lnTo>
                      <a:pt x="3742" y="378"/>
                    </a:lnTo>
                    <a:lnTo>
                      <a:pt x="3591" y="454"/>
                    </a:lnTo>
                    <a:lnTo>
                      <a:pt x="3421" y="530"/>
                    </a:lnTo>
                    <a:lnTo>
                      <a:pt x="3232" y="605"/>
                    </a:lnTo>
                    <a:lnTo>
                      <a:pt x="3043" y="681"/>
                    </a:lnTo>
                    <a:lnTo>
                      <a:pt x="2873" y="794"/>
                    </a:lnTo>
                    <a:lnTo>
                      <a:pt x="2722" y="908"/>
                    </a:lnTo>
                    <a:lnTo>
                      <a:pt x="2665" y="983"/>
                    </a:lnTo>
                    <a:lnTo>
                      <a:pt x="2608" y="1059"/>
                    </a:lnTo>
                    <a:lnTo>
                      <a:pt x="2571" y="1134"/>
                    </a:lnTo>
                    <a:lnTo>
                      <a:pt x="2552" y="1229"/>
                    </a:lnTo>
                    <a:lnTo>
                      <a:pt x="2514" y="1361"/>
                    </a:lnTo>
                    <a:lnTo>
                      <a:pt x="2457" y="1474"/>
                    </a:lnTo>
                    <a:lnTo>
                      <a:pt x="2400" y="1588"/>
                    </a:lnTo>
                    <a:lnTo>
                      <a:pt x="2306" y="1663"/>
                    </a:lnTo>
                    <a:lnTo>
                      <a:pt x="2193" y="1739"/>
                    </a:lnTo>
                    <a:lnTo>
                      <a:pt x="2079" y="1777"/>
                    </a:lnTo>
                    <a:lnTo>
                      <a:pt x="1966" y="1814"/>
                    </a:lnTo>
                    <a:lnTo>
                      <a:pt x="1834" y="1814"/>
                    </a:lnTo>
                    <a:lnTo>
                      <a:pt x="1456" y="1777"/>
                    </a:lnTo>
                    <a:lnTo>
                      <a:pt x="1324" y="1758"/>
                    </a:lnTo>
                    <a:lnTo>
                      <a:pt x="1210" y="1720"/>
                    </a:lnTo>
                    <a:lnTo>
                      <a:pt x="1078" y="1682"/>
                    </a:lnTo>
                    <a:lnTo>
                      <a:pt x="965" y="1625"/>
                    </a:lnTo>
                    <a:lnTo>
                      <a:pt x="870" y="1550"/>
                    </a:lnTo>
                    <a:lnTo>
                      <a:pt x="776" y="1455"/>
                    </a:lnTo>
                    <a:lnTo>
                      <a:pt x="700" y="1361"/>
                    </a:lnTo>
                    <a:lnTo>
                      <a:pt x="624" y="1248"/>
                    </a:lnTo>
                    <a:lnTo>
                      <a:pt x="492" y="964"/>
                    </a:lnTo>
                    <a:lnTo>
                      <a:pt x="379" y="662"/>
                    </a:lnTo>
                    <a:lnTo>
                      <a:pt x="19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9"/>
              <p:cNvSpPr/>
              <p:nvPr/>
            </p:nvSpPr>
            <p:spPr>
              <a:xfrm>
                <a:off x="2135240" y="2397654"/>
                <a:ext cx="35672" cy="25734"/>
              </a:xfrm>
              <a:custGeom>
                <a:rect b="b" l="l" r="r" t="t"/>
                <a:pathLst>
                  <a:path extrusionOk="0" h="927" w="1285">
                    <a:moveTo>
                      <a:pt x="1096" y="0"/>
                    </a:moveTo>
                    <a:lnTo>
                      <a:pt x="926" y="38"/>
                    </a:lnTo>
                    <a:lnTo>
                      <a:pt x="756" y="114"/>
                    </a:lnTo>
                    <a:lnTo>
                      <a:pt x="586" y="208"/>
                    </a:lnTo>
                    <a:lnTo>
                      <a:pt x="416" y="322"/>
                    </a:lnTo>
                    <a:lnTo>
                      <a:pt x="284" y="454"/>
                    </a:lnTo>
                    <a:lnTo>
                      <a:pt x="151" y="605"/>
                    </a:lnTo>
                    <a:lnTo>
                      <a:pt x="57" y="756"/>
                    </a:lnTo>
                    <a:lnTo>
                      <a:pt x="0" y="926"/>
                    </a:lnTo>
                    <a:lnTo>
                      <a:pt x="57" y="851"/>
                    </a:lnTo>
                    <a:lnTo>
                      <a:pt x="132" y="775"/>
                    </a:lnTo>
                    <a:lnTo>
                      <a:pt x="321" y="643"/>
                    </a:lnTo>
                    <a:lnTo>
                      <a:pt x="510" y="548"/>
                    </a:lnTo>
                    <a:lnTo>
                      <a:pt x="718" y="473"/>
                    </a:lnTo>
                    <a:lnTo>
                      <a:pt x="1077" y="340"/>
                    </a:lnTo>
                    <a:lnTo>
                      <a:pt x="1190" y="303"/>
                    </a:lnTo>
                    <a:lnTo>
                      <a:pt x="1266" y="246"/>
                    </a:lnTo>
                    <a:lnTo>
                      <a:pt x="1285" y="208"/>
                    </a:lnTo>
                    <a:lnTo>
                      <a:pt x="1285" y="152"/>
                    </a:lnTo>
                    <a:lnTo>
                      <a:pt x="1266" y="114"/>
                    </a:lnTo>
                    <a:lnTo>
                      <a:pt x="1247" y="76"/>
                    </a:lnTo>
                    <a:lnTo>
                      <a:pt x="1172" y="19"/>
                    </a:lnTo>
                    <a:lnTo>
                      <a:pt x="1096" y="0"/>
                    </a:lnTo>
                    <a:close/>
                  </a:path>
                </a:pathLst>
              </a:custGeom>
              <a:gradFill>
                <a:gsLst>
                  <a:gs pos="0">
                    <a:schemeClr val="accent1">
                      <a:alpha val="12500"/>
                    </a:schemeClr>
                  </a:gs>
                  <a:gs pos="100000">
                    <a:schemeClr val="lt1">
                      <a:alpha val="1250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9"/>
              <p:cNvSpPr/>
              <p:nvPr/>
            </p:nvSpPr>
            <p:spPr>
              <a:xfrm>
                <a:off x="710825" y="883539"/>
                <a:ext cx="2521219" cy="3716037"/>
              </a:xfrm>
              <a:custGeom>
                <a:rect b="b" l="l" r="r" t="t"/>
                <a:pathLst>
                  <a:path extrusionOk="0" h="133863" w="90822">
                    <a:moveTo>
                      <a:pt x="227" y="0"/>
                    </a:moveTo>
                    <a:lnTo>
                      <a:pt x="132" y="38"/>
                    </a:lnTo>
                    <a:lnTo>
                      <a:pt x="57" y="114"/>
                    </a:lnTo>
                    <a:lnTo>
                      <a:pt x="0" y="208"/>
                    </a:lnTo>
                    <a:lnTo>
                      <a:pt x="0" y="246"/>
                    </a:lnTo>
                    <a:lnTo>
                      <a:pt x="0" y="303"/>
                    </a:lnTo>
                    <a:lnTo>
                      <a:pt x="19" y="359"/>
                    </a:lnTo>
                    <a:lnTo>
                      <a:pt x="38" y="416"/>
                    </a:lnTo>
                    <a:lnTo>
                      <a:pt x="10429" y="15361"/>
                    </a:lnTo>
                    <a:lnTo>
                      <a:pt x="20802" y="30325"/>
                    </a:lnTo>
                    <a:lnTo>
                      <a:pt x="31156" y="45213"/>
                    </a:lnTo>
                    <a:lnTo>
                      <a:pt x="41528" y="60177"/>
                    </a:lnTo>
                    <a:lnTo>
                      <a:pt x="42586" y="61745"/>
                    </a:lnTo>
                    <a:lnTo>
                      <a:pt x="44419" y="64466"/>
                    </a:lnTo>
                    <a:lnTo>
                      <a:pt x="49917" y="72760"/>
                    </a:lnTo>
                    <a:lnTo>
                      <a:pt x="65278" y="96018"/>
                    </a:lnTo>
                    <a:lnTo>
                      <a:pt x="80619" y="119257"/>
                    </a:lnTo>
                    <a:lnTo>
                      <a:pt x="86117" y="127552"/>
                    </a:lnTo>
                    <a:lnTo>
                      <a:pt x="87950" y="130291"/>
                    </a:lnTo>
                    <a:lnTo>
                      <a:pt x="89008" y="131859"/>
                    </a:lnTo>
                    <a:lnTo>
                      <a:pt x="90312" y="133730"/>
                    </a:lnTo>
                    <a:lnTo>
                      <a:pt x="90368" y="133787"/>
                    </a:lnTo>
                    <a:lnTo>
                      <a:pt x="90406" y="133824"/>
                    </a:lnTo>
                    <a:lnTo>
                      <a:pt x="90463" y="133843"/>
                    </a:lnTo>
                    <a:lnTo>
                      <a:pt x="90501" y="133862"/>
                    </a:lnTo>
                    <a:lnTo>
                      <a:pt x="90614" y="133843"/>
                    </a:lnTo>
                    <a:lnTo>
                      <a:pt x="90708" y="133805"/>
                    </a:lnTo>
                    <a:lnTo>
                      <a:pt x="90784" y="133730"/>
                    </a:lnTo>
                    <a:lnTo>
                      <a:pt x="90822" y="133654"/>
                    </a:lnTo>
                    <a:lnTo>
                      <a:pt x="90822" y="133598"/>
                    </a:lnTo>
                    <a:lnTo>
                      <a:pt x="90822" y="133541"/>
                    </a:lnTo>
                    <a:lnTo>
                      <a:pt x="90803" y="133484"/>
                    </a:lnTo>
                    <a:lnTo>
                      <a:pt x="90784" y="133428"/>
                    </a:lnTo>
                    <a:lnTo>
                      <a:pt x="89707" y="131859"/>
                    </a:lnTo>
                    <a:lnTo>
                      <a:pt x="87893" y="129120"/>
                    </a:lnTo>
                    <a:lnTo>
                      <a:pt x="82376" y="120825"/>
                    </a:lnTo>
                    <a:lnTo>
                      <a:pt x="67016" y="97567"/>
                    </a:lnTo>
                    <a:lnTo>
                      <a:pt x="51655" y="74309"/>
                    </a:lnTo>
                    <a:lnTo>
                      <a:pt x="46138" y="65996"/>
                    </a:lnTo>
                    <a:lnTo>
                      <a:pt x="44324" y="63256"/>
                    </a:lnTo>
                    <a:lnTo>
                      <a:pt x="43248" y="61688"/>
                    </a:lnTo>
                    <a:lnTo>
                      <a:pt x="32875" y="46743"/>
                    </a:lnTo>
                    <a:lnTo>
                      <a:pt x="22540" y="31836"/>
                    </a:lnTo>
                    <a:lnTo>
                      <a:pt x="12149" y="16891"/>
                    </a:lnTo>
                    <a:lnTo>
                      <a:pt x="1814" y="1984"/>
                    </a:lnTo>
                    <a:lnTo>
                      <a:pt x="510" y="114"/>
                    </a:lnTo>
                    <a:lnTo>
                      <a:pt x="472" y="57"/>
                    </a:lnTo>
                    <a:lnTo>
                      <a:pt x="416" y="19"/>
                    </a:lnTo>
                    <a:lnTo>
                      <a:pt x="37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9"/>
              <p:cNvSpPr/>
              <p:nvPr/>
            </p:nvSpPr>
            <p:spPr>
              <a:xfrm>
                <a:off x="710825" y="883539"/>
                <a:ext cx="2521219" cy="3716037"/>
              </a:xfrm>
              <a:custGeom>
                <a:rect b="b" l="l" r="r" t="t"/>
                <a:pathLst>
                  <a:path extrusionOk="0" fill="none" h="133863" w="90822">
                    <a:moveTo>
                      <a:pt x="90784" y="133428"/>
                    </a:moveTo>
                    <a:lnTo>
                      <a:pt x="90784" y="133428"/>
                    </a:lnTo>
                    <a:lnTo>
                      <a:pt x="89707" y="131859"/>
                    </a:lnTo>
                    <a:lnTo>
                      <a:pt x="87893" y="129120"/>
                    </a:lnTo>
                    <a:lnTo>
                      <a:pt x="82376" y="120825"/>
                    </a:lnTo>
                    <a:lnTo>
                      <a:pt x="67016" y="97567"/>
                    </a:lnTo>
                    <a:lnTo>
                      <a:pt x="51655" y="74309"/>
                    </a:lnTo>
                    <a:lnTo>
                      <a:pt x="46138" y="65996"/>
                    </a:lnTo>
                    <a:lnTo>
                      <a:pt x="44324" y="63256"/>
                    </a:lnTo>
                    <a:lnTo>
                      <a:pt x="43248" y="61688"/>
                    </a:lnTo>
                    <a:lnTo>
                      <a:pt x="43248" y="61688"/>
                    </a:lnTo>
                    <a:lnTo>
                      <a:pt x="32875" y="46743"/>
                    </a:lnTo>
                    <a:lnTo>
                      <a:pt x="32875" y="46743"/>
                    </a:lnTo>
                    <a:lnTo>
                      <a:pt x="22540" y="31836"/>
                    </a:lnTo>
                    <a:lnTo>
                      <a:pt x="22540" y="31836"/>
                    </a:lnTo>
                    <a:lnTo>
                      <a:pt x="12149" y="16891"/>
                    </a:lnTo>
                    <a:lnTo>
                      <a:pt x="12149" y="16891"/>
                    </a:lnTo>
                    <a:lnTo>
                      <a:pt x="1814" y="1984"/>
                    </a:lnTo>
                    <a:lnTo>
                      <a:pt x="510" y="114"/>
                    </a:lnTo>
                    <a:lnTo>
                      <a:pt x="510" y="114"/>
                    </a:lnTo>
                    <a:lnTo>
                      <a:pt x="472" y="57"/>
                    </a:lnTo>
                    <a:lnTo>
                      <a:pt x="416" y="19"/>
                    </a:lnTo>
                    <a:lnTo>
                      <a:pt x="378" y="0"/>
                    </a:lnTo>
                    <a:lnTo>
                      <a:pt x="321" y="0"/>
                    </a:lnTo>
                    <a:lnTo>
                      <a:pt x="227" y="0"/>
                    </a:lnTo>
                    <a:lnTo>
                      <a:pt x="132" y="38"/>
                    </a:lnTo>
                    <a:lnTo>
                      <a:pt x="57" y="114"/>
                    </a:lnTo>
                    <a:lnTo>
                      <a:pt x="0" y="208"/>
                    </a:lnTo>
                    <a:lnTo>
                      <a:pt x="0" y="246"/>
                    </a:lnTo>
                    <a:lnTo>
                      <a:pt x="0" y="303"/>
                    </a:lnTo>
                    <a:lnTo>
                      <a:pt x="19" y="359"/>
                    </a:lnTo>
                    <a:lnTo>
                      <a:pt x="38" y="416"/>
                    </a:lnTo>
                    <a:lnTo>
                      <a:pt x="38" y="416"/>
                    </a:lnTo>
                    <a:lnTo>
                      <a:pt x="10429" y="15361"/>
                    </a:lnTo>
                    <a:lnTo>
                      <a:pt x="10429" y="15361"/>
                    </a:lnTo>
                    <a:lnTo>
                      <a:pt x="20802" y="30325"/>
                    </a:lnTo>
                    <a:lnTo>
                      <a:pt x="20802" y="30325"/>
                    </a:lnTo>
                    <a:lnTo>
                      <a:pt x="31156" y="45213"/>
                    </a:lnTo>
                    <a:lnTo>
                      <a:pt x="31156" y="45213"/>
                    </a:lnTo>
                    <a:lnTo>
                      <a:pt x="41528" y="60177"/>
                    </a:lnTo>
                    <a:lnTo>
                      <a:pt x="41528" y="60177"/>
                    </a:lnTo>
                    <a:lnTo>
                      <a:pt x="42586" y="61745"/>
                    </a:lnTo>
                    <a:lnTo>
                      <a:pt x="44419" y="64466"/>
                    </a:lnTo>
                    <a:lnTo>
                      <a:pt x="49917" y="72760"/>
                    </a:lnTo>
                    <a:lnTo>
                      <a:pt x="65278" y="96018"/>
                    </a:lnTo>
                    <a:lnTo>
                      <a:pt x="80619" y="119257"/>
                    </a:lnTo>
                    <a:lnTo>
                      <a:pt x="86117" y="127552"/>
                    </a:lnTo>
                    <a:lnTo>
                      <a:pt x="87950" y="130291"/>
                    </a:lnTo>
                    <a:lnTo>
                      <a:pt x="89008" y="131859"/>
                    </a:lnTo>
                    <a:lnTo>
                      <a:pt x="90312" y="133730"/>
                    </a:lnTo>
                    <a:lnTo>
                      <a:pt x="90312" y="133730"/>
                    </a:lnTo>
                    <a:lnTo>
                      <a:pt x="90368" y="133787"/>
                    </a:lnTo>
                    <a:lnTo>
                      <a:pt x="90406" y="133824"/>
                    </a:lnTo>
                    <a:lnTo>
                      <a:pt x="90463" y="133843"/>
                    </a:lnTo>
                    <a:lnTo>
                      <a:pt x="90501" y="133862"/>
                    </a:lnTo>
                    <a:lnTo>
                      <a:pt x="90614" y="133843"/>
                    </a:lnTo>
                    <a:lnTo>
                      <a:pt x="90708" y="133805"/>
                    </a:lnTo>
                    <a:lnTo>
                      <a:pt x="90784" y="133730"/>
                    </a:lnTo>
                    <a:lnTo>
                      <a:pt x="90822" y="133654"/>
                    </a:lnTo>
                    <a:lnTo>
                      <a:pt x="90822" y="133598"/>
                    </a:lnTo>
                    <a:lnTo>
                      <a:pt x="90822" y="133541"/>
                    </a:lnTo>
                    <a:lnTo>
                      <a:pt x="90803" y="133484"/>
                    </a:lnTo>
                    <a:lnTo>
                      <a:pt x="90784" y="13342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9"/>
              <p:cNvSpPr/>
              <p:nvPr/>
            </p:nvSpPr>
            <p:spPr>
              <a:xfrm>
                <a:off x="2080168" y="2909521"/>
                <a:ext cx="48802" cy="69789"/>
              </a:xfrm>
              <a:custGeom>
                <a:rect b="b" l="l" r="r" t="t"/>
                <a:pathLst>
                  <a:path extrusionOk="0" h="2514" w="1758">
                    <a:moveTo>
                      <a:pt x="832" y="1"/>
                    </a:moveTo>
                    <a:lnTo>
                      <a:pt x="454" y="360"/>
                    </a:lnTo>
                    <a:lnTo>
                      <a:pt x="76" y="719"/>
                    </a:lnTo>
                    <a:lnTo>
                      <a:pt x="19" y="794"/>
                    </a:lnTo>
                    <a:lnTo>
                      <a:pt x="0" y="889"/>
                    </a:lnTo>
                    <a:lnTo>
                      <a:pt x="19" y="983"/>
                    </a:lnTo>
                    <a:lnTo>
                      <a:pt x="57" y="1078"/>
                    </a:lnTo>
                    <a:lnTo>
                      <a:pt x="643" y="1796"/>
                    </a:lnTo>
                    <a:lnTo>
                      <a:pt x="1228" y="2513"/>
                    </a:lnTo>
                    <a:lnTo>
                      <a:pt x="1342" y="2457"/>
                    </a:lnTo>
                    <a:lnTo>
                      <a:pt x="1417" y="2400"/>
                    </a:lnTo>
                    <a:lnTo>
                      <a:pt x="1493" y="2325"/>
                    </a:lnTo>
                    <a:lnTo>
                      <a:pt x="1568" y="2249"/>
                    </a:lnTo>
                    <a:lnTo>
                      <a:pt x="1625" y="2155"/>
                    </a:lnTo>
                    <a:lnTo>
                      <a:pt x="1663" y="2079"/>
                    </a:lnTo>
                    <a:lnTo>
                      <a:pt x="1739" y="1871"/>
                    </a:lnTo>
                    <a:lnTo>
                      <a:pt x="1757" y="1682"/>
                    </a:lnTo>
                    <a:lnTo>
                      <a:pt x="1720" y="1474"/>
                    </a:lnTo>
                    <a:lnTo>
                      <a:pt x="1701" y="1361"/>
                    </a:lnTo>
                    <a:lnTo>
                      <a:pt x="1663" y="1267"/>
                    </a:lnTo>
                    <a:lnTo>
                      <a:pt x="1606" y="1172"/>
                    </a:lnTo>
                    <a:lnTo>
                      <a:pt x="1550" y="1078"/>
                    </a:lnTo>
                    <a:lnTo>
                      <a:pt x="1361" y="813"/>
                    </a:lnTo>
                    <a:lnTo>
                      <a:pt x="1191" y="549"/>
                    </a:lnTo>
                    <a:lnTo>
                      <a:pt x="832"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9"/>
              <p:cNvSpPr/>
              <p:nvPr/>
            </p:nvSpPr>
            <p:spPr>
              <a:xfrm>
                <a:off x="2090133" y="2851838"/>
                <a:ext cx="507203" cy="196707"/>
              </a:xfrm>
              <a:custGeom>
                <a:rect b="b" l="l" r="r" t="t"/>
                <a:pathLst>
                  <a:path extrusionOk="0" h="7086" w="18271">
                    <a:moveTo>
                      <a:pt x="2645" y="0"/>
                    </a:moveTo>
                    <a:lnTo>
                      <a:pt x="151" y="1795"/>
                    </a:lnTo>
                    <a:lnTo>
                      <a:pt x="95" y="1852"/>
                    </a:lnTo>
                    <a:lnTo>
                      <a:pt x="57" y="1909"/>
                    </a:lnTo>
                    <a:lnTo>
                      <a:pt x="19" y="1965"/>
                    </a:lnTo>
                    <a:lnTo>
                      <a:pt x="0" y="2041"/>
                    </a:lnTo>
                    <a:lnTo>
                      <a:pt x="0" y="2116"/>
                    </a:lnTo>
                    <a:lnTo>
                      <a:pt x="19" y="2173"/>
                    </a:lnTo>
                    <a:lnTo>
                      <a:pt x="38" y="2249"/>
                    </a:lnTo>
                    <a:lnTo>
                      <a:pt x="76" y="2305"/>
                    </a:lnTo>
                    <a:lnTo>
                      <a:pt x="548" y="2967"/>
                    </a:lnTo>
                    <a:lnTo>
                      <a:pt x="680" y="3174"/>
                    </a:lnTo>
                    <a:lnTo>
                      <a:pt x="1153" y="3836"/>
                    </a:lnTo>
                    <a:lnTo>
                      <a:pt x="1285" y="4025"/>
                    </a:lnTo>
                    <a:lnTo>
                      <a:pt x="1795" y="4724"/>
                    </a:lnTo>
                    <a:lnTo>
                      <a:pt x="1927" y="4913"/>
                    </a:lnTo>
                    <a:lnTo>
                      <a:pt x="2097" y="5158"/>
                    </a:lnTo>
                    <a:lnTo>
                      <a:pt x="2154" y="5234"/>
                    </a:lnTo>
                    <a:lnTo>
                      <a:pt x="2211" y="5272"/>
                    </a:lnTo>
                    <a:lnTo>
                      <a:pt x="2286" y="5309"/>
                    </a:lnTo>
                    <a:lnTo>
                      <a:pt x="2362" y="5347"/>
                    </a:lnTo>
                    <a:lnTo>
                      <a:pt x="2589" y="5347"/>
                    </a:lnTo>
                    <a:lnTo>
                      <a:pt x="2664" y="5309"/>
                    </a:lnTo>
                    <a:lnTo>
                      <a:pt x="3590" y="4894"/>
                    </a:lnTo>
                    <a:lnTo>
                      <a:pt x="4044" y="5631"/>
                    </a:lnTo>
                    <a:lnTo>
                      <a:pt x="15172" y="7085"/>
                    </a:lnTo>
                    <a:lnTo>
                      <a:pt x="15606" y="7085"/>
                    </a:lnTo>
                    <a:lnTo>
                      <a:pt x="15984" y="7067"/>
                    </a:lnTo>
                    <a:lnTo>
                      <a:pt x="16362" y="7010"/>
                    </a:lnTo>
                    <a:lnTo>
                      <a:pt x="16683" y="6915"/>
                    </a:lnTo>
                    <a:lnTo>
                      <a:pt x="16986" y="6802"/>
                    </a:lnTo>
                    <a:lnTo>
                      <a:pt x="17250" y="6670"/>
                    </a:lnTo>
                    <a:lnTo>
                      <a:pt x="17477" y="6500"/>
                    </a:lnTo>
                    <a:lnTo>
                      <a:pt x="17685" y="6330"/>
                    </a:lnTo>
                    <a:lnTo>
                      <a:pt x="17855" y="6122"/>
                    </a:lnTo>
                    <a:lnTo>
                      <a:pt x="17987" y="5914"/>
                    </a:lnTo>
                    <a:lnTo>
                      <a:pt x="18100" y="5687"/>
                    </a:lnTo>
                    <a:lnTo>
                      <a:pt x="18195" y="5442"/>
                    </a:lnTo>
                    <a:lnTo>
                      <a:pt x="18252" y="5196"/>
                    </a:lnTo>
                    <a:lnTo>
                      <a:pt x="18270" y="4950"/>
                    </a:lnTo>
                    <a:lnTo>
                      <a:pt x="18270" y="4686"/>
                    </a:lnTo>
                    <a:lnTo>
                      <a:pt x="18252" y="4421"/>
                    </a:lnTo>
                    <a:lnTo>
                      <a:pt x="18195" y="4157"/>
                    </a:lnTo>
                    <a:lnTo>
                      <a:pt x="18100" y="3892"/>
                    </a:lnTo>
                    <a:lnTo>
                      <a:pt x="18006" y="3628"/>
                    </a:lnTo>
                    <a:lnTo>
                      <a:pt x="17855" y="3363"/>
                    </a:lnTo>
                    <a:lnTo>
                      <a:pt x="17704" y="3118"/>
                    </a:lnTo>
                    <a:lnTo>
                      <a:pt x="17515" y="2891"/>
                    </a:lnTo>
                    <a:lnTo>
                      <a:pt x="17307" y="2683"/>
                    </a:lnTo>
                    <a:lnTo>
                      <a:pt x="17061" y="2475"/>
                    </a:lnTo>
                    <a:lnTo>
                      <a:pt x="16797" y="2286"/>
                    </a:lnTo>
                    <a:lnTo>
                      <a:pt x="16513" y="2135"/>
                    </a:lnTo>
                    <a:lnTo>
                      <a:pt x="16211" y="2003"/>
                    </a:lnTo>
                    <a:lnTo>
                      <a:pt x="15871" y="1890"/>
                    </a:lnTo>
                    <a:lnTo>
                      <a:pt x="15512" y="1814"/>
                    </a:lnTo>
                    <a:lnTo>
                      <a:pt x="15153" y="1757"/>
                    </a:lnTo>
                    <a:lnTo>
                      <a:pt x="14756" y="1757"/>
                    </a:lnTo>
                    <a:lnTo>
                      <a:pt x="14341" y="1776"/>
                    </a:lnTo>
                    <a:lnTo>
                      <a:pt x="4780" y="2759"/>
                    </a:lnTo>
                    <a:lnTo>
                      <a:pt x="2645"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9"/>
              <p:cNvSpPr/>
              <p:nvPr/>
            </p:nvSpPr>
            <p:spPr>
              <a:xfrm>
                <a:off x="2090133" y="2851838"/>
                <a:ext cx="507203" cy="196707"/>
              </a:xfrm>
              <a:custGeom>
                <a:rect b="b" l="l" r="r" t="t"/>
                <a:pathLst>
                  <a:path extrusionOk="0" fill="none" h="7086" w="18271">
                    <a:moveTo>
                      <a:pt x="2664" y="5309"/>
                    </a:moveTo>
                    <a:lnTo>
                      <a:pt x="3590" y="4894"/>
                    </a:lnTo>
                    <a:lnTo>
                      <a:pt x="4044" y="5631"/>
                    </a:lnTo>
                    <a:lnTo>
                      <a:pt x="15172" y="7085"/>
                    </a:lnTo>
                    <a:lnTo>
                      <a:pt x="15172" y="7085"/>
                    </a:lnTo>
                    <a:lnTo>
                      <a:pt x="15606" y="7085"/>
                    </a:lnTo>
                    <a:lnTo>
                      <a:pt x="15984" y="7067"/>
                    </a:lnTo>
                    <a:lnTo>
                      <a:pt x="16362" y="7010"/>
                    </a:lnTo>
                    <a:lnTo>
                      <a:pt x="16683" y="6915"/>
                    </a:lnTo>
                    <a:lnTo>
                      <a:pt x="16986" y="6802"/>
                    </a:lnTo>
                    <a:lnTo>
                      <a:pt x="17250" y="6670"/>
                    </a:lnTo>
                    <a:lnTo>
                      <a:pt x="17477" y="6500"/>
                    </a:lnTo>
                    <a:lnTo>
                      <a:pt x="17685" y="6330"/>
                    </a:lnTo>
                    <a:lnTo>
                      <a:pt x="17855" y="6122"/>
                    </a:lnTo>
                    <a:lnTo>
                      <a:pt x="17987" y="5914"/>
                    </a:lnTo>
                    <a:lnTo>
                      <a:pt x="18100" y="5687"/>
                    </a:lnTo>
                    <a:lnTo>
                      <a:pt x="18195" y="5442"/>
                    </a:lnTo>
                    <a:lnTo>
                      <a:pt x="18252" y="5196"/>
                    </a:lnTo>
                    <a:lnTo>
                      <a:pt x="18270" y="4950"/>
                    </a:lnTo>
                    <a:lnTo>
                      <a:pt x="18270" y="4686"/>
                    </a:lnTo>
                    <a:lnTo>
                      <a:pt x="18252" y="4421"/>
                    </a:lnTo>
                    <a:lnTo>
                      <a:pt x="18252" y="4421"/>
                    </a:lnTo>
                    <a:lnTo>
                      <a:pt x="18195" y="4157"/>
                    </a:lnTo>
                    <a:lnTo>
                      <a:pt x="18100" y="3892"/>
                    </a:lnTo>
                    <a:lnTo>
                      <a:pt x="18006" y="3628"/>
                    </a:lnTo>
                    <a:lnTo>
                      <a:pt x="17855" y="3363"/>
                    </a:lnTo>
                    <a:lnTo>
                      <a:pt x="17704" y="3118"/>
                    </a:lnTo>
                    <a:lnTo>
                      <a:pt x="17515" y="2891"/>
                    </a:lnTo>
                    <a:lnTo>
                      <a:pt x="17307" y="2683"/>
                    </a:lnTo>
                    <a:lnTo>
                      <a:pt x="17061" y="2475"/>
                    </a:lnTo>
                    <a:lnTo>
                      <a:pt x="16797" y="2286"/>
                    </a:lnTo>
                    <a:lnTo>
                      <a:pt x="16513" y="2135"/>
                    </a:lnTo>
                    <a:lnTo>
                      <a:pt x="16211" y="2003"/>
                    </a:lnTo>
                    <a:lnTo>
                      <a:pt x="15871" y="1890"/>
                    </a:lnTo>
                    <a:lnTo>
                      <a:pt x="15512" y="1814"/>
                    </a:lnTo>
                    <a:lnTo>
                      <a:pt x="15153" y="1757"/>
                    </a:lnTo>
                    <a:lnTo>
                      <a:pt x="14756" y="1757"/>
                    </a:lnTo>
                    <a:lnTo>
                      <a:pt x="14341" y="1776"/>
                    </a:lnTo>
                    <a:lnTo>
                      <a:pt x="4780" y="2759"/>
                    </a:lnTo>
                    <a:lnTo>
                      <a:pt x="2645" y="0"/>
                    </a:lnTo>
                    <a:lnTo>
                      <a:pt x="151" y="1795"/>
                    </a:lnTo>
                    <a:lnTo>
                      <a:pt x="151" y="1795"/>
                    </a:lnTo>
                    <a:lnTo>
                      <a:pt x="95" y="1852"/>
                    </a:lnTo>
                    <a:lnTo>
                      <a:pt x="57" y="1909"/>
                    </a:lnTo>
                    <a:lnTo>
                      <a:pt x="19" y="1965"/>
                    </a:lnTo>
                    <a:lnTo>
                      <a:pt x="0" y="2041"/>
                    </a:lnTo>
                    <a:lnTo>
                      <a:pt x="0" y="2116"/>
                    </a:lnTo>
                    <a:lnTo>
                      <a:pt x="19" y="2173"/>
                    </a:lnTo>
                    <a:lnTo>
                      <a:pt x="38" y="2249"/>
                    </a:lnTo>
                    <a:lnTo>
                      <a:pt x="76" y="2305"/>
                    </a:lnTo>
                    <a:lnTo>
                      <a:pt x="548" y="2967"/>
                    </a:lnTo>
                    <a:lnTo>
                      <a:pt x="680" y="3174"/>
                    </a:lnTo>
                    <a:lnTo>
                      <a:pt x="1153" y="3836"/>
                    </a:lnTo>
                    <a:lnTo>
                      <a:pt x="1285" y="4025"/>
                    </a:lnTo>
                    <a:lnTo>
                      <a:pt x="1795" y="4724"/>
                    </a:lnTo>
                    <a:lnTo>
                      <a:pt x="1927" y="4913"/>
                    </a:lnTo>
                    <a:lnTo>
                      <a:pt x="2097" y="5158"/>
                    </a:lnTo>
                    <a:lnTo>
                      <a:pt x="2097" y="5158"/>
                    </a:lnTo>
                    <a:lnTo>
                      <a:pt x="2154" y="5234"/>
                    </a:lnTo>
                    <a:lnTo>
                      <a:pt x="2211" y="5272"/>
                    </a:lnTo>
                    <a:lnTo>
                      <a:pt x="2286" y="5309"/>
                    </a:lnTo>
                    <a:lnTo>
                      <a:pt x="2362" y="5347"/>
                    </a:lnTo>
                    <a:lnTo>
                      <a:pt x="2438" y="5347"/>
                    </a:lnTo>
                    <a:lnTo>
                      <a:pt x="2513" y="5347"/>
                    </a:lnTo>
                    <a:lnTo>
                      <a:pt x="2589" y="5347"/>
                    </a:lnTo>
                    <a:lnTo>
                      <a:pt x="2664" y="53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9"/>
              <p:cNvSpPr/>
              <p:nvPr/>
            </p:nvSpPr>
            <p:spPr>
              <a:xfrm>
                <a:off x="2105344" y="2901138"/>
                <a:ext cx="46692" cy="38836"/>
              </a:xfrm>
              <a:custGeom>
                <a:rect b="b" l="l" r="r" t="t"/>
                <a:pathLst>
                  <a:path extrusionOk="0" h="1399" w="1682">
                    <a:moveTo>
                      <a:pt x="1531" y="0"/>
                    </a:moveTo>
                    <a:lnTo>
                      <a:pt x="1493" y="19"/>
                    </a:lnTo>
                    <a:lnTo>
                      <a:pt x="737" y="586"/>
                    </a:lnTo>
                    <a:lnTo>
                      <a:pt x="0" y="1191"/>
                    </a:lnTo>
                    <a:lnTo>
                      <a:pt x="132" y="1398"/>
                    </a:lnTo>
                    <a:lnTo>
                      <a:pt x="491" y="1096"/>
                    </a:lnTo>
                    <a:lnTo>
                      <a:pt x="869" y="794"/>
                    </a:lnTo>
                    <a:lnTo>
                      <a:pt x="1247" y="492"/>
                    </a:lnTo>
                    <a:lnTo>
                      <a:pt x="1625" y="227"/>
                    </a:lnTo>
                    <a:lnTo>
                      <a:pt x="1663" y="189"/>
                    </a:lnTo>
                    <a:lnTo>
                      <a:pt x="1682" y="151"/>
                    </a:lnTo>
                    <a:lnTo>
                      <a:pt x="1682" y="114"/>
                    </a:lnTo>
                    <a:lnTo>
                      <a:pt x="1682" y="76"/>
                    </a:lnTo>
                    <a:lnTo>
                      <a:pt x="1625" y="19"/>
                    </a:lnTo>
                    <a:lnTo>
                      <a:pt x="160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9"/>
              <p:cNvSpPr/>
              <p:nvPr/>
            </p:nvSpPr>
            <p:spPr>
              <a:xfrm>
                <a:off x="2122110" y="2924732"/>
                <a:ext cx="47248" cy="38836"/>
              </a:xfrm>
              <a:custGeom>
                <a:rect b="b" l="l" r="r" t="t"/>
                <a:pathLst>
                  <a:path extrusionOk="0" h="1399" w="1702">
                    <a:moveTo>
                      <a:pt x="1550" y="1"/>
                    </a:moveTo>
                    <a:lnTo>
                      <a:pt x="1512" y="19"/>
                    </a:lnTo>
                    <a:lnTo>
                      <a:pt x="738" y="586"/>
                    </a:lnTo>
                    <a:lnTo>
                      <a:pt x="1" y="1210"/>
                    </a:lnTo>
                    <a:lnTo>
                      <a:pt x="133" y="1399"/>
                    </a:lnTo>
                    <a:lnTo>
                      <a:pt x="511" y="1096"/>
                    </a:lnTo>
                    <a:lnTo>
                      <a:pt x="870" y="794"/>
                    </a:lnTo>
                    <a:lnTo>
                      <a:pt x="1267" y="492"/>
                    </a:lnTo>
                    <a:lnTo>
                      <a:pt x="1645" y="227"/>
                    </a:lnTo>
                    <a:lnTo>
                      <a:pt x="1682" y="189"/>
                    </a:lnTo>
                    <a:lnTo>
                      <a:pt x="1701" y="152"/>
                    </a:lnTo>
                    <a:lnTo>
                      <a:pt x="1701" y="114"/>
                    </a:lnTo>
                    <a:lnTo>
                      <a:pt x="1682" y="76"/>
                    </a:lnTo>
                    <a:lnTo>
                      <a:pt x="1645" y="19"/>
                    </a:lnTo>
                    <a:lnTo>
                      <a:pt x="160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9"/>
              <p:cNvSpPr/>
              <p:nvPr/>
            </p:nvSpPr>
            <p:spPr>
              <a:xfrm>
                <a:off x="2139959" y="2949382"/>
                <a:ext cx="46692" cy="38836"/>
              </a:xfrm>
              <a:custGeom>
                <a:rect b="b" l="l" r="r" t="t"/>
                <a:pathLst>
                  <a:path extrusionOk="0" h="1399" w="1682">
                    <a:moveTo>
                      <a:pt x="1568" y="1"/>
                    </a:moveTo>
                    <a:lnTo>
                      <a:pt x="1531" y="19"/>
                    </a:lnTo>
                    <a:lnTo>
                      <a:pt x="1493" y="38"/>
                    </a:lnTo>
                    <a:lnTo>
                      <a:pt x="718" y="605"/>
                    </a:lnTo>
                    <a:lnTo>
                      <a:pt x="359" y="907"/>
                    </a:lnTo>
                    <a:lnTo>
                      <a:pt x="0" y="1210"/>
                    </a:lnTo>
                    <a:lnTo>
                      <a:pt x="132" y="1399"/>
                    </a:lnTo>
                    <a:lnTo>
                      <a:pt x="491" y="1096"/>
                    </a:lnTo>
                    <a:lnTo>
                      <a:pt x="869" y="794"/>
                    </a:lnTo>
                    <a:lnTo>
                      <a:pt x="1625" y="227"/>
                    </a:lnTo>
                    <a:lnTo>
                      <a:pt x="1663" y="208"/>
                    </a:lnTo>
                    <a:lnTo>
                      <a:pt x="1682" y="171"/>
                    </a:lnTo>
                    <a:lnTo>
                      <a:pt x="1682" y="133"/>
                    </a:lnTo>
                    <a:lnTo>
                      <a:pt x="1663" y="95"/>
                    </a:lnTo>
                    <a:lnTo>
                      <a:pt x="1625" y="38"/>
                    </a:lnTo>
                    <a:lnTo>
                      <a:pt x="1587" y="19"/>
                    </a:lnTo>
                    <a:lnTo>
                      <a:pt x="156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9"/>
              <p:cNvSpPr/>
              <p:nvPr/>
            </p:nvSpPr>
            <p:spPr>
              <a:xfrm>
                <a:off x="1578770" y="2534004"/>
                <a:ext cx="203009" cy="380812"/>
              </a:xfrm>
              <a:custGeom>
                <a:rect b="b" l="l" r="r" t="t"/>
                <a:pathLst>
                  <a:path extrusionOk="0" h="13718" w="7313">
                    <a:moveTo>
                      <a:pt x="5971" y="1"/>
                    </a:moveTo>
                    <a:lnTo>
                      <a:pt x="5593" y="114"/>
                    </a:lnTo>
                    <a:lnTo>
                      <a:pt x="5216" y="227"/>
                    </a:lnTo>
                    <a:lnTo>
                      <a:pt x="4838" y="360"/>
                    </a:lnTo>
                    <a:lnTo>
                      <a:pt x="4479" y="511"/>
                    </a:lnTo>
                    <a:lnTo>
                      <a:pt x="4120" y="681"/>
                    </a:lnTo>
                    <a:lnTo>
                      <a:pt x="3780" y="889"/>
                    </a:lnTo>
                    <a:lnTo>
                      <a:pt x="3459" y="1097"/>
                    </a:lnTo>
                    <a:lnTo>
                      <a:pt x="3156" y="1361"/>
                    </a:lnTo>
                    <a:lnTo>
                      <a:pt x="3024" y="1493"/>
                    </a:lnTo>
                    <a:lnTo>
                      <a:pt x="2892" y="1644"/>
                    </a:lnTo>
                    <a:lnTo>
                      <a:pt x="2759" y="1796"/>
                    </a:lnTo>
                    <a:lnTo>
                      <a:pt x="2646" y="1966"/>
                    </a:lnTo>
                    <a:lnTo>
                      <a:pt x="2552" y="2136"/>
                    </a:lnTo>
                    <a:lnTo>
                      <a:pt x="2457" y="2306"/>
                    </a:lnTo>
                    <a:lnTo>
                      <a:pt x="2363" y="2495"/>
                    </a:lnTo>
                    <a:lnTo>
                      <a:pt x="2287" y="2665"/>
                    </a:lnTo>
                    <a:lnTo>
                      <a:pt x="2230" y="2854"/>
                    </a:lnTo>
                    <a:lnTo>
                      <a:pt x="2193" y="3043"/>
                    </a:lnTo>
                    <a:lnTo>
                      <a:pt x="2174" y="3250"/>
                    </a:lnTo>
                    <a:lnTo>
                      <a:pt x="2155" y="3439"/>
                    </a:lnTo>
                    <a:lnTo>
                      <a:pt x="2155" y="3628"/>
                    </a:lnTo>
                    <a:lnTo>
                      <a:pt x="2174" y="3817"/>
                    </a:lnTo>
                    <a:lnTo>
                      <a:pt x="2212" y="4006"/>
                    </a:lnTo>
                    <a:lnTo>
                      <a:pt x="2249" y="4195"/>
                    </a:lnTo>
                    <a:lnTo>
                      <a:pt x="1758" y="4951"/>
                    </a:lnTo>
                    <a:lnTo>
                      <a:pt x="1267" y="5726"/>
                    </a:lnTo>
                    <a:lnTo>
                      <a:pt x="1021" y="6122"/>
                    </a:lnTo>
                    <a:lnTo>
                      <a:pt x="813" y="6519"/>
                    </a:lnTo>
                    <a:lnTo>
                      <a:pt x="606" y="6935"/>
                    </a:lnTo>
                    <a:lnTo>
                      <a:pt x="436" y="7350"/>
                    </a:lnTo>
                    <a:lnTo>
                      <a:pt x="284" y="7785"/>
                    </a:lnTo>
                    <a:lnTo>
                      <a:pt x="171" y="8219"/>
                    </a:lnTo>
                    <a:lnTo>
                      <a:pt x="77" y="8654"/>
                    </a:lnTo>
                    <a:lnTo>
                      <a:pt x="20" y="9107"/>
                    </a:lnTo>
                    <a:lnTo>
                      <a:pt x="1" y="9561"/>
                    </a:lnTo>
                    <a:lnTo>
                      <a:pt x="20" y="10014"/>
                    </a:lnTo>
                    <a:lnTo>
                      <a:pt x="39" y="10222"/>
                    </a:lnTo>
                    <a:lnTo>
                      <a:pt x="77" y="10449"/>
                    </a:lnTo>
                    <a:lnTo>
                      <a:pt x="133" y="10676"/>
                    </a:lnTo>
                    <a:lnTo>
                      <a:pt x="190" y="10884"/>
                    </a:lnTo>
                    <a:lnTo>
                      <a:pt x="303" y="11186"/>
                    </a:lnTo>
                    <a:lnTo>
                      <a:pt x="436" y="11469"/>
                    </a:lnTo>
                    <a:lnTo>
                      <a:pt x="587" y="11753"/>
                    </a:lnTo>
                    <a:lnTo>
                      <a:pt x="776" y="12017"/>
                    </a:lnTo>
                    <a:lnTo>
                      <a:pt x="965" y="12263"/>
                    </a:lnTo>
                    <a:lnTo>
                      <a:pt x="1172" y="12489"/>
                    </a:lnTo>
                    <a:lnTo>
                      <a:pt x="1418" y="12716"/>
                    </a:lnTo>
                    <a:lnTo>
                      <a:pt x="1664" y="12905"/>
                    </a:lnTo>
                    <a:lnTo>
                      <a:pt x="1928" y="13094"/>
                    </a:lnTo>
                    <a:lnTo>
                      <a:pt x="2193" y="13245"/>
                    </a:lnTo>
                    <a:lnTo>
                      <a:pt x="2495" y="13377"/>
                    </a:lnTo>
                    <a:lnTo>
                      <a:pt x="2778" y="13491"/>
                    </a:lnTo>
                    <a:lnTo>
                      <a:pt x="3081" y="13585"/>
                    </a:lnTo>
                    <a:lnTo>
                      <a:pt x="3402" y="13661"/>
                    </a:lnTo>
                    <a:lnTo>
                      <a:pt x="3704" y="13699"/>
                    </a:lnTo>
                    <a:lnTo>
                      <a:pt x="4025" y="13718"/>
                    </a:lnTo>
                    <a:lnTo>
                      <a:pt x="4233" y="13718"/>
                    </a:lnTo>
                    <a:lnTo>
                      <a:pt x="4422" y="13680"/>
                    </a:lnTo>
                    <a:lnTo>
                      <a:pt x="4611" y="13661"/>
                    </a:lnTo>
                    <a:lnTo>
                      <a:pt x="4800" y="13604"/>
                    </a:lnTo>
                    <a:lnTo>
                      <a:pt x="4970" y="13548"/>
                    </a:lnTo>
                    <a:lnTo>
                      <a:pt x="5159" y="13472"/>
                    </a:lnTo>
                    <a:lnTo>
                      <a:pt x="5329" y="13396"/>
                    </a:lnTo>
                    <a:lnTo>
                      <a:pt x="5499" y="13283"/>
                    </a:lnTo>
                    <a:lnTo>
                      <a:pt x="5650" y="13189"/>
                    </a:lnTo>
                    <a:lnTo>
                      <a:pt x="5801" y="13056"/>
                    </a:lnTo>
                    <a:lnTo>
                      <a:pt x="5934" y="12924"/>
                    </a:lnTo>
                    <a:lnTo>
                      <a:pt x="6047" y="12792"/>
                    </a:lnTo>
                    <a:lnTo>
                      <a:pt x="6160" y="12641"/>
                    </a:lnTo>
                    <a:lnTo>
                      <a:pt x="6274" y="12471"/>
                    </a:lnTo>
                    <a:lnTo>
                      <a:pt x="6349" y="12301"/>
                    </a:lnTo>
                    <a:lnTo>
                      <a:pt x="6425" y="12130"/>
                    </a:lnTo>
                    <a:lnTo>
                      <a:pt x="6614" y="11545"/>
                    </a:lnTo>
                    <a:lnTo>
                      <a:pt x="6784" y="10997"/>
                    </a:lnTo>
                    <a:lnTo>
                      <a:pt x="6916" y="10468"/>
                    </a:lnTo>
                    <a:lnTo>
                      <a:pt x="7029" y="9958"/>
                    </a:lnTo>
                    <a:lnTo>
                      <a:pt x="7124" y="9485"/>
                    </a:lnTo>
                    <a:lnTo>
                      <a:pt x="7199" y="9013"/>
                    </a:lnTo>
                    <a:lnTo>
                      <a:pt x="7256" y="8578"/>
                    </a:lnTo>
                    <a:lnTo>
                      <a:pt x="7294" y="8144"/>
                    </a:lnTo>
                    <a:lnTo>
                      <a:pt x="7313" y="7728"/>
                    </a:lnTo>
                    <a:lnTo>
                      <a:pt x="7313" y="7331"/>
                    </a:lnTo>
                    <a:lnTo>
                      <a:pt x="7294" y="6954"/>
                    </a:lnTo>
                    <a:lnTo>
                      <a:pt x="7256" y="6576"/>
                    </a:lnTo>
                    <a:lnTo>
                      <a:pt x="7218" y="6217"/>
                    </a:lnTo>
                    <a:lnTo>
                      <a:pt x="7181" y="5877"/>
                    </a:lnTo>
                    <a:lnTo>
                      <a:pt x="7048" y="5197"/>
                    </a:lnTo>
                    <a:lnTo>
                      <a:pt x="6897" y="4554"/>
                    </a:lnTo>
                    <a:lnTo>
                      <a:pt x="6727" y="3931"/>
                    </a:lnTo>
                    <a:lnTo>
                      <a:pt x="6387" y="2684"/>
                    </a:lnTo>
                    <a:lnTo>
                      <a:pt x="6236" y="2060"/>
                    </a:lnTo>
                    <a:lnTo>
                      <a:pt x="6104" y="1399"/>
                    </a:lnTo>
                    <a:lnTo>
                      <a:pt x="6047" y="1078"/>
                    </a:lnTo>
                    <a:lnTo>
                      <a:pt x="6009" y="719"/>
                    </a:lnTo>
                    <a:lnTo>
                      <a:pt x="5990" y="379"/>
                    </a:lnTo>
                    <a:lnTo>
                      <a:pt x="597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9"/>
              <p:cNvSpPr/>
              <p:nvPr/>
            </p:nvSpPr>
            <p:spPr>
              <a:xfrm>
                <a:off x="1757617" y="2353074"/>
                <a:ext cx="61933" cy="55104"/>
              </a:xfrm>
              <a:custGeom>
                <a:rect b="b" l="l" r="r" t="t"/>
                <a:pathLst>
                  <a:path extrusionOk="0" h="1985" w="2231">
                    <a:moveTo>
                      <a:pt x="1040" y="0"/>
                    </a:moveTo>
                    <a:lnTo>
                      <a:pt x="945" y="19"/>
                    </a:lnTo>
                    <a:lnTo>
                      <a:pt x="473" y="246"/>
                    </a:lnTo>
                    <a:lnTo>
                      <a:pt x="1" y="473"/>
                    </a:lnTo>
                    <a:lnTo>
                      <a:pt x="397" y="983"/>
                    </a:lnTo>
                    <a:lnTo>
                      <a:pt x="586" y="1247"/>
                    </a:lnTo>
                    <a:lnTo>
                      <a:pt x="775" y="1531"/>
                    </a:lnTo>
                    <a:lnTo>
                      <a:pt x="832" y="1606"/>
                    </a:lnTo>
                    <a:lnTo>
                      <a:pt x="908" y="1701"/>
                    </a:lnTo>
                    <a:lnTo>
                      <a:pt x="983" y="1758"/>
                    </a:lnTo>
                    <a:lnTo>
                      <a:pt x="1078" y="1833"/>
                    </a:lnTo>
                    <a:lnTo>
                      <a:pt x="1267" y="1909"/>
                    </a:lnTo>
                    <a:lnTo>
                      <a:pt x="1456" y="1965"/>
                    </a:lnTo>
                    <a:lnTo>
                      <a:pt x="1663" y="1984"/>
                    </a:lnTo>
                    <a:lnTo>
                      <a:pt x="1758" y="1965"/>
                    </a:lnTo>
                    <a:lnTo>
                      <a:pt x="1852" y="1946"/>
                    </a:lnTo>
                    <a:lnTo>
                      <a:pt x="1966" y="1909"/>
                    </a:lnTo>
                    <a:lnTo>
                      <a:pt x="2041" y="1852"/>
                    </a:lnTo>
                    <a:lnTo>
                      <a:pt x="2136" y="1795"/>
                    </a:lnTo>
                    <a:lnTo>
                      <a:pt x="2211" y="1720"/>
                    </a:lnTo>
                    <a:lnTo>
                      <a:pt x="2230" y="1720"/>
                    </a:lnTo>
                    <a:lnTo>
                      <a:pt x="1758" y="926"/>
                    </a:lnTo>
                    <a:lnTo>
                      <a:pt x="1285" y="133"/>
                    </a:lnTo>
                    <a:lnTo>
                      <a:pt x="1210" y="57"/>
                    </a:lnTo>
                    <a:lnTo>
                      <a:pt x="113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9"/>
              <p:cNvSpPr/>
              <p:nvPr/>
            </p:nvSpPr>
            <p:spPr>
              <a:xfrm>
                <a:off x="1757617" y="2353074"/>
                <a:ext cx="61933" cy="55104"/>
              </a:xfrm>
              <a:custGeom>
                <a:rect b="b" l="l" r="r" t="t"/>
                <a:pathLst>
                  <a:path extrusionOk="0" fill="none" h="1985" w="2231">
                    <a:moveTo>
                      <a:pt x="1" y="473"/>
                    </a:moveTo>
                    <a:lnTo>
                      <a:pt x="1" y="473"/>
                    </a:lnTo>
                    <a:lnTo>
                      <a:pt x="473" y="246"/>
                    </a:lnTo>
                    <a:lnTo>
                      <a:pt x="945" y="19"/>
                    </a:lnTo>
                    <a:lnTo>
                      <a:pt x="945" y="19"/>
                    </a:lnTo>
                    <a:lnTo>
                      <a:pt x="1040" y="0"/>
                    </a:lnTo>
                    <a:lnTo>
                      <a:pt x="1134" y="0"/>
                    </a:lnTo>
                    <a:lnTo>
                      <a:pt x="1210" y="57"/>
                    </a:lnTo>
                    <a:lnTo>
                      <a:pt x="1285" y="133"/>
                    </a:lnTo>
                    <a:lnTo>
                      <a:pt x="1285" y="133"/>
                    </a:lnTo>
                    <a:lnTo>
                      <a:pt x="1758" y="926"/>
                    </a:lnTo>
                    <a:lnTo>
                      <a:pt x="2230" y="1720"/>
                    </a:lnTo>
                    <a:lnTo>
                      <a:pt x="2211" y="1720"/>
                    </a:lnTo>
                    <a:lnTo>
                      <a:pt x="2211" y="1720"/>
                    </a:lnTo>
                    <a:lnTo>
                      <a:pt x="2136" y="1795"/>
                    </a:lnTo>
                    <a:lnTo>
                      <a:pt x="2041" y="1852"/>
                    </a:lnTo>
                    <a:lnTo>
                      <a:pt x="1966" y="1909"/>
                    </a:lnTo>
                    <a:lnTo>
                      <a:pt x="1852" y="1946"/>
                    </a:lnTo>
                    <a:lnTo>
                      <a:pt x="1758" y="1965"/>
                    </a:lnTo>
                    <a:lnTo>
                      <a:pt x="1663" y="1984"/>
                    </a:lnTo>
                    <a:lnTo>
                      <a:pt x="1456" y="1965"/>
                    </a:lnTo>
                    <a:lnTo>
                      <a:pt x="1267" y="1909"/>
                    </a:lnTo>
                    <a:lnTo>
                      <a:pt x="1078" y="1833"/>
                    </a:lnTo>
                    <a:lnTo>
                      <a:pt x="983" y="1758"/>
                    </a:lnTo>
                    <a:lnTo>
                      <a:pt x="908" y="1701"/>
                    </a:lnTo>
                    <a:lnTo>
                      <a:pt x="832" y="1606"/>
                    </a:lnTo>
                    <a:lnTo>
                      <a:pt x="775" y="1531"/>
                    </a:lnTo>
                    <a:lnTo>
                      <a:pt x="775" y="1531"/>
                    </a:lnTo>
                    <a:lnTo>
                      <a:pt x="586" y="1247"/>
                    </a:lnTo>
                    <a:lnTo>
                      <a:pt x="397" y="983"/>
                    </a:lnTo>
                    <a:lnTo>
                      <a:pt x="1" y="4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9"/>
              <p:cNvSpPr/>
              <p:nvPr/>
            </p:nvSpPr>
            <p:spPr>
              <a:xfrm>
                <a:off x="1603947" y="2353601"/>
                <a:ext cx="220859" cy="506676"/>
              </a:xfrm>
              <a:custGeom>
                <a:rect b="b" l="l" r="r" t="t"/>
                <a:pathLst>
                  <a:path extrusionOk="0" h="18252" w="7956">
                    <a:moveTo>
                      <a:pt x="5518" y="0"/>
                    </a:moveTo>
                    <a:lnTo>
                      <a:pt x="5461" y="19"/>
                    </a:lnTo>
                    <a:lnTo>
                      <a:pt x="5386" y="57"/>
                    </a:lnTo>
                    <a:lnTo>
                      <a:pt x="2835" y="1776"/>
                    </a:lnTo>
                    <a:lnTo>
                      <a:pt x="4686" y="4743"/>
                    </a:lnTo>
                    <a:lnTo>
                      <a:pt x="435" y="13339"/>
                    </a:lnTo>
                    <a:lnTo>
                      <a:pt x="265" y="13717"/>
                    </a:lnTo>
                    <a:lnTo>
                      <a:pt x="152" y="14095"/>
                    </a:lnTo>
                    <a:lnTo>
                      <a:pt x="58" y="14454"/>
                    </a:lnTo>
                    <a:lnTo>
                      <a:pt x="20" y="14813"/>
                    </a:lnTo>
                    <a:lnTo>
                      <a:pt x="1" y="15153"/>
                    </a:lnTo>
                    <a:lnTo>
                      <a:pt x="20" y="15493"/>
                    </a:lnTo>
                    <a:lnTo>
                      <a:pt x="58" y="15814"/>
                    </a:lnTo>
                    <a:lnTo>
                      <a:pt x="133" y="16117"/>
                    </a:lnTo>
                    <a:lnTo>
                      <a:pt x="246" y="16400"/>
                    </a:lnTo>
                    <a:lnTo>
                      <a:pt x="360" y="16683"/>
                    </a:lnTo>
                    <a:lnTo>
                      <a:pt x="511" y="16929"/>
                    </a:lnTo>
                    <a:lnTo>
                      <a:pt x="681" y="17175"/>
                    </a:lnTo>
                    <a:lnTo>
                      <a:pt x="870" y="17383"/>
                    </a:lnTo>
                    <a:lnTo>
                      <a:pt x="1059" y="17590"/>
                    </a:lnTo>
                    <a:lnTo>
                      <a:pt x="1286" y="17760"/>
                    </a:lnTo>
                    <a:lnTo>
                      <a:pt x="1512" y="17912"/>
                    </a:lnTo>
                    <a:lnTo>
                      <a:pt x="1739" y="18025"/>
                    </a:lnTo>
                    <a:lnTo>
                      <a:pt x="1985" y="18119"/>
                    </a:lnTo>
                    <a:lnTo>
                      <a:pt x="2249" y="18195"/>
                    </a:lnTo>
                    <a:lnTo>
                      <a:pt x="2495" y="18233"/>
                    </a:lnTo>
                    <a:lnTo>
                      <a:pt x="2759" y="18252"/>
                    </a:lnTo>
                    <a:lnTo>
                      <a:pt x="3005" y="18214"/>
                    </a:lnTo>
                    <a:lnTo>
                      <a:pt x="3269" y="18157"/>
                    </a:lnTo>
                    <a:lnTo>
                      <a:pt x="3515" y="18082"/>
                    </a:lnTo>
                    <a:lnTo>
                      <a:pt x="3761" y="17949"/>
                    </a:lnTo>
                    <a:lnTo>
                      <a:pt x="4006" y="17798"/>
                    </a:lnTo>
                    <a:lnTo>
                      <a:pt x="4233" y="17590"/>
                    </a:lnTo>
                    <a:lnTo>
                      <a:pt x="4441" y="17345"/>
                    </a:lnTo>
                    <a:lnTo>
                      <a:pt x="4630" y="17080"/>
                    </a:lnTo>
                    <a:lnTo>
                      <a:pt x="4819" y="16740"/>
                    </a:lnTo>
                    <a:lnTo>
                      <a:pt x="4989" y="16381"/>
                    </a:lnTo>
                    <a:lnTo>
                      <a:pt x="5121" y="15984"/>
                    </a:lnTo>
                    <a:lnTo>
                      <a:pt x="7634" y="5045"/>
                    </a:lnTo>
                    <a:lnTo>
                      <a:pt x="7105" y="4346"/>
                    </a:lnTo>
                    <a:lnTo>
                      <a:pt x="7823" y="3628"/>
                    </a:lnTo>
                    <a:lnTo>
                      <a:pt x="7861" y="3571"/>
                    </a:lnTo>
                    <a:lnTo>
                      <a:pt x="7917" y="3515"/>
                    </a:lnTo>
                    <a:lnTo>
                      <a:pt x="7936" y="3439"/>
                    </a:lnTo>
                    <a:lnTo>
                      <a:pt x="7955" y="3363"/>
                    </a:lnTo>
                    <a:lnTo>
                      <a:pt x="7955" y="3269"/>
                    </a:lnTo>
                    <a:lnTo>
                      <a:pt x="7936" y="3193"/>
                    </a:lnTo>
                    <a:lnTo>
                      <a:pt x="7917" y="3118"/>
                    </a:lnTo>
                    <a:lnTo>
                      <a:pt x="7880" y="3061"/>
                    </a:lnTo>
                    <a:lnTo>
                      <a:pt x="7709" y="2797"/>
                    </a:lnTo>
                    <a:lnTo>
                      <a:pt x="7558" y="2608"/>
                    </a:lnTo>
                    <a:lnTo>
                      <a:pt x="7086" y="1909"/>
                    </a:lnTo>
                    <a:lnTo>
                      <a:pt x="6954" y="1701"/>
                    </a:lnTo>
                    <a:lnTo>
                      <a:pt x="6500" y="1039"/>
                    </a:lnTo>
                    <a:lnTo>
                      <a:pt x="6368" y="832"/>
                    </a:lnTo>
                    <a:lnTo>
                      <a:pt x="5896" y="170"/>
                    </a:lnTo>
                    <a:lnTo>
                      <a:pt x="5858" y="114"/>
                    </a:lnTo>
                    <a:lnTo>
                      <a:pt x="5801" y="57"/>
                    </a:lnTo>
                    <a:lnTo>
                      <a:pt x="5745" y="19"/>
                    </a:lnTo>
                    <a:lnTo>
                      <a:pt x="566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9"/>
              <p:cNvSpPr/>
              <p:nvPr/>
            </p:nvSpPr>
            <p:spPr>
              <a:xfrm>
                <a:off x="1603947" y="2353601"/>
                <a:ext cx="220859" cy="506676"/>
              </a:xfrm>
              <a:custGeom>
                <a:rect b="b" l="l" r="r" t="t"/>
                <a:pathLst>
                  <a:path extrusionOk="0" fill="none" h="18252" w="7956">
                    <a:moveTo>
                      <a:pt x="7823" y="3628"/>
                    </a:moveTo>
                    <a:lnTo>
                      <a:pt x="7105" y="4346"/>
                    </a:lnTo>
                    <a:lnTo>
                      <a:pt x="7634" y="5045"/>
                    </a:lnTo>
                    <a:lnTo>
                      <a:pt x="5121" y="15984"/>
                    </a:lnTo>
                    <a:lnTo>
                      <a:pt x="5121" y="15984"/>
                    </a:lnTo>
                    <a:lnTo>
                      <a:pt x="4989" y="16381"/>
                    </a:lnTo>
                    <a:lnTo>
                      <a:pt x="4819" y="16740"/>
                    </a:lnTo>
                    <a:lnTo>
                      <a:pt x="4630" y="17080"/>
                    </a:lnTo>
                    <a:lnTo>
                      <a:pt x="4441" y="17345"/>
                    </a:lnTo>
                    <a:lnTo>
                      <a:pt x="4233" y="17590"/>
                    </a:lnTo>
                    <a:lnTo>
                      <a:pt x="4006" y="17798"/>
                    </a:lnTo>
                    <a:lnTo>
                      <a:pt x="3761" y="17949"/>
                    </a:lnTo>
                    <a:lnTo>
                      <a:pt x="3515" y="18082"/>
                    </a:lnTo>
                    <a:lnTo>
                      <a:pt x="3269" y="18157"/>
                    </a:lnTo>
                    <a:lnTo>
                      <a:pt x="3005" y="18214"/>
                    </a:lnTo>
                    <a:lnTo>
                      <a:pt x="2759" y="18252"/>
                    </a:lnTo>
                    <a:lnTo>
                      <a:pt x="2495" y="18233"/>
                    </a:lnTo>
                    <a:lnTo>
                      <a:pt x="2249" y="18195"/>
                    </a:lnTo>
                    <a:lnTo>
                      <a:pt x="1985" y="18119"/>
                    </a:lnTo>
                    <a:lnTo>
                      <a:pt x="1739" y="18025"/>
                    </a:lnTo>
                    <a:lnTo>
                      <a:pt x="1512" y="17912"/>
                    </a:lnTo>
                    <a:lnTo>
                      <a:pt x="1286" y="17760"/>
                    </a:lnTo>
                    <a:lnTo>
                      <a:pt x="1059" y="17590"/>
                    </a:lnTo>
                    <a:lnTo>
                      <a:pt x="870" y="17383"/>
                    </a:lnTo>
                    <a:lnTo>
                      <a:pt x="681" y="17175"/>
                    </a:lnTo>
                    <a:lnTo>
                      <a:pt x="511" y="16929"/>
                    </a:lnTo>
                    <a:lnTo>
                      <a:pt x="360" y="16683"/>
                    </a:lnTo>
                    <a:lnTo>
                      <a:pt x="246" y="16400"/>
                    </a:lnTo>
                    <a:lnTo>
                      <a:pt x="133" y="16117"/>
                    </a:lnTo>
                    <a:lnTo>
                      <a:pt x="58" y="15814"/>
                    </a:lnTo>
                    <a:lnTo>
                      <a:pt x="20" y="15493"/>
                    </a:lnTo>
                    <a:lnTo>
                      <a:pt x="1" y="15153"/>
                    </a:lnTo>
                    <a:lnTo>
                      <a:pt x="20" y="14813"/>
                    </a:lnTo>
                    <a:lnTo>
                      <a:pt x="58" y="14454"/>
                    </a:lnTo>
                    <a:lnTo>
                      <a:pt x="152" y="14095"/>
                    </a:lnTo>
                    <a:lnTo>
                      <a:pt x="265" y="13717"/>
                    </a:lnTo>
                    <a:lnTo>
                      <a:pt x="435" y="13339"/>
                    </a:lnTo>
                    <a:lnTo>
                      <a:pt x="4686" y="4743"/>
                    </a:lnTo>
                    <a:lnTo>
                      <a:pt x="2835" y="1776"/>
                    </a:lnTo>
                    <a:lnTo>
                      <a:pt x="5386" y="57"/>
                    </a:lnTo>
                    <a:lnTo>
                      <a:pt x="5386" y="57"/>
                    </a:lnTo>
                    <a:lnTo>
                      <a:pt x="5461" y="19"/>
                    </a:lnTo>
                    <a:lnTo>
                      <a:pt x="5518" y="0"/>
                    </a:lnTo>
                    <a:lnTo>
                      <a:pt x="5593" y="0"/>
                    </a:lnTo>
                    <a:lnTo>
                      <a:pt x="5669" y="0"/>
                    </a:lnTo>
                    <a:lnTo>
                      <a:pt x="5745" y="19"/>
                    </a:lnTo>
                    <a:lnTo>
                      <a:pt x="5801" y="57"/>
                    </a:lnTo>
                    <a:lnTo>
                      <a:pt x="5858" y="114"/>
                    </a:lnTo>
                    <a:lnTo>
                      <a:pt x="5896" y="170"/>
                    </a:lnTo>
                    <a:lnTo>
                      <a:pt x="6368" y="832"/>
                    </a:lnTo>
                    <a:lnTo>
                      <a:pt x="6500" y="1039"/>
                    </a:lnTo>
                    <a:lnTo>
                      <a:pt x="6954" y="1701"/>
                    </a:lnTo>
                    <a:lnTo>
                      <a:pt x="7086" y="1909"/>
                    </a:lnTo>
                    <a:lnTo>
                      <a:pt x="7558" y="2608"/>
                    </a:lnTo>
                    <a:lnTo>
                      <a:pt x="7709" y="2797"/>
                    </a:lnTo>
                    <a:lnTo>
                      <a:pt x="7880" y="3061"/>
                    </a:lnTo>
                    <a:lnTo>
                      <a:pt x="7880" y="3061"/>
                    </a:lnTo>
                    <a:lnTo>
                      <a:pt x="7917" y="3118"/>
                    </a:lnTo>
                    <a:lnTo>
                      <a:pt x="7936" y="3193"/>
                    </a:lnTo>
                    <a:lnTo>
                      <a:pt x="7955" y="3269"/>
                    </a:lnTo>
                    <a:lnTo>
                      <a:pt x="7955" y="3363"/>
                    </a:lnTo>
                    <a:lnTo>
                      <a:pt x="7936" y="3439"/>
                    </a:lnTo>
                    <a:lnTo>
                      <a:pt x="7917" y="3515"/>
                    </a:lnTo>
                    <a:lnTo>
                      <a:pt x="7861" y="3571"/>
                    </a:lnTo>
                    <a:lnTo>
                      <a:pt x="7823" y="362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9"/>
              <p:cNvSpPr/>
              <p:nvPr/>
            </p:nvSpPr>
            <p:spPr>
              <a:xfrm>
                <a:off x="1734022" y="2376668"/>
                <a:ext cx="50384" cy="33590"/>
              </a:xfrm>
              <a:custGeom>
                <a:rect b="b" l="l" r="r" t="t"/>
                <a:pathLst>
                  <a:path extrusionOk="0" h="1210" w="1815">
                    <a:moveTo>
                      <a:pt x="1682" y="1"/>
                    </a:moveTo>
                    <a:lnTo>
                      <a:pt x="851" y="473"/>
                    </a:lnTo>
                    <a:lnTo>
                      <a:pt x="38" y="1002"/>
                    </a:lnTo>
                    <a:lnTo>
                      <a:pt x="19" y="1021"/>
                    </a:lnTo>
                    <a:lnTo>
                      <a:pt x="0" y="1059"/>
                    </a:lnTo>
                    <a:lnTo>
                      <a:pt x="0" y="1096"/>
                    </a:lnTo>
                    <a:lnTo>
                      <a:pt x="0" y="1134"/>
                    </a:lnTo>
                    <a:lnTo>
                      <a:pt x="57" y="1191"/>
                    </a:lnTo>
                    <a:lnTo>
                      <a:pt x="76" y="1210"/>
                    </a:lnTo>
                    <a:lnTo>
                      <a:pt x="114" y="1210"/>
                    </a:lnTo>
                    <a:lnTo>
                      <a:pt x="189" y="1191"/>
                    </a:lnTo>
                    <a:lnTo>
                      <a:pt x="586" y="926"/>
                    </a:lnTo>
                    <a:lnTo>
                      <a:pt x="983" y="681"/>
                    </a:lnTo>
                    <a:lnTo>
                      <a:pt x="1399" y="435"/>
                    </a:lnTo>
                    <a:lnTo>
                      <a:pt x="1814" y="208"/>
                    </a:lnTo>
                    <a:lnTo>
                      <a:pt x="168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9"/>
              <p:cNvSpPr/>
              <p:nvPr/>
            </p:nvSpPr>
            <p:spPr>
              <a:xfrm>
                <a:off x="1749761" y="2400791"/>
                <a:ext cx="50884" cy="34117"/>
              </a:xfrm>
              <a:custGeom>
                <a:rect b="b" l="l" r="r" t="t"/>
                <a:pathLst>
                  <a:path extrusionOk="0" h="1229" w="1833">
                    <a:moveTo>
                      <a:pt x="1701" y="1"/>
                    </a:moveTo>
                    <a:lnTo>
                      <a:pt x="869" y="492"/>
                    </a:lnTo>
                    <a:lnTo>
                      <a:pt x="57" y="1002"/>
                    </a:lnTo>
                    <a:lnTo>
                      <a:pt x="19" y="1040"/>
                    </a:lnTo>
                    <a:lnTo>
                      <a:pt x="19" y="1078"/>
                    </a:lnTo>
                    <a:lnTo>
                      <a:pt x="0" y="1115"/>
                    </a:lnTo>
                    <a:lnTo>
                      <a:pt x="19" y="1134"/>
                    </a:lnTo>
                    <a:lnTo>
                      <a:pt x="57" y="1191"/>
                    </a:lnTo>
                    <a:lnTo>
                      <a:pt x="95" y="1210"/>
                    </a:lnTo>
                    <a:lnTo>
                      <a:pt x="133" y="1229"/>
                    </a:lnTo>
                    <a:lnTo>
                      <a:pt x="170" y="1210"/>
                    </a:lnTo>
                    <a:lnTo>
                      <a:pt x="208" y="1191"/>
                    </a:lnTo>
                    <a:lnTo>
                      <a:pt x="605" y="927"/>
                    </a:lnTo>
                    <a:lnTo>
                      <a:pt x="1002" y="681"/>
                    </a:lnTo>
                    <a:lnTo>
                      <a:pt x="1417" y="435"/>
                    </a:lnTo>
                    <a:lnTo>
                      <a:pt x="1833" y="209"/>
                    </a:lnTo>
                    <a:lnTo>
                      <a:pt x="170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9"/>
              <p:cNvSpPr/>
              <p:nvPr/>
            </p:nvSpPr>
            <p:spPr>
              <a:xfrm>
                <a:off x="1767582" y="2425968"/>
                <a:ext cx="50384" cy="33590"/>
              </a:xfrm>
              <a:custGeom>
                <a:rect b="b" l="l" r="r" t="t"/>
                <a:pathLst>
                  <a:path extrusionOk="0" h="1210" w="1815">
                    <a:moveTo>
                      <a:pt x="1663" y="1"/>
                    </a:moveTo>
                    <a:lnTo>
                      <a:pt x="1267" y="227"/>
                    </a:lnTo>
                    <a:lnTo>
                      <a:pt x="851" y="473"/>
                    </a:lnTo>
                    <a:lnTo>
                      <a:pt x="38" y="1002"/>
                    </a:lnTo>
                    <a:lnTo>
                      <a:pt x="20" y="1021"/>
                    </a:lnTo>
                    <a:lnTo>
                      <a:pt x="1" y="1059"/>
                    </a:lnTo>
                    <a:lnTo>
                      <a:pt x="1" y="1096"/>
                    </a:lnTo>
                    <a:lnTo>
                      <a:pt x="1" y="1134"/>
                    </a:lnTo>
                    <a:lnTo>
                      <a:pt x="57" y="1191"/>
                    </a:lnTo>
                    <a:lnTo>
                      <a:pt x="76" y="1210"/>
                    </a:lnTo>
                    <a:lnTo>
                      <a:pt x="152" y="1210"/>
                    </a:lnTo>
                    <a:lnTo>
                      <a:pt x="190" y="1191"/>
                    </a:lnTo>
                    <a:lnTo>
                      <a:pt x="983" y="681"/>
                    </a:lnTo>
                    <a:lnTo>
                      <a:pt x="1814" y="190"/>
                    </a:lnTo>
                    <a:lnTo>
                      <a:pt x="1663"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9"/>
              <p:cNvSpPr/>
              <p:nvPr/>
            </p:nvSpPr>
            <p:spPr>
              <a:xfrm>
                <a:off x="764843" y="927064"/>
                <a:ext cx="2128914" cy="946727"/>
              </a:xfrm>
              <a:custGeom>
                <a:rect b="b" l="l" r="r" t="t"/>
                <a:pathLst>
                  <a:path extrusionOk="0" h="34104" w="76690">
                    <a:moveTo>
                      <a:pt x="0" y="0"/>
                    </a:moveTo>
                    <a:lnTo>
                      <a:pt x="359" y="189"/>
                    </a:lnTo>
                    <a:lnTo>
                      <a:pt x="718" y="341"/>
                    </a:lnTo>
                    <a:lnTo>
                      <a:pt x="359" y="170"/>
                    </a:lnTo>
                    <a:lnTo>
                      <a:pt x="0" y="0"/>
                    </a:lnTo>
                    <a:close/>
                    <a:moveTo>
                      <a:pt x="1852" y="756"/>
                    </a:moveTo>
                    <a:lnTo>
                      <a:pt x="2229" y="870"/>
                    </a:lnTo>
                    <a:lnTo>
                      <a:pt x="2229" y="851"/>
                    </a:lnTo>
                    <a:lnTo>
                      <a:pt x="1852" y="756"/>
                    </a:lnTo>
                    <a:close/>
                    <a:moveTo>
                      <a:pt x="73345" y="23145"/>
                    </a:moveTo>
                    <a:lnTo>
                      <a:pt x="73383" y="23164"/>
                    </a:lnTo>
                    <a:lnTo>
                      <a:pt x="74110" y="23230"/>
                    </a:lnTo>
                    <a:lnTo>
                      <a:pt x="74110" y="23230"/>
                    </a:lnTo>
                    <a:lnTo>
                      <a:pt x="73345" y="23145"/>
                    </a:lnTo>
                    <a:close/>
                    <a:moveTo>
                      <a:pt x="74110" y="23230"/>
                    </a:moveTo>
                    <a:lnTo>
                      <a:pt x="74195" y="23240"/>
                    </a:lnTo>
                    <a:lnTo>
                      <a:pt x="75027" y="23334"/>
                    </a:lnTo>
                    <a:lnTo>
                      <a:pt x="75858" y="23448"/>
                    </a:lnTo>
                    <a:lnTo>
                      <a:pt x="76689" y="23599"/>
                    </a:lnTo>
                    <a:lnTo>
                      <a:pt x="76689" y="23599"/>
                    </a:lnTo>
                    <a:lnTo>
                      <a:pt x="75877" y="23448"/>
                    </a:lnTo>
                    <a:lnTo>
                      <a:pt x="75046" y="23334"/>
                    </a:lnTo>
                    <a:lnTo>
                      <a:pt x="74214" y="23240"/>
                    </a:lnTo>
                    <a:lnTo>
                      <a:pt x="74110" y="23230"/>
                    </a:lnTo>
                    <a:close/>
                    <a:moveTo>
                      <a:pt x="53431" y="27699"/>
                    </a:moveTo>
                    <a:lnTo>
                      <a:pt x="52940" y="28000"/>
                    </a:lnTo>
                    <a:lnTo>
                      <a:pt x="52940" y="28000"/>
                    </a:lnTo>
                    <a:lnTo>
                      <a:pt x="53450" y="27699"/>
                    </a:lnTo>
                    <a:close/>
                    <a:moveTo>
                      <a:pt x="52940" y="28000"/>
                    </a:moveTo>
                    <a:lnTo>
                      <a:pt x="52619" y="28190"/>
                    </a:lnTo>
                    <a:lnTo>
                      <a:pt x="51806" y="28700"/>
                    </a:lnTo>
                    <a:lnTo>
                      <a:pt x="51319" y="29025"/>
                    </a:lnTo>
                    <a:lnTo>
                      <a:pt x="51806" y="28719"/>
                    </a:lnTo>
                    <a:lnTo>
                      <a:pt x="52600" y="28209"/>
                    </a:lnTo>
                    <a:lnTo>
                      <a:pt x="52940" y="28000"/>
                    </a:lnTo>
                    <a:close/>
                    <a:moveTo>
                      <a:pt x="51319" y="29025"/>
                    </a:moveTo>
                    <a:lnTo>
                      <a:pt x="50994" y="29229"/>
                    </a:lnTo>
                    <a:lnTo>
                      <a:pt x="50465" y="29594"/>
                    </a:lnTo>
                    <a:lnTo>
                      <a:pt x="50465" y="29594"/>
                    </a:lnTo>
                    <a:lnTo>
                      <a:pt x="51013" y="29229"/>
                    </a:lnTo>
                    <a:lnTo>
                      <a:pt x="51319" y="29025"/>
                    </a:lnTo>
                    <a:close/>
                    <a:moveTo>
                      <a:pt x="50465" y="29594"/>
                    </a:moveTo>
                    <a:lnTo>
                      <a:pt x="50219" y="29758"/>
                    </a:lnTo>
                    <a:lnTo>
                      <a:pt x="48632" y="30854"/>
                    </a:lnTo>
                    <a:lnTo>
                      <a:pt x="48160" y="31190"/>
                    </a:lnTo>
                    <a:lnTo>
                      <a:pt x="48160" y="31190"/>
                    </a:lnTo>
                    <a:lnTo>
                      <a:pt x="48613" y="30873"/>
                    </a:lnTo>
                    <a:lnTo>
                      <a:pt x="50200" y="29777"/>
                    </a:lnTo>
                    <a:lnTo>
                      <a:pt x="50465" y="29594"/>
                    </a:lnTo>
                    <a:close/>
                    <a:moveTo>
                      <a:pt x="48160" y="31190"/>
                    </a:moveTo>
                    <a:lnTo>
                      <a:pt x="47045" y="31969"/>
                    </a:lnTo>
                    <a:lnTo>
                      <a:pt x="46411" y="32412"/>
                    </a:lnTo>
                    <a:lnTo>
                      <a:pt x="47064" y="31969"/>
                    </a:lnTo>
                    <a:lnTo>
                      <a:pt x="48160" y="31190"/>
                    </a:lnTo>
                    <a:close/>
                    <a:moveTo>
                      <a:pt x="46411" y="32412"/>
                    </a:moveTo>
                    <a:lnTo>
                      <a:pt x="45477" y="33046"/>
                    </a:lnTo>
                    <a:lnTo>
                      <a:pt x="44684" y="33575"/>
                    </a:lnTo>
                    <a:lnTo>
                      <a:pt x="43871" y="34104"/>
                    </a:lnTo>
                    <a:lnTo>
                      <a:pt x="44684" y="33593"/>
                    </a:lnTo>
                    <a:lnTo>
                      <a:pt x="45477" y="33064"/>
                    </a:lnTo>
                    <a:lnTo>
                      <a:pt x="46411" y="32412"/>
                    </a:lnTo>
                    <a:close/>
                  </a:path>
                </a:pathLst>
              </a:custGeom>
              <a:solidFill>
                <a:srgbClr val="BD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9"/>
              <p:cNvSpPr/>
              <p:nvPr/>
            </p:nvSpPr>
            <p:spPr>
              <a:xfrm>
                <a:off x="1642753" y="1990131"/>
                <a:ext cx="28" cy="28"/>
              </a:xfrm>
              <a:custGeom>
                <a:rect b="b" l="l" r="r" t="t"/>
                <a:pathLst>
                  <a:path extrusionOk="0" fill="none" h="1" w="1">
                    <a:moveTo>
                      <a:pt x="1" y="1"/>
                    </a:move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9"/>
              <p:cNvSpPr/>
              <p:nvPr/>
            </p:nvSpPr>
            <p:spPr>
              <a:xfrm>
                <a:off x="1642753" y="1932449"/>
                <a:ext cx="236598" cy="57713"/>
              </a:xfrm>
              <a:custGeom>
                <a:rect b="b" l="l" r="r" t="t"/>
                <a:pathLst>
                  <a:path extrusionOk="0" fill="none" h="2079" w="8523">
                    <a:moveTo>
                      <a:pt x="8522" y="1"/>
                    </a:moveTo>
                    <a:lnTo>
                      <a:pt x="8522" y="1"/>
                    </a:lnTo>
                    <a:lnTo>
                      <a:pt x="8031" y="227"/>
                    </a:lnTo>
                    <a:lnTo>
                      <a:pt x="7521" y="454"/>
                    </a:lnTo>
                    <a:lnTo>
                      <a:pt x="7011" y="662"/>
                    </a:lnTo>
                    <a:lnTo>
                      <a:pt x="6500" y="851"/>
                    </a:lnTo>
                    <a:lnTo>
                      <a:pt x="5971" y="1040"/>
                    </a:lnTo>
                    <a:lnTo>
                      <a:pt x="5442" y="1210"/>
                    </a:lnTo>
                    <a:lnTo>
                      <a:pt x="4913" y="1361"/>
                    </a:lnTo>
                    <a:lnTo>
                      <a:pt x="4365" y="1512"/>
                    </a:lnTo>
                    <a:lnTo>
                      <a:pt x="3818" y="1644"/>
                    </a:lnTo>
                    <a:lnTo>
                      <a:pt x="3270" y="1758"/>
                    </a:lnTo>
                    <a:lnTo>
                      <a:pt x="2741" y="1852"/>
                    </a:lnTo>
                    <a:lnTo>
                      <a:pt x="2193" y="1928"/>
                    </a:lnTo>
                    <a:lnTo>
                      <a:pt x="1645" y="1985"/>
                    </a:lnTo>
                    <a:lnTo>
                      <a:pt x="1097" y="2041"/>
                    </a:lnTo>
                    <a:lnTo>
                      <a:pt x="549" y="2060"/>
                    </a:lnTo>
                    <a:lnTo>
                      <a:pt x="1" y="2079"/>
                    </a:lnTo>
                    <a:lnTo>
                      <a:pt x="1" y="2079"/>
                    </a:lnTo>
                    <a:lnTo>
                      <a:pt x="549" y="2060"/>
                    </a:lnTo>
                    <a:lnTo>
                      <a:pt x="1097" y="2041"/>
                    </a:lnTo>
                    <a:lnTo>
                      <a:pt x="1645" y="1985"/>
                    </a:lnTo>
                    <a:lnTo>
                      <a:pt x="2193" y="1928"/>
                    </a:lnTo>
                    <a:lnTo>
                      <a:pt x="2741" y="1852"/>
                    </a:lnTo>
                    <a:lnTo>
                      <a:pt x="3270" y="1758"/>
                    </a:lnTo>
                    <a:lnTo>
                      <a:pt x="3818" y="1644"/>
                    </a:lnTo>
                    <a:lnTo>
                      <a:pt x="4365" y="1512"/>
                    </a:lnTo>
                    <a:lnTo>
                      <a:pt x="4913" y="1361"/>
                    </a:lnTo>
                    <a:lnTo>
                      <a:pt x="5442" y="1210"/>
                    </a:lnTo>
                    <a:lnTo>
                      <a:pt x="5971" y="1040"/>
                    </a:lnTo>
                    <a:lnTo>
                      <a:pt x="6500" y="851"/>
                    </a:lnTo>
                    <a:lnTo>
                      <a:pt x="7011" y="662"/>
                    </a:lnTo>
                    <a:lnTo>
                      <a:pt x="7521" y="454"/>
                    </a:lnTo>
                    <a:lnTo>
                      <a:pt x="8031" y="227"/>
                    </a:lnTo>
                    <a:lnTo>
                      <a:pt x="852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9"/>
              <p:cNvSpPr/>
              <p:nvPr/>
            </p:nvSpPr>
            <p:spPr>
              <a:xfrm>
                <a:off x="1879309" y="1931922"/>
                <a:ext cx="527" cy="555"/>
              </a:xfrm>
              <a:custGeom>
                <a:rect b="b" l="l" r="r" t="t"/>
                <a:pathLst>
                  <a:path extrusionOk="0" fill="none" h="20" w="19">
                    <a:moveTo>
                      <a:pt x="19" y="1"/>
                    </a:moveTo>
                    <a:lnTo>
                      <a:pt x="19" y="1"/>
                    </a:lnTo>
                    <a:lnTo>
                      <a:pt x="0" y="20"/>
                    </a:lnTo>
                    <a:lnTo>
                      <a:pt x="0" y="20"/>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9"/>
              <p:cNvSpPr/>
              <p:nvPr/>
            </p:nvSpPr>
            <p:spPr>
              <a:xfrm>
                <a:off x="1880863" y="1931394"/>
                <a:ext cx="555" cy="28"/>
              </a:xfrm>
              <a:custGeom>
                <a:rect b="b" l="l" r="r" t="t"/>
                <a:pathLst>
                  <a:path extrusionOk="0" fill="none" h="1" w="20">
                    <a:moveTo>
                      <a:pt x="20" y="1"/>
                    </a:moveTo>
                    <a:lnTo>
                      <a:pt x="20" y="1"/>
                    </a:lnTo>
                    <a:lnTo>
                      <a:pt x="1" y="1"/>
                    </a:lnTo>
                    <a:lnTo>
                      <a:pt x="1" y="1"/>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9"/>
              <p:cNvSpPr/>
              <p:nvPr/>
            </p:nvSpPr>
            <p:spPr>
              <a:xfrm>
                <a:off x="1882446" y="1930367"/>
                <a:ext cx="555" cy="527"/>
              </a:xfrm>
              <a:custGeom>
                <a:rect b="b" l="l" r="r" t="t"/>
                <a:pathLst>
                  <a:path extrusionOk="0" fill="none" h="19" w="20">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9"/>
              <p:cNvSpPr/>
              <p:nvPr/>
            </p:nvSpPr>
            <p:spPr>
              <a:xfrm>
                <a:off x="1883500" y="1929840"/>
                <a:ext cx="555" cy="555"/>
              </a:xfrm>
              <a:custGeom>
                <a:rect b="b" l="l" r="r" t="t"/>
                <a:pathLst>
                  <a:path extrusionOk="0" fill="none" h="20" w="20">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9"/>
              <p:cNvSpPr/>
              <p:nvPr/>
            </p:nvSpPr>
            <p:spPr>
              <a:xfrm>
                <a:off x="1884528" y="1929840"/>
                <a:ext cx="28" cy="28"/>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9"/>
              <p:cNvSpPr/>
              <p:nvPr/>
            </p:nvSpPr>
            <p:spPr>
              <a:xfrm>
                <a:off x="1885055" y="1929313"/>
                <a:ext cx="555" cy="28"/>
              </a:xfrm>
              <a:custGeom>
                <a:rect b="b" l="l" r="r" t="t"/>
                <a:pathLst>
                  <a:path extrusionOk="0" fill="none" h="1" w="20">
                    <a:moveTo>
                      <a:pt x="20" y="0"/>
                    </a:moveTo>
                    <a:lnTo>
                      <a:pt x="20" y="0"/>
                    </a:lnTo>
                    <a:lnTo>
                      <a:pt x="1" y="0"/>
                    </a:lnTo>
                    <a:lnTo>
                      <a:pt x="1" y="0"/>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9"/>
              <p:cNvSpPr/>
              <p:nvPr/>
            </p:nvSpPr>
            <p:spPr>
              <a:xfrm>
                <a:off x="1886110" y="1928785"/>
                <a:ext cx="28" cy="555"/>
              </a:xfrm>
              <a:custGeom>
                <a:rect b="b" l="l" r="r" t="t"/>
                <a:pathLst>
                  <a:path extrusionOk="0" fill="none" h="20"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9"/>
              <p:cNvSpPr/>
              <p:nvPr/>
            </p:nvSpPr>
            <p:spPr>
              <a:xfrm>
                <a:off x="1886637" y="1928258"/>
                <a:ext cx="555" cy="555"/>
              </a:xfrm>
              <a:custGeom>
                <a:rect b="b" l="l" r="r" t="t"/>
                <a:pathLst>
                  <a:path extrusionOk="0" fill="none" h="20" w="20">
                    <a:moveTo>
                      <a:pt x="19" y="1"/>
                    </a:moveTo>
                    <a:lnTo>
                      <a:pt x="19" y="1"/>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9"/>
              <p:cNvSpPr/>
              <p:nvPr/>
            </p:nvSpPr>
            <p:spPr>
              <a:xfrm>
                <a:off x="1887692" y="1928258"/>
                <a:ext cx="555" cy="28"/>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9"/>
              <p:cNvSpPr/>
              <p:nvPr/>
            </p:nvSpPr>
            <p:spPr>
              <a:xfrm>
                <a:off x="1888219" y="1927730"/>
                <a:ext cx="555" cy="28"/>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9"/>
              <p:cNvSpPr/>
              <p:nvPr/>
            </p:nvSpPr>
            <p:spPr>
              <a:xfrm>
                <a:off x="1889274" y="1927203"/>
                <a:ext cx="527" cy="555"/>
              </a:xfrm>
              <a:custGeom>
                <a:rect b="b" l="l" r="r" t="t"/>
                <a:pathLst>
                  <a:path extrusionOk="0" fill="none" h="20" w="19">
                    <a:moveTo>
                      <a:pt x="19" y="1"/>
                    </a:moveTo>
                    <a:lnTo>
                      <a:pt x="19" y="1"/>
                    </a:lnTo>
                    <a:lnTo>
                      <a:pt x="0" y="20"/>
                    </a:lnTo>
                    <a:lnTo>
                      <a:pt x="0" y="20"/>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9"/>
              <p:cNvSpPr/>
              <p:nvPr/>
            </p:nvSpPr>
            <p:spPr>
              <a:xfrm>
                <a:off x="1889774" y="1926675"/>
                <a:ext cx="1083" cy="555"/>
              </a:xfrm>
              <a:custGeom>
                <a:rect b="b" l="l" r="r" t="t"/>
                <a:pathLst>
                  <a:path extrusionOk="0" fill="none" h="20" w="39">
                    <a:moveTo>
                      <a:pt x="39" y="1"/>
                    </a:moveTo>
                    <a:lnTo>
                      <a:pt x="39" y="1"/>
                    </a:lnTo>
                    <a:lnTo>
                      <a:pt x="1" y="20"/>
                    </a:lnTo>
                    <a:lnTo>
                      <a:pt x="1" y="20"/>
                    </a:lnTo>
                    <a:lnTo>
                      <a:pt x="3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9"/>
              <p:cNvSpPr/>
              <p:nvPr/>
            </p:nvSpPr>
            <p:spPr>
              <a:xfrm>
                <a:off x="3357742" y="1813393"/>
                <a:ext cx="28" cy="28"/>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9"/>
              <p:cNvSpPr/>
              <p:nvPr/>
            </p:nvSpPr>
            <p:spPr>
              <a:xfrm>
                <a:off x="3357742" y="1799236"/>
                <a:ext cx="9466" cy="14185"/>
              </a:xfrm>
              <a:custGeom>
                <a:rect b="b" l="l" r="r" t="t"/>
                <a:pathLst>
                  <a:path extrusionOk="0" fill="none" h="511" w="341">
                    <a:moveTo>
                      <a:pt x="284" y="1"/>
                    </a:moveTo>
                    <a:lnTo>
                      <a:pt x="284" y="1"/>
                    </a:lnTo>
                    <a:lnTo>
                      <a:pt x="340" y="76"/>
                    </a:lnTo>
                    <a:lnTo>
                      <a:pt x="340" y="171"/>
                    </a:lnTo>
                    <a:lnTo>
                      <a:pt x="321" y="265"/>
                    </a:lnTo>
                    <a:lnTo>
                      <a:pt x="302" y="341"/>
                    </a:lnTo>
                    <a:lnTo>
                      <a:pt x="246" y="416"/>
                    </a:lnTo>
                    <a:lnTo>
                      <a:pt x="170" y="454"/>
                    </a:lnTo>
                    <a:lnTo>
                      <a:pt x="95" y="492"/>
                    </a:lnTo>
                    <a:lnTo>
                      <a:pt x="0" y="511"/>
                    </a:lnTo>
                    <a:lnTo>
                      <a:pt x="0" y="511"/>
                    </a:lnTo>
                    <a:lnTo>
                      <a:pt x="95" y="492"/>
                    </a:lnTo>
                    <a:lnTo>
                      <a:pt x="170" y="454"/>
                    </a:lnTo>
                    <a:lnTo>
                      <a:pt x="246" y="416"/>
                    </a:lnTo>
                    <a:lnTo>
                      <a:pt x="302" y="341"/>
                    </a:lnTo>
                    <a:lnTo>
                      <a:pt x="321" y="265"/>
                    </a:lnTo>
                    <a:lnTo>
                      <a:pt x="340" y="171"/>
                    </a:lnTo>
                    <a:lnTo>
                      <a:pt x="340" y="76"/>
                    </a:lnTo>
                    <a:lnTo>
                      <a:pt x="28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9"/>
              <p:cNvSpPr/>
              <p:nvPr/>
            </p:nvSpPr>
            <p:spPr>
              <a:xfrm>
                <a:off x="3365597" y="1798709"/>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9"/>
              <p:cNvSpPr/>
              <p:nvPr/>
            </p:nvSpPr>
            <p:spPr>
              <a:xfrm>
                <a:off x="1890829" y="1695919"/>
                <a:ext cx="357743" cy="230797"/>
              </a:xfrm>
              <a:custGeom>
                <a:rect b="b" l="l" r="r" t="t"/>
                <a:pathLst>
                  <a:path extrusionOk="0" fill="none" h="8314" w="12887">
                    <a:moveTo>
                      <a:pt x="12886" y="1"/>
                    </a:moveTo>
                    <a:lnTo>
                      <a:pt x="12886" y="1"/>
                    </a:lnTo>
                    <a:lnTo>
                      <a:pt x="12055" y="492"/>
                    </a:lnTo>
                    <a:lnTo>
                      <a:pt x="11242" y="1002"/>
                    </a:lnTo>
                    <a:lnTo>
                      <a:pt x="10449" y="1531"/>
                    </a:lnTo>
                    <a:lnTo>
                      <a:pt x="9655" y="2060"/>
                    </a:lnTo>
                    <a:lnTo>
                      <a:pt x="8068" y="3156"/>
                    </a:lnTo>
                    <a:lnTo>
                      <a:pt x="6500" y="4271"/>
                    </a:lnTo>
                    <a:lnTo>
                      <a:pt x="4913" y="5348"/>
                    </a:lnTo>
                    <a:lnTo>
                      <a:pt x="4120" y="5877"/>
                    </a:lnTo>
                    <a:lnTo>
                      <a:pt x="3307" y="6406"/>
                    </a:lnTo>
                    <a:lnTo>
                      <a:pt x="2495" y="6916"/>
                    </a:lnTo>
                    <a:lnTo>
                      <a:pt x="1682" y="7407"/>
                    </a:lnTo>
                    <a:lnTo>
                      <a:pt x="832" y="7879"/>
                    </a:lnTo>
                    <a:lnTo>
                      <a:pt x="1" y="8314"/>
                    </a:lnTo>
                    <a:lnTo>
                      <a:pt x="1" y="8314"/>
                    </a:lnTo>
                    <a:lnTo>
                      <a:pt x="832" y="7879"/>
                    </a:lnTo>
                    <a:lnTo>
                      <a:pt x="1682" y="7407"/>
                    </a:lnTo>
                    <a:lnTo>
                      <a:pt x="2495" y="6916"/>
                    </a:lnTo>
                    <a:lnTo>
                      <a:pt x="3307" y="6406"/>
                    </a:lnTo>
                    <a:lnTo>
                      <a:pt x="4120" y="5895"/>
                    </a:lnTo>
                    <a:lnTo>
                      <a:pt x="4913" y="5366"/>
                    </a:lnTo>
                    <a:lnTo>
                      <a:pt x="6481" y="4271"/>
                    </a:lnTo>
                    <a:lnTo>
                      <a:pt x="8049" y="3175"/>
                    </a:lnTo>
                    <a:lnTo>
                      <a:pt x="9636" y="2079"/>
                    </a:lnTo>
                    <a:lnTo>
                      <a:pt x="10430" y="1531"/>
                    </a:lnTo>
                    <a:lnTo>
                      <a:pt x="11242" y="1021"/>
                    </a:lnTo>
                    <a:lnTo>
                      <a:pt x="12036" y="511"/>
                    </a:lnTo>
                    <a:lnTo>
                      <a:pt x="12867" y="1"/>
                    </a:lnTo>
                    <a:lnTo>
                      <a:pt x="12867" y="1"/>
                    </a:lnTo>
                    <a:lnTo>
                      <a:pt x="1288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9"/>
              <p:cNvSpPr/>
              <p:nvPr/>
            </p:nvSpPr>
            <p:spPr>
              <a:xfrm>
                <a:off x="2800772" y="1569535"/>
                <a:ext cx="92857" cy="12603"/>
              </a:xfrm>
              <a:custGeom>
                <a:rect b="b" l="l" r="r" t="t"/>
                <a:pathLst>
                  <a:path extrusionOk="0" fill="none" h="454" w="3345">
                    <a:moveTo>
                      <a:pt x="0" y="0"/>
                    </a:moveTo>
                    <a:lnTo>
                      <a:pt x="0" y="0"/>
                    </a:lnTo>
                    <a:lnTo>
                      <a:pt x="38" y="19"/>
                    </a:lnTo>
                    <a:lnTo>
                      <a:pt x="38" y="19"/>
                    </a:lnTo>
                    <a:lnTo>
                      <a:pt x="869" y="95"/>
                    </a:lnTo>
                    <a:lnTo>
                      <a:pt x="1701" y="189"/>
                    </a:lnTo>
                    <a:lnTo>
                      <a:pt x="2532" y="303"/>
                    </a:lnTo>
                    <a:lnTo>
                      <a:pt x="3344" y="454"/>
                    </a:lnTo>
                    <a:lnTo>
                      <a:pt x="3344" y="454"/>
                    </a:lnTo>
                    <a:lnTo>
                      <a:pt x="2513" y="303"/>
                    </a:lnTo>
                    <a:lnTo>
                      <a:pt x="1682" y="189"/>
                    </a:lnTo>
                    <a:lnTo>
                      <a:pt x="850" y="95"/>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9"/>
              <p:cNvSpPr/>
              <p:nvPr/>
            </p:nvSpPr>
            <p:spPr>
              <a:xfrm>
                <a:off x="745412" y="916044"/>
                <a:ext cx="81337" cy="35172"/>
              </a:xfrm>
              <a:custGeom>
                <a:rect b="b" l="l" r="r" t="t"/>
                <a:pathLst>
                  <a:path extrusionOk="0" fill="none" h="1267" w="2930">
                    <a:moveTo>
                      <a:pt x="1" y="1"/>
                    </a:moveTo>
                    <a:lnTo>
                      <a:pt x="1" y="1"/>
                    </a:lnTo>
                    <a:lnTo>
                      <a:pt x="1" y="1"/>
                    </a:lnTo>
                    <a:lnTo>
                      <a:pt x="341" y="209"/>
                    </a:lnTo>
                    <a:lnTo>
                      <a:pt x="700" y="397"/>
                    </a:lnTo>
                    <a:lnTo>
                      <a:pt x="1059" y="586"/>
                    </a:lnTo>
                    <a:lnTo>
                      <a:pt x="1418" y="738"/>
                    </a:lnTo>
                    <a:lnTo>
                      <a:pt x="1796" y="889"/>
                    </a:lnTo>
                    <a:lnTo>
                      <a:pt x="2174" y="1021"/>
                    </a:lnTo>
                    <a:lnTo>
                      <a:pt x="2552" y="1153"/>
                    </a:lnTo>
                    <a:lnTo>
                      <a:pt x="2929" y="1267"/>
                    </a:lnTo>
                    <a:lnTo>
                      <a:pt x="2929" y="1267"/>
                    </a:lnTo>
                    <a:lnTo>
                      <a:pt x="2929" y="1248"/>
                    </a:lnTo>
                    <a:lnTo>
                      <a:pt x="2929" y="1248"/>
                    </a:lnTo>
                    <a:lnTo>
                      <a:pt x="2552" y="1153"/>
                    </a:lnTo>
                    <a:lnTo>
                      <a:pt x="2174" y="1021"/>
                    </a:lnTo>
                    <a:lnTo>
                      <a:pt x="1796" y="889"/>
                    </a:lnTo>
                    <a:lnTo>
                      <a:pt x="1418" y="738"/>
                    </a:lnTo>
                    <a:lnTo>
                      <a:pt x="1059" y="567"/>
                    </a:lnTo>
                    <a:lnTo>
                      <a:pt x="700" y="397"/>
                    </a:lnTo>
                    <a:lnTo>
                      <a:pt x="341" y="20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9"/>
              <p:cNvSpPr/>
              <p:nvPr/>
            </p:nvSpPr>
            <p:spPr>
              <a:xfrm>
                <a:off x="2713167" y="866745"/>
                <a:ext cx="652499" cy="932042"/>
              </a:xfrm>
              <a:custGeom>
                <a:rect b="b" l="l" r="r" t="t"/>
                <a:pathLst>
                  <a:path extrusionOk="0" fill="none" h="33575" w="23505">
                    <a:moveTo>
                      <a:pt x="1" y="1"/>
                    </a:moveTo>
                    <a:lnTo>
                      <a:pt x="1" y="1"/>
                    </a:lnTo>
                    <a:lnTo>
                      <a:pt x="23505" y="33575"/>
                    </a:lnTo>
                    <a:lnTo>
                      <a:pt x="23505" y="33575"/>
                    </a:lnTo>
                    <a:lnTo>
                      <a:pt x="23505" y="33575"/>
                    </a:lnTo>
                    <a:lnTo>
                      <a:pt x="23505" y="33575"/>
                    </a:lnTo>
                    <a:lnTo>
                      <a:pt x="23505" y="33575"/>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9"/>
              <p:cNvSpPr/>
              <p:nvPr/>
            </p:nvSpPr>
            <p:spPr>
              <a:xfrm>
                <a:off x="2712667" y="866218"/>
                <a:ext cx="28" cy="28"/>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9"/>
              <p:cNvSpPr/>
              <p:nvPr/>
            </p:nvSpPr>
            <p:spPr>
              <a:xfrm>
                <a:off x="2712140" y="865690"/>
                <a:ext cx="28" cy="28"/>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9"/>
              <p:cNvSpPr/>
              <p:nvPr/>
            </p:nvSpPr>
            <p:spPr>
              <a:xfrm>
                <a:off x="2711613" y="864663"/>
                <a:ext cx="28" cy="28"/>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9"/>
              <p:cNvSpPr/>
              <p:nvPr/>
            </p:nvSpPr>
            <p:spPr>
              <a:xfrm>
                <a:off x="2710558" y="864136"/>
                <a:ext cx="555" cy="28"/>
              </a:xfrm>
              <a:custGeom>
                <a:rect b="b" l="l" r="r" t="t"/>
                <a:pathLst>
                  <a:path extrusionOk="0" fill="none" h="1" w="20">
                    <a:moveTo>
                      <a:pt x="0" y="0"/>
                    </a:moveTo>
                    <a:lnTo>
                      <a:pt x="0" y="0"/>
                    </a:lnTo>
                    <a:lnTo>
                      <a:pt x="19" y="0"/>
                    </a:lnTo>
                    <a:lnTo>
                      <a:pt x="19"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9"/>
              <p:cNvSpPr/>
              <p:nvPr/>
            </p:nvSpPr>
            <p:spPr>
              <a:xfrm>
                <a:off x="2710030" y="863081"/>
                <a:ext cx="28" cy="555"/>
              </a:xfrm>
              <a:custGeom>
                <a:rect b="b" l="l" r="r" t="t"/>
                <a:pathLst>
                  <a:path extrusionOk="0" fill="none" h="20"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9"/>
              <p:cNvSpPr/>
              <p:nvPr/>
            </p:nvSpPr>
            <p:spPr>
              <a:xfrm>
                <a:off x="2709503" y="862553"/>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9"/>
              <p:cNvSpPr/>
              <p:nvPr/>
            </p:nvSpPr>
            <p:spPr>
              <a:xfrm>
                <a:off x="2708448" y="860971"/>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9"/>
              <p:cNvSpPr/>
              <p:nvPr/>
            </p:nvSpPr>
            <p:spPr>
              <a:xfrm>
                <a:off x="2707921" y="860444"/>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9"/>
              <p:cNvSpPr/>
              <p:nvPr/>
            </p:nvSpPr>
            <p:spPr>
              <a:xfrm>
                <a:off x="2706894" y="859417"/>
                <a:ext cx="28" cy="555"/>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9"/>
              <p:cNvSpPr/>
              <p:nvPr/>
            </p:nvSpPr>
            <p:spPr>
              <a:xfrm>
                <a:off x="2706366" y="858889"/>
                <a:ext cx="28" cy="28"/>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9"/>
              <p:cNvSpPr/>
              <p:nvPr/>
            </p:nvSpPr>
            <p:spPr>
              <a:xfrm>
                <a:off x="2705839" y="858362"/>
                <a:ext cx="28" cy="28"/>
              </a:xfrm>
              <a:custGeom>
                <a:rect b="b" l="l" r="r" t="t"/>
                <a:pathLst>
                  <a:path extrusionOk="0" fill="none" h="1" w="1">
                    <a:moveTo>
                      <a:pt x="0" y="0"/>
                    </a:move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9"/>
              <p:cNvSpPr/>
              <p:nvPr/>
            </p:nvSpPr>
            <p:spPr>
              <a:xfrm>
                <a:off x="2705311" y="857307"/>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9"/>
              <p:cNvSpPr/>
              <p:nvPr/>
            </p:nvSpPr>
            <p:spPr>
              <a:xfrm>
                <a:off x="2703729" y="855725"/>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9"/>
              <p:cNvSpPr/>
              <p:nvPr/>
            </p:nvSpPr>
            <p:spPr>
              <a:xfrm>
                <a:off x="2702702" y="854698"/>
                <a:ext cx="28" cy="28"/>
              </a:xfrm>
              <a:custGeom>
                <a:rect b="b" l="l" r="r" t="t"/>
                <a:pathLst>
                  <a:path extrusionOk="0" fill="none" h="1" w="1">
                    <a:moveTo>
                      <a:pt x="0" y="0"/>
                    </a:move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9"/>
              <p:cNvSpPr/>
              <p:nvPr/>
            </p:nvSpPr>
            <p:spPr>
              <a:xfrm>
                <a:off x="745412" y="590354"/>
                <a:ext cx="2621960" cy="1399881"/>
              </a:xfrm>
              <a:custGeom>
                <a:rect b="b" l="l" r="r" t="t"/>
                <a:pathLst>
                  <a:path extrusionOk="0" h="50428" w="94451">
                    <a:moveTo>
                      <a:pt x="57986" y="10260"/>
                    </a:moveTo>
                    <a:lnTo>
                      <a:pt x="60177" y="12300"/>
                    </a:lnTo>
                    <a:lnTo>
                      <a:pt x="62803" y="10827"/>
                    </a:lnTo>
                    <a:lnTo>
                      <a:pt x="61538" y="13547"/>
                    </a:lnTo>
                    <a:lnTo>
                      <a:pt x="63748" y="15588"/>
                    </a:lnTo>
                    <a:lnTo>
                      <a:pt x="63748" y="15588"/>
                    </a:lnTo>
                    <a:lnTo>
                      <a:pt x="60763" y="15229"/>
                    </a:lnTo>
                    <a:lnTo>
                      <a:pt x="59497" y="17969"/>
                    </a:lnTo>
                    <a:lnTo>
                      <a:pt x="58930" y="15021"/>
                    </a:lnTo>
                    <a:lnTo>
                      <a:pt x="55945" y="14662"/>
                    </a:lnTo>
                    <a:lnTo>
                      <a:pt x="58571" y="13188"/>
                    </a:lnTo>
                    <a:lnTo>
                      <a:pt x="57986" y="10260"/>
                    </a:lnTo>
                    <a:close/>
                    <a:moveTo>
                      <a:pt x="56266" y="1"/>
                    </a:moveTo>
                    <a:lnTo>
                      <a:pt x="55586" y="568"/>
                    </a:lnTo>
                    <a:lnTo>
                      <a:pt x="54944" y="1172"/>
                    </a:lnTo>
                    <a:lnTo>
                      <a:pt x="54320" y="1777"/>
                    </a:lnTo>
                    <a:lnTo>
                      <a:pt x="53697" y="2400"/>
                    </a:lnTo>
                    <a:lnTo>
                      <a:pt x="53111" y="3024"/>
                    </a:lnTo>
                    <a:lnTo>
                      <a:pt x="52544" y="3666"/>
                    </a:lnTo>
                    <a:lnTo>
                      <a:pt x="51996" y="4308"/>
                    </a:lnTo>
                    <a:lnTo>
                      <a:pt x="51467" y="4970"/>
                    </a:lnTo>
                    <a:lnTo>
                      <a:pt x="52034" y="5196"/>
                    </a:lnTo>
                    <a:lnTo>
                      <a:pt x="52601" y="5423"/>
                    </a:lnTo>
                    <a:lnTo>
                      <a:pt x="53168" y="5688"/>
                    </a:lnTo>
                    <a:lnTo>
                      <a:pt x="53716" y="5971"/>
                    </a:lnTo>
                    <a:lnTo>
                      <a:pt x="54264" y="6273"/>
                    </a:lnTo>
                    <a:lnTo>
                      <a:pt x="54793" y="6595"/>
                    </a:lnTo>
                    <a:lnTo>
                      <a:pt x="55322" y="6935"/>
                    </a:lnTo>
                    <a:lnTo>
                      <a:pt x="55832" y="7294"/>
                    </a:lnTo>
                    <a:lnTo>
                      <a:pt x="55246" y="6991"/>
                    </a:lnTo>
                    <a:lnTo>
                      <a:pt x="54679" y="6708"/>
                    </a:lnTo>
                    <a:lnTo>
                      <a:pt x="54075" y="6443"/>
                    </a:lnTo>
                    <a:lnTo>
                      <a:pt x="53489" y="6217"/>
                    </a:lnTo>
                    <a:lnTo>
                      <a:pt x="52865" y="6028"/>
                    </a:lnTo>
                    <a:lnTo>
                      <a:pt x="52242" y="5858"/>
                    </a:lnTo>
                    <a:lnTo>
                      <a:pt x="51618" y="5707"/>
                    </a:lnTo>
                    <a:lnTo>
                      <a:pt x="50976" y="5593"/>
                    </a:lnTo>
                    <a:lnTo>
                      <a:pt x="50825" y="5801"/>
                    </a:lnTo>
                    <a:lnTo>
                      <a:pt x="50428" y="6368"/>
                    </a:lnTo>
                    <a:lnTo>
                      <a:pt x="50069" y="6916"/>
                    </a:lnTo>
                    <a:lnTo>
                      <a:pt x="49710" y="7483"/>
                    </a:lnTo>
                    <a:lnTo>
                      <a:pt x="49370" y="8049"/>
                    </a:lnTo>
                    <a:lnTo>
                      <a:pt x="49049" y="8635"/>
                    </a:lnTo>
                    <a:lnTo>
                      <a:pt x="48747" y="9202"/>
                    </a:lnTo>
                    <a:lnTo>
                      <a:pt x="48463" y="9788"/>
                    </a:lnTo>
                    <a:lnTo>
                      <a:pt x="48180" y="10373"/>
                    </a:lnTo>
                    <a:lnTo>
                      <a:pt x="47934" y="10959"/>
                    </a:lnTo>
                    <a:lnTo>
                      <a:pt x="47689" y="11564"/>
                    </a:lnTo>
                    <a:lnTo>
                      <a:pt x="47216" y="12754"/>
                    </a:lnTo>
                    <a:lnTo>
                      <a:pt x="46782" y="13963"/>
                    </a:lnTo>
                    <a:lnTo>
                      <a:pt x="46366" y="15172"/>
                    </a:lnTo>
                    <a:lnTo>
                      <a:pt x="45554" y="17591"/>
                    </a:lnTo>
                    <a:lnTo>
                      <a:pt x="45157" y="18800"/>
                    </a:lnTo>
                    <a:lnTo>
                      <a:pt x="44722" y="20009"/>
                    </a:lnTo>
                    <a:lnTo>
                      <a:pt x="44269" y="21199"/>
                    </a:lnTo>
                    <a:lnTo>
                      <a:pt x="43778" y="22390"/>
                    </a:lnTo>
                    <a:lnTo>
                      <a:pt x="43513" y="22975"/>
                    </a:lnTo>
                    <a:lnTo>
                      <a:pt x="43249" y="23561"/>
                    </a:lnTo>
                    <a:lnTo>
                      <a:pt x="42965" y="24147"/>
                    </a:lnTo>
                    <a:lnTo>
                      <a:pt x="42663" y="24714"/>
                    </a:lnTo>
                    <a:lnTo>
                      <a:pt x="42285" y="25337"/>
                    </a:lnTo>
                    <a:lnTo>
                      <a:pt x="41907" y="25923"/>
                    </a:lnTo>
                    <a:lnTo>
                      <a:pt x="41510" y="26509"/>
                    </a:lnTo>
                    <a:lnTo>
                      <a:pt x="41076" y="27056"/>
                    </a:lnTo>
                    <a:lnTo>
                      <a:pt x="40641" y="27567"/>
                    </a:lnTo>
                    <a:lnTo>
                      <a:pt x="40169" y="28058"/>
                    </a:lnTo>
                    <a:lnTo>
                      <a:pt x="39697" y="28549"/>
                    </a:lnTo>
                    <a:lnTo>
                      <a:pt x="39186" y="28984"/>
                    </a:lnTo>
                    <a:lnTo>
                      <a:pt x="39697" y="29456"/>
                    </a:lnTo>
                    <a:lnTo>
                      <a:pt x="40207" y="29909"/>
                    </a:lnTo>
                    <a:lnTo>
                      <a:pt x="40755" y="30325"/>
                    </a:lnTo>
                    <a:lnTo>
                      <a:pt x="41302" y="30703"/>
                    </a:lnTo>
                    <a:lnTo>
                      <a:pt x="41888" y="31062"/>
                    </a:lnTo>
                    <a:lnTo>
                      <a:pt x="42474" y="31402"/>
                    </a:lnTo>
                    <a:lnTo>
                      <a:pt x="43078" y="31704"/>
                    </a:lnTo>
                    <a:lnTo>
                      <a:pt x="43683" y="31969"/>
                    </a:lnTo>
                    <a:lnTo>
                      <a:pt x="44307" y="32214"/>
                    </a:lnTo>
                    <a:lnTo>
                      <a:pt x="44949" y="32422"/>
                    </a:lnTo>
                    <a:lnTo>
                      <a:pt x="45591" y="32592"/>
                    </a:lnTo>
                    <a:lnTo>
                      <a:pt x="46253" y="32743"/>
                    </a:lnTo>
                    <a:lnTo>
                      <a:pt x="46914" y="32857"/>
                    </a:lnTo>
                    <a:lnTo>
                      <a:pt x="47575" y="32932"/>
                    </a:lnTo>
                    <a:lnTo>
                      <a:pt x="48255" y="32989"/>
                    </a:lnTo>
                    <a:lnTo>
                      <a:pt x="48917" y="33008"/>
                    </a:lnTo>
                    <a:lnTo>
                      <a:pt x="49351" y="32989"/>
                    </a:lnTo>
                    <a:lnTo>
                      <a:pt x="49786" y="32970"/>
                    </a:lnTo>
                    <a:lnTo>
                      <a:pt x="50201" y="32932"/>
                    </a:lnTo>
                    <a:lnTo>
                      <a:pt x="50636" y="32895"/>
                    </a:lnTo>
                    <a:lnTo>
                      <a:pt x="51052" y="32838"/>
                    </a:lnTo>
                    <a:lnTo>
                      <a:pt x="51486" y="32762"/>
                    </a:lnTo>
                    <a:lnTo>
                      <a:pt x="51921" y="32668"/>
                    </a:lnTo>
                    <a:lnTo>
                      <a:pt x="52336" y="32573"/>
                    </a:lnTo>
                    <a:lnTo>
                      <a:pt x="52752" y="32460"/>
                    </a:lnTo>
                    <a:lnTo>
                      <a:pt x="53168" y="32328"/>
                    </a:lnTo>
                    <a:lnTo>
                      <a:pt x="53602" y="32177"/>
                    </a:lnTo>
                    <a:lnTo>
                      <a:pt x="54018" y="32026"/>
                    </a:lnTo>
                    <a:lnTo>
                      <a:pt x="54415" y="31855"/>
                    </a:lnTo>
                    <a:lnTo>
                      <a:pt x="54830" y="31667"/>
                    </a:lnTo>
                    <a:lnTo>
                      <a:pt x="55227" y="31459"/>
                    </a:lnTo>
                    <a:lnTo>
                      <a:pt x="55643" y="31251"/>
                    </a:lnTo>
                    <a:lnTo>
                      <a:pt x="56210" y="30911"/>
                    </a:lnTo>
                    <a:lnTo>
                      <a:pt x="56757" y="30552"/>
                    </a:lnTo>
                    <a:lnTo>
                      <a:pt x="57305" y="29343"/>
                    </a:lnTo>
                    <a:lnTo>
                      <a:pt x="57589" y="28738"/>
                    </a:lnTo>
                    <a:lnTo>
                      <a:pt x="57891" y="28133"/>
                    </a:lnTo>
                    <a:lnTo>
                      <a:pt x="58212" y="27529"/>
                    </a:lnTo>
                    <a:lnTo>
                      <a:pt x="58552" y="26924"/>
                    </a:lnTo>
                    <a:lnTo>
                      <a:pt x="58892" y="26320"/>
                    </a:lnTo>
                    <a:lnTo>
                      <a:pt x="59251" y="25734"/>
                    </a:lnTo>
                    <a:lnTo>
                      <a:pt x="59610" y="25148"/>
                    </a:lnTo>
                    <a:lnTo>
                      <a:pt x="59988" y="24581"/>
                    </a:lnTo>
                    <a:lnTo>
                      <a:pt x="60385" y="24015"/>
                    </a:lnTo>
                    <a:lnTo>
                      <a:pt x="60782" y="23448"/>
                    </a:lnTo>
                    <a:lnTo>
                      <a:pt x="61197" y="22900"/>
                    </a:lnTo>
                    <a:lnTo>
                      <a:pt x="61632" y="22371"/>
                    </a:lnTo>
                    <a:lnTo>
                      <a:pt x="62067" y="21861"/>
                    </a:lnTo>
                    <a:lnTo>
                      <a:pt x="62520" y="21351"/>
                    </a:lnTo>
                    <a:lnTo>
                      <a:pt x="62577" y="20916"/>
                    </a:lnTo>
                    <a:lnTo>
                      <a:pt x="62633" y="20463"/>
                    </a:lnTo>
                    <a:lnTo>
                      <a:pt x="62671" y="20028"/>
                    </a:lnTo>
                    <a:lnTo>
                      <a:pt x="62690" y="19575"/>
                    </a:lnTo>
                    <a:lnTo>
                      <a:pt x="62728" y="20349"/>
                    </a:lnTo>
                    <a:lnTo>
                      <a:pt x="62747" y="21105"/>
                    </a:lnTo>
                    <a:lnTo>
                      <a:pt x="63370" y="20481"/>
                    </a:lnTo>
                    <a:lnTo>
                      <a:pt x="64013" y="19877"/>
                    </a:lnTo>
                    <a:lnTo>
                      <a:pt x="64674" y="19310"/>
                    </a:lnTo>
                    <a:lnTo>
                      <a:pt x="65373" y="18781"/>
                    </a:lnTo>
                    <a:lnTo>
                      <a:pt x="66072" y="18271"/>
                    </a:lnTo>
                    <a:lnTo>
                      <a:pt x="66450" y="18044"/>
                    </a:lnTo>
                    <a:lnTo>
                      <a:pt x="66809" y="17817"/>
                    </a:lnTo>
                    <a:lnTo>
                      <a:pt x="67187" y="17610"/>
                    </a:lnTo>
                    <a:lnTo>
                      <a:pt x="67565" y="17402"/>
                    </a:lnTo>
                    <a:lnTo>
                      <a:pt x="67961" y="17213"/>
                    </a:lnTo>
                    <a:lnTo>
                      <a:pt x="68358" y="17024"/>
                    </a:lnTo>
                    <a:lnTo>
                      <a:pt x="68812" y="16854"/>
                    </a:lnTo>
                    <a:lnTo>
                      <a:pt x="69038" y="16759"/>
                    </a:lnTo>
                    <a:lnTo>
                      <a:pt x="69284" y="16703"/>
                    </a:lnTo>
                    <a:lnTo>
                      <a:pt x="69530" y="16646"/>
                    </a:lnTo>
                    <a:lnTo>
                      <a:pt x="69775" y="16608"/>
                    </a:lnTo>
                    <a:lnTo>
                      <a:pt x="70021" y="16570"/>
                    </a:lnTo>
                    <a:lnTo>
                      <a:pt x="70474" y="16570"/>
                    </a:lnTo>
                    <a:lnTo>
                      <a:pt x="70701" y="16608"/>
                    </a:lnTo>
                    <a:lnTo>
                      <a:pt x="70928" y="16646"/>
                    </a:lnTo>
                    <a:lnTo>
                      <a:pt x="71136" y="16703"/>
                    </a:lnTo>
                    <a:lnTo>
                      <a:pt x="71362" y="16797"/>
                    </a:lnTo>
                    <a:lnTo>
                      <a:pt x="71551" y="16911"/>
                    </a:lnTo>
                    <a:lnTo>
                      <a:pt x="71740" y="17043"/>
                    </a:lnTo>
                    <a:lnTo>
                      <a:pt x="71929" y="17194"/>
                    </a:lnTo>
                    <a:lnTo>
                      <a:pt x="72080" y="17345"/>
                    </a:lnTo>
                    <a:lnTo>
                      <a:pt x="72231" y="17534"/>
                    </a:lnTo>
                    <a:lnTo>
                      <a:pt x="72383" y="17742"/>
                    </a:lnTo>
                    <a:lnTo>
                      <a:pt x="72515" y="17969"/>
                    </a:lnTo>
                    <a:lnTo>
                      <a:pt x="72647" y="18195"/>
                    </a:lnTo>
                    <a:lnTo>
                      <a:pt x="72760" y="18460"/>
                    </a:lnTo>
                    <a:lnTo>
                      <a:pt x="72855" y="18724"/>
                    </a:lnTo>
                    <a:lnTo>
                      <a:pt x="72949" y="19008"/>
                    </a:lnTo>
                    <a:lnTo>
                      <a:pt x="73044" y="19291"/>
                    </a:lnTo>
                    <a:lnTo>
                      <a:pt x="73119" y="19612"/>
                    </a:lnTo>
                    <a:lnTo>
                      <a:pt x="73252" y="20255"/>
                    </a:lnTo>
                    <a:lnTo>
                      <a:pt x="73365" y="20935"/>
                    </a:lnTo>
                    <a:lnTo>
                      <a:pt x="73441" y="21672"/>
                    </a:lnTo>
                    <a:lnTo>
                      <a:pt x="73497" y="22428"/>
                    </a:lnTo>
                    <a:lnTo>
                      <a:pt x="73535" y="23202"/>
                    </a:lnTo>
                    <a:lnTo>
                      <a:pt x="73535" y="24015"/>
                    </a:lnTo>
                    <a:lnTo>
                      <a:pt x="73554" y="24827"/>
                    </a:lnTo>
                    <a:lnTo>
                      <a:pt x="73516" y="26471"/>
                    </a:lnTo>
                    <a:lnTo>
                      <a:pt x="73459" y="28096"/>
                    </a:lnTo>
                    <a:lnTo>
                      <a:pt x="73384" y="29664"/>
                    </a:lnTo>
                    <a:lnTo>
                      <a:pt x="73327" y="31138"/>
                    </a:lnTo>
                    <a:lnTo>
                      <a:pt x="73327" y="31818"/>
                    </a:lnTo>
                    <a:lnTo>
                      <a:pt x="73308" y="32441"/>
                    </a:lnTo>
                    <a:lnTo>
                      <a:pt x="73327" y="33027"/>
                    </a:lnTo>
                    <a:lnTo>
                      <a:pt x="73365" y="33575"/>
                    </a:lnTo>
                    <a:lnTo>
                      <a:pt x="73403" y="34028"/>
                    </a:lnTo>
                    <a:lnTo>
                      <a:pt x="73478" y="34444"/>
                    </a:lnTo>
                    <a:lnTo>
                      <a:pt x="73535" y="34614"/>
                    </a:lnTo>
                    <a:lnTo>
                      <a:pt x="73573" y="34765"/>
                    </a:lnTo>
                    <a:lnTo>
                      <a:pt x="73629" y="34916"/>
                    </a:lnTo>
                    <a:lnTo>
                      <a:pt x="73705" y="35030"/>
                    </a:lnTo>
                    <a:lnTo>
                      <a:pt x="73781" y="35124"/>
                    </a:lnTo>
                    <a:lnTo>
                      <a:pt x="73856" y="35200"/>
                    </a:lnTo>
                    <a:lnTo>
                      <a:pt x="73951" y="35256"/>
                    </a:lnTo>
                    <a:lnTo>
                      <a:pt x="74045" y="35275"/>
                    </a:lnTo>
                    <a:lnTo>
                      <a:pt x="74895" y="35370"/>
                    </a:lnTo>
                    <a:lnTo>
                      <a:pt x="75727" y="35464"/>
                    </a:lnTo>
                    <a:lnTo>
                      <a:pt x="76558" y="35578"/>
                    </a:lnTo>
                    <a:lnTo>
                      <a:pt x="77389" y="35729"/>
                    </a:lnTo>
                    <a:lnTo>
                      <a:pt x="78542" y="35955"/>
                    </a:lnTo>
                    <a:lnTo>
                      <a:pt x="79675" y="36239"/>
                    </a:lnTo>
                    <a:lnTo>
                      <a:pt x="80790" y="36560"/>
                    </a:lnTo>
                    <a:lnTo>
                      <a:pt x="81905" y="36900"/>
                    </a:lnTo>
                    <a:lnTo>
                      <a:pt x="83001" y="37297"/>
                    </a:lnTo>
                    <a:lnTo>
                      <a:pt x="84097" y="37731"/>
                    </a:lnTo>
                    <a:lnTo>
                      <a:pt x="85155" y="38204"/>
                    </a:lnTo>
                    <a:lnTo>
                      <a:pt x="86213" y="38695"/>
                    </a:lnTo>
                    <a:lnTo>
                      <a:pt x="87252" y="39243"/>
                    </a:lnTo>
                    <a:lnTo>
                      <a:pt x="88272" y="39829"/>
                    </a:lnTo>
                    <a:lnTo>
                      <a:pt x="89255" y="40433"/>
                    </a:lnTo>
                    <a:lnTo>
                      <a:pt x="90237" y="41076"/>
                    </a:lnTo>
                    <a:lnTo>
                      <a:pt x="91182" y="41756"/>
                    </a:lnTo>
                    <a:lnTo>
                      <a:pt x="92107" y="42455"/>
                    </a:lnTo>
                    <a:lnTo>
                      <a:pt x="93014" y="43192"/>
                    </a:lnTo>
                    <a:lnTo>
                      <a:pt x="93902" y="43966"/>
                    </a:lnTo>
                    <a:lnTo>
                      <a:pt x="93940" y="44004"/>
                    </a:lnTo>
                    <a:lnTo>
                      <a:pt x="93997" y="44042"/>
                    </a:lnTo>
                    <a:lnTo>
                      <a:pt x="94110" y="44061"/>
                    </a:lnTo>
                    <a:lnTo>
                      <a:pt x="94205" y="44042"/>
                    </a:lnTo>
                    <a:lnTo>
                      <a:pt x="94280" y="44004"/>
                    </a:lnTo>
                    <a:lnTo>
                      <a:pt x="94356" y="43966"/>
                    </a:lnTo>
                    <a:lnTo>
                      <a:pt x="94412" y="43891"/>
                    </a:lnTo>
                    <a:lnTo>
                      <a:pt x="94431" y="43815"/>
                    </a:lnTo>
                    <a:lnTo>
                      <a:pt x="94450" y="43721"/>
                    </a:lnTo>
                    <a:lnTo>
                      <a:pt x="94450" y="43626"/>
                    </a:lnTo>
                    <a:lnTo>
                      <a:pt x="94394" y="43551"/>
                    </a:lnTo>
                    <a:lnTo>
                      <a:pt x="94394" y="43532"/>
                    </a:lnTo>
                    <a:lnTo>
                      <a:pt x="70890" y="9958"/>
                    </a:lnTo>
                    <a:lnTo>
                      <a:pt x="70871" y="9939"/>
                    </a:lnTo>
                    <a:lnTo>
                      <a:pt x="70852" y="9920"/>
                    </a:lnTo>
                    <a:lnTo>
                      <a:pt x="70833" y="9882"/>
                    </a:lnTo>
                    <a:lnTo>
                      <a:pt x="70814" y="9863"/>
                    </a:lnTo>
                    <a:lnTo>
                      <a:pt x="70795" y="9863"/>
                    </a:lnTo>
                    <a:lnTo>
                      <a:pt x="70777" y="9844"/>
                    </a:lnTo>
                    <a:lnTo>
                      <a:pt x="70777" y="9825"/>
                    </a:lnTo>
                    <a:lnTo>
                      <a:pt x="70758" y="9807"/>
                    </a:lnTo>
                    <a:lnTo>
                      <a:pt x="70720" y="9750"/>
                    </a:lnTo>
                    <a:lnTo>
                      <a:pt x="70701" y="9731"/>
                    </a:lnTo>
                    <a:lnTo>
                      <a:pt x="70663" y="9712"/>
                    </a:lnTo>
                    <a:lnTo>
                      <a:pt x="70663" y="9693"/>
                    </a:lnTo>
                    <a:lnTo>
                      <a:pt x="70644" y="9674"/>
                    </a:lnTo>
                    <a:lnTo>
                      <a:pt x="70625" y="9655"/>
                    </a:lnTo>
                    <a:lnTo>
                      <a:pt x="70607" y="9618"/>
                    </a:lnTo>
                    <a:lnTo>
                      <a:pt x="70550" y="9561"/>
                    </a:lnTo>
                    <a:lnTo>
                      <a:pt x="70512" y="9523"/>
                    </a:lnTo>
                    <a:lnTo>
                      <a:pt x="69775" y="8711"/>
                    </a:lnTo>
                    <a:lnTo>
                      <a:pt x="69019" y="7936"/>
                    </a:lnTo>
                    <a:lnTo>
                      <a:pt x="68245" y="7199"/>
                    </a:lnTo>
                    <a:lnTo>
                      <a:pt x="67432" y="6462"/>
                    </a:lnTo>
                    <a:lnTo>
                      <a:pt x="66601" y="5782"/>
                    </a:lnTo>
                    <a:lnTo>
                      <a:pt x="65751" y="5102"/>
                    </a:lnTo>
                    <a:lnTo>
                      <a:pt x="64882" y="4460"/>
                    </a:lnTo>
                    <a:lnTo>
                      <a:pt x="63994" y="3855"/>
                    </a:lnTo>
                    <a:lnTo>
                      <a:pt x="63087" y="3250"/>
                    </a:lnTo>
                    <a:lnTo>
                      <a:pt x="62161" y="2702"/>
                    </a:lnTo>
                    <a:lnTo>
                      <a:pt x="61216" y="2173"/>
                    </a:lnTo>
                    <a:lnTo>
                      <a:pt x="60253" y="1682"/>
                    </a:lnTo>
                    <a:lnTo>
                      <a:pt x="59270" y="1210"/>
                    </a:lnTo>
                    <a:lnTo>
                      <a:pt x="58288" y="775"/>
                    </a:lnTo>
                    <a:lnTo>
                      <a:pt x="57268" y="379"/>
                    </a:lnTo>
                    <a:lnTo>
                      <a:pt x="56266" y="1"/>
                    </a:lnTo>
                    <a:close/>
                    <a:moveTo>
                      <a:pt x="1" y="11734"/>
                    </a:moveTo>
                    <a:lnTo>
                      <a:pt x="568" y="12546"/>
                    </a:lnTo>
                    <a:lnTo>
                      <a:pt x="10903" y="27453"/>
                    </a:lnTo>
                    <a:lnTo>
                      <a:pt x="21294" y="42398"/>
                    </a:lnTo>
                    <a:lnTo>
                      <a:pt x="25507" y="48463"/>
                    </a:lnTo>
                    <a:lnTo>
                      <a:pt x="25885" y="48728"/>
                    </a:lnTo>
                    <a:lnTo>
                      <a:pt x="26263" y="48954"/>
                    </a:lnTo>
                    <a:lnTo>
                      <a:pt x="26660" y="49162"/>
                    </a:lnTo>
                    <a:lnTo>
                      <a:pt x="27057" y="49351"/>
                    </a:lnTo>
                    <a:lnTo>
                      <a:pt x="27472" y="49540"/>
                    </a:lnTo>
                    <a:lnTo>
                      <a:pt x="27888" y="49691"/>
                    </a:lnTo>
                    <a:lnTo>
                      <a:pt x="28304" y="49842"/>
                    </a:lnTo>
                    <a:lnTo>
                      <a:pt x="28738" y="49956"/>
                    </a:lnTo>
                    <a:lnTo>
                      <a:pt x="29173" y="50069"/>
                    </a:lnTo>
                    <a:lnTo>
                      <a:pt x="29607" y="50163"/>
                    </a:lnTo>
                    <a:lnTo>
                      <a:pt x="30061" y="50239"/>
                    </a:lnTo>
                    <a:lnTo>
                      <a:pt x="30495" y="50315"/>
                    </a:lnTo>
                    <a:lnTo>
                      <a:pt x="30949" y="50352"/>
                    </a:lnTo>
                    <a:lnTo>
                      <a:pt x="31402" y="50390"/>
                    </a:lnTo>
                    <a:lnTo>
                      <a:pt x="31856" y="50409"/>
                    </a:lnTo>
                    <a:lnTo>
                      <a:pt x="32328" y="50428"/>
                    </a:lnTo>
                    <a:lnTo>
                      <a:pt x="32876" y="50409"/>
                    </a:lnTo>
                    <a:lnTo>
                      <a:pt x="33424" y="50390"/>
                    </a:lnTo>
                    <a:lnTo>
                      <a:pt x="33972" y="50334"/>
                    </a:lnTo>
                    <a:lnTo>
                      <a:pt x="34520" y="50277"/>
                    </a:lnTo>
                    <a:lnTo>
                      <a:pt x="35068" y="50201"/>
                    </a:lnTo>
                    <a:lnTo>
                      <a:pt x="35597" y="50107"/>
                    </a:lnTo>
                    <a:lnTo>
                      <a:pt x="36145" y="49993"/>
                    </a:lnTo>
                    <a:lnTo>
                      <a:pt x="36692" y="49861"/>
                    </a:lnTo>
                    <a:lnTo>
                      <a:pt x="37240" y="49710"/>
                    </a:lnTo>
                    <a:lnTo>
                      <a:pt x="37769" y="49559"/>
                    </a:lnTo>
                    <a:lnTo>
                      <a:pt x="38298" y="49389"/>
                    </a:lnTo>
                    <a:lnTo>
                      <a:pt x="38827" y="49200"/>
                    </a:lnTo>
                    <a:lnTo>
                      <a:pt x="39338" y="49011"/>
                    </a:lnTo>
                    <a:lnTo>
                      <a:pt x="39848" y="48803"/>
                    </a:lnTo>
                    <a:lnTo>
                      <a:pt x="40358" y="48576"/>
                    </a:lnTo>
                    <a:lnTo>
                      <a:pt x="40849" y="48350"/>
                    </a:lnTo>
                    <a:lnTo>
                      <a:pt x="40868" y="48331"/>
                    </a:lnTo>
                    <a:lnTo>
                      <a:pt x="40906" y="48312"/>
                    </a:lnTo>
                    <a:lnTo>
                      <a:pt x="40925" y="48312"/>
                    </a:lnTo>
                    <a:lnTo>
                      <a:pt x="40962" y="48293"/>
                    </a:lnTo>
                    <a:lnTo>
                      <a:pt x="40981" y="48274"/>
                    </a:lnTo>
                    <a:lnTo>
                      <a:pt x="41000" y="48274"/>
                    </a:lnTo>
                    <a:lnTo>
                      <a:pt x="41019" y="48255"/>
                    </a:lnTo>
                    <a:lnTo>
                      <a:pt x="41038" y="48255"/>
                    </a:lnTo>
                    <a:lnTo>
                      <a:pt x="41057" y="48236"/>
                    </a:lnTo>
                    <a:lnTo>
                      <a:pt x="41095" y="48236"/>
                    </a:lnTo>
                    <a:lnTo>
                      <a:pt x="41095" y="48217"/>
                    </a:lnTo>
                    <a:lnTo>
                      <a:pt x="41114" y="48217"/>
                    </a:lnTo>
                    <a:lnTo>
                      <a:pt x="41132" y="48199"/>
                    </a:lnTo>
                    <a:lnTo>
                      <a:pt x="41170" y="48199"/>
                    </a:lnTo>
                    <a:lnTo>
                      <a:pt x="41170" y="48180"/>
                    </a:lnTo>
                    <a:lnTo>
                      <a:pt x="41208" y="48180"/>
                    </a:lnTo>
                    <a:lnTo>
                      <a:pt x="41227" y="48161"/>
                    </a:lnTo>
                    <a:lnTo>
                      <a:pt x="41265" y="48142"/>
                    </a:lnTo>
                    <a:lnTo>
                      <a:pt x="42096" y="47707"/>
                    </a:lnTo>
                    <a:lnTo>
                      <a:pt x="42946" y="47235"/>
                    </a:lnTo>
                    <a:lnTo>
                      <a:pt x="43759" y="46744"/>
                    </a:lnTo>
                    <a:lnTo>
                      <a:pt x="44571" y="46234"/>
                    </a:lnTo>
                    <a:lnTo>
                      <a:pt x="45384" y="45705"/>
                    </a:lnTo>
                    <a:lnTo>
                      <a:pt x="46177" y="45176"/>
                    </a:lnTo>
                    <a:lnTo>
                      <a:pt x="47764" y="44099"/>
                    </a:lnTo>
                    <a:lnTo>
                      <a:pt x="49332" y="42984"/>
                    </a:lnTo>
                    <a:lnTo>
                      <a:pt x="50919" y="41888"/>
                    </a:lnTo>
                    <a:lnTo>
                      <a:pt x="51713" y="41359"/>
                    </a:lnTo>
                    <a:lnTo>
                      <a:pt x="52506" y="40830"/>
                    </a:lnTo>
                    <a:lnTo>
                      <a:pt x="53319" y="40320"/>
                    </a:lnTo>
                    <a:lnTo>
                      <a:pt x="54150" y="39829"/>
                    </a:lnTo>
                    <a:lnTo>
                      <a:pt x="54207" y="39734"/>
                    </a:lnTo>
                    <a:lnTo>
                      <a:pt x="54264" y="39621"/>
                    </a:lnTo>
                    <a:lnTo>
                      <a:pt x="54301" y="39432"/>
                    </a:lnTo>
                    <a:lnTo>
                      <a:pt x="54358" y="39224"/>
                    </a:lnTo>
                    <a:lnTo>
                      <a:pt x="54452" y="38714"/>
                    </a:lnTo>
                    <a:lnTo>
                      <a:pt x="54528" y="38128"/>
                    </a:lnTo>
                    <a:lnTo>
                      <a:pt x="54679" y="36995"/>
                    </a:lnTo>
                    <a:lnTo>
                      <a:pt x="54736" y="36560"/>
                    </a:lnTo>
                    <a:lnTo>
                      <a:pt x="54774" y="36295"/>
                    </a:lnTo>
                    <a:lnTo>
                      <a:pt x="55038" y="35332"/>
                    </a:lnTo>
                    <a:lnTo>
                      <a:pt x="54528" y="35653"/>
                    </a:lnTo>
                    <a:lnTo>
                      <a:pt x="53999" y="35955"/>
                    </a:lnTo>
                    <a:lnTo>
                      <a:pt x="53508" y="36220"/>
                    </a:lnTo>
                    <a:lnTo>
                      <a:pt x="52998" y="36466"/>
                    </a:lnTo>
                    <a:lnTo>
                      <a:pt x="52488" y="36692"/>
                    </a:lnTo>
                    <a:lnTo>
                      <a:pt x="51977" y="36919"/>
                    </a:lnTo>
                    <a:lnTo>
                      <a:pt x="51467" y="37108"/>
                    </a:lnTo>
                    <a:lnTo>
                      <a:pt x="50957" y="37297"/>
                    </a:lnTo>
                    <a:lnTo>
                      <a:pt x="50428" y="37448"/>
                    </a:lnTo>
                    <a:lnTo>
                      <a:pt x="49899" y="37599"/>
                    </a:lnTo>
                    <a:lnTo>
                      <a:pt x="49370" y="37713"/>
                    </a:lnTo>
                    <a:lnTo>
                      <a:pt x="48860" y="37826"/>
                    </a:lnTo>
                    <a:lnTo>
                      <a:pt x="48331" y="37920"/>
                    </a:lnTo>
                    <a:lnTo>
                      <a:pt x="47802" y="37996"/>
                    </a:lnTo>
                    <a:lnTo>
                      <a:pt x="47273" y="38053"/>
                    </a:lnTo>
                    <a:lnTo>
                      <a:pt x="46725" y="38090"/>
                    </a:lnTo>
                    <a:lnTo>
                      <a:pt x="46196" y="38128"/>
                    </a:lnTo>
                    <a:lnTo>
                      <a:pt x="45213" y="38128"/>
                    </a:lnTo>
                    <a:lnTo>
                      <a:pt x="44779" y="38109"/>
                    </a:lnTo>
                    <a:lnTo>
                      <a:pt x="44325" y="38071"/>
                    </a:lnTo>
                    <a:lnTo>
                      <a:pt x="43872" y="38034"/>
                    </a:lnTo>
                    <a:lnTo>
                      <a:pt x="43419" y="37977"/>
                    </a:lnTo>
                    <a:lnTo>
                      <a:pt x="42984" y="37920"/>
                    </a:lnTo>
                    <a:lnTo>
                      <a:pt x="42531" y="37845"/>
                    </a:lnTo>
                    <a:lnTo>
                      <a:pt x="42096" y="37750"/>
                    </a:lnTo>
                    <a:lnTo>
                      <a:pt x="41661" y="37656"/>
                    </a:lnTo>
                    <a:lnTo>
                      <a:pt x="41227" y="37542"/>
                    </a:lnTo>
                    <a:lnTo>
                      <a:pt x="40792" y="37410"/>
                    </a:lnTo>
                    <a:lnTo>
                      <a:pt x="40358" y="37278"/>
                    </a:lnTo>
                    <a:lnTo>
                      <a:pt x="39923" y="37127"/>
                    </a:lnTo>
                    <a:lnTo>
                      <a:pt x="39508" y="36976"/>
                    </a:lnTo>
                    <a:lnTo>
                      <a:pt x="39092" y="36806"/>
                    </a:lnTo>
                    <a:lnTo>
                      <a:pt x="38676" y="36636"/>
                    </a:lnTo>
                    <a:lnTo>
                      <a:pt x="38261" y="36447"/>
                    </a:lnTo>
                    <a:lnTo>
                      <a:pt x="37864" y="36239"/>
                    </a:lnTo>
                    <a:lnTo>
                      <a:pt x="37467" y="36031"/>
                    </a:lnTo>
                    <a:lnTo>
                      <a:pt x="37070" y="35804"/>
                    </a:lnTo>
                    <a:lnTo>
                      <a:pt x="36674" y="35578"/>
                    </a:lnTo>
                    <a:lnTo>
                      <a:pt x="36296" y="35332"/>
                    </a:lnTo>
                    <a:lnTo>
                      <a:pt x="35918" y="35086"/>
                    </a:lnTo>
                    <a:lnTo>
                      <a:pt x="35559" y="34822"/>
                    </a:lnTo>
                    <a:lnTo>
                      <a:pt x="35181" y="34538"/>
                    </a:lnTo>
                    <a:lnTo>
                      <a:pt x="34822" y="34255"/>
                    </a:lnTo>
                    <a:lnTo>
                      <a:pt x="34482" y="33972"/>
                    </a:lnTo>
                    <a:lnTo>
                      <a:pt x="34142" y="33650"/>
                    </a:lnTo>
                    <a:lnTo>
                      <a:pt x="33802" y="33348"/>
                    </a:lnTo>
                    <a:lnTo>
                      <a:pt x="33481" y="33027"/>
                    </a:lnTo>
                    <a:lnTo>
                      <a:pt x="33159" y="32687"/>
                    </a:lnTo>
                    <a:lnTo>
                      <a:pt x="32838" y="32347"/>
                    </a:lnTo>
                    <a:lnTo>
                      <a:pt x="32234" y="32498"/>
                    </a:lnTo>
                    <a:lnTo>
                      <a:pt x="31629" y="32630"/>
                    </a:lnTo>
                    <a:lnTo>
                      <a:pt x="31024" y="32743"/>
                    </a:lnTo>
                    <a:lnTo>
                      <a:pt x="30401" y="32838"/>
                    </a:lnTo>
                    <a:lnTo>
                      <a:pt x="29777" y="32895"/>
                    </a:lnTo>
                    <a:lnTo>
                      <a:pt x="29173" y="32951"/>
                    </a:lnTo>
                    <a:lnTo>
                      <a:pt x="28530" y="32989"/>
                    </a:lnTo>
                    <a:lnTo>
                      <a:pt x="27907" y="32989"/>
                    </a:lnTo>
                    <a:lnTo>
                      <a:pt x="27094" y="32970"/>
                    </a:lnTo>
                    <a:lnTo>
                      <a:pt x="26263" y="32932"/>
                    </a:lnTo>
                    <a:lnTo>
                      <a:pt x="25451" y="32838"/>
                    </a:lnTo>
                    <a:lnTo>
                      <a:pt x="24619" y="32706"/>
                    </a:lnTo>
                    <a:lnTo>
                      <a:pt x="23807" y="32555"/>
                    </a:lnTo>
                    <a:lnTo>
                      <a:pt x="22995" y="32366"/>
                    </a:lnTo>
                    <a:lnTo>
                      <a:pt x="22201" y="32139"/>
                    </a:lnTo>
                    <a:lnTo>
                      <a:pt x="21407" y="31874"/>
                    </a:lnTo>
                    <a:lnTo>
                      <a:pt x="20614" y="31572"/>
                    </a:lnTo>
                    <a:lnTo>
                      <a:pt x="19839" y="31251"/>
                    </a:lnTo>
                    <a:lnTo>
                      <a:pt x="19084" y="30892"/>
                    </a:lnTo>
                    <a:lnTo>
                      <a:pt x="18347" y="30476"/>
                    </a:lnTo>
                    <a:lnTo>
                      <a:pt x="17629" y="30061"/>
                    </a:lnTo>
                    <a:lnTo>
                      <a:pt x="16911" y="29588"/>
                    </a:lnTo>
                    <a:lnTo>
                      <a:pt x="16231" y="29078"/>
                    </a:lnTo>
                    <a:lnTo>
                      <a:pt x="15569" y="28549"/>
                    </a:lnTo>
                    <a:lnTo>
                      <a:pt x="14587" y="27680"/>
                    </a:lnTo>
                    <a:lnTo>
                      <a:pt x="13642" y="26792"/>
                    </a:lnTo>
                    <a:lnTo>
                      <a:pt x="12735" y="25885"/>
                    </a:lnTo>
                    <a:lnTo>
                      <a:pt x="11866" y="24959"/>
                    </a:lnTo>
                    <a:lnTo>
                      <a:pt x="11016" y="24033"/>
                    </a:lnTo>
                    <a:lnTo>
                      <a:pt x="10204" y="23089"/>
                    </a:lnTo>
                    <a:lnTo>
                      <a:pt x="9410" y="22144"/>
                    </a:lnTo>
                    <a:lnTo>
                      <a:pt x="8635" y="21162"/>
                    </a:lnTo>
                    <a:lnTo>
                      <a:pt x="7880" y="20179"/>
                    </a:lnTo>
                    <a:lnTo>
                      <a:pt x="7143" y="19197"/>
                    </a:lnTo>
                    <a:lnTo>
                      <a:pt x="6425" y="18195"/>
                    </a:lnTo>
                    <a:lnTo>
                      <a:pt x="5707" y="17175"/>
                    </a:lnTo>
                    <a:lnTo>
                      <a:pt x="5008" y="16136"/>
                    </a:lnTo>
                    <a:lnTo>
                      <a:pt x="4309" y="15097"/>
                    </a:lnTo>
                    <a:lnTo>
                      <a:pt x="2929" y="13000"/>
                    </a:lnTo>
                    <a:lnTo>
                      <a:pt x="2552" y="12886"/>
                    </a:lnTo>
                    <a:lnTo>
                      <a:pt x="2174" y="12754"/>
                    </a:lnTo>
                    <a:lnTo>
                      <a:pt x="1796" y="12622"/>
                    </a:lnTo>
                    <a:lnTo>
                      <a:pt x="1418" y="12471"/>
                    </a:lnTo>
                    <a:lnTo>
                      <a:pt x="1059" y="12319"/>
                    </a:lnTo>
                    <a:lnTo>
                      <a:pt x="700" y="12130"/>
                    </a:lnTo>
                    <a:lnTo>
                      <a:pt x="341" y="11942"/>
                    </a:lnTo>
                    <a:lnTo>
                      <a:pt x="1" y="11734"/>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9"/>
              <p:cNvSpPr/>
              <p:nvPr/>
            </p:nvSpPr>
            <p:spPr>
              <a:xfrm>
                <a:off x="745412" y="916044"/>
                <a:ext cx="1527883" cy="1074173"/>
              </a:xfrm>
              <a:custGeom>
                <a:rect b="b" l="l" r="r" t="t"/>
                <a:pathLst>
                  <a:path extrusionOk="0" fill="none" h="38695" w="55039">
                    <a:moveTo>
                      <a:pt x="1" y="1"/>
                    </a:moveTo>
                    <a:lnTo>
                      <a:pt x="568" y="813"/>
                    </a:lnTo>
                    <a:lnTo>
                      <a:pt x="568" y="813"/>
                    </a:lnTo>
                    <a:lnTo>
                      <a:pt x="10903" y="15720"/>
                    </a:lnTo>
                    <a:lnTo>
                      <a:pt x="10903" y="15720"/>
                    </a:lnTo>
                    <a:lnTo>
                      <a:pt x="21294" y="30665"/>
                    </a:lnTo>
                    <a:lnTo>
                      <a:pt x="21294" y="30665"/>
                    </a:lnTo>
                    <a:lnTo>
                      <a:pt x="25507" y="36730"/>
                    </a:lnTo>
                    <a:lnTo>
                      <a:pt x="25507" y="36730"/>
                    </a:lnTo>
                    <a:lnTo>
                      <a:pt x="25885" y="36995"/>
                    </a:lnTo>
                    <a:lnTo>
                      <a:pt x="26263" y="37221"/>
                    </a:lnTo>
                    <a:lnTo>
                      <a:pt x="26660" y="37429"/>
                    </a:lnTo>
                    <a:lnTo>
                      <a:pt x="27057" y="37618"/>
                    </a:lnTo>
                    <a:lnTo>
                      <a:pt x="27472" y="37807"/>
                    </a:lnTo>
                    <a:lnTo>
                      <a:pt x="27888" y="37958"/>
                    </a:lnTo>
                    <a:lnTo>
                      <a:pt x="28304" y="38109"/>
                    </a:lnTo>
                    <a:lnTo>
                      <a:pt x="28738" y="38223"/>
                    </a:lnTo>
                    <a:lnTo>
                      <a:pt x="29173" y="38336"/>
                    </a:lnTo>
                    <a:lnTo>
                      <a:pt x="29607" y="38430"/>
                    </a:lnTo>
                    <a:lnTo>
                      <a:pt x="30061" y="38506"/>
                    </a:lnTo>
                    <a:lnTo>
                      <a:pt x="30495" y="38582"/>
                    </a:lnTo>
                    <a:lnTo>
                      <a:pt x="30949" y="38619"/>
                    </a:lnTo>
                    <a:lnTo>
                      <a:pt x="31402" y="38657"/>
                    </a:lnTo>
                    <a:lnTo>
                      <a:pt x="31856" y="38676"/>
                    </a:lnTo>
                    <a:lnTo>
                      <a:pt x="32328" y="38695"/>
                    </a:lnTo>
                    <a:lnTo>
                      <a:pt x="32328" y="38695"/>
                    </a:lnTo>
                    <a:lnTo>
                      <a:pt x="32328" y="38695"/>
                    </a:lnTo>
                    <a:lnTo>
                      <a:pt x="32328" y="38695"/>
                    </a:lnTo>
                    <a:lnTo>
                      <a:pt x="32328" y="38695"/>
                    </a:lnTo>
                    <a:lnTo>
                      <a:pt x="32328" y="38695"/>
                    </a:lnTo>
                    <a:lnTo>
                      <a:pt x="32876" y="38676"/>
                    </a:lnTo>
                    <a:lnTo>
                      <a:pt x="33424" y="38657"/>
                    </a:lnTo>
                    <a:lnTo>
                      <a:pt x="33972" y="38601"/>
                    </a:lnTo>
                    <a:lnTo>
                      <a:pt x="34520" y="38544"/>
                    </a:lnTo>
                    <a:lnTo>
                      <a:pt x="35068" y="38468"/>
                    </a:lnTo>
                    <a:lnTo>
                      <a:pt x="35597" y="38374"/>
                    </a:lnTo>
                    <a:lnTo>
                      <a:pt x="36145" y="38260"/>
                    </a:lnTo>
                    <a:lnTo>
                      <a:pt x="36692" y="38128"/>
                    </a:lnTo>
                    <a:lnTo>
                      <a:pt x="37240" y="37977"/>
                    </a:lnTo>
                    <a:lnTo>
                      <a:pt x="37769" y="37826"/>
                    </a:lnTo>
                    <a:lnTo>
                      <a:pt x="38298" y="37656"/>
                    </a:lnTo>
                    <a:lnTo>
                      <a:pt x="38827" y="37467"/>
                    </a:lnTo>
                    <a:lnTo>
                      <a:pt x="39338" y="37278"/>
                    </a:lnTo>
                    <a:lnTo>
                      <a:pt x="39848" y="37070"/>
                    </a:lnTo>
                    <a:lnTo>
                      <a:pt x="40358" y="36843"/>
                    </a:lnTo>
                    <a:lnTo>
                      <a:pt x="40849" y="36617"/>
                    </a:lnTo>
                    <a:lnTo>
                      <a:pt x="40849" y="36617"/>
                    </a:lnTo>
                    <a:lnTo>
                      <a:pt x="40849" y="36617"/>
                    </a:lnTo>
                    <a:lnTo>
                      <a:pt x="40849" y="36617"/>
                    </a:lnTo>
                    <a:lnTo>
                      <a:pt x="40868" y="36598"/>
                    </a:lnTo>
                    <a:lnTo>
                      <a:pt x="40868" y="36598"/>
                    </a:lnTo>
                    <a:lnTo>
                      <a:pt x="40906" y="36579"/>
                    </a:lnTo>
                    <a:lnTo>
                      <a:pt x="40906" y="36579"/>
                    </a:lnTo>
                    <a:lnTo>
                      <a:pt x="40925" y="36579"/>
                    </a:lnTo>
                    <a:lnTo>
                      <a:pt x="40925" y="36579"/>
                    </a:lnTo>
                    <a:lnTo>
                      <a:pt x="40962" y="36560"/>
                    </a:lnTo>
                    <a:lnTo>
                      <a:pt x="40962" y="36560"/>
                    </a:lnTo>
                    <a:lnTo>
                      <a:pt x="40962" y="36560"/>
                    </a:lnTo>
                    <a:lnTo>
                      <a:pt x="40981" y="36541"/>
                    </a:lnTo>
                    <a:lnTo>
                      <a:pt x="40981" y="36541"/>
                    </a:lnTo>
                    <a:lnTo>
                      <a:pt x="41000" y="36541"/>
                    </a:lnTo>
                    <a:lnTo>
                      <a:pt x="41000" y="36541"/>
                    </a:lnTo>
                    <a:lnTo>
                      <a:pt x="41019" y="36522"/>
                    </a:lnTo>
                    <a:lnTo>
                      <a:pt x="41019" y="36522"/>
                    </a:lnTo>
                    <a:lnTo>
                      <a:pt x="41038" y="36522"/>
                    </a:lnTo>
                    <a:lnTo>
                      <a:pt x="41038" y="36522"/>
                    </a:lnTo>
                    <a:lnTo>
                      <a:pt x="41038" y="36522"/>
                    </a:lnTo>
                    <a:lnTo>
                      <a:pt x="41038" y="36522"/>
                    </a:lnTo>
                    <a:lnTo>
                      <a:pt x="41057" y="36503"/>
                    </a:lnTo>
                    <a:lnTo>
                      <a:pt x="41057" y="36503"/>
                    </a:lnTo>
                    <a:lnTo>
                      <a:pt x="41076" y="36503"/>
                    </a:lnTo>
                    <a:lnTo>
                      <a:pt x="41076" y="36503"/>
                    </a:lnTo>
                    <a:lnTo>
                      <a:pt x="41095" y="36503"/>
                    </a:lnTo>
                    <a:lnTo>
                      <a:pt x="41095" y="36503"/>
                    </a:lnTo>
                    <a:lnTo>
                      <a:pt x="41095" y="36484"/>
                    </a:lnTo>
                    <a:lnTo>
                      <a:pt x="41095" y="36484"/>
                    </a:lnTo>
                    <a:lnTo>
                      <a:pt x="41114" y="36484"/>
                    </a:lnTo>
                    <a:lnTo>
                      <a:pt x="41114" y="36484"/>
                    </a:lnTo>
                    <a:lnTo>
                      <a:pt x="41132" y="36466"/>
                    </a:lnTo>
                    <a:lnTo>
                      <a:pt x="41132" y="36466"/>
                    </a:lnTo>
                    <a:lnTo>
                      <a:pt x="41151" y="36466"/>
                    </a:lnTo>
                    <a:lnTo>
                      <a:pt x="41151" y="36466"/>
                    </a:lnTo>
                    <a:lnTo>
                      <a:pt x="41170" y="36466"/>
                    </a:lnTo>
                    <a:lnTo>
                      <a:pt x="41170" y="36466"/>
                    </a:lnTo>
                    <a:lnTo>
                      <a:pt x="41170" y="36447"/>
                    </a:lnTo>
                    <a:lnTo>
                      <a:pt x="41170" y="36447"/>
                    </a:lnTo>
                    <a:lnTo>
                      <a:pt x="41189" y="36447"/>
                    </a:lnTo>
                    <a:lnTo>
                      <a:pt x="41189" y="36447"/>
                    </a:lnTo>
                    <a:lnTo>
                      <a:pt x="41208" y="36447"/>
                    </a:lnTo>
                    <a:lnTo>
                      <a:pt x="41208" y="36447"/>
                    </a:lnTo>
                    <a:lnTo>
                      <a:pt x="41227" y="36428"/>
                    </a:lnTo>
                    <a:lnTo>
                      <a:pt x="41227" y="36428"/>
                    </a:lnTo>
                    <a:lnTo>
                      <a:pt x="41227" y="36428"/>
                    </a:lnTo>
                    <a:lnTo>
                      <a:pt x="41227" y="36428"/>
                    </a:lnTo>
                    <a:lnTo>
                      <a:pt x="41265" y="36409"/>
                    </a:lnTo>
                    <a:lnTo>
                      <a:pt x="41265" y="36409"/>
                    </a:lnTo>
                    <a:lnTo>
                      <a:pt x="41265" y="36409"/>
                    </a:lnTo>
                    <a:lnTo>
                      <a:pt x="42096" y="35974"/>
                    </a:lnTo>
                    <a:lnTo>
                      <a:pt x="42946" y="35502"/>
                    </a:lnTo>
                    <a:lnTo>
                      <a:pt x="43759" y="35011"/>
                    </a:lnTo>
                    <a:lnTo>
                      <a:pt x="44571" y="34501"/>
                    </a:lnTo>
                    <a:lnTo>
                      <a:pt x="45384" y="33972"/>
                    </a:lnTo>
                    <a:lnTo>
                      <a:pt x="46177" y="33443"/>
                    </a:lnTo>
                    <a:lnTo>
                      <a:pt x="47764" y="32366"/>
                    </a:lnTo>
                    <a:lnTo>
                      <a:pt x="49332" y="31251"/>
                    </a:lnTo>
                    <a:lnTo>
                      <a:pt x="50919" y="30155"/>
                    </a:lnTo>
                    <a:lnTo>
                      <a:pt x="51713" y="29626"/>
                    </a:lnTo>
                    <a:lnTo>
                      <a:pt x="52506" y="29097"/>
                    </a:lnTo>
                    <a:lnTo>
                      <a:pt x="53319" y="28587"/>
                    </a:lnTo>
                    <a:lnTo>
                      <a:pt x="54150" y="28096"/>
                    </a:lnTo>
                    <a:lnTo>
                      <a:pt x="54150" y="28096"/>
                    </a:lnTo>
                    <a:lnTo>
                      <a:pt x="54207" y="28001"/>
                    </a:lnTo>
                    <a:lnTo>
                      <a:pt x="54264" y="27888"/>
                    </a:lnTo>
                    <a:lnTo>
                      <a:pt x="54301" y="27699"/>
                    </a:lnTo>
                    <a:lnTo>
                      <a:pt x="54358" y="27491"/>
                    </a:lnTo>
                    <a:lnTo>
                      <a:pt x="54452" y="26981"/>
                    </a:lnTo>
                    <a:lnTo>
                      <a:pt x="54528" y="26395"/>
                    </a:lnTo>
                    <a:lnTo>
                      <a:pt x="54679" y="25262"/>
                    </a:lnTo>
                    <a:lnTo>
                      <a:pt x="54736" y="24827"/>
                    </a:lnTo>
                    <a:lnTo>
                      <a:pt x="54774" y="24562"/>
                    </a:lnTo>
                    <a:lnTo>
                      <a:pt x="54774" y="24562"/>
                    </a:lnTo>
                    <a:lnTo>
                      <a:pt x="55038" y="23599"/>
                    </a:lnTo>
                    <a:lnTo>
                      <a:pt x="55038" y="23599"/>
                    </a:lnTo>
                    <a:lnTo>
                      <a:pt x="54528" y="23920"/>
                    </a:lnTo>
                    <a:lnTo>
                      <a:pt x="53999" y="24222"/>
                    </a:lnTo>
                    <a:lnTo>
                      <a:pt x="53999" y="24222"/>
                    </a:lnTo>
                    <a:lnTo>
                      <a:pt x="53508" y="24487"/>
                    </a:lnTo>
                    <a:lnTo>
                      <a:pt x="52998" y="24733"/>
                    </a:lnTo>
                    <a:lnTo>
                      <a:pt x="52488" y="24959"/>
                    </a:lnTo>
                    <a:lnTo>
                      <a:pt x="51977" y="25186"/>
                    </a:lnTo>
                    <a:lnTo>
                      <a:pt x="51467" y="25375"/>
                    </a:lnTo>
                    <a:lnTo>
                      <a:pt x="50957" y="25564"/>
                    </a:lnTo>
                    <a:lnTo>
                      <a:pt x="50428" y="25715"/>
                    </a:lnTo>
                    <a:lnTo>
                      <a:pt x="49899" y="25866"/>
                    </a:lnTo>
                    <a:lnTo>
                      <a:pt x="49370" y="25980"/>
                    </a:lnTo>
                    <a:lnTo>
                      <a:pt x="48860" y="26093"/>
                    </a:lnTo>
                    <a:lnTo>
                      <a:pt x="48331" y="26187"/>
                    </a:lnTo>
                    <a:lnTo>
                      <a:pt x="47802" y="26263"/>
                    </a:lnTo>
                    <a:lnTo>
                      <a:pt x="47273" y="26320"/>
                    </a:lnTo>
                    <a:lnTo>
                      <a:pt x="46725" y="26357"/>
                    </a:lnTo>
                    <a:lnTo>
                      <a:pt x="46196" y="26395"/>
                    </a:lnTo>
                    <a:lnTo>
                      <a:pt x="45667" y="26395"/>
                    </a:lnTo>
                    <a:lnTo>
                      <a:pt x="45667" y="26395"/>
                    </a:lnTo>
                    <a:lnTo>
                      <a:pt x="45213" y="26395"/>
                    </a:lnTo>
                    <a:lnTo>
                      <a:pt x="44779" y="26376"/>
                    </a:lnTo>
                    <a:lnTo>
                      <a:pt x="44325" y="26338"/>
                    </a:lnTo>
                    <a:lnTo>
                      <a:pt x="43872" y="26301"/>
                    </a:lnTo>
                    <a:lnTo>
                      <a:pt x="43419" y="26244"/>
                    </a:lnTo>
                    <a:lnTo>
                      <a:pt x="42984" y="26187"/>
                    </a:lnTo>
                    <a:lnTo>
                      <a:pt x="42531" y="26112"/>
                    </a:lnTo>
                    <a:lnTo>
                      <a:pt x="42096" y="26017"/>
                    </a:lnTo>
                    <a:lnTo>
                      <a:pt x="41661" y="25923"/>
                    </a:lnTo>
                    <a:lnTo>
                      <a:pt x="41227" y="25809"/>
                    </a:lnTo>
                    <a:lnTo>
                      <a:pt x="40792" y="25677"/>
                    </a:lnTo>
                    <a:lnTo>
                      <a:pt x="40358" y="25545"/>
                    </a:lnTo>
                    <a:lnTo>
                      <a:pt x="39923" y="25394"/>
                    </a:lnTo>
                    <a:lnTo>
                      <a:pt x="39508" y="25243"/>
                    </a:lnTo>
                    <a:lnTo>
                      <a:pt x="39092" y="25073"/>
                    </a:lnTo>
                    <a:lnTo>
                      <a:pt x="38676" y="24903"/>
                    </a:lnTo>
                    <a:lnTo>
                      <a:pt x="38261" y="24714"/>
                    </a:lnTo>
                    <a:lnTo>
                      <a:pt x="37864" y="24506"/>
                    </a:lnTo>
                    <a:lnTo>
                      <a:pt x="37467" y="24298"/>
                    </a:lnTo>
                    <a:lnTo>
                      <a:pt x="37070" y="24071"/>
                    </a:lnTo>
                    <a:lnTo>
                      <a:pt x="36674" y="23845"/>
                    </a:lnTo>
                    <a:lnTo>
                      <a:pt x="36296" y="23599"/>
                    </a:lnTo>
                    <a:lnTo>
                      <a:pt x="35918" y="23353"/>
                    </a:lnTo>
                    <a:lnTo>
                      <a:pt x="35559" y="23089"/>
                    </a:lnTo>
                    <a:lnTo>
                      <a:pt x="35181" y="22805"/>
                    </a:lnTo>
                    <a:lnTo>
                      <a:pt x="34822" y="22522"/>
                    </a:lnTo>
                    <a:lnTo>
                      <a:pt x="34482" y="22239"/>
                    </a:lnTo>
                    <a:lnTo>
                      <a:pt x="34142" y="21917"/>
                    </a:lnTo>
                    <a:lnTo>
                      <a:pt x="33802" y="21615"/>
                    </a:lnTo>
                    <a:lnTo>
                      <a:pt x="33481" y="21294"/>
                    </a:lnTo>
                    <a:lnTo>
                      <a:pt x="33159" y="20954"/>
                    </a:lnTo>
                    <a:lnTo>
                      <a:pt x="32838" y="20614"/>
                    </a:lnTo>
                    <a:lnTo>
                      <a:pt x="32838" y="20614"/>
                    </a:lnTo>
                    <a:lnTo>
                      <a:pt x="32234" y="20765"/>
                    </a:lnTo>
                    <a:lnTo>
                      <a:pt x="31629" y="20897"/>
                    </a:lnTo>
                    <a:lnTo>
                      <a:pt x="31024" y="21010"/>
                    </a:lnTo>
                    <a:lnTo>
                      <a:pt x="30401" y="21105"/>
                    </a:lnTo>
                    <a:lnTo>
                      <a:pt x="29777" y="21162"/>
                    </a:lnTo>
                    <a:lnTo>
                      <a:pt x="29173" y="21218"/>
                    </a:lnTo>
                    <a:lnTo>
                      <a:pt x="28530" y="21256"/>
                    </a:lnTo>
                    <a:lnTo>
                      <a:pt x="27907" y="21256"/>
                    </a:lnTo>
                    <a:lnTo>
                      <a:pt x="27907" y="21256"/>
                    </a:lnTo>
                    <a:lnTo>
                      <a:pt x="27094" y="21237"/>
                    </a:lnTo>
                    <a:lnTo>
                      <a:pt x="26263" y="21199"/>
                    </a:lnTo>
                    <a:lnTo>
                      <a:pt x="25451" y="21105"/>
                    </a:lnTo>
                    <a:lnTo>
                      <a:pt x="24619" y="20973"/>
                    </a:lnTo>
                    <a:lnTo>
                      <a:pt x="23807" y="20822"/>
                    </a:lnTo>
                    <a:lnTo>
                      <a:pt x="22995" y="20633"/>
                    </a:lnTo>
                    <a:lnTo>
                      <a:pt x="22201" y="20406"/>
                    </a:lnTo>
                    <a:lnTo>
                      <a:pt x="21407" y="20141"/>
                    </a:lnTo>
                    <a:lnTo>
                      <a:pt x="20614" y="19839"/>
                    </a:lnTo>
                    <a:lnTo>
                      <a:pt x="19839" y="19518"/>
                    </a:lnTo>
                    <a:lnTo>
                      <a:pt x="19084" y="19159"/>
                    </a:lnTo>
                    <a:lnTo>
                      <a:pt x="18347" y="18743"/>
                    </a:lnTo>
                    <a:lnTo>
                      <a:pt x="17629" y="18328"/>
                    </a:lnTo>
                    <a:lnTo>
                      <a:pt x="16911" y="17855"/>
                    </a:lnTo>
                    <a:lnTo>
                      <a:pt x="16231" y="17345"/>
                    </a:lnTo>
                    <a:lnTo>
                      <a:pt x="15569" y="16816"/>
                    </a:lnTo>
                    <a:lnTo>
                      <a:pt x="15569" y="16816"/>
                    </a:lnTo>
                    <a:lnTo>
                      <a:pt x="14587" y="15947"/>
                    </a:lnTo>
                    <a:lnTo>
                      <a:pt x="13642" y="15059"/>
                    </a:lnTo>
                    <a:lnTo>
                      <a:pt x="12735" y="14152"/>
                    </a:lnTo>
                    <a:lnTo>
                      <a:pt x="11866" y="13226"/>
                    </a:lnTo>
                    <a:lnTo>
                      <a:pt x="11016" y="12300"/>
                    </a:lnTo>
                    <a:lnTo>
                      <a:pt x="10204" y="11356"/>
                    </a:lnTo>
                    <a:lnTo>
                      <a:pt x="9410" y="10411"/>
                    </a:lnTo>
                    <a:lnTo>
                      <a:pt x="8635" y="9429"/>
                    </a:lnTo>
                    <a:lnTo>
                      <a:pt x="7880" y="8446"/>
                    </a:lnTo>
                    <a:lnTo>
                      <a:pt x="7143" y="7464"/>
                    </a:lnTo>
                    <a:lnTo>
                      <a:pt x="6425" y="6462"/>
                    </a:lnTo>
                    <a:lnTo>
                      <a:pt x="5707" y="5442"/>
                    </a:lnTo>
                    <a:lnTo>
                      <a:pt x="5008" y="4403"/>
                    </a:lnTo>
                    <a:lnTo>
                      <a:pt x="4309" y="3364"/>
                    </a:lnTo>
                    <a:lnTo>
                      <a:pt x="2929" y="1267"/>
                    </a:lnTo>
                    <a:lnTo>
                      <a:pt x="2929" y="1267"/>
                    </a:lnTo>
                    <a:lnTo>
                      <a:pt x="2552" y="1153"/>
                    </a:lnTo>
                    <a:lnTo>
                      <a:pt x="2174" y="1021"/>
                    </a:lnTo>
                    <a:lnTo>
                      <a:pt x="1796" y="889"/>
                    </a:lnTo>
                    <a:lnTo>
                      <a:pt x="1418" y="738"/>
                    </a:lnTo>
                    <a:lnTo>
                      <a:pt x="1059" y="586"/>
                    </a:lnTo>
                    <a:lnTo>
                      <a:pt x="700" y="397"/>
                    </a:lnTo>
                    <a:lnTo>
                      <a:pt x="341" y="20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9"/>
              <p:cNvSpPr/>
              <p:nvPr/>
            </p:nvSpPr>
            <p:spPr>
              <a:xfrm>
                <a:off x="2298348" y="875128"/>
                <a:ext cx="216639" cy="214030"/>
              </a:xfrm>
              <a:custGeom>
                <a:rect b="b" l="l" r="r" t="t"/>
                <a:pathLst>
                  <a:path extrusionOk="0" fill="none" h="7710" w="7804">
                    <a:moveTo>
                      <a:pt x="3552" y="7710"/>
                    </a:moveTo>
                    <a:lnTo>
                      <a:pt x="2985" y="4762"/>
                    </a:lnTo>
                    <a:lnTo>
                      <a:pt x="0" y="4403"/>
                    </a:lnTo>
                    <a:lnTo>
                      <a:pt x="2626" y="2929"/>
                    </a:lnTo>
                    <a:lnTo>
                      <a:pt x="2041" y="1"/>
                    </a:lnTo>
                    <a:lnTo>
                      <a:pt x="4232" y="2041"/>
                    </a:lnTo>
                    <a:lnTo>
                      <a:pt x="6858" y="568"/>
                    </a:lnTo>
                    <a:lnTo>
                      <a:pt x="5593" y="3288"/>
                    </a:lnTo>
                    <a:lnTo>
                      <a:pt x="7803" y="5329"/>
                    </a:lnTo>
                    <a:lnTo>
                      <a:pt x="4818" y="4970"/>
                    </a:lnTo>
                    <a:lnTo>
                      <a:pt x="3552" y="771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9"/>
              <p:cNvSpPr/>
              <p:nvPr/>
            </p:nvSpPr>
            <p:spPr>
              <a:xfrm>
                <a:off x="1833147" y="590354"/>
                <a:ext cx="1534156" cy="1223133"/>
              </a:xfrm>
              <a:custGeom>
                <a:rect b="b" l="l" r="r" t="t"/>
                <a:pathLst>
                  <a:path extrusionOk="0" fill="none" h="44061" w="55265">
                    <a:moveTo>
                      <a:pt x="17080" y="1"/>
                    </a:moveTo>
                    <a:lnTo>
                      <a:pt x="17080" y="1"/>
                    </a:lnTo>
                    <a:lnTo>
                      <a:pt x="16400" y="568"/>
                    </a:lnTo>
                    <a:lnTo>
                      <a:pt x="15758" y="1172"/>
                    </a:lnTo>
                    <a:lnTo>
                      <a:pt x="15134" y="1777"/>
                    </a:lnTo>
                    <a:lnTo>
                      <a:pt x="14511" y="2400"/>
                    </a:lnTo>
                    <a:lnTo>
                      <a:pt x="13925" y="3024"/>
                    </a:lnTo>
                    <a:lnTo>
                      <a:pt x="13358" y="3666"/>
                    </a:lnTo>
                    <a:lnTo>
                      <a:pt x="12810" y="4308"/>
                    </a:lnTo>
                    <a:lnTo>
                      <a:pt x="12281" y="4970"/>
                    </a:lnTo>
                    <a:lnTo>
                      <a:pt x="12281" y="4970"/>
                    </a:lnTo>
                    <a:lnTo>
                      <a:pt x="12848" y="5196"/>
                    </a:lnTo>
                    <a:lnTo>
                      <a:pt x="13415" y="5423"/>
                    </a:lnTo>
                    <a:lnTo>
                      <a:pt x="13982" y="5688"/>
                    </a:lnTo>
                    <a:lnTo>
                      <a:pt x="14530" y="5971"/>
                    </a:lnTo>
                    <a:lnTo>
                      <a:pt x="15078" y="6273"/>
                    </a:lnTo>
                    <a:lnTo>
                      <a:pt x="15607" y="6595"/>
                    </a:lnTo>
                    <a:lnTo>
                      <a:pt x="16136" y="6935"/>
                    </a:lnTo>
                    <a:lnTo>
                      <a:pt x="16646" y="7294"/>
                    </a:lnTo>
                    <a:lnTo>
                      <a:pt x="16646" y="7294"/>
                    </a:lnTo>
                    <a:lnTo>
                      <a:pt x="16060" y="6991"/>
                    </a:lnTo>
                    <a:lnTo>
                      <a:pt x="15493" y="6708"/>
                    </a:lnTo>
                    <a:lnTo>
                      <a:pt x="14889" y="6443"/>
                    </a:lnTo>
                    <a:lnTo>
                      <a:pt x="14303" y="6217"/>
                    </a:lnTo>
                    <a:lnTo>
                      <a:pt x="13679" y="6028"/>
                    </a:lnTo>
                    <a:lnTo>
                      <a:pt x="13056" y="5858"/>
                    </a:lnTo>
                    <a:lnTo>
                      <a:pt x="12432" y="5707"/>
                    </a:lnTo>
                    <a:lnTo>
                      <a:pt x="11790" y="5593"/>
                    </a:lnTo>
                    <a:lnTo>
                      <a:pt x="11790" y="5593"/>
                    </a:lnTo>
                    <a:lnTo>
                      <a:pt x="11639" y="5801"/>
                    </a:lnTo>
                    <a:lnTo>
                      <a:pt x="11639" y="5801"/>
                    </a:lnTo>
                    <a:lnTo>
                      <a:pt x="11242" y="6368"/>
                    </a:lnTo>
                    <a:lnTo>
                      <a:pt x="10883" y="6916"/>
                    </a:lnTo>
                    <a:lnTo>
                      <a:pt x="10524" y="7483"/>
                    </a:lnTo>
                    <a:lnTo>
                      <a:pt x="10184" y="8049"/>
                    </a:lnTo>
                    <a:lnTo>
                      <a:pt x="9863" y="8635"/>
                    </a:lnTo>
                    <a:lnTo>
                      <a:pt x="9561" y="9202"/>
                    </a:lnTo>
                    <a:lnTo>
                      <a:pt x="9277" y="9788"/>
                    </a:lnTo>
                    <a:lnTo>
                      <a:pt x="8994" y="10373"/>
                    </a:lnTo>
                    <a:lnTo>
                      <a:pt x="8748" y="10959"/>
                    </a:lnTo>
                    <a:lnTo>
                      <a:pt x="8503" y="11564"/>
                    </a:lnTo>
                    <a:lnTo>
                      <a:pt x="8030" y="12754"/>
                    </a:lnTo>
                    <a:lnTo>
                      <a:pt x="7596" y="13963"/>
                    </a:lnTo>
                    <a:lnTo>
                      <a:pt x="7180" y="15172"/>
                    </a:lnTo>
                    <a:lnTo>
                      <a:pt x="6368" y="17591"/>
                    </a:lnTo>
                    <a:lnTo>
                      <a:pt x="5971" y="18800"/>
                    </a:lnTo>
                    <a:lnTo>
                      <a:pt x="5536" y="20009"/>
                    </a:lnTo>
                    <a:lnTo>
                      <a:pt x="5083" y="21199"/>
                    </a:lnTo>
                    <a:lnTo>
                      <a:pt x="4592" y="22390"/>
                    </a:lnTo>
                    <a:lnTo>
                      <a:pt x="4327" y="22975"/>
                    </a:lnTo>
                    <a:lnTo>
                      <a:pt x="4063" y="23561"/>
                    </a:lnTo>
                    <a:lnTo>
                      <a:pt x="3779" y="24147"/>
                    </a:lnTo>
                    <a:lnTo>
                      <a:pt x="3477" y="24714"/>
                    </a:lnTo>
                    <a:lnTo>
                      <a:pt x="3477" y="24714"/>
                    </a:lnTo>
                    <a:lnTo>
                      <a:pt x="3099" y="25337"/>
                    </a:lnTo>
                    <a:lnTo>
                      <a:pt x="2721" y="25923"/>
                    </a:lnTo>
                    <a:lnTo>
                      <a:pt x="2324" y="26509"/>
                    </a:lnTo>
                    <a:lnTo>
                      <a:pt x="1890" y="27056"/>
                    </a:lnTo>
                    <a:lnTo>
                      <a:pt x="1455" y="27567"/>
                    </a:lnTo>
                    <a:lnTo>
                      <a:pt x="983" y="28058"/>
                    </a:lnTo>
                    <a:lnTo>
                      <a:pt x="511" y="28549"/>
                    </a:lnTo>
                    <a:lnTo>
                      <a:pt x="0" y="28984"/>
                    </a:lnTo>
                    <a:lnTo>
                      <a:pt x="0" y="28984"/>
                    </a:lnTo>
                    <a:lnTo>
                      <a:pt x="511" y="29456"/>
                    </a:lnTo>
                    <a:lnTo>
                      <a:pt x="1021" y="29909"/>
                    </a:lnTo>
                    <a:lnTo>
                      <a:pt x="1569" y="30325"/>
                    </a:lnTo>
                    <a:lnTo>
                      <a:pt x="2116" y="30703"/>
                    </a:lnTo>
                    <a:lnTo>
                      <a:pt x="2702" y="31062"/>
                    </a:lnTo>
                    <a:lnTo>
                      <a:pt x="3288" y="31402"/>
                    </a:lnTo>
                    <a:lnTo>
                      <a:pt x="3892" y="31704"/>
                    </a:lnTo>
                    <a:lnTo>
                      <a:pt x="4497" y="31969"/>
                    </a:lnTo>
                    <a:lnTo>
                      <a:pt x="5121" y="32214"/>
                    </a:lnTo>
                    <a:lnTo>
                      <a:pt x="5763" y="32422"/>
                    </a:lnTo>
                    <a:lnTo>
                      <a:pt x="6405" y="32592"/>
                    </a:lnTo>
                    <a:lnTo>
                      <a:pt x="7067" y="32743"/>
                    </a:lnTo>
                    <a:lnTo>
                      <a:pt x="7728" y="32857"/>
                    </a:lnTo>
                    <a:lnTo>
                      <a:pt x="8389" y="32932"/>
                    </a:lnTo>
                    <a:lnTo>
                      <a:pt x="9069" y="32989"/>
                    </a:lnTo>
                    <a:lnTo>
                      <a:pt x="9731" y="33008"/>
                    </a:lnTo>
                    <a:lnTo>
                      <a:pt x="9731" y="33008"/>
                    </a:lnTo>
                    <a:lnTo>
                      <a:pt x="10165" y="32989"/>
                    </a:lnTo>
                    <a:lnTo>
                      <a:pt x="10600" y="32970"/>
                    </a:lnTo>
                    <a:lnTo>
                      <a:pt x="11015" y="32932"/>
                    </a:lnTo>
                    <a:lnTo>
                      <a:pt x="11450" y="32895"/>
                    </a:lnTo>
                    <a:lnTo>
                      <a:pt x="11866" y="32838"/>
                    </a:lnTo>
                    <a:lnTo>
                      <a:pt x="12300" y="32762"/>
                    </a:lnTo>
                    <a:lnTo>
                      <a:pt x="12735" y="32668"/>
                    </a:lnTo>
                    <a:lnTo>
                      <a:pt x="13150" y="32573"/>
                    </a:lnTo>
                    <a:lnTo>
                      <a:pt x="13566" y="32460"/>
                    </a:lnTo>
                    <a:lnTo>
                      <a:pt x="13982" y="32328"/>
                    </a:lnTo>
                    <a:lnTo>
                      <a:pt x="14416" y="32177"/>
                    </a:lnTo>
                    <a:lnTo>
                      <a:pt x="14832" y="32026"/>
                    </a:lnTo>
                    <a:lnTo>
                      <a:pt x="15229" y="31855"/>
                    </a:lnTo>
                    <a:lnTo>
                      <a:pt x="15644" y="31667"/>
                    </a:lnTo>
                    <a:lnTo>
                      <a:pt x="16041" y="31459"/>
                    </a:lnTo>
                    <a:lnTo>
                      <a:pt x="16457" y="31251"/>
                    </a:lnTo>
                    <a:lnTo>
                      <a:pt x="16457" y="31251"/>
                    </a:lnTo>
                    <a:lnTo>
                      <a:pt x="17024" y="30911"/>
                    </a:lnTo>
                    <a:lnTo>
                      <a:pt x="17571" y="30552"/>
                    </a:lnTo>
                    <a:lnTo>
                      <a:pt x="17571" y="30552"/>
                    </a:lnTo>
                    <a:lnTo>
                      <a:pt x="18119" y="29343"/>
                    </a:lnTo>
                    <a:lnTo>
                      <a:pt x="18403" y="28738"/>
                    </a:lnTo>
                    <a:lnTo>
                      <a:pt x="18705" y="28133"/>
                    </a:lnTo>
                    <a:lnTo>
                      <a:pt x="19026" y="27529"/>
                    </a:lnTo>
                    <a:lnTo>
                      <a:pt x="19366" y="26924"/>
                    </a:lnTo>
                    <a:lnTo>
                      <a:pt x="19706" y="26320"/>
                    </a:lnTo>
                    <a:lnTo>
                      <a:pt x="20065" y="25734"/>
                    </a:lnTo>
                    <a:lnTo>
                      <a:pt x="20424" y="25148"/>
                    </a:lnTo>
                    <a:lnTo>
                      <a:pt x="20802" y="24581"/>
                    </a:lnTo>
                    <a:lnTo>
                      <a:pt x="21199" y="24015"/>
                    </a:lnTo>
                    <a:lnTo>
                      <a:pt x="21596" y="23448"/>
                    </a:lnTo>
                    <a:lnTo>
                      <a:pt x="22011" y="22900"/>
                    </a:lnTo>
                    <a:lnTo>
                      <a:pt x="22446" y="22371"/>
                    </a:lnTo>
                    <a:lnTo>
                      <a:pt x="22881" y="21861"/>
                    </a:lnTo>
                    <a:lnTo>
                      <a:pt x="23334" y="21351"/>
                    </a:lnTo>
                    <a:lnTo>
                      <a:pt x="23334" y="21351"/>
                    </a:lnTo>
                    <a:lnTo>
                      <a:pt x="23391" y="20916"/>
                    </a:lnTo>
                    <a:lnTo>
                      <a:pt x="23447" y="20463"/>
                    </a:lnTo>
                    <a:lnTo>
                      <a:pt x="23485" y="20028"/>
                    </a:lnTo>
                    <a:lnTo>
                      <a:pt x="23504" y="19575"/>
                    </a:lnTo>
                    <a:lnTo>
                      <a:pt x="23504" y="19575"/>
                    </a:lnTo>
                    <a:lnTo>
                      <a:pt x="23542" y="20349"/>
                    </a:lnTo>
                    <a:lnTo>
                      <a:pt x="23561" y="21105"/>
                    </a:lnTo>
                    <a:lnTo>
                      <a:pt x="23561" y="21105"/>
                    </a:lnTo>
                    <a:lnTo>
                      <a:pt x="24184" y="20481"/>
                    </a:lnTo>
                    <a:lnTo>
                      <a:pt x="24827" y="19877"/>
                    </a:lnTo>
                    <a:lnTo>
                      <a:pt x="25488" y="19310"/>
                    </a:lnTo>
                    <a:lnTo>
                      <a:pt x="26187" y="18781"/>
                    </a:lnTo>
                    <a:lnTo>
                      <a:pt x="26886" y="18271"/>
                    </a:lnTo>
                    <a:lnTo>
                      <a:pt x="27264" y="18044"/>
                    </a:lnTo>
                    <a:lnTo>
                      <a:pt x="27623" y="17817"/>
                    </a:lnTo>
                    <a:lnTo>
                      <a:pt x="28001" y="17610"/>
                    </a:lnTo>
                    <a:lnTo>
                      <a:pt x="28379" y="17402"/>
                    </a:lnTo>
                    <a:lnTo>
                      <a:pt x="28775" y="17213"/>
                    </a:lnTo>
                    <a:lnTo>
                      <a:pt x="29172" y="17024"/>
                    </a:lnTo>
                    <a:lnTo>
                      <a:pt x="29172" y="17024"/>
                    </a:lnTo>
                    <a:lnTo>
                      <a:pt x="29626" y="16854"/>
                    </a:lnTo>
                    <a:lnTo>
                      <a:pt x="29852" y="16759"/>
                    </a:lnTo>
                    <a:lnTo>
                      <a:pt x="30098" y="16703"/>
                    </a:lnTo>
                    <a:lnTo>
                      <a:pt x="30344" y="16646"/>
                    </a:lnTo>
                    <a:lnTo>
                      <a:pt x="30589" y="16608"/>
                    </a:lnTo>
                    <a:lnTo>
                      <a:pt x="30835" y="16570"/>
                    </a:lnTo>
                    <a:lnTo>
                      <a:pt x="31062" y="16570"/>
                    </a:lnTo>
                    <a:lnTo>
                      <a:pt x="31062" y="16570"/>
                    </a:lnTo>
                    <a:lnTo>
                      <a:pt x="31288" y="16570"/>
                    </a:lnTo>
                    <a:lnTo>
                      <a:pt x="31515" y="16608"/>
                    </a:lnTo>
                    <a:lnTo>
                      <a:pt x="31742" y="16646"/>
                    </a:lnTo>
                    <a:lnTo>
                      <a:pt x="31950" y="16703"/>
                    </a:lnTo>
                    <a:lnTo>
                      <a:pt x="31950" y="16703"/>
                    </a:lnTo>
                    <a:lnTo>
                      <a:pt x="32176" y="16797"/>
                    </a:lnTo>
                    <a:lnTo>
                      <a:pt x="32365" y="16911"/>
                    </a:lnTo>
                    <a:lnTo>
                      <a:pt x="32554" y="17043"/>
                    </a:lnTo>
                    <a:lnTo>
                      <a:pt x="32743" y="17194"/>
                    </a:lnTo>
                    <a:lnTo>
                      <a:pt x="32894" y="17345"/>
                    </a:lnTo>
                    <a:lnTo>
                      <a:pt x="33045" y="17534"/>
                    </a:lnTo>
                    <a:lnTo>
                      <a:pt x="33197" y="17742"/>
                    </a:lnTo>
                    <a:lnTo>
                      <a:pt x="33329" y="17969"/>
                    </a:lnTo>
                    <a:lnTo>
                      <a:pt x="33461" y="18195"/>
                    </a:lnTo>
                    <a:lnTo>
                      <a:pt x="33574" y="18460"/>
                    </a:lnTo>
                    <a:lnTo>
                      <a:pt x="33669" y="18724"/>
                    </a:lnTo>
                    <a:lnTo>
                      <a:pt x="33763" y="19008"/>
                    </a:lnTo>
                    <a:lnTo>
                      <a:pt x="33858" y="19291"/>
                    </a:lnTo>
                    <a:lnTo>
                      <a:pt x="33933" y="19612"/>
                    </a:lnTo>
                    <a:lnTo>
                      <a:pt x="34066" y="20255"/>
                    </a:lnTo>
                    <a:lnTo>
                      <a:pt x="34179" y="20935"/>
                    </a:lnTo>
                    <a:lnTo>
                      <a:pt x="34255" y="21672"/>
                    </a:lnTo>
                    <a:lnTo>
                      <a:pt x="34311" y="22428"/>
                    </a:lnTo>
                    <a:lnTo>
                      <a:pt x="34349" y="23202"/>
                    </a:lnTo>
                    <a:lnTo>
                      <a:pt x="34349" y="24015"/>
                    </a:lnTo>
                    <a:lnTo>
                      <a:pt x="34368" y="24827"/>
                    </a:lnTo>
                    <a:lnTo>
                      <a:pt x="34330" y="26471"/>
                    </a:lnTo>
                    <a:lnTo>
                      <a:pt x="34273" y="28096"/>
                    </a:lnTo>
                    <a:lnTo>
                      <a:pt x="34198" y="29664"/>
                    </a:lnTo>
                    <a:lnTo>
                      <a:pt x="34141" y="31138"/>
                    </a:lnTo>
                    <a:lnTo>
                      <a:pt x="34141" y="31818"/>
                    </a:lnTo>
                    <a:lnTo>
                      <a:pt x="34122" y="32441"/>
                    </a:lnTo>
                    <a:lnTo>
                      <a:pt x="34141" y="33027"/>
                    </a:lnTo>
                    <a:lnTo>
                      <a:pt x="34179" y="33575"/>
                    </a:lnTo>
                    <a:lnTo>
                      <a:pt x="34217" y="34028"/>
                    </a:lnTo>
                    <a:lnTo>
                      <a:pt x="34292" y="34444"/>
                    </a:lnTo>
                    <a:lnTo>
                      <a:pt x="34349" y="34614"/>
                    </a:lnTo>
                    <a:lnTo>
                      <a:pt x="34387" y="34765"/>
                    </a:lnTo>
                    <a:lnTo>
                      <a:pt x="34443" y="34916"/>
                    </a:lnTo>
                    <a:lnTo>
                      <a:pt x="34519" y="35030"/>
                    </a:lnTo>
                    <a:lnTo>
                      <a:pt x="34595" y="35124"/>
                    </a:lnTo>
                    <a:lnTo>
                      <a:pt x="34670" y="35200"/>
                    </a:lnTo>
                    <a:lnTo>
                      <a:pt x="34765" y="35256"/>
                    </a:lnTo>
                    <a:lnTo>
                      <a:pt x="34859" y="35275"/>
                    </a:lnTo>
                    <a:lnTo>
                      <a:pt x="34859" y="35275"/>
                    </a:lnTo>
                    <a:lnTo>
                      <a:pt x="35709" y="35370"/>
                    </a:lnTo>
                    <a:lnTo>
                      <a:pt x="36541" y="35464"/>
                    </a:lnTo>
                    <a:lnTo>
                      <a:pt x="37372" y="35578"/>
                    </a:lnTo>
                    <a:lnTo>
                      <a:pt x="38203" y="35729"/>
                    </a:lnTo>
                    <a:lnTo>
                      <a:pt x="38203" y="35729"/>
                    </a:lnTo>
                    <a:lnTo>
                      <a:pt x="38203" y="35729"/>
                    </a:lnTo>
                    <a:lnTo>
                      <a:pt x="39356" y="35955"/>
                    </a:lnTo>
                    <a:lnTo>
                      <a:pt x="40489" y="36239"/>
                    </a:lnTo>
                    <a:lnTo>
                      <a:pt x="41604" y="36560"/>
                    </a:lnTo>
                    <a:lnTo>
                      <a:pt x="42719" y="36900"/>
                    </a:lnTo>
                    <a:lnTo>
                      <a:pt x="43815" y="37297"/>
                    </a:lnTo>
                    <a:lnTo>
                      <a:pt x="44911" y="37731"/>
                    </a:lnTo>
                    <a:lnTo>
                      <a:pt x="45969" y="38204"/>
                    </a:lnTo>
                    <a:lnTo>
                      <a:pt x="47027" y="38695"/>
                    </a:lnTo>
                    <a:lnTo>
                      <a:pt x="48066" y="39243"/>
                    </a:lnTo>
                    <a:lnTo>
                      <a:pt x="49086" y="39829"/>
                    </a:lnTo>
                    <a:lnTo>
                      <a:pt x="50069" y="40433"/>
                    </a:lnTo>
                    <a:lnTo>
                      <a:pt x="51051" y="41076"/>
                    </a:lnTo>
                    <a:lnTo>
                      <a:pt x="51996" y="41756"/>
                    </a:lnTo>
                    <a:lnTo>
                      <a:pt x="52921" y="42455"/>
                    </a:lnTo>
                    <a:lnTo>
                      <a:pt x="53828" y="43192"/>
                    </a:lnTo>
                    <a:lnTo>
                      <a:pt x="54716" y="43966"/>
                    </a:lnTo>
                    <a:lnTo>
                      <a:pt x="54716" y="43966"/>
                    </a:lnTo>
                    <a:lnTo>
                      <a:pt x="54754" y="44004"/>
                    </a:lnTo>
                    <a:lnTo>
                      <a:pt x="54811" y="44042"/>
                    </a:lnTo>
                    <a:lnTo>
                      <a:pt x="54924" y="44061"/>
                    </a:lnTo>
                    <a:lnTo>
                      <a:pt x="54924" y="44061"/>
                    </a:lnTo>
                    <a:lnTo>
                      <a:pt x="54924" y="44061"/>
                    </a:lnTo>
                    <a:lnTo>
                      <a:pt x="54924" y="44061"/>
                    </a:lnTo>
                    <a:lnTo>
                      <a:pt x="54924" y="44061"/>
                    </a:lnTo>
                    <a:lnTo>
                      <a:pt x="54924" y="44061"/>
                    </a:lnTo>
                    <a:lnTo>
                      <a:pt x="55019" y="44042"/>
                    </a:lnTo>
                    <a:lnTo>
                      <a:pt x="55094" y="44004"/>
                    </a:lnTo>
                    <a:lnTo>
                      <a:pt x="55170" y="43966"/>
                    </a:lnTo>
                    <a:lnTo>
                      <a:pt x="55226" y="43891"/>
                    </a:lnTo>
                    <a:lnTo>
                      <a:pt x="55245" y="43815"/>
                    </a:lnTo>
                    <a:lnTo>
                      <a:pt x="55264" y="43721"/>
                    </a:lnTo>
                    <a:lnTo>
                      <a:pt x="55264" y="43626"/>
                    </a:lnTo>
                    <a:lnTo>
                      <a:pt x="55208" y="43551"/>
                    </a:lnTo>
                    <a:lnTo>
                      <a:pt x="55208" y="43551"/>
                    </a:lnTo>
                    <a:lnTo>
                      <a:pt x="55208" y="43532"/>
                    </a:lnTo>
                    <a:lnTo>
                      <a:pt x="55208" y="43532"/>
                    </a:lnTo>
                    <a:lnTo>
                      <a:pt x="55208" y="43532"/>
                    </a:lnTo>
                    <a:lnTo>
                      <a:pt x="55208" y="43532"/>
                    </a:lnTo>
                    <a:lnTo>
                      <a:pt x="55208" y="43532"/>
                    </a:lnTo>
                    <a:lnTo>
                      <a:pt x="55208" y="43532"/>
                    </a:lnTo>
                    <a:lnTo>
                      <a:pt x="55208" y="43532"/>
                    </a:lnTo>
                    <a:lnTo>
                      <a:pt x="31704" y="9958"/>
                    </a:lnTo>
                    <a:lnTo>
                      <a:pt x="31704" y="9958"/>
                    </a:lnTo>
                    <a:lnTo>
                      <a:pt x="31704" y="9958"/>
                    </a:lnTo>
                    <a:lnTo>
                      <a:pt x="31685" y="9939"/>
                    </a:lnTo>
                    <a:lnTo>
                      <a:pt x="31685" y="9939"/>
                    </a:lnTo>
                    <a:lnTo>
                      <a:pt x="31685" y="9939"/>
                    </a:lnTo>
                    <a:lnTo>
                      <a:pt x="31685" y="9939"/>
                    </a:lnTo>
                    <a:lnTo>
                      <a:pt x="31666" y="9920"/>
                    </a:lnTo>
                    <a:lnTo>
                      <a:pt x="31666" y="9920"/>
                    </a:lnTo>
                    <a:lnTo>
                      <a:pt x="31666" y="9920"/>
                    </a:lnTo>
                    <a:lnTo>
                      <a:pt x="31666" y="9920"/>
                    </a:lnTo>
                    <a:lnTo>
                      <a:pt x="31647" y="9882"/>
                    </a:lnTo>
                    <a:lnTo>
                      <a:pt x="31647" y="9882"/>
                    </a:lnTo>
                    <a:lnTo>
                      <a:pt x="31647" y="9882"/>
                    </a:lnTo>
                    <a:lnTo>
                      <a:pt x="31647" y="9882"/>
                    </a:lnTo>
                    <a:lnTo>
                      <a:pt x="31628" y="9863"/>
                    </a:lnTo>
                    <a:lnTo>
                      <a:pt x="31628" y="9863"/>
                    </a:lnTo>
                    <a:lnTo>
                      <a:pt x="31609" y="9863"/>
                    </a:lnTo>
                    <a:lnTo>
                      <a:pt x="31609" y="9863"/>
                    </a:lnTo>
                    <a:lnTo>
                      <a:pt x="31591" y="9844"/>
                    </a:lnTo>
                    <a:lnTo>
                      <a:pt x="31591" y="9844"/>
                    </a:lnTo>
                    <a:lnTo>
                      <a:pt x="31591" y="9825"/>
                    </a:lnTo>
                    <a:lnTo>
                      <a:pt x="31591" y="9825"/>
                    </a:lnTo>
                    <a:lnTo>
                      <a:pt x="31572" y="9807"/>
                    </a:lnTo>
                    <a:lnTo>
                      <a:pt x="31572" y="9807"/>
                    </a:lnTo>
                    <a:lnTo>
                      <a:pt x="31572" y="9807"/>
                    </a:lnTo>
                    <a:lnTo>
                      <a:pt x="31572" y="9807"/>
                    </a:lnTo>
                    <a:lnTo>
                      <a:pt x="31534" y="9750"/>
                    </a:lnTo>
                    <a:lnTo>
                      <a:pt x="31534" y="9750"/>
                    </a:lnTo>
                    <a:lnTo>
                      <a:pt x="31534" y="9750"/>
                    </a:lnTo>
                    <a:lnTo>
                      <a:pt x="31534" y="9750"/>
                    </a:lnTo>
                    <a:lnTo>
                      <a:pt x="31515" y="9731"/>
                    </a:lnTo>
                    <a:lnTo>
                      <a:pt x="31515" y="9731"/>
                    </a:lnTo>
                    <a:lnTo>
                      <a:pt x="31515" y="9731"/>
                    </a:lnTo>
                    <a:lnTo>
                      <a:pt x="31515" y="9731"/>
                    </a:lnTo>
                    <a:lnTo>
                      <a:pt x="31477" y="9712"/>
                    </a:lnTo>
                    <a:lnTo>
                      <a:pt x="31477" y="9712"/>
                    </a:lnTo>
                    <a:lnTo>
                      <a:pt x="31477" y="9693"/>
                    </a:lnTo>
                    <a:lnTo>
                      <a:pt x="31477" y="9693"/>
                    </a:lnTo>
                    <a:lnTo>
                      <a:pt x="31458" y="9674"/>
                    </a:lnTo>
                    <a:lnTo>
                      <a:pt x="31458" y="9674"/>
                    </a:lnTo>
                    <a:lnTo>
                      <a:pt x="31458" y="9674"/>
                    </a:lnTo>
                    <a:lnTo>
                      <a:pt x="31458" y="9674"/>
                    </a:lnTo>
                    <a:lnTo>
                      <a:pt x="31439" y="9655"/>
                    </a:lnTo>
                    <a:lnTo>
                      <a:pt x="31439" y="9655"/>
                    </a:lnTo>
                    <a:lnTo>
                      <a:pt x="31439" y="9655"/>
                    </a:lnTo>
                    <a:lnTo>
                      <a:pt x="31421" y="9618"/>
                    </a:lnTo>
                    <a:lnTo>
                      <a:pt x="31421" y="9618"/>
                    </a:lnTo>
                    <a:lnTo>
                      <a:pt x="31421" y="9618"/>
                    </a:lnTo>
                    <a:lnTo>
                      <a:pt x="31421" y="9618"/>
                    </a:lnTo>
                    <a:lnTo>
                      <a:pt x="31364" y="9561"/>
                    </a:lnTo>
                    <a:lnTo>
                      <a:pt x="31364" y="9561"/>
                    </a:lnTo>
                    <a:lnTo>
                      <a:pt x="31364" y="9561"/>
                    </a:lnTo>
                    <a:lnTo>
                      <a:pt x="31364" y="9561"/>
                    </a:lnTo>
                    <a:lnTo>
                      <a:pt x="31326" y="9523"/>
                    </a:lnTo>
                    <a:lnTo>
                      <a:pt x="31326" y="9523"/>
                    </a:lnTo>
                    <a:lnTo>
                      <a:pt x="31326" y="9523"/>
                    </a:lnTo>
                    <a:lnTo>
                      <a:pt x="30589" y="8711"/>
                    </a:lnTo>
                    <a:lnTo>
                      <a:pt x="29833" y="7936"/>
                    </a:lnTo>
                    <a:lnTo>
                      <a:pt x="29059" y="7199"/>
                    </a:lnTo>
                    <a:lnTo>
                      <a:pt x="28246" y="6462"/>
                    </a:lnTo>
                    <a:lnTo>
                      <a:pt x="27415" y="5782"/>
                    </a:lnTo>
                    <a:lnTo>
                      <a:pt x="26565" y="5102"/>
                    </a:lnTo>
                    <a:lnTo>
                      <a:pt x="25696" y="4460"/>
                    </a:lnTo>
                    <a:lnTo>
                      <a:pt x="24808" y="3855"/>
                    </a:lnTo>
                    <a:lnTo>
                      <a:pt x="23901" y="3250"/>
                    </a:lnTo>
                    <a:lnTo>
                      <a:pt x="22975" y="2702"/>
                    </a:lnTo>
                    <a:lnTo>
                      <a:pt x="22030" y="2173"/>
                    </a:lnTo>
                    <a:lnTo>
                      <a:pt x="21067" y="1682"/>
                    </a:lnTo>
                    <a:lnTo>
                      <a:pt x="20084" y="1210"/>
                    </a:lnTo>
                    <a:lnTo>
                      <a:pt x="19102" y="775"/>
                    </a:lnTo>
                    <a:lnTo>
                      <a:pt x="18082" y="379"/>
                    </a:lnTo>
                    <a:lnTo>
                      <a:pt x="1708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9"/>
              <p:cNvSpPr/>
              <p:nvPr/>
            </p:nvSpPr>
            <p:spPr>
              <a:xfrm>
                <a:off x="1656938" y="728286"/>
                <a:ext cx="830274" cy="920522"/>
              </a:xfrm>
              <a:custGeom>
                <a:rect b="b" l="l" r="r" t="t"/>
                <a:pathLst>
                  <a:path extrusionOk="0" h="33160" w="29909">
                    <a:moveTo>
                      <a:pt x="18629" y="1"/>
                    </a:moveTo>
                    <a:lnTo>
                      <a:pt x="18138" y="624"/>
                    </a:lnTo>
                    <a:lnTo>
                      <a:pt x="18780" y="738"/>
                    </a:lnTo>
                    <a:lnTo>
                      <a:pt x="19404" y="889"/>
                    </a:lnTo>
                    <a:lnTo>
                      <a:pt x="20027" y="1059"/>
                    </a:lnTo>
                    <a:lnTo>
                      <a:pt x="20651" y="1248"/>
                    </a:lnTo>
                    <a:lnTo>
                      <a:pt x="21237" y="1474"/>
                    </a:lnTo>
                    <a:lnTo>
                      <a:pt x="21841" y="1739"/>
                    </a:lnTo>
                    <a:lnTo>
                      <a:pt x="22408" y="2022"/>
                    </a:lnTo>
                    <a:lnTo>
                      <a:pt x="22994" y="2325"/>
                    </a:lnTo>
                    <a:lnTo>
                      <a:pt x="22484" y="1966"/>
                    </a:lnTo>
                    <a:lnTo>
                      <a:pt x="21955" y="1626"/>
                    </a:lnTo>
                    <a:lnTo>
                      <a:pt x="21426" y="1304"/>
                    </a:lnTo>
                    <a:lnTo>
                      <a:pt x="20878" y="1002"/>
                    </a:lnTo>
                    <a:lnTo>
                      <a:pt x="20330" y="719"/>
                    </a:lnTo>
                    <a:lnTo>
                      <a:pt x="19763" y="454"/>
                    </a:lnTo>
                    <a:lnTo>
                      <a:pt x="19196" y="227"/>
                    </a:lnTo>
                    <a:lnTo>
                      <a:pt x="18629" y="1"/>
                    </a:lnTo>
                    <a:close/>
                    <a:moveTo>
                      <a:pt x="29852" y="14606"/>
                    </a:moveTo>
                    <a:lnTo>
                      <a:pt x="29833" y="15059"/>
                    </a:lnTo>
                    <a:lnTo>
                      <a:pt x="29795" y="15494"/>
                    </a:lnTo>
                    <a:lnTo>
                      <a:pt x="29739" y="15947"/>
                    </a:lnTo>
                    <a:lnTo>
                      <a:pt x="29682" y="16382"/>
                    </a:lnTo>
                    <a:lnTo>
                      <a:pt x="29909" y="16136"/>
                    </a:lnTo>
                    <a:lnTo>
                      <a:pt x="29890" y="15380"/>
                    </a:lnTo>
                    <a:lnTo>
                      <a:pt x="29852" y="14606"/>
                    </a:lnTo>
                    <a:close/>
                    <a:moveTo>
                      <a:pt x="6348" y="24015"/>
                    </a:moveTo>
                    <a:lnTo>
                      <a:pt x="6008" y="24317"/>
                    </a:lnTo>
                    <a:lnTo>
                      <a:pt x="5649" y="24600"/>
                    </a:lnTo>
                    <a:lnTo>
                      <a:pt x="5290" y="24865"/>
                    </a:lnTo>
                    <a:lnTo>
                      <a:pt x="4912" y="25129"/>
                    </a:lnTo>
                    <a:lnTo>
                      <a:pt x="4535" y="25375"/>
                    </a:lnTo>
                    <a:lnTo>
                      <a:pt x="4138" y="25621"/>
                    </a:lnTo>
                    <a:lnTo>
                      <a:pt x="3760" y="25828"/>
                    </a:lnTo>
                    <a:lnTo>
                      <a:pt x="3363" y="26055"/>
                    </a:lnTo>
                    <a:lnTo>
                      <a:pt x="2948" y="26263"/>
                    </a:lnTo>
                    <a:lnTo>
                      <a:pt x="2551" y="26452"/>
                    </a:lnTo>
                    <a:lnTo>
                      <a:pt x="2135" y="26622"/>
                    </a:lnTo>
                    <a:lnTo>
                      <a:pt x="1719" y="26792"/>
                    </a:lnTo>
                    <a:lnTo>
                      <a:pt x="1285" y="26962"/>
                    </a:lnTo>
                    <a:lnTo>
                      <a:pt x="869" y="27113"/>
                    </a:lnTo>
                    <a:lnTo>
                      <a:pt x="435" y="27245"/>
                    </a:lnTo>
                    <a:lnTo>
                      <a:pt x="0" y="27378"/>
                    </a:lnTo>
                    <a:lnTo>
                      <a:pt x="321" y="27718"/>
                    </a:lnTo>
                    <a:lnTo>
                      <a:pt x="643" y="28058"/>
                    </a:lnTo>
                    <a:lnTo>
                      <a:pt x="964" y="28379"/>
                    </a:lnTo>
                    <a:lnTo>
                      <a:pt x="1304" y="28681"/>
                    </a:lnTo>
                    <a:lnTo>
                      <a:pt x="1644" y="29003"/>
                    </a:lnTo>
                    <a:lnTo>
                      <a:pt x="1984" y="29286"/>
                    </a:lnTo>
                    <a:lnTo>
                      <a:pt x="2343" y="29569"/>
                    </a:lnTo>
                    <a:lnTo>
                      <a:pt x="2721" y="29853"/>
                    </a:lnTo>
                    <a:lnTo>
                      <a:pt x="3080" y="30117"/>
                    </a:lnTo>
                    <a:lnTo>
                      <a:pt x="3458" y="30363"/>
                    </a:lnTo>
                    <a:lnTo>
                      <a:pt x="3836" y="30609"/>
                    </a:lnTo>
                    <a:lnTo>
                      <a:pt x="4232" y="30835"/>
                    </a:lnTo>
                    <a:lnTo>
                      <a:pt x="4629" y="31062"/>
                    </a:lnTo>
                    <a:lnTo>
                      <a:pt x="5026" y="31270"/>
                    </a:lnTo>
                    <a:lnTo>
                      <a:pt x="5423" y="31478"/>
                    </a:lnTo>
                    <a:lnTo>
                      <a:pt x="5838" y="31667"/>
                    </a:lnTo>
                    <a:lnTo>
                      <a:pt x="6254" y="31837"/>
                    </a:lnTo>
                    <a:lnTo>
                      <a:pt x="6670" y="32007"/>
                    </a:lnTo>
                    <a:lnTo>
                      <a:pt x="7085" y="32158"/>
                    </a:lnTo>
                    <a:lnTo>
                      <a:pt x="7520" y="32309"/>
                    </a:lnTo>
                    <a:lnTo>
                      <a:pt x="7954" y="32441"/>
                    </a:lnTo>
                    <a:lnTo>
                      <a:pt x="8389" y="32573"/>
                    </a:lnTo>
                    <a:lnTo>
                      <a:pt x="8823" y="32687"/>
                    </a:lnTo>
                    <a:lnTo>
                      <a:pt x="9258" y="32781"/>
                    </a:lnTo>
                    <a:lnTo>
                      <a:pt x="9693" y="32876"/>
                    </a:lnTo>
                    <a:lnTo>
                      <a:pt x="10146" y="32951"/>
                    </a:lnTo>
                    <a:lnTo>
                      <a:pt x="10581" y="33008"/>
                    </a:lnTo>
                    <a:lnTo>
                      <a:pt x="11034" y="33065"/>
                    </a:lnTo>
                    <a:lnTo>
                      <a:pt x="11487" y="33102"/>
                    </a:lnTo>
                    <a:lnTo>
                      <a:pt x="11941" y="33140"/>
                    </a:lnTo>
                    <a:lnTo>
                      <a:pt x="12375" y="33159"/>
                    </a:lnTo>
                    <a:lnTo>
                      <a:pt x="13358" y="33159"/>
                    </a:lnTo>
                    <a:lnTo>
                      <a:pt x="13887" y="33121"/>
                    </a:lnTo>
                    <a:lnTo>
                      <a:pt x="14435" y="33084"/>
                    </a:lnTo>
                    <a:lnTo>
                      <a:pt x="14964" y="33027"/>
                    </a:lnTo>
                    <a:lnTo>
                      <a:pt x="15493" y="32951"/>
                    </a:lnTo>
                    <a:lnTo>
                      <a:pt x="16022" y="32857"/>
                    </a:lnTo>
                    <a:lnTo>
                      <a:pt x="16532" y="32744"/>
                    </a:lnTo>
                    <a:lnTo>
                      <a:pt x="17061" y="32630"/>
                    </a:lnTo>
                    <a:lnTo>
                      <a:pt x="17590" y="32479"/>
                    </a:lnTo>
                    <a:lnTo>
                      <a:pt x="18119" y="32328"/>
                    </a:lnTo>
                    <a:lnTo>
                      <a:pt x="18629" y="32139"/>
                    </a:lnTo>
                    <a:lnTo>
                      <a:pt x="19139" y="31950"/>
                    </a:lnTo>
                    <a:lnTo>
                      <a:pt x="19650" y="31723"/>
                    </a:lnTo>
                    <a:lnTo>
                      <a:pt x="20160" y="31497"/>
                    </a:lnTo>
                    <a:lnTo>
                      <a:pt x="20670" y="31251"/>
                    </a:lnTo>
                    <a:lnTo>
                      <a:pt x="21161" y="30986"/>
                    </a:lnTo>
                    <a:lnTo>
                      <a:pt x="21690" y="30684"/>
                    </a:lnTo>
                    <a:lnTo>
                      <a:pt x="22200" y="30363"/>
                    </a:lnTo>
                    <a:lnTo>
                      <a:pt x="22389" y="29664"/>
                    </a:lnTo>
                    <a:lnTo>
                      <a:pt x="22616" y="28965"/>
                    </a:lnTo>
                    <a:lnTo>
                      <a:pt x="22843" y="28266"/>
                    </a:lnTo>
                    <a:lnTo>
                      <a:pt x="23107" y="27586"/>
                    </a:lnTo>
                    <a:lnTo>
                      <a:pt x="23485" y="26584"/>
                    </a:lnTo>
                    <a:lnTo>
                      <a:pt x="23919" y="25583"/>
                    </a:lnTo>
                    <a:lnTo>
                      <a:pt x="23919" y="25583"/>
                    </a:lnTo>
                    <a:lnTo>
                      <a:pt x="23372" y="25942"/>
                    </a:lnTo>
                    <a:lnTo>
                      <a:pt x="22805" y="26282"/>
                    </a:lnTo>
                    <a:lnTo>
                      <a:pt x="22389" y="26490"/>
                    </a:lnTo>
                    <a:lnTo>
                      <a:pt x="21992" y="26698"/>
                    </a:lnTo>
                    <a:lnTo>
                      <a:pt x="21577" y="26886"/>
                    </a:lnTo>
                    <a:lnTo>
                      <a:pt x="21180" y="27057"/>
                    </a:lnTo>
                    <a:lnTo>
                      <a:pt x="20764" y="27208"/>
                    </a:lnTo>
                    <a:lnTo>
                      <a:pt x="20330" y="27359"/>
                    </a:lnTo>
                    <a:lnTo>
                      <a:pt x="19914" y="27491"/>
                    </a:lnTo>
                    <a:lnTo>
                      <a:pt x="19498" y="27604"/>
                    </a:lnTo>
                    <a:lnTo>
                      <a:pt x="19083" y="27699"/>
                    </a:lnTo>
                    <a:lnTo>
                      <a:pt x="18648" y="27793"/>
                    </a:lnTo>
                    <a:lnTo>
                      <a:pt x="18214" y="27869"/>
                    </a:lnTo>
                    <a:lnTo>
                      <a:pt x="17798" y="27926"/>
                    </a:lnTo>
                    <a:lnTo>
                      <a:pt x="17363" y="27963"/>
                    </a:lnTo>
                    <a:lnTo>
                      <a:pt x="16948" y="28001"/>
                    </a:lnTo>
                    <a:lnTo>
                      <a:pt x="16513" y="28020"/>
                    </a:lnTo>
                    <a:lnTo>
                      <a:pt x="16079" y="28039"/>
                    </a:lnTo>
                    <a:lnTo>
                      <a:pt x="15417" y="28020"/>
                    </a:lnTo>
                    <a:lnTo>
                      <a:pt x="14737" y="27963"/>
                    </a:lnTo>
                    <a:lnTo>
                      <a:pt x="14076" y="27888"/>
                    </a:lnTo>
                    <a:lnTo>
                      <a:pt x="13415" y="27774"/>
                    </a:lnTo>
                    <a:lnTo>
                      <a:pt x="12753" y="27623"/>
                    </a:lnTo>
                    <a:lnTo>
                      <a:pt x="12111" y="27453"/>
                    </a:lnTo>
                    <a:lnTo>
                      <a:pt x="11469" y="27245"/>
                    </a:lnTo>
                    <a:lnTo>
                      <a:pt x="10845" y="27000"/>
                    </a:lnTo>
                    <a:lnTo>
                      <a:pt x="10240" y="26735"/>
                    </a:lnTo>
                    <a:lnTo>
                      <a:pt x="9636" y="26433"/>
                    </a:lnTo>
                    <a:lnTo>
                      <a:pt x="9050" y="26093"/>
                    </a:lnTo>
                    <a:lnTo>
                      <a:pt x="8464" y="25734"/>
                    </a:lnTo>
                    <a:lnTo>
                      <a:pt x="7917" y="25356"/>
                    </a:lnTo>
                    <a:lnTo>
                      <a:pt x="7369" y="24940"/>
                    </a:lnTo>
                    <a:lnTo>
                      <a:pt x="6859" y="24487"/>
                    </a:lnTo>
                    <a:lnTo>
                      <a:pt x="6348" y="24015"/>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9"/>
              <p:cNvSpPr/>
              <p:nvPr/>
            </p:nvSpPr>
            <p:spPr>
              <a:xfrm>
                <a:off x="1656938" y="1394878"/>
                <a:ext cx="664019" cy="253893"/>
              </a:xfrm>
              <a:custGeom>
                <a:rect b="b" l="l" r="r" t="t"/>
                <a:pathLst>
                  <a:path extrusionOk="0" fill="none" h="9146" w="23920">
                    <a:moveTo>
                      <a:pt x="6348" y="1"/>
                    </a:moveTo>
                    <a:lnTo>
                      <a:pt x="6348" y="1"/>
                    </a:lnTo>
                    <a:lnTo>
                      <a:pt x="6008" y="303"/>
                    </a:lnTo>
                    <a:lnTo>
                      <a:pt x="5649" y="586"/>
                    </a:lnTo>
                    <a:lnTo>
                      <a:pt x="5290" y="851"/>
                    </a:lnTo>
                    <a:lnTo>
                      <a:pt x="4912" y="1115"/>
                    </a:lnTo>
                    <a:lnTo>
                      <a:pt x="4535" y="1361"/>
                    </a:lnTo>
                    <a:lnTo>
                      <a:pt x="4138" y="1607"/>
                    </a:lnTo>
                    <a:lnTo>
                      <a:pt x="3760" y="1814"/>
                    </a:lnTo>
                    <a:lnTo>
                      <a:pt x="3363" y="2041"/>
                    </a:lnTo>
                    <a:lnTo>
                      <a:pt x="2948" y="2249"/>
                    </a:lnTo>
                    <a:lnTo>
                      <a:pt x="2551" y="2438"/>
                    </a:lnTo>
                    <a:lnTo>
                      <a:pt x="2135" y="2608"/>
                    </a:lnTo>
                    <a:lnTo>
                      <a:pt x="1719" y="2778"/>
                    </a:lnTo>
                    <a:lnTo>
                      <a:pt x="1285" y="2948"/>
                    </a:lnTo>
                    <a:lnTo>
                      <a:pt x="869" y="3099"/>
                    </a:lnTo>
                    <a:lnTo>
                      <a:pt x="435" y="3231"/>
                    </a:lnTo>
                    <a:lnTo>
                      <a:pt x="0" y="3364"/>
                    </a:lnTo>
                    <a:lnTo>
                      <a:pt x="0" y="3364"/>
                    </a:lnTo>
                    <a:lnTo>
                      <a:pt x="321" y="3704"/>
                    </a:lnTo>
                    <a:lnTo>
                      <a:pt x="643" y="4044"/>
                    </a:lnTo>
                    <a:lnTo>
                      <a:pt x="964" y="4365"/>
                    </a:lnTo>
                    <a:lnTo>
                      <a:pt x="1304" y="4667"/>
                    </a:lnTo>
                    <a:lnTo>
                      <a:pt x="1644" y="4989"/>
                    </a:lnTo>
                    <a:lnTo>
                      <a:pt x="1984" y="5272"/>
                    </a:lnTo>
                    <a:lnTo>
                      <a:pt x="2343" y="5555"/>
                    </a:lnTo>
                    <a:lnTo>
                      <a:pt x="2721" y="5839"/>
                    </a:lnTo>
                    <a:lnTo>
                      <a:pt x="3080" y="6103"/>
                    </a:lnTo>
                    <a:lnTo>
                      <a:pt x="3458" y="6349"/>
                    </a:lnTo>
                    <a:lnTo>
                      <a:pt x="3836" y="6595"/>
                    </a:lnTo>
                    <a:lnTo>
                      <a:pt x="4232" y="6821"/>
                    </a:lnTo>
                    <a:lnTo>
                      <a:pt x="4629" y="7048"/>
                    </a:lnTo>
                    <a:lnTo>
                      <a:pt x="5026" y="7256"/>
                    </a:lnTo>
                    <a:lnTo>
                      <a:pt x="5423" y="7464"/>
                    </a:lnTo>
                    <a:lnTo>
                      <a:pt x="5838" y="7653"/>
                    </a:lnTo>
                    <a:lnTo>
                      <a:pt x="6254" y="7823"/>
                    </a:lnTo>
                    <a:lnTo>
                      <a:pt x="6670" y="7993"/>
                    </a:lnTo>
                    <a:lnTo>
                      <a:pt x="7085" y="8144"/>
                    </a:lnTo>
                    <a:lnTo>
                      <a:pt x="7520" y="8295"/>
                    </a:lnTo>
                    <a:lnTo>
                      <a:pt x="7954" y="8427"/>
                    </a:lnTo>
                    <a:lnTo>
                      <a:pt x="8389" y="8559"/>
                    </a:lnTo>
                    <a:lnTo>
                      <a:pt x="8823" y="8673"/>
                    </a:lnTo>
                    <a:lnTo>
                      <a:pt x="9258" y="8767"/>
                    </a:lnTo>
                    <a:lnTo>
                      <a:pt x="9693" y="8862"/>
                    </a:lnTo>
                    <a:lnTo>
                      <a:pt x="10146" y="8937"/>
                    </a:lnTo>
                    <a:lnTo>
                      <a:pt x="10581" y="8994"/>
                    </a:lnTo>
                    <a:lnTo>
                      <a:pt x="11034" y="9051"/>
                    </a:lnTo>
                    <a:lnTo>
                      <a:pt x="11487" y="9088"/>
                    </a:lnTo>
                    <a:lnTo>
                      <a:pt x="11941" y="9126"/>
                    </a:lnTo>
                    <a:lnTo>
                      <a:pt x="12375" y="9145"/>
                    </a:lnTo>
                    <a:lnTo>
                      <a:pt x="12829" y="9145"/>
                    </a:lnTo>
                    <a:lnTo>
                      <a:pt x="12829" y="9145"/>
                    </a:lnTo>
                    <a:lnTo>
                      <a:pt x="13358" y="9145"/>
                    </a:lnTo>
                    <a:lnTo>
                      <a:pt x="13887" y="9107"/>
                    </a:lnTo>
                    <a:lnTo>
                      <a:pt x="14435" y="9070"/>
                    </a:lnTo>
                    <a:lnTo>
                      <a:pt x="14964" y="9013"/>
                    </a:lnTo>
                    <a:lnTo>
                      <a:pt x="15493" y="8937"/>
                    </a:lnTo>
                    <a:lnTo>
                      <a:pt x="16022" y="8843"/>
                    </a:lnTo>
                    <a:lnTo>
                      <a:pt x="16532" y="8730"/>
                    </a:lnTo>
                    <a:lnTo>
                      <a:pt x="17061" y="8616"/>
                    </a:lnTo>
                    <a:lnTo>
                      <a:pt x="17590" y="8465"/>
                    </a:lnTo>
                    <a:lnTo>
                      <a:pt x="18119" y="8314"/>
                    </a:lnTo>
                    <a:lnTo>
                      <a:pt x="18629" y="8125"/>
                    </a:lnTo>
                    <a:lnTo>
                      <a:pt x="19139" y="7936"/>
                    </a:lnTo>
                    <a:lnTo>
                      <a:pt x="19650" y="7709"/>
                    </a:lnTo>
                    <a:lnTo>
                      <a:pt x="20160" y="7483"/>
                    </a:lnTo>
                    <a:lnTo>
                      <a:pt x="20670" y="7237"/>
                    </a:lnTo>
                    <a:lnTo>
                      <a:pt x="21161" y="6972"/>
                    </a:lnTo>
                    <a:lnTo>
                      <a:pt x="21161" y="6972"/>
                    </a:lnTo>
                    <a:lnTo>
                      <a:pt x="21690" y="6670"/>
                    </a:lnTo>
                    <a:lnTo>
                      <a:pt x="22200" y="6349"/>
                    </a:lnTo>
                    <a:lnTo>
                      <a:pt x="22200" y="6349"/>
                    </a:lnTo>
                    <a:lnTo>
                      <a:pt x="22389" y="5650"/>
                    </a:lnTo>
                    <a:lnTo>
                      <a:pt x="22616" y="4951"/>
                    </a:lnTo>
                    <a:lnTo>
                      <a:pt x="22843" y="4252"/>
                    </a:lnTo>
                    <a:lnTo>
                      <a:pt x="23107" y="3572"/>
                    </a:lnTo>
                    <a:lnTo>
                      <a:pt x="23107" y="3572"/>
                    </a:lnTo>
                    <a:lnTo>
                      <a:pt x="23485" y="2570"/>
                    </a:lnTo>
                    <a:lnTo>
                      <a:pt x="23919" y="1569"/>
                    </a:lnTo>
                    <a:lnTo>
                      <a:pt x="23919" y="1569"/>
                    </a:lnTo>
                    <a:lnTo>
                      <a:pt x="23372" y="1928"/>
                    </a:lnTo>
                    <a:lnTo>
                      <a:pt x="22805" y="2268"/>
                    </a:lnTo>
                    <a:lnTo>
                      <a:pt x="22805" y="2268"/>
                    </a:lnTo>
                    <a:lnTo>
                      <a:pt x="22389" y="2476"/>
                    </a:lnTo>
                    <a:lnTo>
                      <a:pt x="21992" y="2684"/>
                    </a:lnTo>
                    <a:lnTo>
                      <a:pt x="21577" y="2872"/>
                    </a:lnTo>
                    <a:lnTo>
                      <a:pt x="21180" y="3043"/>
                    </a:lnTo>
                    <a:lnTo>
                      <a:pt x="20764" y="3194"/>
                    </a:lnTo>
                    <a:lnTo>
                      <a:pt x="20330" y="3345"/>
                    </a:lnTo>
                    <a:lnTo>
                      <a:pt x="19914" y="3477"/>
                    </a:lnTo>
                    <a:lnTo>
                      <a:pt x="19498" y="3590"/>
                    </a:lnTo>
                    <a:lnTo>
                      <a:pt x="19083" y="3685"/>
                    </a:lnTo>
                    <a:lnTo>
                      <a:pt x="18648" y="3779"/>
                    </a:lnTo>
                    <a:lnTo>
                      <a:pt x="18214" y="3855"/>
                    </a:lnTo>
                    <a:lnTo>
                      <a:pt x="17798" y="3912"/>
                    </a:lnTo>
                    <a:lnTo>
                      <a:pt x="17363" y="3949"/>
                    </a:lnTo>
                    <a:lnTo>
                      <a:pt x="16948" y="3987"/>
                    </a:lnTo>
                    <a:lnTo>
                      <a:pt x="16513" y="4006"/>
                    </a:lnTo>
                    <a:lnTo>
                      <a:pt x="16079" y="4025"/>
                    </a:lnTo>
                    <a:lnTo>
                      <a:pt x="16079" y="4025"/>
                    </a:lnTo>
                    <a:lnTo>
                      <a:pt x="15417" y="4006"/>
                    </a:lnTo>
                    <a:lnTo>
                      <a:pt x="14737" y="3949"/>
                    </a:lnTo>
                    <a:lnTo>
                      <a:pt x="14076" y="3874"/>
                    </a:lnTo>
                    <a:lnTo>
                      <a:pt x="13415" y="3760"/>
                    </a:lnTo>
                    <a:lnTo>
                      <a:pt x="12753" y="3609"/>
                    </a:lnTo>
                    <a:lnTo>
                      <a:pt x="12111" y="3439"/>
                    </a:lnTo>
                    <a:lnTo>
                      <a:pt x="11469" y="3231"/>
                    </a:lnTo>
                    <a:lnTo>
                      <a:pt x="10845" y="2986"/>
                    </a:lnTo>
                    <a:lnTo>
                      <a:pt x="10240" y="2721"/>
                    </a:lnTo>
                    <a:lnTo>
                      <a:pt x="9636" y="2419"/>
                    </a:lnTo>
                    <a:lnTo>
                      <a:pt x="9050" y="2079"/>
                    </a:lnTo>
                    <a:lnTo>
                      <a:pt x="8464" y="1720"/>
                    </a:lnTo>
                    <a:lnTo>
                      <a:pt x="7917" y="1342"/>
                    </a:lnTo>
                    <a:lnTo>
                      <a:pt x="7369" y="926"/>
                    </a:lnTo>
                    <a:lnTo>
                      <a:pt x="6859" y="473"/>
                    </a:lnTo>
                    <a:lnTo>
                      <a:pt x="634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9"/>
              <p:cNvSpPr/>
              <p:nvPr/>
            </p:nvSpPr>
            <p:spPr>
              <a:xfrm>
                <a:off x="2480858" y="1133698"/>
                <a:ext cx="6302" cy="49330"/>
              </a:xfrm>
              <a:custGeom>
                <a:rect b="b" l="l" r="r" t="t"/>
                <a:pathLst>
                  <a:path extrusionOk="0" fill="none" h="1777" w="227">
                    <a:moveTo>
                      <a:pt x="170" y="1"/>
                    </a:moveTo>
                    <a:lnTo>
                      <a:pt x="170" y="1"/>
                    </a:lnTo>
                    <a:lnTo>
                      <a:pt x="151" y="454"/>
                    </a:lnTo>
                    <a:lnTo>
                      <a:pt x="113" y="889"/>
                    </a:lnTo>
                    <a:lnTo>
                      <a:pt x="57" y="1342"/>
                    </a:lnTo>
                    <a:lnTo>
                      <a:pt x="0" y="1777"/>
                    </a:lnTo>
                    <a:lnTo>
                      <a:pt x="0" y="1777"/>
                    </a:lnTo>
                    <a:lnTo>
                      <a:pt x="227" y="1531"/>
                    </a:lnTo>
                    <a:lnTo>
                      <a:pt x="227" y="1531"/>
                    </a:lnTo>
                    <a:lnTo>
                      <a:pt x="208" y="775"/>
                    </a:lnTo>
                    <a:lnTo>
                      <a:pt x="17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9"/>
              <p:cNvSpPr/>
              <p:nvPr/>
            </p:nvSpPr>
            <p:spPr>
              <a:xfrm>
                <a:off x="2160417" y="728286"/>
                <a:ext cx="134803" cy="64542"/>
              </a:xfrm>
              <a:custGeom>
                <a:rect b="b" l="l" r="r" t="t"/>
                <a:pathLst>
                  <a:path extrusionOk="0" fill="none" h="2325" w="4856">
                    <a:moveTo>
                      <a:pt x="491" y="1"/>
                    </a:moveTo>
                    <a:lnTo>
                      <a:pt x="491" y="1"/>
                    </a:lnTo>
                    <a:lnTo>
                      <a:pt x="0" y="624"/>
                    </a:lnTo>
                    <a:lnTo>
                      <a:pt x="0" y="624"/>
                    </a:lnTo>
                    <a:lnTo>
                      <a:pt x="642" y="738"/>
                    </a:lnTo>
                    <a:lnTo>
                      <a:pt x="1266" y="889"/>
                    </a:lnTo>
                    <a:lnTo>
                      <a:pt x="1889" y="1059"/>
                    </a:lnTo>
                    <a:lnTo>
                      <a:pt x="2513" y="1248"/>
                    </a:lnTo>
                    <a:lnTo>
                      <a:pt x="3099" y="1474"/>
                    </a:lnTo>
                    <a:lnTo>
                      <a:pt x="3703" y="1739"/>
                    </a:lnTo>
                    <a:lnTo>
                      <a:pt x="4270" y="2022"/>
                    </a:lnTo>
                    <a:lnTo>
                      <a:pt x="4856" y="2325"/>
                    </a:lnTo>
                    <a:lnTo>
                      <a:pt x="4856" y="2325"/>
                    </a:lnTo>
                    <a:lnTo>
                      <a:pt x="4346" y="1966"/>
                    </a:lnTo>
                    <a:lnTo>
                      <a:pt x="3817" y="1626"/>
                    </a:lnTo>
                    <a:lnTo>
                      <a:pt x="3288" y="1304"/>
                    </a:lnTo>
                    <a:lnTo>
                      <a:pt x="2740" y="1002"/>
                    </a:lnTo>
                    <a:lnTo>
                      <a:pt x="2192" y="719"/>
                    </a:lnTo>
                    <a:lnTo>
                      <a:pt x="1625" y="454"/>
                    </a:lnTo>
                    <a:lnTo>
                      <a:pt x="1058" y="227"/>
                    </a:lnTo>
                    <a:lnTo>
                      <a:pt x="49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9"/>
              <p:cNvSpPr/>
              <p:nvPr/>
            </p:nvSpPr>
            <p:spPr>
              <a:xfrm>
                <a:off x="2298348" y="875128"/>
                <a:ext cx="216639" cy="214030"/>
              </a:xfrm>
              <a:custGeom>
                <a:rect b="b" l="l" r="r" t="t"/>
                <a:pathLst>
                  <a:path extrusionOk="0" h="7710" w="7804">
                    <a:moveTo>
                      <a:pt x="2041" y="1"/>
                    </a:moveTo>
                    <a:lnTo>
                      <a:pt x="2626" y="2929"/>
                    </a:lnTo>
                    <a:lnTo>
                      <a:pt x="0" y="4403"/>
                    </a:lnTo>
                    <a:lnTo>
                      <a:pt x="2985" y="4762"/>
                    </a:lnTo>
                    <a:lnTo>
                      <a:pt x="3552" y="7710"/>
                    </a:lnTo>
                    <a:lnTo>
                      <a:pt x="4818" y="4970"/>
                    </a:lnTo>
                    <a:lnTo>
                      <a:pt x="7803" y="5329"/>
                    </a:lnTo>
                    <a:lnTo>
                      <a:pt x="7803" y="5329"/>
                    </a:lnTo>
                    <a:lnTo>
                      <a:pt x="5593" y="3288"/>
                    </a:lnTo>
                    <a:lnTo>
                      <a:pt x="6858" y="568"/>
                    </a:lnTo>
                    <a:lnTo>
                      <a:pt x="4232" y="2041"/>
                    </a:lnTo>
                    <a:lnTo>
                      <a:pt x="204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9"/>
              <p:cNvSpPr/>
              <p:nvPr/>
            </p:nvSpPr>
            <p:spPr>
              <a:xfrm>
                <a:off x="2298348" y="875128"/>
                <a:ext cx="216639" cy="214030"/>
              </a:xfrm>
              <a:custGeom>
                <a:rect b="b" l="l" r="r" t="t"/>
                <a:pathLst>
                  <a:path extrusionOk="0" fill="none" h="7710" w="7804">
                    <a:moveTo>
                      <a:pt x="2041" y="1"/>
                    </a:moveTo>
                    <a:lnTo>
                      <a:pt x="2626" y="2929"/>
                    </a:lnTo>
                    <a:lnTo>
                      <a:pt x="0" y="4403"/>
                    </a:lnTo>
                    <a:lnTo>
                      <a:pt x="2985" y="4762"/>
                    </a:lnTo>
                    <a:lnTo>
                      <a:pt x="3552" y="7710"/>
                    </a:lnTo>
                    <a:lnTo>
                      <a:pt x="4818" y="4970"/>
                    </a:lnTo>
                    <a:lnTo>
                      <a:pt x="7803" y="5329"/>
                    </a:lnTo>
                    <a:lnTo>
                      <a:pt x="5593" y="3288"/>
                    </a:lnTo>
                    <a:lnTo>
                      <a:pt x="6858" y="568"/>
                    </a:lnTo>
                    <a:lnTo>
                      <a:pt x="4232" y="2041"/>
                    </a:lnTo>
                    <a:lnTo>
                      <a:pt x="20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9"/>
              <p:cNvSpPr/>
              <p:nvPr/>
            </p:nvSpPr>
            <p:spPr>
              <a:xfrm>
                <a:off x="718153" y="897168"/>
                <a:ext cx="735362" cy="1038529"/>
              </a:xfrm>
              <a:custGeom>
                <a:rect b="b" l="l" r="r" t="t"/>
                <a:pathLst>
                  <a:path extrusionOk="0" h="37411" w="26490">
                    <a:moveTo>
                      <a:pt x="1" y="1"/>
                    </a:moveTo>
                    <a:lnTo>
                      <a:pt x="25904" y="36994"/>
                    </a:lnTo>
                    <a:lnTo>
                      <a:pt x="26187" y="37202"/>
                    </a:lnTo>
                    <a:lnTo>
                      <a:pt x="26489" y="37410"/>
                    </a:lnTo>
                    <a:lnTo>
                      <a:pt x="22276" y="31345"/>
                    </a:lnTo>
                    <a:lnTo>
                      <a:pt x="11885" y="16400"/>
                    </a:lnTo>
                    <a:lnTo>
                      <a:pt x="1550" y="1493"/>
                    </a:lnTo>
                    <a:lnTo>
                      <a:pt x="983" y="681"/>
                    </a:lnTo>
                    <a:lnTo>
                      <a:pt x="492" y="359"/>
                    </a:lnTo>
                    <a:lnTo>
                      <a:pt x="1" y="1"/>
                    </a:lnTo>
                    <a:close/>
                  </a:path>
                </a:pathLst>
              </a:custGeom>
              <a:solidFill>
                <a:srgbClr val="3B30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9"/>
              <p:cNvSpPr/>
              <p:nvPr/>
            </p:nvSpPr>
            <p:spPr>
              <a:xfrm>
                <a:off x="718153" y="897168"/>
                <a:ext cx="735362" cy="1038529"/>
              </a:xfrm>
              <a:custGeom>
                <a:rect b="b" l="l" r="r" t="t"/>
                <a:pathLst>
                  <a:path extrusionOk="0" fill="none" h="37411" w="26490">
                    <a:moveTo>
                      <a:pt x="1" y="1"/>
                    </a:moveTo>
                    <a:lnTo>
                      <a:pt x="25904" y="36994"/>
                    </a:lnTo>
                    <a:lnTo>
                      <a:pt x="25904" y="36994"/>
                    </a:lnTo>
                    <a:lnTo>
                      <a:pt x="26187" y="37202"/>
                    </a:lnTo>
                    <a:lnTo>
                      <a:pt x="26489" y="37410"/>
                    </a:lnTo>
                    <a:lnTo>
                      <a:pt x="26489" y="37410"/>
                    </a:lnTo>
                    <a:lnTo>
                      <a:pt x="22276" y="31345"/>
                    </a:lnTo>
                    <a:lnTo>
                      <a:pt x="22276" y="31345"/>
                    </a:lnTo>
                    <a:lnTo>
                      <a:pt x="11885" y="16400"/>
                    </a:lnTo>
                    <a:lnTo>
                      <a:pt x="11885" y="16400"/>
                    </a:lnTo>
                    <a:lnTo>
                      <a:pt x="1550" y="1493"/>
                    </a:lnTo>
                    <a:lnTo>
                      <a:pt x="983" y="681"/>
                    </a:lnTo>
                    <a:lnTo>
                      <a:pt x="983" y="681"/>
                    </a:lnTo>
                    <a:lnTo>
                      <a:pt x="983" y="681"/>
                    </a:lnTo>
                    <a:lnTo>
                      <a:pt x="492" y="35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27" name="Google Shape;1927;p39"/>
          <p:cNvSpPr txBox="1"/>
          <p:nvPr/>
        </p:nvSpPr>
        <p:spPr>
          <a:xfrm>
            <a:off x="2766575" y="506675"/>
            <a:ext cx="5572200" cy="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Merriweather ExtraBold"/>
                <a:ea typeface="Merriweather ExtraBold"/>
                <a:cs typeface="Merriweather ExtraBold"/>
                <a:sym typeface="Merriweather ExtraBold"/>
              </a:rPr>
              <a:t>Consequences: Reduce pollution over time</a:t>
            </a:r>
            <a:endParaRPr sz="2300">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t/>
            </a:r>
            <a:endParaRPr sz="1700">
              <a:solidFill>
                <a:schemeClr val="lt1"/>
              </a:solidFill>
              <a:latin typeface="Mallanna"/>
              <a:ea typeface="Mallanna"/>
              <a:cs typeface="Mallanna"/>
              <a:sym typeface="Mallanna"/>
            </a:endParaRPr>
          </a:p>
        </p:txBody>
      </p:sp>
      <p:sp>
        <p:nvSpPr>
          <p:cNvPr id="1928" name="Google Shape;1928;p39"/>
          <p:cNvSpPr txBox="1"/>
          <p:nvPr/>
        </p:nvSpPr>
        <p:spPr>
          <a:xfrm>
            <a:off x="2656525" y="1403500"/>
            <a:ext cx="6117600" cy="3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Merriweather SemiBold"/>
                <a:ea typeface="Merriweather SemiBold"/>
                <a:cs typeface="Merriweather SemiBold"/>
                <a:sym typeface="Merriweather SemiBold"/>
              </a:rPr>
              <a:t>An intended result of Türkiye's climate policies is reducing pollution over time. They're putting money into renewable energy like solar and wind power to cut down on greenhouse gases and boost air quality. This can shield public health, keep ecosystems safe, and lessen the big climate changes we'll face later on. Still, if pollution rules aren't strictly followed and we continue relying on fossil fuels, progress could slow.</a:t>
            </a:r>
            <a:endParaRPr sz="2000">
              <a:solidFill>
                <a:schemeClr val="lt1"/>
              </a:solidFill>
              <a:latin typeface="Merriweather SemiBold"/>
              <a:ea typeface="Merriweather SemiBold"/>
              <a:cs typeface="Merriweather SemiBold"/>
              <a:sym typeface="Merriweather SemiBold"/>
            </a:endParaRPr>
          </a:p>
        </p:txBody>
      </p:sp>
      <p:grpSp>
        <p:nvGrpSpPr>
          <p:cNvPr id="1929" name="Google Shape;1929;p39"/>
          <p:cNvGrpSpPr/>
          <p:nvPr/>
        </p:nvGrpSpPr>
        <p:grpSpPr>
          <a:xfrm>
            <a:off x="3579500" y="952925"/>
            <a:ext cx="327775" cy="327125"/>
            <a:chOff x="4782650" y="1313875"/>
            <a:chExt cx="327775" cy="327125"/>
          </a:xfrm>
        </p:grpSpPr>
        <p:sp>
          <p:nvSpPr>
            <p:cNvPr id="1930" name="Google Shape;1930;p39"/>
            <p:cNvSpPr/>
            <p:nvPr/>
          </p:nvSpPr>
          <p:spPr>
            <a:xfrm>
              <a:off x="4932600" y="1334450"/>
              <a:ext cx="33850" cy="21250"/>
            </a:xfrm>
            <a:custGeom>
              <a:rect b="b" l="l" r="r" t="t"/>
              <a:pathLst>
                <a:path extrusionOk="0" h="850" w="1354">
                  <a:moveTo>
                    <a:pt x="0" y="0"/>
                  </a:moveTo>
                  <a:lnTo>
                    <a:pt x="0"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9"/>
            <p:cNvSpPr/>
            <p:nvPr/>
          </p:nvSpPr>
          <p:spPr>
            <a:xfrm>
              <a:off x="4865575" y="1334450"/>
              <a:ext cx="33200" cy="21250"/>
            </a:xfrm>
            <a:custGeom>
              <a:rect b="b" l="l" r="r" t="t"/>
              <a:pathLst>
                <a:path extrusionOk="0" h="850" w="1328">
                  <a:moveTo>
                    <a:pt x="107" y="0"/>
                  </a:moveTo>
                  <a:lnTo>
                    <a:pt x="54" y="27"/>
                  </a:lnTo>
                  <a:lnTo>
                    <a:pt x="27" y="53"/>
                  </a:lnTo>
                  <a:lnTo>
                    <a:pt x="1" y="80"/>
                  </a:lnTo>
                  <a:lnTo>
                    <a:pt x="1" y="133"/>
                  </a:ln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9"/>
            <p:cNvSpPr/>
            <p:nvPr/>
          </p:nvSpPr>
          <p:spPr>
            <a:xfrm>
              <a:off x="488482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9"/>
            <p:cNvSpPr/>
            <p:nvPr/>
          </p:nvSpPr>
          <p:spPr>
            <a:xfrm>
              <a:off x="489875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9"/>
            <p:cNvSpPr/>
            <p:nvPr/>
          </p:nvSpPr>
          <p:spPr>
            <a:xfrm>
              <a:off x="491865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9"/>
            <p:cNvSpPr/>
            <p:nvPr/>
          </p:nvSpPr>
          <p:spPr>
            <a:xfrm>
              <a:off x="4952500"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9"/>
            <p:cNvSpPr/>
            <p:nvPr/>
          </p:nvSpPr>
          <p:spPr>
            <a:xfrm>
              <a:off x="4966425" y="1334450"/>
              <a:ext cx="33200" cy="21250"/>
            </a:xfrm>
            <a:custGeom>
              <a:rect b="b" l="l" r="r" t="t"/>
              <a:pathLst>
                <a:path extrusionOk="0" h="850" w="1328">
                  <a:moveTo>
                    <a:pt x="1" y="0"/>
                  </a:move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9"/>
            <p:cNvSpPr/>
            <p:nvPr/>
          </p:nvSpPr>
          <p:spPr>
            <a:xfrm>
              <a:off x="499960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9"/>
            <p:cNvSpPr/>
            <p:nvPr/>
          </p:nvSpPr>
          <p:spPr>
            <a:xfrm>
              <a:off x="5033450" y="1334450"/>
              <a:ext cx="33200" cy="21250"/>
            </a:xfrm>
            <a:custGeom>
              <a:rect b="b" l="l" r="r" t="t"/>
              <a:pathLst>
                <a:path extrusionOk="0" h="850" w="1328">
                  <a:moveTo>
                    <a:pt x="0" y="0"/>
                  </a:moveTo>
                  <a:lnTo>
                    <a:pt x="0" y="850"/>
                  </a:lnTo>
                  <a:lnTo>
                    <a:pt x="1274" y="850"/>
                  </a:lnTo>
                  <a:lnTo>
                    <a:pt x="1301" y="823"/>
                  </a:lnTo>
                  <a:lnTo>
                    <a:pt x="1327" y="796"/>
                  </a:lnTo>
                  <a:lnTo>
                    <a:pt x="1327" y="743"/>
                  </a:lnTo>
                  <a:lnTo>
                    <a:pt x="1327" y="133"/>
                  </a:lnTo>
                  <a:lnTo>
                    <a:pt x="1327" y="80"/>
                  </a:lnTo>
                  <a:lnTo>
                    <a:pt x="1301" y="53"/>
                  </a:lnTo>
                  <a:lnTo>
                    <a:pt x="1274" y="27"/>
                  </a:lnTo>
                  <a:lnTo>
                    <a:pt x="122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9"/>
            <p:cNvSpPr/>
            <p:nvPr/>
          </p:nvSpPr>
          <p:spPr>
            <a:xfrm>
              <a:off x="4916000" y="1313875"/>
              <a:ext cx="33200" cy="20600"/>
            </a:xfrm>
            <a:custGeom>
              <a:rect b="b" l="l" r="r" t="t"/>
              <a:pathLst>
                <a:path extrusionOk="0" h="824" w="1328">
                  <a:moveTo>
                    <a:pt x="54" y="1"/>
                  </a:moveTo>
                  <a:lnTo>
                    <a:pt x="27" y="27"/>
                  </a:lnTo>
                  <a:lnTo>
                    <a:pt x="1" y="54"/>
                  </a:lnTo>
                  <a:lnTo>
                    <a:pt x="1" y="107"/>
                  </a:lnTo>
                  <a:lnTo>
                    <a:pt x="1" y="823"/>
                  </a:lnTo>
                  <a:lnTo>
                    <a:pt x="1328" y="823"/>
                  </a:lnTo>
                  <a:lnTo>
                    <a:pt x="132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9"/>
            <p:cNvSpPr/>
            <p:nvPr/>
          </p:nvSpPr>
          <p:spPr>
            <a:xfrm>
              <a:off x="4949175" y="1313875"/>
              <a:ext cx="33875" cy="20600"/>
            </a:xfrm>
            <a:custGeom>
              <a:rect b="b" l="l" r="r" t="t"/>
              <a:pathLst>
                <a:path extrusionOk="0" h="824" w="1355">
                  <a:moveTo>
                    <a:pt x="1" y="1"/>
                  </a:moveTo>
                  <a:lnTo>
                    <a:pt x="1" y="823"/>
                  </a:lnTo>
                  <a:lnTo>
                    <a:pt x="1354" y="823"/>
                  </a:lnTo>
                  <a:lnTo>
                    <a:pt x="135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9"/>
            <p:cNvSpPr/>
            <p:nvPr/>
          </p:nvSpPr>
          <p:spPr>
            <a:xfrm>
              <a:off x="4983025" y="1313875"/>
              <a:ext cx="33200" cy="20600"/>
            </a:xfrm>
            <a:custGeom>
              <a:rect b="b" l="l" r="r" t="t"/>
              <a:pathLst>
                <a:path extrusionOk="0" h="824" w="1328">
                  <a:moveTo>
                    <a:pt x="0" y="1"/>
                  </a:moveTo>
                  <a:lnTo>
                    <a:pt x="0" y="823"/>
                  </a:lnTo>
                  <a:lnTo>
                    <a:pt x="1327" y="823"/>
                  </a:lnTo>
                  <a:lnTo>
                    <a:pt x="132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9"/>
            <p:cNvSpPr/>
            <p:nvPr/>
          </p:nvSpPr>
          <p:spPr>
            <a:xfrm>
              <a:off x="5016200" y="1313875"/>
              <a:ext cx="33850" cy="20600"/>
            </a:xfrm>
            <a:custGeom>
              <a:rect b="b" l="l" r="r" t="t"/>
              <a:pathLst>
                <a:path extrusionOk="0" h="824" w="1354">
                  <a:moveTo>
                    <a:pt x="0" y="1"/>
                  </a:moveTo>
                  <a:lnTo>
                    <a:pt x="0" y="823"/>
                  </a:lnTo>
                  <a:lnTo>
                    <a:pt x="1354" y="823"/>
                  </a:lnTo>
                  <a:lnTo>
                    <a:pt x="1354" y="107"/>
                  </a:lnTo>
                  <a:lnTo>
                    <a:pt x="1354" y="54"/>
                  </a:lnTo>
                  <a:lnTo>
                    <a:pt x="1327" y="27"/>
                  </a:lnTo>
                  <a:lnTo>
                    <a:pt x="127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9"/>
            <p:cNvSpPr/>
            <p:nvPr/>
          </p:nvSpPr>
          <p:spPr>
            <a:xfrm>
              <a:off x="498567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9"/>
            <p:cNvSpPr/>
            <p:nvPr/>
          </p:nvSpPr>
          <p:spPr>
            <a:xfrm>
              <a:off x="501950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9"/>
            <p:cNvSpPr/>
            <p:nvPr/>
          </p:nvSpPr>
          <p:spPr>
            <a:xfrm>
              <a:off x="5050025" y="1334450"/>
              <a:ext cx="16625" cy="21250"/>
            </a:xfrm>
            <a:custGeom>
              <a:rect b="b" l="l" r="r" t="t"/>
              <a:pathLst>
                <a:path extrusionOk="0" h="850" w="665">
                  <a:moveTo>
                    <a:pt x="1" y="0"/>
                  </a:moveTo>
                  <a:lnTo>
                    <a:pt x="54" y="27"/>
                  </a:lnTo>
                  <a:lnTo>
                    <a:pt x="80" y="53"/>
                  </a:lnTo>
                  <a:lnTo>
                    <a:pt x="107" y="80"/>
                  </a:lnTo>
                  <a:lnTo>
                    <a:pt x="107" y="133"/>
                  </a:lnTo>
                  <a:lnTo>
                    <a:pt x="107" y="743"/>
                  </a:lnTo>
                  <a:lnTo>
                    <a:pt x="107" y="796"/>
                  </a:lnTo>
                  <a:lnTo>
                    <a:pt x="80" y="823"/>
                  </a:lnTo>
                  <a:lnTo>
                    <a:pt x="54" y="850"/>
                  </a:lnTo>
                  <a:lnTo>
                    <a:pt x="611" y="850"/>
                  </a:lnTo>
                  <a:lnTo>
                    <a:pt x="638" y="823"/>
                  </a:lnTo>
                  <a:lnTo>
                    <a:pt x="664" y="796"/>
                  </a:lnTo>
                  <a:lnTo>
                    <a:pt x="664" y="743"/>
                  </a:lnTo>
                  <a:lnTo>
                    <a:pt x="664" y="133"/>
                  </a:lnTo>
                  <a:lnTo>
                    <a:pt x="664" y="80"/>
                  </a:lnTo>
                  <a:lnTo>
                    <a:pt x="638" y="53"/>
                  </a:lnTo>
                  <a:lnTo>
                    <a:pt x="611" y="27"/>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9"/>
            <p:cNvSpPr/>
            <p:nvPr/>
          </p:nvSpPr>
          <p:spPr>
            <a:xfrm>
              <a:off x="4935250" y="1313875"/>
              <a:ext cx="13950" cy="20600"/>
            </a:xfrm>
            <a:custGeom>
              <a:rect b="b" l="l" r="r" t="t"/>
              <a:pathLst>
                <a:path extrusionOk="0" h="824" w="558">
                  <a:moveTo>
                    <a:pt x="0" y="1"/>
                  </a:moveTo>
                  <a:lnTo>
                    <a:pt x="0"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9"/>
            <p:cNvSpPr/>
            <p:nvPr/>
          </p:nvSpPr>
          <p:spPr>
            <a:xfrm>
              <a:off x="4969075" y="1313875"/>
              <a:ext cx="13975" cy="20600"/>
            </a:xfrm>
            <a:custGeom>
              <a:rect b="b" l="l" r="r" t="t"/>
              <a:pathLst>
                <a:path extrusionOk="0" h="824" w="559">
                  <a:moveTo>
                    <a:pt x="1" y="1"/>
                  </a:moveTo>
                  <a:lnTo>
                    <a:pt x="1"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9"/>
            <p:cNvSpPr/>
            <p:nvPr/>
          </p:nvSpPr>
          <p:spPr>
            <a:xfrm>
              <a:off x="5002925" y="1313875"/>
              <a:ext cx="13300" cy="20600"/>
            </a:xfrm>
            <a:custGeom>
              <a:rect b="b" l="l" r="r" t="t"/>
              <a:pathLst>
                <a:path extrusionOk="0" h="824" w="532">
                  <a:moveTo>
                    <a:pt x="0" y="1"/>
                  </a:moveTo>
                  <a:lnTo>
                    <a:pt x="0" y="823"/>
                  </a:lnTo>
                  <a:lnTo>
                    <a:pt x="531" y="823"/>
                  </a:lnTo>
                  <a:lnTo>
                    <a:pt x="53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9"/>
            <p:cNvSpPr/>
            <p:nvPr/>
          </p:nvSpPr>
          <p:spPr>
            <a:xfrm>
              <a:off x="5034100" y="1313875"/>
              <a:ext cx="15950" cy="20600"/>
            </a:xfrm>
            <a:custGeom>
              <a:rect b="b" l="l" r="r" t="t"/>
              <a:pathLst>
                <a:path extrusionOk="0" h="824" w="638">
                  <a:moveTo>
                    <a:pt x="1" y="1"/>
                  </a:moveTo>
                  <a:lnTo>
                    <a:pt x="54" y="27"/>
                  </a:lnTo>
                  <a:lnTo>
                    <a:pt x="80" y="54"/>
                  </a:lnTo>
                  <a:lnTo>
                    <a:pt x="80" y="107"/>
                  </a:lnTo>
                  <a:lnTo>
                    <a:pt x="80" y="823"/>
                  </a:lnTo>
                  <a:lnTo>
                    <a:pt x="638" y="823"/>
                  </a:lnTo>
                  <a:lnTo>
                    <a:pt x="638" y="107"/>
                  </a:lnTo>
                  <a:lnTo>
                    <a:pt x="638" y="54"/>
                  </a:lnTo>
                  <a:lnTo>
                    <a:pt x="611" y="27"/>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9"/>
            <p:cNvSpPr/>
            <p:nvPr/>
          </p:nvSpPr>
          <p:spPr>
            <a:xfrm>
              <a:off x="4814500" y="1573300"/>
              <a:ext cx="39150" cy="31200"/>
            </a:xfrm>
            <a:custGeom>
              <a:rect b="b" l="l" r="r" t="t"/>
              <a:pathLst>
                <a:path extrusionOk="0" h="1248" w="1566">
                  <a:moveTo>
                    <a:pt x="0" y="0"/>
                  </a:moveTo>
                  <a:lnTo>
                    <a:pt x="0" y="1009"/>
                  </a:lnTo>
                  <a:lnTo>
                    <a:pt x="743"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9"/>
            <p:cNvSpPr/>
            <p:nvPr/>
          </p:nvSpPr>
          <p:spPr>
            <a:xfrm>
              <a:off x="4814500" y="1392825"/>
              <a:ext cx="39150" cy="30550"/>
            </a:xfrm>
            <a:custGeom>
              <a:rect b="b" l="l" r="r" t="t"/>
              <a:pathLst>
                <a:path extrusionOk="0" h="1222" w="1566">
                  <a:moveTo>
                    <a:pt x="743" y="1"/>
                  </a:moveTo>
                  <a:lnTo>
                    <a:pt x="0" y="213"/>
                  </a:lnTo>
                  <a:lnTo>
                    <a:pt x="0" y="1222"/>
                  </a:lnTo>
                  <a:lnTo>
                    <a:pt x="1566" y="1222"/>
                  </a:lnTo>
                  <a:lnTo>
                    <a:pt x="1566" y="213"/>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9"/>
            <p:cNvSpPr/>
            <p:nvPr/>
          </p:nvSpPr>
          <p:spPr>
            <a:xfrm>
              <a:off x="4820475" y="1548750"/>
              <a:ext cx="27225" cy="24575"/>
            </a:xfrm>
            <a:custGeom>
              <a:rect b="b" l="l" r="r" t="t"/>
              <a:pathLst>
                <a:path extrusionOk="0" h="983" w="1089">
                  <a:moveTo>
                    <a:pt x="0" y="0"/>
                  </a:moveTo>
                  <a:lnTo>
                    <a:pt x="0" y="982"/>
                  </a:lnTo>
                  <a:lnTo>
                    <a:pt x="1088" y="982"/>
                  </a:lnTo>
                  <a:lnTo>
                    <a:pt x="108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9"/>
            <p:cNvSpPr/>
            <p:nvPr/>
          </p:nvSpPr>
          <p:spPr>
            <a:xfrm>
              <a:off x="483372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9"/>
            <p:cNvSpPr/>
            <p:nvPr/>
          </p:nvSpPr>
          <p:spPr>
            <a:xfrm>
              <a:off x="4820475" y="1423350"/>
              <a:ext cx="27225" cy="125425"/>
            </a:xfrm>
            <a:custGeom>
              <a:rect b="b" l="l" r="r" t="t"/>
              <a:pathLst>
                <a:path extrusionOk="0" h="5017" w="1089">
                  <a:moveTo>
                    <a:pt x="106" y="1"/>
                  </a:moveTo>
                  <a:lnTo>
                    <a:pt x="0" y="5016"/>
                  </a:lnTo>
                  <a:lnTo>
                    <a:pt x="1088" y="5016"/>
                  </a:lnTo>
                  <a:lnTo>
                    <a:pt x="98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9"/>
            <p:cNvSpPr/>
            <p:nvPr/>
          </p:nvSpPr>
          <p:spPr>
            <a:xfrm>
              <a:off x="483307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9"/>
            <p:cNvSpPr/>
            <p:nvPr/>
          </p:nvSpPr>
          <p:spPr>
            <a:xfrm>
              <a:off x="484037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9"/>
            <p:cNvSpPr/>
            <p:nvPr/>
          </p:nvSpPr>
          <p:spPr>
            <a:xfrm>
              <a:off x="484037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9"/>
            <p:cNvSpPr/>
            <p:nvPr/>
          </p:nvSpPr>
          <p:spPr>
            <a:xfrm>
              <a:off x="4801225" y="1568650"/>
              <a:ext cx="65700" cy="9975"/>
            </a:xfrm>
            <a:custGeom>
              <a:rect b="b" l="l" r="r" t="t"/>
              <a:pathLst>
                <a:path extrusionOk="0" h="399" w="2628">
                  <a:moveTo>
                    <a:pt x="186" y="1"/>
                  </a:moveTo>
                  <a:lnTo>
                    <a:pt x="107" y="27"/>
                  </a:lnTo>
                  <a:lnTo>
                    <a:pt x="53" y="54"/>
                  </a:lnTo>
                  <a:lnTo>
                    <a:pt x="0" y="133"/>
                  </a:lnTo>
                  <a:lnTo>
                    <a:pt x="0" y="186"/>
                  </a:lnTo>
                  <a:lnTo>
                    <a:pt x="0" y="266"/>
                  </a:lnTo>
                  <a:lnTo>
                    <a:pt x="53" y="346"/>
                  </a:lnTo>
                  <a:lnTo>
                    <a:pt x="107"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9"/>
            <p:cNvSpPr/>
            <p:nvPr/>
          </p:nvSpPr>
          <p:spPr>
            <a:xfrm>
              <a:off x="4804550" y="1418050"/>
              <a:ext cx="59075" cy="9975"/>
            </a:xfrm>
            <a:custGeom>
              <a:rect b="b" l="l" r="r" t="t"/>
              <a:pathLst>
                <a:path extrusionOk="0" h="399" w="2363">
                  <a:moveTo>
                    <a:pt x="186" y="0"/>
                  </a:moveTo>
                  <a:lnTo>
                    <a:pt x="106" y="27"/>
                  </a:lnTo>
                  <a:lnTo>
                    <a:pt x="53" y="53"/>
                  </a:lnTo>
                  <a:lnTo>
                    <a:pt x="0" y="133"/>
                  </a:lnTo>
                  <a:lnTo>
                    <a:pt x="0" y="213"/>
                  </a:lnTo>
                  <a:lnTo>
                    <a:pt x="0"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9"/>
            <p:cNvSpPr/>
            <p:nvPr/>
          </p:nvSpPr>
          <p:spPr>
            <a:xfrm>
              <a:off x="488947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9"/>
            <p:cNvSpPr/>
            <p:nvPr/>
          </p:nvSpPr>
          <p:spPr>
            <a:xfrm>
              <a:off x="4889475" y="1391500"/>
              <a:ext cx="39150" cy="31875"/>
            </a:xfrm>
            <a:custGeom>
              <a:rect b="b" l="l" r="r" t="t"/>
              <a:pathLst>
                <a:path extrusionOk="0" h="1275" w="1566">
                  <a:moveTo>
                    <a:pt x="743" y="1"/>
                  </a:moveTo>
                  <a:lnTo>
                    <a:pt x="0" y="266"/>
                  </a:lnTo>
                  <a:lnTo>
                    <a:pt x="0" y="1275"/>
                  </a:lnTo>
                  <a:lnTo>
                    <a:pt x="1566" y="1275"/>
                  </a:lnTo>
                  <a:lnTo>
                    <a:pt x="1566" y="266"/>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9"/>
            <p:cNvSpPr/>
            <p:nvPr/>
          </p:nvSpPr>
          <p:spPr>
            <a:xfrm>
              <a:off x="4895425"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9"/>
            <p:cNvSpPr/>
            <p:nvPr/>
          </p:nvSpPr>
          <p:spPr>
            <a:xfrm>
              <a:off x="4908700"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9"/>
            <p:cNvSpPr/>
            <p:nvPr/>
          </p:nvSpPr>
          <p:spPr>
            <a:xfrm>
              <a:off x="4895425"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9"/>
            <p:cNvSpPr/>
            <p:nvPr/>
          </p:nvSpPr>
          <p:spPr>
            <a:xfrm>
              <a:off x="4908050"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9"/>
            <p:cNvSpPr/>
            <p:nvPr/>
          </p:nvSpPr>
          <p:spPr>
            <a:xfrm>
              <a:off x="491535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9"/>
            <p:cNvSpPr/>
            <p:nvPr/>
          </p:nvSpPr>
          <p:spPr>
            <a:xfrm>
              <a:off x="491535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9"/>
            <p:cNvSpPr/>
            <p:nvPr/>
          </p:nvSpPr>
          <p:spPr>
            <a:xfrm>
              <a:off x="487620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9"/>
            <p:cNvSpPr/>
            <p:nvPr/>
          </p:nvSpPr>
          <p:spPr>
            <a:xfrm>
              <a:off x="4879525" y="1418050"/>
              <a:ext cx="59075" cy="9975"/>
            </a:xfrm>
            <a:custGeom>
              <a:rect b="b" l="l" r="r" t="t"/>
              <a:pathLst>
                <a:path extrusionOk="0" h="399" w="2363">
                  <a:moveTo>
                    <a:pt x="186" y="0"/>
                  </a:moveTo>
                  <a:lnTo>
                    <a:pt x="106" y="27"/>
                  </a:lnTo>
                  <a:lnTo>
                    <a:pt x="53" y="53"/>
                  </a:lnTo>
                  <a:lnTo>
                    <a:pt x="27" y="133"/>
                  </a:lnTo>
                  <a:lnTo>
                    <a:pt x="0" y="213"/>
                  </a:lnTo>
                  <a:lnTo>
                    <a:pt x="27"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9"/>
            <p:cNvSpPr/>
            <p:nvPr/>
          </p:nvSpPr>
          <p:spPr>
            <a:xfrm>
              <a:off x="4964450"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9"/>
            <p:cNvSpPr/>
            <p:nvPr/>
          </p:nvSpPr>
          <p:spPr>
            <a:xfrm>
              <a:off x="4964450" y="1392825"/>
              <a:ext cx="39150" cy="30550"/>
            </a:xfrm>
            <a:custGeom>
              <a:rect b="b" l="l" r="r" t="t"/>
              <a:pathLst>
                <a:path extrusionOk="0" h="1222" w="1566">
                  <a:moveTo>
                    <a:pt x="849" y="1"/>
                  </a:moveTo>
                  <a:lnTo>
                    <a:pt x="0" y="213"/>
                  </a:lnTo>
                  <a:lnTo>
                    <a:pt x="0" y="1222"/>
                  </a:lnTo>
                  <a:lnTo>
                    <a:pt x="1566" y="1222"/>
                  </a:lnTo>
                  <a:lnTo>
                    <a:pt x="1566" y="213"/>
                  </a:lnTo>
                  <a:lnTo>
                    <a:pt x="849"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9"/>
            <p:cNvSpPr/>
            <p:nvPr/>
          </p:nvSpPr>
          <p:spPr>
            <a:xfrm>
              <a:off x="4970400"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9"/>
            <p:cNvSpPr/>
            <p:nvPr/>
          </p:nvSpPr>
          <p:spPr>
            <a:xfrm>
              <a:off x="498367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9"/>
            <p:cNvSpPr/>
            <p:nvPr/>
          </p:nvSpPr>
          <p:spPr>
            <a:xfrm>
              <a:off x="4970400"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9"/>
            <p:cNvSpPr/>
            <p:nvPr/>
          </p:nvSpPr>
          <p:spPr>
            <a:xfrm>
              <a:off x="498302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9"/>
            <p:cNvSpPr/>
            <p:nvPr/>
          </p:nvSpPr>
          <p:spPr>
            <a:xfrm>
              <a:off x="499032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9"/>
            <p:cNvSpPr/>
            <p:nvPr/>
          </p:nvSpPr>
          <p:spPr>
            <a:xfrm>
              <a:off x="499032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9"/>
            <p:cNvSpPr/>
            <p:nvPr/>
          </p:nvSpPr>
          <p:spPr>
            <a:xfrm>
              <a:off x="4951175"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9"/>
            <p:cNvSpPr/>
            <p:nvPr/>
          </p:nvSpPr>
          <p:spPr>
            <a:xfrm>
              <a:off x="4954475" y="1418050"/>
              <a:ext cx="59075" cy="9975"/>
            </a:xfrm>
            <a:custGeom>
              <a:rect b="b" l="l" r="r" t="t"/>
              <a:pathLst>
                <a:path extrusionOk="0" h="399" w="2363">
                  <a:moveTo>
                    <a:pt x="187" y="0"/>
                  </a:moveTo>
                  <a:lnTo>
                    <a:pt x="107" y="27"/>
                  </a:lnTo>
                  <a:lnTo>
                    <a:pt x="54" y="53"/>
                  </a:lnTo>
                  <a:lnTo>
                    <a:pt x="28" y="133"/>
                  </a:lnTo>
                  <a:lnTo>
                    <a:pt x="1" y="213"/>
                  </a:lnTo>
                  <a:lnTo>
                    <a:pt x="28" y="266"/>
                  </a:lnTo>
                  <a:lnTo>
                    <a:pt x="54" y="345"/>
                  </a:lnTo>
                  <a:lnTo>
                    <a:pt x="107"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9"/>
            <p:cNvSpPr/>
            <p:nvPr/>
          </p:nvSpPr>
          <p:spPr>
            <a:xfrm>
              <a:off x="503942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9"/>
            <p:cNvSpPr/>
            <p:nvPr/>
          </p:nvSpPr>
          <p:spPr>
            <a:xfrm>
              <a:off x="5039425" y="1392825"/>
              <a:ext cx="39150" cy="30550"/>
            </a:xfrm>
            <a:custGeom>
              <a:rect b="b" l="l" r="r" t="t"/>
              <a:pathLst>
                <a:path extrusionOk="0" h="1222" w="1566">
                  <a:moveTo>
                    <a:pt x="770" y="1"/>
                  </a:moveTo>
                  <a:lnTo>
                    <a:pt x="0" y="213"/>
                  </a:lnTo>
                  <a:lnTo>
                    <a:pt x="0" y="1222"/>
                  </a:lnTo>
                  <a:lnTo>
                    <a:pt x="1566" y="1222"/>
                  </a:lnTo>
                  <a:lnTo>
                    <a:pt x="1566" y="213"/>
                  </a:lnTo>
                  <a:lnTo>
                    <a:pt x="77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9"/>
            <p:cNvSpPr/>
            <p:nvPr/>
          </p:nvSpPr>
          <p:spPr>
            <a:xfrm>
              <a:off x="5045375" y="1548750"/>
              <a:ext cx="27225" cy="24575"/>
            </a:xfrm>
            <a:custGeom>
              <a:rect b="b" l="l" r="r" t="t"/>
              <a:pathLst>
                <a:path extrusionOk="0" h="983" w="1089">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9"/>
            <p:cNvSpPr/>
            <p:nvPr/>
          </p:nvSpPr>
          <p:spPr>
            <a:xfrm>
              <a:off x="5058650" y="1548750"/>
              <a:ext cx="13950" cy="24575"/>
            </a:xfrm>
            <a:custGeom>
              <a:rect b="b" l="l" r="r" t="t"/>
              <a:pathLst>
                <a:path extrusionOk="0" h="983" w="558">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9"/>
            <p:cNvSpPr/>
            <p:nvPr/>
          </p:nvSpPr>
          <p:spPr>
            <a:xfrm>
              <a:off x="5045375" y="1423350"/>
              <a:ext cx="27225" cy="125425"/>
            </a:xfrm>
            <a:custGeom>
              <a:rect b="b" l="l" r="r" t="t"/>
              <a:pathLst>
                <a:path extrusionOk="0" h="5017" w="1089">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9"/>
            <p:cNvSpPr/>
            <p:nvPr/>
          </p:nvSpPr>
          <p:spPr>
            <a:xfrm>
              <a:off x="5058000" y="1423350"/>
              <a:ext cx="14600" cy="125425"/>
            </a:xfrm>
            <a:custGeom>
              <a:rect b="b" l="l" r="r" t="t"/>
              <a:pathLst>
                <a:path extrusionOk="0" h="5017" w="584">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9"/>
            <p:cNvSpPr/>
            <p:nvPr/>
          </p:nvSpPr>
          <p:spPr>
            <a:xfrm>
              <a:off x="506530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9"/>
            <p:cNvSpPr/>
            <p:nvPr/>
          </p:nvSpPr>
          <p:spPr>
            <a:xfrm>
              <a:off x="506530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9"/>
            <p:cNvSpPr/>
            <p:nvPr/>
          </p:nvSpPr>
          <p:spPr>
            <a:xfrm>
              <a:off x="502615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1" y="372"/>
                  </a:lnTo>
                  <a:lnTo>
                    <a:pt x="2575" y="346"/>
                  </a:lnTo>
                  <a:lnTo>
                    <a:pt x="2628" y="266"/>
                  </a:lnTo>
                  <a:lnTo>
                    <a:pt x="2628" y="186"/>
                  </a:lnTo>
                  <a:lnTo>
                    <a:pt x="2628" y="133"/>
                  </a:lnTo>
                  <a:lnTo>
                    <a:pt x="2575" y="54"/>
                  </a:lnTo>
                  <a:lnTo>
                    <a:pt x="2521"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9"/>
            <p:cNvSpPr/>
            <p:nvPr/>
          </p:nvSpPr>
          <p:spPr>
            <a:xfrm>
              <a:off x="5029450" y="1418050"/>
              <a:ext cx="59075" cy="9975"/>
            </a:xfrm>
            <a:custGeom>
              <a:rect b="b" l="l" r="r" t="t"/>
              <a:pathLst>
                <a:path extrusionOk="0" h="399" w="2363">
                  <a:moveTo>
                    <a:pt x="187" y="0"/>
                  </a:moveTo>
                  <a:lnTo>
                    <a:pt x="134" y="27"/>
                  </a:lnTo>
                  <a:lnTo>
                    <a:pt x="54" y="53"/>
                  </a:lnTo>
                  <a:lnTo>
                    <a:pt x="27" y="133"/>
                  </a:lnTo>
                  <a:lnTo>
                    <a:pt x="1" y="213"/>
                  </a:lnTo>
                  <a:lnTo>
                    <a:pt x="27" y="266"/>
                  </a:lnTo>
                  <a:lnTo>
                    <a:pt x="54" y="345"/>
                  </a:lnTo>
                  <a:lnTo>
                    <a:pt x="134"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9"/>
            <p:cNvSpPr/>
            <p:nvPr/>
          </p:nvSpPr>
          <p:spPr>
            <a:xfrm>
              <a:off x="4836375" y="1355675"/>
              <a:ext cx="220325" cy="23250"/>
            </a:xfrm>
            <a:custGeom>
              <a:rect b="b" l="l" r="r" t="t"/>
              <a:pathLst>
                <a:path extrusionOk="0" h="930" w="8813">
                  <a:moveTo>
                    <a:pt x="107" y="1"/>
                  </a:moveTo>
                  <a:lnTo>
                    <a:pt x="54" y="27"/>
                  </a:lnTo>
                  <a:lnTo>
                    <a:pt x="28" y="54"/>
                  </a:lnTo>
                  <a:lnTo>
                    <a:pt x="1" y="80"/>
                  </a:lnTo>
                  <a:lnTo>
                    <a:pt x="1" y="133"/>
                  </a:lnTo>
                  <a:lnTo>
                    <a:pt x="1" y="929"/>
                  </a:lnTo>
                  <a:lnTo>
                    <a:pt x="8812" y="929"/>
                  </a:lnTo>
                  <a:lnTo>
                    <a:pt x="8812"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9"/>
            <p:cNvSpPr/>
            <p:nvPr/>
          </p:nvSpPr>
          <p:spPr>
            <a:xfrm>
              <a:off x="5042725" y="1355675"/>
              <a:ext cx="13975" cy="21250"/>
            </a:xfrm>
            <a:custGeom>
              <a:rect b="b" l="l" r="r" t="t"/>
              <a:pathLst>
                <a:path extrusionOk="0" h="850" w="559">
                  <a:moveTo>
                    <a:pt x="1" y="1"/>
                  </a:moveTo>
                  <a:lnTo>
                    <a:pt x="1" y="850"/>
                  </a:lnTo>
                  <a:lnTo>
                    <a:pt x="558" y="850"/>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9"/>
            <p:cNvSpPr/>
            <p:nvPr/>
          </p:nvSpPr>
          <p:spPr>
            <a:xfrm>
              <a:off x="4797900" y="1376900"/>
              <a:ext cx="296600" cy="21275"/>
            </a:xfrm>
            <a:custGeom>
              <a:rect b="b" l="l" r="r" t="t"/>
              <a:pathLst>
                <a:path extrusionOk="0" h="851" w="11864">
                  <a:moveTo>
                    <a:pt x="80" y="1"/>
                  </a:moveTo>
                  <a:lnTo>
                    <a:pt x="54" y="27"/>
                  </a:lnTo>
                  <a:lnTo>
                    <a:pt x="27" y="80"/>
                  </a:lnTo>
                  <a:lnTo>
                    <a:pt x="1" y="107"/>
                  </a:lnTo>
                  <a:lnTo>
                    <a:pt x="1" y="744"/>
                  </a:lnTo>
                  <a:lnTo>
                    <a:pt x="27" y="770"/>
                  </a:lnTo>
                  <a:lnTo>
                    <a:pt x="54" y="824"/>
                  </a:lnTo>
                  <a:lnTo>
                    <a:pt x="80" y="850"/>
                  </a:lnTo>
                  <a:lnTo>
                    <a:pt x="11811" y="850"/>
                  </a:lnTo>
                  <a:lnTo>
                    <a:pt x="11837" y="824"/>
                  </a:lnTo>
                  <a:lnTo>
                    <a:pt x="11864" y="770"/>
                  </a:lnTo>
                  <a:lnTo>
                    <a:pt x="11864" y="744"/>
                  </a:lnTo>
                  <a:lnTo>
                    <a:pt x="11864" y="107"/>
                  </a:lnTo>
                  <a:lnTo>
                    <a:pt x="11864" y="80"/>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9"/>
            <p:cNvSpPr/>
            <p:nvPr/>
          </p:nvSpPr>
          <p:spPr>
            <a:xfrm>
              <a:off x="4782650" y="1619750"/>
              <a:ext cx="327775" cy="21250"/>
            </a:xfrm>
            <a:custGeom>
              <a:rect b="b" l="l" r="r" t="t"/>
              <a:pathLst>
                <a:path extrusionOk="0" h="850" w="13111">
                  <a:moveTo>
                    <a:pt x="80" y="0"/>
                  </a:moveTo>
                  <a:lnTo>
                    <a:pt x="27" y="27"/>
                  </a:lnTo>
                  <a:lnTo>
                    <a:pt x="0" y="80"/>
                  </a:lnTo>
                  <a:lnTo>
                    <a:pt x="0" y="106"/>
                  </a:lnTo>
                  <a:lnTo>
                    <a:pt x="0" y="717"/>
                  </a:lnTo>
                  <a:lnTo>
                    <a:pt x="0" y="770"/>
                  </a:lnTo>
                  <a:lnTo>
                    <a:pt x="27" y="796"/>
                  </a:lnTo>
                  <a:lnTo>
                    <a:pt x="80" y="823"/>
                  </a:lnTo>
                  <a:lnTo>
                    <a:pt x="106" y="849"/>
                  </a:lnTo>
                  <a:lnTo>
                    <a:pt x="12978" y="849"/>
                  </a:lnTo>
                  <a:lnTo>
                    <a:pt x="13031" y="823"/>
                  </a:lnTo>
                  <a:lnTo>
                    <a:pt x="13084" y="796"/>
                  </a:lnTo>
                  <a:lnTo>
                    <a:pt x="13084" y="770"/>
                  </a:lnTo>
                  <a:lnTo>
                    <a:pt x="13111" y="717"/>
                  </a:lnTo>
                  <a:lnTo>
                    <a:pt x="13111" y="106"/>
                  </a:lnTo>
                  <a:lnTo>
                    <a:pt x="13084" y="80"/>
                  </a:lnTo>
                  <a:lnTo>
                    <a:pt x="13084" y="27"/>
                  </a:lnTo>
                  <a:lnTo>
                    <a:pt x="1303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9"/>
            <p:cNvSpPr/>
            <p:nvPr/>
          </p:nvSpPr>
          <p:spPr>
            <a:xfrm>
              <a:off x="4797900" y="1598500"/>
              <a:ext cx="296600" cy="26575"/>
            </a:xfrm>
            <a:custGeom>
              <a:rect b="b" l="l" r="r" t="t"/>
              <a:pathLst>
                <a:path extrusionOk="0" h="1063" w="11864">
                  <a:moveTo>
                    <a:pt x="80" y="1"/>
                  </a:moveTo>
                  <a:lnTo>
                    <a:pt x="54" y="27"/>
                  </a:lnTo>
                  <a:lnTo>
                    <a:pt x="27" y="81"/>
                  </a:lnTo>
                  <a:lnTo>
                    <a:pt x="1" y="107"/>
                  </a:lnTo>
                  <a:lnTo>
                    <a:pt x="1" y="1063"/>
                  </a:lnTo>
                  <a:lnTo>
                    <a:pt x="11864" y="1063"/>
                  </a:lnTo>
                  <a:lnTo>
                    <a:pt x="11864" y="107"/>
                  </a:lnTo>
                  <a:lnTo>
                    <a:pt x="11864" y="81"/>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9"/>
            <p:cNvSpPr/>
            <p:nvPr/>
          </p:nvSpPr>
          <p:spPr>
            <a:xfrm>
              <a:off x="5093825" y="1619750"/>
              <a:ext cx="16600" cy="21250"/>
            </a:xfrm>
            <a:custGeom>
              <a:rect b="b" l="l" r="r" t="t"/>
              <a:pathLst>
                <a:path extrusionOk="0" h="850" w="664">
                  <a:moveTo>
                    <a:pt x="53" y="0"/>
                  </a:moveTo>
                  <a:lnTo>
                    <a:pt x="80" y="27"/>
                  </a:lnTo>
                  <a:lnTo>
                    <a:pt x="106" y="80"/>
                  </a:lnTo>
                  <a:lnTo>
                    <a:pt x="133" y="106"/>
                  </a:lnTo>
                  <a:lnTo>
                    <a:pt x="133" y="717"/>
                  </a:lnTo>
                  <a:lnTo>
                    <a:pt x="106" y="770"/>
                  </a:lnTo>
                  <a:lnTo>
                    <a:pt x="80" y="796"/>
                  </a:lnTo>
                  <a:lnTo>
                    <a:pt x="53" y="823"/>
                  </a:lnTo>
                  <a:lnTo>
                    <a:pt x="0" y="849"/>
                  </a:lnTo>
                  <a:lnTo>
                    <a:pt x="531" y="849"/>
                  </a:lnTo>
                  <a:lnTo>
                    <a:pt x="584" y="823"/>
                  </a:lnTo>
                  <a:lnTo>
                    <a:pt x="637" y="796"/>
                  </a:lnTo>
                  <a:lnTo>
                    <a:pt x="637" y="770"/>
                  </a:lnTo>
                  <a:lnTo>
                    <a:pt x="664" y="717"/>
                  </a:lnTo>
                  <a:lnTo>
                    <a:pt x="664" y="106"/>
                  </a:lnTo>
                  <a:lnTo>
                    <a:pt x="637" y="80"/>
                  </a:lnTo>
                  <a:lnTo>
                    <a:pt x="637" y="27"/>
                  </a:lnTo>
                  <a:lnTo>
                    <a:pt x="584"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9"/>
            <p:cNvSpPr/>
            <p:nvPr/>
          </p:nvSpPr>
          <p:spPr>
            <a:xfrm>
              <a:off x="5079875" y="1598500"/>
              <a:ext cx="14625" cy="21275"/>
            </a:xfrm>
            <a:custGeom>
              <a:rect b="b" l="l" r="r" t="t"/>
              <a:pathLst>
                <a:path extrusionOk="0" h="851" w="585">
                  <a:moveTo>
                    <a:pt x="1" y="1"/>
                  </a:moveTo>
                  <a:lnTo>
                    <a:pt x="27" y="27"/>
                  </a:lnTo>
                  <a:lnTo>
                    <a:pt x="54" y="81"/>
                  </a:lnTo>
                  <a:lnTo>
                    <a:pt x="54" y="107"/>
                  </a:lnTo>
                  <a:lnTo>
                    <a:pt x="54" y="850"/>
                  </a:lnTo>
                  <a:lnTo>
                    <a:pt x="585" y="850"/>
                  </a:lnTo>
                  <a:lnTo>
                    <a:pt x="585" y="107"/>
                  </a:lnTo>
                  <a:lnTo>
                    <a:pt x="585" y="81"/>
                  </a:lnTo>
                  <a:lnTo>
                    <a:pt x="558" y="27"/>
                  </a:lnTo>
                  <a:lnTo>
                    <a:pt x="53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0" name="Shape 2000"/>
        <p:cNvGrpSpPr/>
        <p:nvPr/>
      </p:nvGrpSpPr>
      <p:grpSpPr>
        <a:xfrm>
          <a:off x="0" y="0"/>
          <a:ext cx="0" cy="0"/>
          <a:chOff x="0" y="0"/>
          <a:chExt cx="0" cy="0"/>
        </a:xfrm>
      </p:grpSpPr>
      <p:sp>
        <p:nvSpPr>
          <p:cNvPr id="2001" name="Google Shape;2001;p40"/>
          <p:cNvSpPr/>
          <p:nvPr/>
        </p:nvSpPr>
        <p:spPr>
          <a:xfrm>
            <a:off x="1168900" y="3751603"/>
            <a:ext cx="2231700" cy="2010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0"/>
          <p:cNvSpPr txBox="1"/>
          <p:nvPr/>
        </p:nvSpPr>
        <p:spPr>
          <a:xfrm>
            <a:off x="434050" y="470225"/>
            <a:ext cx="5606400" cy="66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lang="en" sz="2400">
                <a:latin typeface="Merriweather ExtraBold"/>
                <a:ea typeface="Merriweather ExtraBold"/>
                <a:cs typeface="Merriweather ExtraBold"/>
                <a:sym typeface="Merriweather ExtraBold"/>
              </a:rPr>
              <a:t>                Comparison with Canada</a:t>
            </a:r>
            <a:endParaRPr sz="2400">
              <a:latin typeface="Merriweather ExtraBold"/>
              <a:ea typeface="Merriweather ExtraBold"/>
              <a:cs typeface="Merriweather ExtraBold"/>
              <a:sym typeface="Merriweather ExtraBold"/>
            </a:endParaRPr>
          </a:p>
          <a:p>
            <a:pPr indent="0" lvl="0" marL="0" rtl="0" algn="l">
              <a:spcBef>
                <a:spcPts val="600"/>
              </a:spcBef>
              <a:spcAft>
                <a:spcPts val="0"/>
              </a:spcAft>
              <a:buNone/>
            </a:pPr>
            <a:r>
              <a:t/>
            </a:r>
            <a:endParaRPr>
              <a:solidFill>
                <a:schemeClr val="lt1"/>
              </a:solidFill>
              <a:latin typeface="Mallanna"/>
              <a:ea typeface="Mallanna"/>
              <a:cs typeface="Mallanna"/>
              <a:sym typeface="Mallanna"/>
            </a:endParaRPr>
          </a:p>
        </p:txBody>
      </p:sp>
      <p:sp>
        <p:nvSpPr>
          <p:cNvPr id="2003" name="Google Shape;2003;p40"/>
          <p:cNvSpPr txBox="1"/>
          <p:nvPr/>
        </p:nvSpPr>
        <p:spPr>
          <a:xfrm>
            <a:off x="277325" y="986500"/>
            <a:ext cx="7306500" cy="29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Merriweather"/>
                <a:ea typeface="Merriweather"/>
                <a:cs typeface="Merriweather"/>
                <a:sym typeface="Merriweather"/>
              </a:rPr>
              <a:t>Canada and Türkiye are both signed up to international climate pacts, but they take different paths.</a:t>
            </a:r>
            <a:endParaRPr b="1" sz="1600">
              <a:latin typeface="Merriweather"/>
              <a:ea typeface="Merriweather"/>
              <a:cs typeface="Merriweather"/>
              <a:sym typeface="Merriweather"/>
            </a:endParaRPr>
          </a:p>
          <a:p>
            <a:pPr indent="0" lvl="0" marL="0" rtl="0" algn="l">
              <a:spcBef>
                <a:spcPts val="0"/>
              </a:spcBef>
              <a:spcAft>
                <a:spcPts val="0"/>
              </a:spcAft>
              <a:buNone/>
            </a:pPr>
            <a:r>
              <a:rPr b="1" lang="en" sz="1600">
                <a:latin typeface="Merriweather"/>
                <a:ea typeface="Merriweather"/>
                <a:cs typeface="Merriweather"/>
                <a:sym typeface="Merriweather"/>
              </a:rPr>
              <a:t>Canada puts more into climate policies, planning to cut carbon, and setting environmental rules. The country backs hydroelectricity and runs national programs to lower emissions.</a:t>
            </a:r>
            <a:endParaRPr b="1" sz="1600">
              <a:latin typeface="Merriweather"/>
              <a:ea typeface="Merriweather"/>
              <a:cs typeface="Merriweather"/>
              <a:sym typeface="Merriweather"/>
            </a:endParaRPr>
          </a:p>
          <a:p>
            <a:pPr indent="0" lvl="0" marL="0" rtl="0" algn="l">
              <a:spcBef>
                <a:spcPts val="0"/>
              </a:spcBef>
              <a:spcAft>
                <a:spcPts val="0"/>
              </a:spcAft>
              <a:buNone/>
            </a:pPr>
            <a:r>
              <a:rPr b="1" lang="en" sz="1600">
                <a:latin typeface="Merriweather"/>
                <a:ea typeface="Merriweather"/>
                <a:cs typeface="Merriweather"/>
                <a:sym typeface="Merriweather"/>
              </a:rPr>
              <a:t>Still, Canada gets flak for pumping oil and enlarging pipelines.</a:t>
            </a:r>
            <a:endParaRPr b="1" sz="1600">
              <a:latin typeface="Merriweather"/>
              <a:ea typeface="Merriweather"/>
              <a:cs typeface="Merriweather"/>
              <a:sym typeface="Merriweather"/>
            </a:endParaRPr>
          </a:p>
          <a:p>
            <a:pPr indent="0" lvl="0" marL="0" rtl="0" algn="l">
              <a:spcBef>
                <a:spcPts val="0"/>
              </a:spcBef>
              <a:spcAft>
                <a:spcPts val="0"/>
              </a:spcAft>
              <a:buNone/>
            </a:pPr>
            <a:r>
              <a:rPr b="1" lang="en" sz="1600">
                <a:latin typeface="Merriweather"/>
                <a:ea typeface="Merriweather"/>
                <a:cs typeface="Merriweather"/>
                <a:sym typeface="Merriweather"/>
              </a:rPr>
              <a:t>Türkiye is growing its green energy, yet it leans heavy on coal and the rush of cities expanding. Compared to Canada, Turkey is seen as sluggish in making eco laws – not as speedy in developing them either.</a:t>
            </a:r>
            <a:endParaRPr b="1" sz="1600">
              <a:latin typeface="Merriweather"/>
              <a:ea typeface="Merriweather"/>
              <a:cs typeface="Merriweather"/>
              <a:sym typeface="Merriweather"/>
            </a:endParaRPr>
          </a:p>
          <a:p>
            <a:pPr indent="0" lvl="0" marL="0" rtl="0" algn="l">
              <a:spcBef>
                <a:spcPts val="0"/>
              </a:spcBef>
              <a:spcAft>
                <a:spcPts val="0"/>
              </a:spcAft>
              <a:buNone/>
            </a:pPr>
            <a:r>
              <a:rPr b="1" lang="en" sz="1600">
                <a:latin typeface="Merriweather"/>
                <a:ea typeface="Merriweather"/>
                <a:cs typeface="Merriweather"/>
                <a:sym typeface="Merriweather"/>
              </a:rPr>
              <a:t>Balancing money growth with keeping the planet healthy? That's tough for both nations.</a:t>
            </a:r>
            <a:endParaRPr b="1" sz="1600">
              <a:latin typeface="Merriweather"/>
              <a:ea typeface="Merriweather"/>
              <a:cs typeface="Merriweather"/>
              <a:sym typeface="Merriweather"/>
            </a:endParaRPr>
          </a:p>
          <a:p>
            <a:pPr indent="0" lvl="0" marL="0" rtl="0" algn="l">
              <a:spcBef>
                <a:spcPts val="0"/>
              </a:spcBef>
              <a:spcAft>
                <a:spcPts val="0"/>
              </a:spcAft>
              <a:buNone/>
            </a:pPr>
            <a:r>
              <a:t/>
            </a:r>
            <a:endParaRPr>
              <a:solidFill>
                <a:schemeClr val="lt1"/>
              </a:solidFill>
              <a:latin typeface="Mallanna"/>
              <a:ea typeface="Mallanna"/>
              <a:cs typeface="Mallanna"/>
              <a:sym typeface="Mallan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41"/>
          <p:cNvSpPr/>
          <p:nvPr/>
        </p:nvSpPr>
        <p:spPr>
          <a:xfrm>
            <a:off x="5972275" y="3724725"/>
            <a:ext cx="1562100" cy="1716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1"/>
          <p:cNvSpPr txBox="1"/>
          <p:nvPr>
            <p:ph idx="4294967295" type="title"/>
          </p:nvPr>
        </p:nvSpPr>
        <p:spPr>
          <a:xfrm>
            <a:off x="1021425" y="285093"/>
            <a:ext cx="7704000" cy="5487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0" lang="en" sz="2700">
                <a:solidFill>
                  <a:srgbClr val="000000"/>
                </a:solidFill>
                <a:latin typeface="Merriweather ExtraBold"/>
                <a:ea typeface="Merriweather ExtraBold"/>
                <a:cs typeface="Merriweather ExtraBold"/>
                <a:sym typeface="Merriweather ExtraBold"/>
              </a:rPr>
              <a:t>Reflection: Why Should Canadians Care?</a:t>
            </a:r>
            <a:endParaRPr b="0" sz="2700">
              <a:solidFill>
                <a:srgbClr val="000000"/>
              </a:solidFill>
              <a:latin typeface="Merriweather ExtraBold"/>
              <a:ea typeface="Merriweather ExtraBold"/>
              <a:cs typeface="Merriweather ExtraBold"/>
              <a:sym typeface="Merriweather ExtraBold"/>
            </a:endParaRPr>
          </a:p>
          <a:p>
            <a:pPr indent="0" lvl="0" marL="0" rtl="0" algn="ctr">
              <a:spcBef>
                <a:spcPts val="600"/>
              </a:spcBef>
              <a:spcAft>
                <a:spcPts val="0"/>
              </a:spcAft>
              <a:buNone/>
            </a:pPr>
            <a:r>
              <a:t/>
            </a:r>
            <a:endParaRPr/>
          </a:p>
        </p:txBody>
      </p:sp>
      <p:sp>
        <p:nvSpPr>
          <p:cNvPr id="2010" name="Google Shape;2010;p41"/>
          <p:cNvSpPr txBox="1"/>
          <p:nvPr/>
        </p:nvSpPr>
        <p:spPr>
          <a:xfrm>
            <a:off x="337600" y="1205700"/>
            <a:ext cx="8271000" cy="31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erriweather ExtraBold"/>
                <a:ea typeface="Merriweather ExtraBold"/>
                <a:cs typeface="Merriweather ExtraBold"/>
                <a:sym typeface="Merriweather ExtraBold"/>
              </a:rPr>
              <a:t>Canadians should care about climate change in Türkiye since environmental issues are worldwide, not just contained within borders. Problems like wildfires, pollution, and warmer temps affect food systems, ecosystems, migrations, and economies globally.</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rPr lang="en">
                <a:solidFill>
                  <a:schemeClr val="lt1"/>
                </a:solidFill>
                <a:latin typeface="Merriweather ExtraBold"/>
                <a:ea typeface="Merriweather ExtraBold"/>
                <a:cs typeface="Merriweather ExtraBold"/>
                <a:sym typeface="Merriweather ExtraBold"/>
              </a:rPr>
              <a:t>Both Canada and Türkiye chip in on a larger global initiative against climate change. Gaining insight into how others tackle eco-challenges helps us grasp why teamwork counts. Plus, seeing other nations' approaches enriches our own strategies.</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rPr lang="en">
                <a:solidFill>
                  <a:schemeClr val="lt1"/>
                </a:solidFill>
                <a:latin typeface="Merriweather ExtraBold"/>
                <a:ea typeface="Merriweather ExtraBold"/>
                <a:cs typeface="Merriweather ExtraBold"/>
                <a:sym typeface="Merriweather ExtraBold"/>
              </a:rPr>
              <a:t>It proves that each country struggles with the tough choice between economic boost and environmental defense. Tackling climate change needs every nation's input; thus, global unity is key for a healthier planet ahead.</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t/>
            </a:r>
            <a:endParaRPr>
              <a:solidFill>
                <a:schemeClr val="lt1"/>
              </a:solidFill>
              <a:latin typeface="Merriweather ExtraBold"/>
              <a:ea typeface="Merriweather ExtraBold"/>
              <a:cs typeface="Merriweather ExtraBold"/>
              <a:sym typeface="Merriweather ExtraBold"/>
            </a:endParaRPr>
          </a:p>
        </p:txBody>
      </p:sp>
      <p:grpSp>
        <p:nvGrpSpPr>
          <p:cNvPr id="2011" name="Google Shape;2011;p41"/>
          <p:cNvGrpSpPr/>
          <p:nvPr/>
        </p:nvGrpSpPr>
        <p:grpSpPr>
          <a:xfrm>
            <a:off x="8112154" y="1651730"/>
            <a:ext cx="738970" cy="1248465"/>
            <a:chOff x="4243775" y="2043450"/>
            <a:chExt cx="1373294" cy="2320135"/>
          </a:xfrm>
        </p:grpSpPr>
        <p:sp>
          <p:nvSpPr>
            <p:cNvPr id="2012" name="Google Shape;2012;p41"/>
            <p:cNvSpPr/>
            <p:nvPr/>
          </p:nvSpPr>
          <p:spPr>
            <a:xfrm>
              <a:off x="4913569" y="2043450"/>
              <a:ext cx="703500" cy="1694131"/>
            </a:xfrm>
            <a:custGeom>
              <a:rect b="b" l="l" r="r" t="t"/>
              <a:pathLst>
                <a:path extrusionOk="0" h="38723" w="16080">
                  <a:moveTo>
                    <a:pt x="233" y="0"/>
                  </a:moveTo>
                  <a:lnTo>
                    <a:pt x="144" y="36"/>
                  </a:lnTo>
                  <a:lnTo>
                    <a:pt x="72" y="90"/>
                  </a:lnTo>
                  <a:lnTo>
                    <a:pt x="18" y="179"/>
                  </a:lnTo>
                  <a:lnTo>
                    <a:pt x="1" y="268"/>
                  </a:lnTo>
                  <a:lnTo>
                    <a:pt x="1" y="322"/>
                  </a:lnTo>
                  <a:lnTo>
                    <a:pt x="18" y="376"/>
                  </a:lnTo>
                  <a:lnTo>
                    <a:pt x="6118" y="15328"/>
                  </a:lnTo>
                  <a:lnTo>
                    <a:pt x="12181" y="30209"/>
                  </a:lnTo>
                  <a:lnTo>
                    <a:pt x="15615" y="38598"/>
                  </a:lnTo>
                  <a:lnTo>
                    <a:pt x="15633" y="38651"/>
                  </a:lnTo>
                  <a:lnTo>
                    <a:pt x="15668" y="38687"/>
                  </a:lnTo>
                  <a:lnTo>
                    <a:pt x="15704" y="38705"/>
                  </a:lnTo>
                  <a:lnTo>
                    <a:pt x="15740" y="38723"/>
                  </a:lnTo>
                  <a:lnTo>
                    <a:pt x="15829" y="38723"/>
                  </a:lnTo>
                  <a:lnTo>
                    <a:pt x="15919" y="38705"/>
                  </a:lnTo>
                  <a:lnTo>
                    <a:pt x="15990" y="38651"/>
                  </a:lnTo>
                  <a:lnTo>
                    <a:pt x="16044" y="38562"/>
                  </a:lnTo>
                  <a:lnTo>
                    <a:pt x="16080" y="38473"/>
                  </a:lnTo>
                  <a:lnTo>
                    <a:pt x="16062" y="38419"/>
                  </a:lnTo>
                  <a:lnTo>
                    <a:pt x="16044" y="38365"/>
                  </a:lnTo>
                  <a:lnTo>
                    <a:pt x="9945" y="23413"/>
                  </a:lnTo>
                  <a:lnTo>
                    <a:pt x="3882" y="8532"/>
                  </a:lnTo>
                  <a:lnTo>
                    <a:pt x="448" y="143"/>
                  </a:lnTo>
                  <a:lnTo>
                    <a:pt x="430" y="90"/>
                  </a:lnTo>
                  <a:lnTo>
                    <a:pt x="394" y="54"/>
                  </a:lnTo>
                  <a:lnTo>
                    <a:pt x="358" y="36"/>
                  </a:lnTo>
                  <a:lnTo>
                    <a:pt x="323" y="18"/>
                  </a:lnTo>
                  <a:lnTo>
                    <a:pt x="233" y="0"/>
                  </a:lnTo>
                  <a:close/>
                </a:path>
              </a:pathLst>
            </a:custGeom>
            <a:gradFill>
              <a:gsLst>
                <a:gs pos="0">
                  <a:schemeClr val="accent5"/>
                </a:gs>
                <a:gs pos="100000">
                  <a:schemeClr val="accent6"/>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3" name="Google Shape;2013;p41"/>
            <p:cNvSpPr/>
            <p:nvPr/>
          </p:nvSpPr>
          <p:spPr>
            <a:xfrm>
              <a:off x="4706200" y="2795410"/>
              <a:ext cx="747338" cy="1568175"/>
            </a:xfrm>
            <a:custGeom>
              <a:rect b="b" l="l" r="r" t="t"/>
              <a:pathLst>
                <a:path extrusionOk="0" h="35844" w="17082">
                  <a:moveTo>
                    <a:pt x="13898" y="0"/>
                  </a:moveTo>
                  <a:lnTo>
                    <a:pt x="13755" y="54"/>
                  </a:lnTo>
                  <a:lnTo>
                    <a:pt x="13612" y="108"/>
                  </a:lnTo>
                  <a:lnTo>
                    <a:pt x="13469" y="197"/>
                  </a:lnTo>
                  <a:lnTo>
                    <a:pt x="12932" y="626"/>
                  </a:lnTo>
                  <a:lnTo>
                    <a:pt x="12431" y="1020"/>
                  </a:lnTo>
                  <a:lnTo>
                    <a:pt x="12414" y="1002"/>
                  </a:lnTo>
                  <a:lnTo>
                    <a:pt x="11609" y="483"/>
                  </a:lnTo>
                  <a:lnTo>
                    <a:pt x="11555" y="448"/>
                  </a:lnTo>
                  <a:lnTo>
                    <a:pt x="11484" y="430"/>
                  </a:lnTo>
                  <a:lnTo>
                    <a:pt x="11358" y="412"/>
                  </a:lnTo>
                  <a:lnTo>
                    <a:pt x="11233" y="430"/>
                  </a:lnTo>
                  <a:lnTo>
                    <a:pt x="11126" y="483"/>
                  </a:lnTo>
                  <a:lnTo>
                    <a:pt x="11036" y="573"/>
                  </a:lnTo>
                  <a:lnTo>
                    <a:pt x="10965" y="680"/>
                  </a:lnTo>
                  <a:lnTo>
                    <a:pt x="10929" y="805"/>
                  </a:lnTo>
                  <a:lnTo>
                    <a:pt x="10929" y="877"/>
                  </a:lnTo>
                  <a:lnTo>
                    <a:pt x="10947" y="931"/>
                  </a:lnTo>
                  <a:lnTo>
                    <a:pt x="11018" y="1288"/>
                  </a:lnTo>
                  <a:lnTo>
                    <a:pt x="10858" y="1771"/>
                  </a:lnTo>
                  <a:lnTo>
                    <a:pt x="10482" y="2916"/>
                  </a:lnTo>
                  <a:lnTo>
                    <a:pt x="9659" y="5456"/>
                  </a:lnTo>
                  <a:lnTo>
                    <a:pt x="9588" y="5706"/>
                  </a:lnTo>
                  <a:lnTo>
                    <a:pt x="9534" y="5974"/>
                  </a:lnTo>
                  <a:lnTo>
                    <a:pt x="9516" y="6243"/>
                  </a:lnTo>
                  <a:lnTo>
                    <a:pt x="9498" y="6511"/>
                  </a:lnTo>
                  <a:lnTo>
                    <a:pt x="9606" y="11429"/>
                  </a:lnTo>
                  <a:lnTo>
                    <a:pt x="1" y="30514"/>
                  </a:lnTo>
                  <a:lnTo>
                    <a:pt x="8747" y="35844"/>
                  </a:lnTo>
                  <a:lnTo>
                    <a:pt x="14435" y="12574"/>
                  </a:lnTo>
                  <a:lnTo>
                    <a:pt x="15204" y="11805"/>
                  </a:lnTo>
                  <a:lnTo>
                    <a:pt x="15418" y="11573"/>
                  </a:lnTo>
                  <a:lnTo>
                    <a:pt x="15633" y="11322"/>
                  </a:lnTo>
                  <a:lnTo>
                    <a:pt x="15830" y="11054"/>
                  </a:lnTo>
                  <a:lnTo>
                    <a:pt x="16009" y="10768"/>
                  </a:lnTo>
                  <a:lnTo>
                    <a:pt x="16170" y="10482"/>
                  </a:lnTo>
                  <a:lnTo>
                    <a:pt x="16313" y="10195"/>
                  </a:lnTo>
                  <a:lnTo>
                    <a:pt x="16438" y="9873"/>
                  </a:lnTo>
                  <a:lnTo>
                    <a:pt x="16527" y="9569"/>
                  </a:lnTo>
                  <a:lnTo>
                    <a:pt x="16992" y="8031"/>
                  </a:lnTo>
                  <a:lnTo>
                    <a:pt x="17046" y="7781"/>
                  </a:lnTo>
                  <a:lnTo>
                    <a:pt x="17082" y="7530"/>
                  </a:lnTo>
                  <a:lnTo>
                    <a:pt x="17082" y="7298"/>
                  </a:lnTo>
                  <a:lnTo>
                    <a:pt x="17046" y="7047"/>
                  </a:lnTo>
                  <a:lnTo>
                    <a:pt x="16992" y="6797"/>
                  </a:lnTo>
                  <a:lnTo>
                    <a:pt x="16921" y="6565"/>
                  </a:lnTo>
                  <a:lnTo>
                    <a:pt x="16813" y="6332"/>
                  </a:lnTo>
                  <a:lnTo>
                    <a:pt x="16670" y="6117"/>
                  </a:lnTo>
                  <a:lnTo>
                    <a:pt x="15436" y="4347"/>
                  </a:lnTo>
                  <a:lnTo>
                    <a:pt x="15830" y="3327"/>
                  </a:lnTo>
                  <a:lnTo>
                    <a:pt x="15866" y="3202"/>
                  </a:lnTo>
                  <a:lnTo>
                    <a:pt x="15883" y="3077"/>
                  </a:lnTo>
                  <a:lnTo>
                    <a:pt x="15883" y="2969"/>
                  </a:lnTo>
                  <a:lnTo>
                    <a:pt x="15866" y="2844"/>
                  </a:lnTo>
                  <a:lnTo>
                    <a:pt x="15830" y="2737"/>
                  </a:lnTo>
                  <a:lnTo>
                    <a:pt x="15776" y="2630"/>
                  </a:lnTo>
                  <a:lnTo>
                    <a:pt x="15705" y="2540"/>
                  </a:lnTo>
                  <a:lnTo>
                    <a:pt x="15615" y="2451"/>
                  </a:lnTo>
                  <a:lnTo>
                    <a:pt x="15508" y="2361"/>
                  </a:lnTo>
                  <a:lnTo>
                    <a:pt x="15400" y="2308"/>
                  </a:lnTo>
                  <a:lnTo>
                    <a:pt x="15275" y="2272"/>
                  </a:lnTo>
                  <a:lnTo>
                    <a:pt x="15168" y="2236"/>
                  </a:lnTo>
                  <a:lnTo>
                    <a:pt x="15043" y="2236"/>
                  </a:lnTo>
                  <a:lnTo>
                    <a:pt x="14918" y="2254"/>
                  </a:lnTo>
                  <a:lnTo>
                    <a:pt x="14792" y="2290"/>
                  </a:lnTo>
                  <a:lnTo>
                    <a:pt x="14685" y="2343"/>
                  </a:lnTo>
                  <a:lnTo>
                    <a:pt x="14578" y="2433"/>
                  </a:lnTo>
                  <a:lnTo>
                    <a:pt x="14470" y="2522"/>
                  </a:lnTo>
                  <a:lnTo>
                    <a:pt x="14649" y="2004"/>
                  </a:lnTo>
                  <a:lnTo>
                    <a:pt x="14900" y="1235"/>
                  </a:lnTo>
                  <a:lnTo>
                    <a:pt x="14935" y="1109"/>
                  </a:lnTo>
                  <a:lnTo>
                    <a:pt x="14953" y="966"/>
                  </a:lnTo>
                  <a:lnTo>
                    <a:pt x="14953" y="823"/>
                  </a:lnTo>
                  <a:lnTo>
                    <a:pt x="14935" y="698"/>
                  </a:lnTo>
                  <a:lnTo>
                    <a:pt x="14882" y="573"/>
                  </a:lnTo>
                  <a:lnTo>
                    <a:pt x="14828" y="448"/>
                  </a:lnTo>
                  <a:lnTo>
                    <a:pt x="14739" y="322"/>
                  </a:lnTo>
                  <a:lnTo>
                    <a:pt x="14649" y="233"/>
                  </a:lnTo>
                  <a:lnTo>
                    <a:pt x="14506" y="126"/>
                  </a:lnTo>
                  <a:lnTo>
                    <a:pt x="14363" y="54"/>
                  </a:lnTo>
                  <a:lnTo>
                    <a:pt x="14220" y="18"/>
                  </a:lnTo>
                  <a:lnTo>
                    <a:pt x="14059" y="0"/>
                  </a:lnTo>
                  <a:close/>
                </a:path>
              </a:pathLst>
            </a:custGeom>
            <a:gradFill>
              <a:gsLst>
                <a:gs pos="0">
                  <a:srgbClr val="F9D3A0"/>
                </a:gs>
                <a:gs pos="100000">
                  <a:srgbClr val="D6AE79"/>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4" name="Google Shape;2014;p41"/>
            <p:cNvSpPr/>
            <p:nvPr/>
          </p:nvSpPr>
          <p:spPr>
            <a:xfrm>
              <a:off x="4706200" y="2795410"/>
              <a:ext cx="747338" cy="1568175"/>
            </a:xfrm>
            <a:custGeom>
              <a:rect b="b" l="l" r="r" t="t"/>
              <a:pathLst>
                <a:path extrusionOk="0" fill="none" h="35844" w="17082">
                  <a:moveTo>
                    <a:pt x="1" y="30514"/>
                  </a:moveTo>
                  <a:lnTo>
                    <a:pt x="9606" y="11429"/>
                  </a:lnTo>
                  <a:lnTo>
                    <a:pt x="9498" y="6511"/>
                  </a:lnTo>
                  <a:lnTo>
                    <a:pt x="9498" y="6511"/>
                  </a:lnTo>
                  <a:lnTo>
                    <a:pt x="9516" y="6243"/>
                  </a:lnTo>
                  <a:lnTo>
                    <a:pt x="9534" y="5974"/>
                  </a:lnTo>
                  <a:lnTo>
                    <a:pt x="9588" y="5706"/>
                  </a:lnTo>
                  <a:lnTo>
                    <a:pt x="9659" y="5456"/>
                  </a:lnTo>
                  <a:lnTo>
                    <a:pt x="9659" y="5456"/>
                  </a:lnTo>
                  <a:lnTo>
                    <a:pt x="10482" y="2916"/>
                  </a:lnTo>
                  <a:lnTo>
                    <a:pt x="10858" y="1771"/>
                  </a:lnTo>
                  <a:lnTo>
                    <a:pt x="11018" y="1288"/>
                  </a:lnTo>
                  <a:lnTo>
                    <a:pt x="10947" y="931"/>
                  </a:lnTo>
                  <a:lnTo>
                    <a:pt x="10947" y="931"/>
                  </a:lnTo>
                  <a:lnTo>
                    <a:pt x="10929" y="877"/>
                  </a:lnTo>
                  <a:lnTo>
                    <a:pt x="10929" y="805"/>
                  </a:lnTo>
                  <a:lnTo>
                    <a:pt x="10965" y="680"/>
                  </a:lnTo>
                  <a:lnTo>
                    <a:pt x="11036" y="573"/>
                  </a:lnTo>
                  <a:lnTo>
                    <a:pt x="11126" y="483"/>
                  </a:lnTo>
                  <a:lnTo>
                    <a:pt x="11233" y="430"/>
                  </a:lnTo>
                  <a:lnTo>
                    <a:pt x="11358" y="412"/>
                  </a:lnTo>
                  <a:lnTo>
                    <a:pt x="11484" y="430"/>
                  </a:lnTo>
                  <a:lnTo>
                    <a:pt x="11555" y="448"/>
                  </a:lnTo>
                  <a:lnTo>
                    <a:pt x="11609" y="483"/>
                  </a:lnTo>
                  <a:lnTo>
                    <a:pt x="12414" y="1002"/>
                  </a:lnTo>
                  <a:lnTo>
                    <a:pt x="12414" y="1002"/>
                  </a:lnTo>
                  <a:lnTo>
                    <a:pt x="12431" y="1020"/>
                  </a:lnTo>
                  <a:lnTo>
                    <a:pt x="12932" y="626"/>
                  </a:lnTo>
                  <a:lnTo>
                    <a:pt x="12932" y="626"/>
                  </a:lnTo>
                  <a:lnTo>
                    <a:pt x="13469" y="197"/>
                  </a:lnTo>
                  <a:lnTo>
                    <a:pt x="13469" y="197"/>
                  </a:lnTo>
                  <a:lnTo>
                    <a:pt x="13612" y="108"/>
                  </a:lnTo>
                  <a:lnTo>
                    <a:pt x="13755" y="54"/>
                  </a:lnTo>
                  <a:lnTo>
                    <a:pt x="13898" y="0"/>
                  </a:lnTo>
                  <a:lnTo>
                    <a:pt x="14059" y="0"/>
                  </a:lnTo>
                  <a:lnTo>
                    <a:pt x="14220" y="18"/>
                  </a:lnTo>
                  <a:lnTo>
                    <a:pt x="14363" y="54"/>
                  </a:lnTo>
                  <a:lnTo>
                    <a:pt x="14506" y="126"/>
                  </a:lnTo>
                  <a:lnTo>
                    <a:pt x="14649" y="233"/>
                  </a:lnTo>
                  <a:lnTo>
                    <a:pt x="14649" y="233"/>
                  </a:lnTo>
                  <a:lnTo>
                    <a:pt x="14739" y="322"/>
                  </a:lnTo>
                  <a:lnTo>
                    <a:pt x="14828" y="448"/>
                  </a:lnTo>
                  <a:lnTo>
                    <a:pt x="14882" y="573"/>
                  </a:lnTo>
                  <a:lnTo>
                    <a:pt x="14935" y="698"/>
                  </a:lnTo>
                  <a:lnTo>
                    <a:pt x="14935" y="698"/>
                  </a:lnTo>
                  <a:lnTo>
                    <a:pt x="14953" y="823"/>
                  </a:lnTo>
                  <a:lnTo>
                    <a:pt x="14953" y="966"/>
                  </a:lnTo>
                  <a:lnTo>
                    <a:pt x="14935" y="1109"/>
                  </a:lnTo>
                  <a:lnTo>
                    <a:pt x="14900" y="1235"/>
                  </a:lnTo>
                  <a:lnTo>
                    <a:pt x="14649" y="2004"/>
                  </a:lnTo>
                  <a:lnTo>
                    <a:pt x="14470" y="2522"/>
                  </a:lnTo>
                  <a:lnTo>
                    <a:pt x="14470" y="2522"/>
                  </a:lnTo>
                  <a:lnTo>
                    <a:pt x="14578" y="2433"/>
                  </a:lnTo>
                  <a:lnTo>
                    <a:pt x="14685" y="2343"/>
                  </a:lnTo>
                  <a:lnTo>
                    <a:pt x="14685" y="2343"/>
                  </a:lnTo>
                  <a:lnTo>
                    <a:pt x="14792" y="2290"/>
                  </a:lnTo>
                  <a:lnTo>
                    <a:pt x="14918" y="2254"/>
                  </a:lnTo>
                  <a:lnTo>
                    <a:pt x="15043" y="2236"/>
                  </a:lnTo>
                  <a:lnTo>
                    <a:pt x="15168" y="2236"/>
                  </a:lnTo>
                  <a:lnTo>
                    <a:pt x="15275" y="2272"/>
                  </a:lnTo>
                  <a:lnTo>
                    <a:pt x="15400" y="2308"/>
                  </a:lnTo>
                  <a:lnTo>
                    <a:pt x="15508" y="2361"/>
                  </a:lnTo>
                  <a:lnTo>
                    <a:pt x="15615" y="2451"/>
                  </a:lnTo>
                  <a:lnTo>
                    <a:pt x="15615" y="2451"/>
                  </a:lnTo>
                  <a:lnTo>
                    <a:pt x="15705" y="2540"/>
                  </a:lnTo>
                  <a:lnTo>
                    <a:pt x="15776" y="2630"/>
                  </a:lnTo>
                  <a:lnTo>
                    <a:pt x="15830" y="2737"/>
                  </a:lnTo>
                  <a:lnTo>
                    <a:pt x="15866" y="2844"/>
                  </a:lnTo>
                  <a:lnTo>
                    <a:pt x="15866" y="2844"/>
                  </a:lnTo>
                  <a:lnTo>
                    <a:pt x="15883" y="2969"/>
                  </a:lnTo>
                  <a:lnTo>
                    <a:pt x="15883" y="3077"/>
                  </a:lnTo>
                  <a:lnTo>
                    <a:pt x="15866" y="3202"/>
                  </a:lnTo>
                  <a:lnTo>
                    <a:pt x="15830" y="3327"/>
                  </a:lnTo>
                  <a:lnTo>
                    <a:pt x="15436" y="4347"/>
                  </a:lnTo>
                  <a:lnTo>
                    <a:pt x="16670" y="6117"/>
                  </a:lnTo>
                  <a:lnTo>
                    <a:pt x="16670" y="6117"/>
                  </a:lnTo>
                  <a:lnTo>
                    <a:pt x="16813" y="6332"/>
                  </a:lnTo>
                  <a:lnTo>
                    <a:pt x="16921" y="6565"/>
                  </a:lnTo>
                  <a:lnTo>
                    <a:pt x="16992" y="6797"/>
                  </a:lnTo>
                  <a:lnTo>
                    <a:pt x="17046" y="7047"/>
                  </a:lnTo>
                  <a:lnTo>
                    <a:pt x="17082" y="7298"/>
                  </a:lnTo>
                  <a:lnTo>
                    <a:pt x="17082" y="7530"/>
                  </a:lnTo>
                  <a:lnTo>
                    <a:pt x="17046" y="7781"/>
                  </a:lnTo>
                  <a:lnTo>
                    <a:pt x="16992" y="8031"/>
                  </a:lnTo>
                  <a:lnTo>
                    <a:pt x="16527" y="9569"/>
                  </a:lnTo>
                  <a:lnTo>
                    <a:pt x="16527" y="9569"/>
                  </a:lnTo>
                  <a:lnTo>
                    <a:pt x="16438" y="9873"/>
                  </a:lnTo>
                  <a:lnTo>
                    <a:pt x="16313" y="10195"/>
                  </a:lnTo>
                  <a:lnTo>
                    <a:pt x="16170" y="10482"/>
                  </a:lnTo>
                  <a:lnTo>
                    <a:pt x="16009" y="10768"/>
                  </a:lnTo>
                  <a:lnTo>
                    <a:pt x="15830" y="11054"/>
                  </a:lnTo>
                  <a:lnTo>
                    <a:pt x="15633" y="11322"/>
                  </a:lnTo>
                  <a:lnTo>
                    <a:pt x="15418" y="11573"/>
                  </a:lnTo>
                  <a:lnTo>
                    <a:pt x="15204" y="11805"/>
                  </a:lnTo>
                  <a:lnTo>
                    <a:pt x="14435" y="12574"/>
                  </a:lnTo>
                  <a:lnTo>
                    <a:pt x="8747" y="35844"/>
                  </a:lnTo>
                  <a:lnTo>
                    <a:pt x="1" y="30514"/>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5" name="Google Shape;2015;p41"/>
            <p:cNvSpPr/>
            <p:nvPr/>
          </p:nvSpPr>
          <p:spPr>
            <a:xfrm>
              <a:off x="4745355" y="4154608"/>
              <a:ext cx="343525" cy="208950"/>
            </a:xfrm>
            <a:custGeom>
              <a:rect b="b" l="l" r="r" t="t"/>
              <a:pathLst>
                <a:path extrusionOk="0" h="4776" w="7852">
                  <a:moveTo>
                    <a:pt x="18" y="0"/>
                  </a:moveTo>
                  <a:lnTo>
                    <a:pt x="0" y="54"/>
                  </a:lnTo>
                  <a:lnTo>
                    <a:pt x="7852" y="4776"/>
                  </a:lnTo>
                  <a:lnTo>
                    <a:pt x="7852" y="4776"/>
                  </a:lnTo>
                  <a:lnTo>
                    <a:pt x="18" y="0"/>
                  </a:lnTo>
                  <a:close/>
                </a:path>
              </a:pathLst>
            </a:custGeom>
            <a:solidFill>
              <a:srgbClr val="787776"/>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6" name="Google Shape;2016;p41"/>
            <p:cNvSpPr/>
            <p:nvPr/>
          </p:nvSpPr>
          <p:spPr>
            <a:xfrm>
              <a:off x="4745355" y="4154608"/>
              <a:ext cx="343525" cy="208950"/>
            </a:xfrm>
            <a:custGeom>
              <a:rect b="b" l="l" r="r" t="t"/>
              <a:pathLst>
                <a:path extrusionOk="0" fill="none" h="4776" w="7852">
                  <a:moveTo>
                    <a:pt x="18" y="0"/>
                  </a:moveTo>
                  <a:lnTo>
                    <a:pt x="18" y="0"/>
                  </a:lnTo>
                  <a:lnTo>
                    <a:pt x="0" y="54"/>
                  </a:lnTo>
                  <a:lnTo>
                    <a:pt x="7852" y="4776"/>
                  </a:lnTo>
                  <a:lnTo>
                    <a:pt x="18"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7" name="Google Shape;2017;p41"/>
            <p:cNvSpPr/>
            <p:nvPr/>
          </p:nvSpPr>
          <p:spPr>
            <a:xfrm>
              <a:off x="4746143" y="2999631"/>
              <a:ext cx="671388" cy="1363950"/>
            </a:xfrm>
            <a:custGeom>
              <a:rect b="b" l="l" r="r" t="t"/>
              <a:pathLst>
                <a:path extrusionOk="0" h="31176" w="15346">
                  <a:moveTo>
                    <a:pt x="10821" y="1"/>
                  </a:moveTo>
                  <a:lnTo>
                    <a:pt x="10624" y="19"/>
                  </a:lnTo>
                  <a:lnTo>
                    <a:pt x="10427" y="72"/>
                  </a:lnTo>
                  <a:lnTo>
                    <a:pt x="10249" y="162"/>
                  </a:lnTo>
                  <a:lnTo>
                    <a:pt x="10088" y="269"/>
                  </a:lnTo>
                  <a:lnTo>
                    <a:pt x="9962" y="430"/>
                  </a:lnTo>
                  <a:lnTo>
                    <a:pt x="9837" y="591"/>
                  </a:lnTo>
                  <a:lnTo>
                    <a:pt x="9766" y="788"/>
                  </a:lnTo>
                  <a:lnTo>
                    <a:pt x="9730" y="1002"/>
                  </a:lnTo>
                  <a:lnTo>
                    <a:pt x="9676" y="1718"/>
                  </a:lnTo>
                  <a:lnTo>
                    <a:pt x="9640" y="2433"/>
                  </a:lnTo>
                  <a:lnTo>
                    <a:pt x="9623" y="3166"/>
                  </a:lnTo>
                  <a:lnTo>
                    <a:pt x="9605" y="3882"/>
                  </a:lnTo>
                  <a:lnTo>
                    <a:pt x="9605" y="5313"/>
                  </a:lnTo>
                  <a:lnTo>
                    <a:pt x="9605" y="6744"/>
                  </a:lnTo>
                  <a:lnTo>
                    <a:pt x="8496" y="9212"/>
                  </a:lnTo>
                  <a:lnTo>
                    <a:pt x="7387" y="11698"/>
                  </a:lnTo>
                  <a:lnTo>
                    <a:pt x="6260" y="14184"/>
                  </a:lnTo>
                  <a:lnTo>
                    <a:pt x="5097" y="16688"/>
                  </a:lnTo>
                  <a:lnTo>
                    <a:pt x="4507" y="17922"/>
                  </a:lnTo>
                  <a:lnTo>
                    <a:pt x="3917" y="19156"/>
                  </a:lnTo>
                  <a:lnTo>
                    <a:pt x="3309" y="20390"/>
                  </a:lnTo>
                  <a:lnTo>
                    <a:pt x="2683" y="21607"/>
                  </a:lnTo>
                  <a:lnTo>
                    <a:pt x="2039" y="22823"/>
                  </a:lnTo>
                  <a:lnTo>
                    <a:pt x="1377" y="24039"/>
                  </a:lnTo>
                  <a:lnTo>
                    <a:pt x="698" y="25220"/>
                  </a:lnTo>
                  <a:lnTo>
                    <a:pt x="0" y="26400"/>
                  </a:lnTo>
                  <a:lnTo>
                    <a:pt x="7834" y="31176"/>
                  </a:lnTo>
                  <a:lnTo>
                    <a:pt x="8406" y="28314"/>
                  </a:lnTo>
                  <a:lnTo>
                    <a:pt x="9032" y="25255"/>
                  </a:lnTo>
                  <a:lnTo>
                    <a:pt x="9784" y="21571"/>
                  </a:lnTo>
                  <a:lnTo>
                    <a:pt x="10624" y="17636"/>
                  </a:lnTo>
                  <a:lnTo>
                    <a:pt x="11053" y="15669"/>
                  </a:lnTo>
                  <a:lnTo>
                    <a:pt x="11483" y="13773"/>
                  </a:lnTo>
                  <a:lnTo>
                    <a:pt x="11894" y="11984"/>
                  </a:lnTo>
                  <a:lnTo>
                    <a:pt x="12288" y="10339"/>
                  </a:lnTo>
                  <a:lnTo>
                    <a:pt x="12663" y="8908"/>
                  </a:lnTo>
                  <a:lnTo>
                    <a:pt x="13003" y="7692"/>
                  </a:lnTo>
                  <a:lnTo>
                    <a:pt x="13235" y="7227"/>
                  </a:lnTo>
                  <a:lnTo>
                    <a:pt x="13522" y="6761"/>
                  </a:lnTo>
                  <a:lnTo>
                    <a:pt x="13808" y="6296"/>
                  </a:lnTo>
                  <a:lnTo>
                    <a:pt x="14130" y="5831"/>
                  </a:lnTo>
                  <a:lnTo>
                    <a:pt x="14452" y="5366"/>
                  </a:lnTo>
                  <a:lnTo>
                    <a:pt x="14756" y="4901"/>
                  </a:lnTo>
                  <a:lnTo>
                    <a:pt x="15042" y="4436"/>
                  </a:lnTo>
                  <a:lnTo>
                    <a:pt x="15292" y="3989"/>
                  </a:lnTo>
                  <a:lnTo>
                    <a:pt x="15328" y="3882"/>
                  </a:lnTo>
                  <a:lnTo>
                    <a:pt x="15346" y="3792"/>
                  </a:lnTo>
                  <a:lnTo>
                    <a:pt x="15328" y="3667"/>
                  </a:lnTo>
                  <a:lnTo>
                    <a:pt x="15292" y="3542"/>
                  </a:lnTo>
                  <a:lnTo>
                    <a:pt x="15257" y="3417"/>
                  </a:lnTo>
                  <a:lnTo>
                    <a:pt x="15203" y="3274"/>
                  </a:lnTo>
                  <a:lnTo>
                    <a:pt x="15042" y="3005"/>
                  </a:lnTo>
                  <a:lnTo>
                    <a:pt x="14863" y="2737"/>
                  </a:lnTo>
                  <a:lnTo>
                    <a:pt x="14684" y="2487"/>
                  </a:lnTo>
                  <a:lnTo>
                    <a:pt x="14487" y="2272"/>
                  </a:lnTo>
                  <a:lnTo>
                    <a:pt x="14327" y="2111"/>
                  </a:lnTo>
                  <a:lnTo>
                    <a:pt x="13987" y="1825"/>
                  </a:lnTo>
                  <a:lnTo>
                    <a:pt x="13629" y="1539"/>
                  </a:lnTo>
                  <a:lnTo>
                    <a:pt x="13253" y="1253"/>
                  </a:lnTo>
                  <a:lnTo>
                    <a:pt x="12878" y="984"/>
                  </a:lnTo>
                  <a:lnTo>
                    <a:pt x="12484" y="734"/>
                  </a:lnTo>
                  <a:lnTo>
                    <a:pt x="12073" y="484"/>
                  </a:lnTo>
                  <a:lnTo>
                    <a:pt x="11662" y="269"/>
                  </a:lnTo>
                  <a:lnTo>
                    <a:pt x="11250" y="72"/>
                  </a:lnTo>
                  <a:lnTo>
                    <a:pt x="11143" y="36"/>
                  </a:lnTo>
                  <a:lnTo>
                    <a:pt x="11036" y="19"/>
                  </a:lnTo>
                  <a:lnTo>
                    <a:pt x="10928" y="1"/>
                  </a:lnTo>
                  <a:close/>
                </a:path>
              </a:pathLst>
            </a:custGeom>
            <a:solidFill>
              <a:srgbClr val="272327">
                <a:alpha val="12500"/>
              </a:srgbClr>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8" name="Google Shape;2018;p41"/>
            <p:cNvSpPr/>
            <p:nvPr/>
          </p:nvSpPr>
          <p:spPr>
            <a:xfrm>
              <a:off x="4746143" y="2999631"/>
              <a:ext cx="671388" cy="1363950"/>
            </a:xfrm>
            <a:custGeom>
              <a:rect b="b" l="l" r="r" t="t"/>
              <a:pathLst>
                <a:path extrusionOk="0" fill="none" h="31176" w="15346">
                  <a:moveTo>
                    <a:pt x="10821" y="1"/>
                  </a:moveTo>
                  <a:lnTo>
                    <a:pt x="10821" y="1"/>
                  </a:lnTo>
                  <a:lnTo>
                    <a:pt x="10624" y="19"/>
                  </a:lnTo>
                  <a:lnTo>
                    <a:pt x="10427" y="72"/>
                  </a:lnTo>
                  <a:lnTo>
                    <a:pt x="10249" y="162"/>
                  </a:lnTo>
                  <a:lnTo>
                    <a:pt x="10088" y="269"/>
                  </a:lnTo>
                  <a:lnTo>
                    <a:pt x="9962" y="430"/>
                  </a:lnTo>
                  <a:lnTo>
                    <a:pt x="9837" y="591"/>
                  </a:lnTo>
                  <a:lnTo>
                    <a:pt x="9766" y="788"/>
                  </a:lnTo>
                  <a:lnTo>
                    <a:pt x="9730" y="1002"/>
                  </a:lnTo>
                  <a:lnTo>
                    <a:pt x="9730" y="1002"/>
                  </a:lnTo>
                  <a:lnTo>
                    <a:pt x="9676" y="1718"/>
                  </a:lnTo>
                  <a:lnTo>
                    <a:pt x="9640" y="2433"/>
                  </a:lnTo>
                  <a:lnTo>
                    <a:pt x="9623" y="3166"/>
                  </a:lnTo>
                  <a:lnTo>
                    <a:pt x="9605" y="3882"/>
                  </a:lnTo>
                  <a:lnTo>
                    <a:pt x="9605" y="5313"/>
                  </a:lnTo>
                  <a:lnTo>
                    <a:pt x="9605" y="6744"/>
                  </a:lnTo>
                  <a:lnTo>
                    <a:pt x="9605" y="6744"/>
                  </a:lnTo>
                  <a:lnTo>
                    <a:pt x="8496" y="9212"/>
                  </a:lnTo>
                  <a:lnTo>
                    <a:pt x="7387" y="11698"/>
                  </a:lnTo>
                  <a:lnTo>
                    <a:pt x="6260" y="14184"/>
                  </a:lnTo>
                  <a:lnTo>
                    <a:pt x="5097" y="16688"/>
                  </a:lnTo>
                  <a:lnTo>
                    <a:pt x="4507" y="17922"/>
                  </a:lnTo>
                  <a:lnTo>
                    <a:pt x="3917" y="19156"/>
                  </a:lnTo>
                  <a:lnTo>
                    <a:pt x="3309" y="20390"/>
                  </a:lnTo>
                  <a:lnTo>
                    <a:pt x="2683" y="21607"/>
                  </a:lnTo>
                  <a:lnTo>
                    <a:pt x="2039" y="22823"/>
                  </a:lnTo>
                  <a:lnTo>
                    <a:pt x="1377" y="24039"/>
                  </a:lnTo>
                  <a:lnTo>
                    <a:pt x="698" y="25220"/>
                  </a:lnTo>
                  <a:lnTo>
                    <a:pt x="0" y="26400"/>
                  </a:lnTo>
                  <a:lnTo>
                    <a:pt x="7834" y="31176"/>
                  </a:lnTo>
                  <a:lnTo>
                    <a:pt x="7834" y="31176"/>
                  </a:lnTo>
                  <a:lnTo>
                    <a:pt x="8406" y="28314"/>
                  </a:lnTo>
                  <a:lnTo>
                    <a:pt x="9032" y="25255"/>
                  </a:lnTo>
                  <a:lnTo>
                    <a:pt x="9784" y="21571"/>
                  </a:lnTo>
                  <a:lnTo>
                    <a:pt x="10624" y="17636"/>
                  </a:lnTo>
                  <a:lnTo>
                    <a:pt x="11053" y="15669"/>
                  </a:lnTo>
                  <a:lnTo>
                    <a:pt x="11483" y="13773"/>
                  </a:lnTo>
                  <a:lnTo>
                    <a:pt x="11894" y="11984"/>
                  </a:lnTo>
                  <a:lnTo>
                    <a:pt x="12288" y="10339"/>
                  </a:lnTo>
                  <a:lnTo>
                    <a:pt x="12663" y="8908"/>
                  </a:lnTo>
                  <a:lnTo>
                    <a:pt x="13003" y="7692"/>
                  </a:lnTo>
                  <a:lnTo>
                    <a:pt x="13003" y="7692"/>
                  </a:lnTo>
                  <a:lnTo>
                    <a:pt x="13235" y="7227"/>
                  </a:lnTo>
                  <a:lnTo>
                    <a:pt x="13522" y="6761"/>
                  </a:lnTo>
                  <a:lnTo>
                    <a:pt x="13808" y="6296"/>
                  </a:lnTo>
                  <a:lnTo>
                    <a:pt x="14130" y="5831"/>
                  </a:lnTo>
                  <a:lnTo>
                    <a:pt x="14452" y="5366"/>
                  </a:lnTo>
                  <a:lnTo>
                    <a:pt x="14756" y="4901"/>
                  </a:lnTo>
                  <a:lnTo>
                    <a:pt x="15042" y="4436"/>
                  </a:lnTo>
                  <a:lnTo>
                    <a:pt x="15292" y="3989"/>
                  </a:lnTo>
                  <a:lnTo>
                    <a:pt x="15292" y="3989"/>
                  </a:lnTo>
                  <a:lnTo>
                    <a:pt x="15328" y="3882"/>
                  </a:lnTo>
                  <a:lnTo>
                    <a:pt x="15346" y="3792"/>
                  </a:lnTo>
                  <a:lnTo>
                    <a:pt x="15328" y="3667"/>
                  </a:lnTo>
                  <a:lnTo>
                    <a:pt x="15292" y="3542"/>
                  </a:lnTo>
                  <a:lnTo>
                    <a:pt x="15257" y="3417"/>
                  </a:lnTo>
                  <a:lnTo>
                    <a:pt x="15203" y="3274"/>
                  </a:lnTo>
                  <a:lnTo>
                    <a:pt x="15042" y="3005"/>
                  </a:lnTo>
                  <a:lnTo>
                    <a:pt x="14863" y="2737"/>
                  </a:lnTo>
                  <a:lnTo>
                    <a:pt x="14684" y="2487"/>
                  </a:lnTo>
                  <a:lnTo>
                    <a:pt x="14487" y="2272"/>
                  </a:lnTo>
                  <a:lnTo>
                    <a:pt x="14327" y="2111"/>
                  </a:lnTo>
                  <a:lnTo>
                    <a:pt x="14327" y="2111"/>
                  </a:lnTo>
                  <a:lnTo>
                    <a:pt x="13987" y="1825"/>
                  </a:lnTo>
                  <a:lnTo>
                    <a:pt x="13629" y="1539"/>
                  </a:lnTo>
                  <a:lnTo>
                    <a:pt x="13253" y="1253"/>
                  </a:lnTo>
                  <a:lnTo>
                    <a:pt x="12878" y="984"/>
                  </a:lnTo>
                  <a:lnTo>
                    <a:pt x="12484" y="734"/>
                  </a:lnTo>
                  <a:lnTo>
                    <a:pt x="12073" y="484"/>
                  </a:lnTo>
                  <a:lnTo>
                    <a:pt x="11662" y="269"/>
                  </a:lnTo>
                  <a:lnTo>
                    <a:pt x="11250" y="72"/>
                  </a:lnTo>
                  <a:lnTo>
                    <a:pt x="11250" y="72"/>
                  </a:lnTo>
                  <a:lnTo>
                    <a:pt x="11143" y="36"/>
                  </a:lnTo>
                  <a:lnTo>
                    <a:pt x="11036" y="19"/>
                  </a:lnTo>
                  <a:lnTo>
                    <a:pt x="10928" y="1"/>
                  </a:lnTo>
                  <a:lnTo>
                    <a:pt x="1082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9" name="Google Shape;2019;p41"/>
            <p:cNvSpPr/>
            <p:nvPr/>
          </p:nvSpPr>
          <p:spPr>
            <a:xfrm>
              <a:off x="5192118" y="2822797"/>
              <a:ext cx="79888" cy="137769"/>
            </a:xfrm>
            <a:custGeom>
              <a:rect b="b" l="l" r="r" t="t"/>
              <a:pathLst>
                <a:path extrusionOk="0" h="3149" w="1826">
                  <a:moveTo>
                    <a:pt x="1825" y="0"/>
                  </a:moveTo>
                  <a:lnTo>
                    <a:pt x="1432" y="322"/>
                  </a:lnTo>
                  <a:lnTo>
                    <a:pt x="1324" y="394"/>
                  </a:lnTo>
                  <a:lnTo>
                    <a:pt x="1307" y="376"/>
                  </a:lnTo>
                  <a:lnTo>
                    <a:pt x="1110" y="698"/>
                  </a:lnTo>
                  <a:lnTo>
                    <a:pt x="913" y="1002"/>
                  </a:lnTo>
                  <a:lnTo>
                    <a:pt x="734" y="1324"/>
                  </a:lnTo>
                  <a:lnTo>
                    <a:pt x="555" y="1664"/>
                  </a:lnTo>
                  <a:lnTo>
                    <a:pt x="412" y="1986"/>
                  </a:lnTo>
                  <a:lnTo>
                    <a:pt x="269" y="2326"/>
                  </a:lnTo>
                  <a:lnTo>
                    <a:pt x="126" y="2665"/>
                  </a:lnTo>
                  <a:lnTo>
                    <a:pt x="1" y="3023"/>
                  </a:lnTo>
                  <a:lnTo>
                    <a:pt x="1" y="3077"/>
                  </a:lnTo>
                  <a:lnTo>
                    <a:pt x="19" y="3113"/>
                  </a:lnTo>
                  <a:lnTo>
                    <a:pt x="55" y="3148"/>
                  </a:lnTo>
                  <a:lnTo>
                    <a:pt x="108" y="3148"/>
                  </a:lnTo>
                  <a:lnTo>
                    <a:pt x="162" y="3130"/>
                  </a:lnTo>
                  <a:lnTo>
                    <a:pt x="180" y="3113"/>
                  </a:lnTo>
                  <a:lnTo>
                    <a:pt x="198" y="3077"/>
                  </a:lnTo>
                  <a:lnTo>
                    <a:pt x="341" y="2665"/>
                  </a:lnTo>
                  <a:lnTo>
                    <a:pt x="502" y="2272"/>
                  </a:lnTo>
                  <a:lnTo>
                    <a:pt x="681" y="1861"/>
                  </a:lnTo>
                  <a:lnTo>
                    <a:pt x="877" y="1467"/>
                  </a:lnTo>
                  <a:lnTo>
                    <a:pt x="1092" y="1091"/>
                  </a:lnTo>
                  <a:lnTo>
                    <a:pt x="1324" y="716"/>
                  </a:lnTo>
                  <a:lnTo>
                    <a:pt x="1557" y="358"/>
                  </a:lnTo>
                  <a:lnTo>
                    <a:pt x="1825" y="0"/>
                  </a:lnTo>
                  <a:close/>
                </a:path>
              </a:pathLst>
            </a:custGeom>
            <a:solidFill>
              <a:srgbClr val="68170B"/>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0" name="Google Shape;2020;p41"/>
            <p:cNvSpPr/>
            <p:nvPr/>
          </p:nvSpPr>
          <p:spPr>
            <a:xfrm>
              <a:off x="5192118" y="2822797"/>
              <a:ext cx="79888" cy="137769"/>
            </a:xfrm>
            <a:custGeom>
              <a:rect b="b" l="l" r="r" t="t"/>
              <a:pathLst>
                <a:path extrusionOk="0" fill="none" h="3149" w="1826">
                  <a:moveTo>
                    <a:pt x="1825" y="0"/>
                  </a:moveTo>
                  <a:lnTo>
                    <a:pt x="1432" y="322"/>
                  </a:lnTo>
                  <a:lnTo>
                    <a:pt x="1324" y="394"/>
                  </a:lnTo>
                  <a:lnTo>
                    <a:pt x="1307" y="376"/>
                  </a:lnTo>
                  <a:lnTo>
                    <a:pt x="1307" y="376"/>
                  </a:lnTo>
                  <a:lnTo>
                    <a:pt x="1307" y="376"/>
                  </a:lnTo>
                  <a:lnTo>
                    <a:pt x="1110" y="698"/>
                  </a:lnTo>
                  <a:lnTo>
                    <a:pt x="913" y="1002"/>
                  </a:lnTo>
                  <a:lnTo>
                    <a:pt x="734" y="1324"/>
                  </a:lnTo>
                  <a:lnTo>
                    <a:pt x="555" y="1664"/>
                  </a:lnTo>
                  <a:lnTo>
                    <a:pt x="412" y="1986"/>
                  </a:lnTo>
                  <a:lnTo>
                    <a:pt x="269" y="2326"/>
                  </a:lnTo>
                  <a:lnTo>
                    <a:pt x="126" y="2665"/>
                  </a:lnTo>
                  <a:lnTo>
                    <a:pt x="1" y="3023"/>
                  </a:lnTo>
                  <a:lnTo>
                    <a:pt x="1" y="3023"/>
                  </a:lnTo>
                  <a:lnTo>
                    <a:pt x="1" y="3077"/>
                  </a:lnTo>
                  <a:lnTo>
                    <a:pt x="19" y="3113"/>
                  </a:lnTo>
                  <a:lnTo>
                    <a:pt x="55" y="3148"/>
                  </a:lnTo>
                  <a:lnTo>
                    <a:pt x="108" y="3148"/>
                  </a:lnTo>
                  <a:lnTo>
                    <a:pt x="108" y="3148"/>
                  </a:lnTo>
                  <a:lnTo>
                    <a:pt x="162" y="3130"/>
                  </a:lnTo>
                  <a:lnTo>
                    <a:pt x="180" y="3113"/>
                  </a:lnTo>
                  <a:lnTo>
                    <a:pt x="198" y="3077"/>
                  </a:lnTo>
                  <a:lnTo>
                    <a:pt x="198" y="3077"/>
                  </a:lnTo>
                  <a:lnTo>
                    <a:pt x="341" y="2665"/>
                  </a:lnTo>
                  <a:lnTo>
                    <a:pt x="502" y="2272"/>
                  </a:lnTo>
                  <a:lnTo>
                    <a:pt x="681" y="1861"/>
                  </a:lnTo>
                  <a:lnTo>
                    <a:pt x="877" y="1467"/>
                  </a:lnTo>
                  <a:lnTo>
                    <a:pt x="1092" y="1091"/>
                  </a:lnTo>
                  <a:lnTo>
                    <a:pt x="1324" y="716"/>
                  </a:lnTo>
                  <a:lnTo>
                    <a:pt x="1557" y="358"/>
                  </a:lnTo>
                  <a:lnTo>
                    <a:pt x="1825"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1" name="Google Shape;2021;p41"/>
            <p:cNvSpPr/>
            <p:nvPr/>
          </p:nvSpPr>
          <p:spPr>
            <a:xfrm>
              <a:off x="4243775" y="2089606"/>
              <a:ext cx="940625" cy="1389762"/>
            </a:xfrm>
            <a:custGeom>
              <a:rect b="b" l="l" r="r" t="t"/>
              <a:pathLst>
                <a:path extrusionOk="0" h="31766" w="21500">
                  <a:moveTo>
                    <a:pt x="15722" y="0"/>
                  </a:moveTo>
                  <a:lnTo>
                    <a:pt x="15722" y="179"/>
                  </a:lnTo>
                  <a:lnTo>
                    <a:pt x="15454" y="126"/>
                  </a:lnTo>
                  <a:lnTo>
                    <a:pt x="15185" y="90"/>
                  </a:lnTo>
                  <a:lnTo>
                    <a:pt x="14917" y="108"/>
                  </a:lnTo>
                  <a:lnTo>
                    <a:pt x="14649" y="144"/>
                  </a:lnTo>
                  <a:lnTo>
                    <a:pt x="14398" y="215"/>
                  </a:lnTo>
                  <a:lnTo>
                    <a:pt x="14130" y="305"/>
                  </a:lnTo>
                  <a:lnTo>
                    <a:pt x="13880" y="412"/>
                  </a:lnTo>
                  <a:lnTo>
                    <a:pt x="13629" y="555"/>
                  </a:lnTo>
                  <a:lnTo>
                    <a:pt x="13379" y="716"/>
                  </a:lnTo>
                  <a:lnTo>
                    <a:pt x="13146" y="895"/>
                  </a:lnTo>
                  <a:lnTo>
                    <a:pt x="12932" y="1091"/>
                  </a:lnTo>
                  <a:lnTo>
                    <a:pt x="12699" y="1306"/>
                  </a:lnTo>
                  <a:lnTo>
                    <a:pt x="12503" y="1539"/>
                  </a:lnTo>
                  <a:lnTo>
                    <a:pt x="12288" y="1789"/>
                  </a:lnTo>
                  <a:lnTo>
                    <a:pt x="12109" y="2057"/>
                  </a:lnTo>
                  <a:lnTo>
                    <a:pt x="11930" y="2326"/>
                  </a:lnTo>
                  <a:lnTo>
                    <a:pt x="11751" y="2594"/>
                  </a:lnTo>
                  <a:lnTo>
                    <a:pt x="11590" y="2880"/>
                  </a:lnTo>
                  <a:lnTo>
                    <a:pt x="11286" y="3470"/>
                  </a:lnTo>
                  <a:lnTo>
                    <a:pt x="11018" y="4096"/>
                  </a:lnTo>
                  <a:lnTo>
                    <a:pt x="10768" y="4740"/>
                  </a:lnTo>
                  <a:lnTo>
                    <a:pt x="10517" y="5384"/>
                  </a:lnTo>
                  <a:lnTo>
                    <a:pt x="10285" y="6064"/>
                  </a:lnTo>
                  <a:lnTo>
                    <a:pt x="9838" y="7387"/>
                  </a:lnTo>
                  <a:lnTo>
                    <a:pt x="9605" y="8049"/>
                  </a:lnTo>
                  <a:lnTo>
                    <a:pt x="9355" y="8693"/>
                  </a:lnTo>
                  <a:lnTo>
                    <a:pt x="9104" y="9337"/>
                  </a:lnTo>
                  <a:lnTo>
                    <a:pt x="8818" y="9945"/>
                  </a:lnTo>
                  <a:lnTo>
                    <a:pt x="8496" y="10535"/>
                  </a:lnTo>
                  <a:lnTo>
                    <a:pt x="8335" y="10821"/>
                  </a:lnTo>
                  <a:lnTo>
                    <a:pt x="8156" y="11090"/>
                  </a:lnTo>
                  <a:lnTo>
                    <a:pt x="7977" y="11340"/>
                  </a:lnTo>
                  <a:lnTo>
                    <a:pt x="7781" y="11590"/>
                  </a:lnTo>
                  <a:lnTo>
                    <a:pt x="7584" y="11823"/>
                  </a:lnTo>
                  <a:lnTo>
                    <a:pt x="7369" y="12038"/>
                  </a:lnTo>
                  <a:lnTo>
                    <a:pt x="7083" y="12306"/>
                  </a:lnTo>
                  <a:lnTo>
                    <a:pt x="6779" y="12538"/>
                  </a:lnTo>
                  <a:lnTo>
                    <a:pt x="6457" y="12753"/>
                  </a:lnTo>
                  <a:lnTo>
                    <a:pt x="6135" y="12932"/>
                  </a:lnTo>
                  <a:lnTo>
                    <a:pt x="5795" y="13111"/>
                  </a:lnTo>
                  <a:lnTo>
                    <a:pt x="5473" y="13272"/>
                  </a:lnTo>
                  <a:lnTo>
                    <a:pt x="4794" y="13576"/>
                  </a:lnTo>
                  <a:lnTo>
                    <a:pt x="4114" y="13880"/>
                  </a:lnTo>
                  <a:lnTo>
                    <a:pt x="3774" y="14041"/>
                  </a:lnTo>
                  <a:lnTo>
                    <a:pt x="3434" y="14220"/>
                  </a:lnTo>
                  <a:lnTo>
                    <a:pt x="3113" y="14399"/>
                  </a:lnTo>
                  <a:lnTo>
                    <a:pt x="2791" y="14613"/>
                  </a:lnTo>
                  <a:lnTo>
                    <a:pt x="2486" y="14828"/>
                  </a:lnTo>
                  <a:lnTo>
                    <a:pt x="2182" y="15078"/>
                  </a:lnTo>
                  <a:lnTo>
                    <a:pt x="2021" y="15239"/>
                  </a:lnTo>
                  <a:lnTo>
                    <a:pt x="1860" y="15418"/>
                  </a:lnTo>
                  <a:lnTo>
                    <a:pt x="1574" y="15776"/>
                  </a:lnTo>
                  <a:lnTo>
                    <a:pt x="1288" y="16169"/>
                  </a:lnTo>
                  <a:lnTo>
                    <a:pt x="1038" y="16598"/>
                  </a:lnTo>
                  <a:lnTo>
                    <a:pt x="805" y="17046"/>
                  </a:lnTo>
                  <a:lnTo>
                    <a:pt x="608" y="17529"/>
                  </a:lnTo>
                  <a:lnTo>
                    <a:pt x="448" y="18011"/>
                  </a:lnTo>
                  <a:lnTo>
                    <a:pt x="287" y="18530"/>
                  </a:lnTo>
                  <a:lnTo>
                    <a:pt x="179" y="19067"/>
                  </a:lnTo>
                  <a:lnTo>
                    <a:pt x="90" y="19621"/>
                  </a:lnTo>
                  <a:lnTo>
                    <a:pt x="36" y="20176"/>
                  </a:lnTo>
                  <a:lnTo>
                    <a:pt x="0" y="20730"/>
                  </a:lnTo>
                  <a:lnTo>
                    <a:pt x="18" y="21302"/>
                  </a:lnTo>
                  <a:lnTo>
                    <a:pt x="54" y="21857"/>
                  </a:lnTo>
                  <a:lnTo>
                    <a:pt x="108" y="22429"/>
                  </a:lnTo>
                  <a:lnTo>
                    <a:pt x="215" y="22984"/>
                  </a:lnTo>
                  <a:lnTo>
                    <a:pt x="734" y="23288"/>
                  </a:lnTo>
                  <a:lnTo>
                    <a:pt x="1234" y="23610"/>
                  </a:lnTo>
                  <a:lnTo>
                    <a:pt x="1717" y="23967"/>
                  </a:lnTo>
                  <a:lnTo>
                    <a:pt x="2218" y="24361"/>
                  </a:lnTo>
                  <a:lnTo>
                    <a:pt x="2683" y="24772"/>
                  </a:lnTo>
                  <a:lnTo>
                    <a:pt x="3148" y="25202"/>
                  </a:lnTo>
                  <a:lnTo>
                    <a:pt x="3595" y="25667"/>
                  </a:lnTo>
                  <a:lnTo>
                    <a:pt x="4043" y="26149"/>
                  </a:lnTo>
                  <a:lnTo>
                    <a:pt x="4454" y="26650"/>
                  </a:lnTo>
                  <a:lnTo>
                    <a:pt x="4865" y="27187"/>
                  </a:lnTo>
                  <a:lnTo>
                    <a:pt x="5277" y="27741"/>
                  </a:lnTo>
                  <a:lnTo>
                    <a:pt x="5652" y="28296"/>
                  </a:lnTo>
                  <a:lnTo>
                    <a:pt x="6010" y="28886"/>
                  </a:lnTo>
                  <a:lnTo>
                    <a:pt x="6368" y="29494"/>
                  </a:lnTo>
                  <a:lnTo>
                    <a:pt x="6690" y="30120"/>
                  </a:lnTo>
                  <a:lnTo>
                    <a:pt x="7012" y="30764"/>
                  </a:lnTo>
                  <a:lnTo>
                    <a:pt x="7101" y="30943"/>
                  </a:lnTo>
                  <a:lnTo>
                    <a:pt x="7208" y="31122"/>
                  </a:lnTo>
                  <a:lnTo>
                    <a:pt x="7334" y="31265"/>
                  </a:lnTo>
                  <a:lnTo>
                    <a:pt x="7459" y="31408"/>
                  </a:lnTo>
                  <a:lnTo>
                    <a:pt x="7602" y="31515"/>
                  </a:lnTo>
                  <a:lnTo>
                    <a:pt x="7745" y="31605"/>
                  </a:lnTo>
                  <a:lnTo>
                    <a:pt x="7888" y="31676"/>
                  </a:lnTo>
                  <a:lnTo>
                    <a:pt x="8031" y="31730"/>
                  </a:lnTo>
                  <a:lnTo>
                    <a:pt x="8192" y="31748"/>
                  </a:lnTo>
                  <a:lnTo>
                    <a:pt x="8335" y="31766"/>
                  </a:lnTo>
                  <a:lnTo>
                    <a:pt x="8496" y="31748"/>
                  </a:lnTo>
                  <a:lnTo>
                    <a:pt x="8639" y="31712"/>
                  </a:lnTo>
                  <a:lnTo>
                    <a:pt x="8782" y="31640"/>
                  </a:lnTo>
                  <a:lnTo>
                    <a:pt x="8925" y="31569"/>
                  </a:lnTo>
                  <a:lnTo>
                    <a:pt x="9068" y="31462"/>
                  </a:lnTo>
                  <a:lnTo>
                    <a:pt x="9194" y="31336"/>
                  </a:lnTo>
                  <a:lnTo>
                    <a:pt x="9408" y="31104"/>
                  </a:lnTo>
                  <a:lnTo>
                    <a:pt x="9641" y="30889"/>
                  </a:lnTo>
                  <a:lnTo>
                    <a:pt x="9891" y="30692"/>
                  </a:lnTo>
                  <a:lnTo>
                    <a:pt x="10124" y="30514"/>
                  </a:lnTo>
                  <a:lnTo>
                    <a:pt x="10392" y="30353"/>
                  </a:lnTo>
                  <a:lnTo>
                    <a:pt x="10642" y="30192"/>
                  </a:lnTo>
                  <a:lnTo>
                    <a:pt x="10911" y="30066"/>
                  </a:lnTo>
                  <a:lnTo>
                    <a:pt x="11179" y="29941"/>
                  </a:lnTo>
                  <a:lnTo>
                    <a:pt x="11698" y="29727"/>
                  </a:lnTo>
                  <a:lnTo>
                    <a:pt x="12234" y="29530"/>
                  </a:lnTo>
                  <a:lnTo>
                    <a:pt x="12771" y="29333"/>
                  </a:lnTo>
                  <a:lnTo>
                    <a:pt x="13289" y="29119"/>
                  </a:lnTo>
                  <a:lnTo>
                    <a:pt x="13808" y="28886"/>
                  </a:lnTo>
                  <a:lnTo>
                    <a:pt x="14059" y="28743"/>
                  </a:lnTo>
                  <a:lnTo>
                    <a:pt x="14309" y="28600"/>
                  </a:lnTo>
                  <a:lnTo>
                    <a:pt x="14541" y="28439"/>
                  </a:lnTo>
                  <a:lnTo>
                    <a:pt x="14774" y="28242"/>
                  </a:lnTo>
                  <a:lnTo>
                    <a:pt x="14989" y="28045"/>
                  </a:lnTo>
                  <a:lnTo>
                    <a:pt x="15221" y="27831"/>
                  </a:lnTo>
                  <a:lnTo>
                    <a:pt x="15400" y="27598"/>
                  </a:lnTo>
                  <a:lnTo>
                    <a:pt x="15579" y="27366"/>
                  </a:lnTo>
                  <a:lnTo>
                    <a:pt x="15758" y="27115"/>
                  </a:lnTo>
                  <a:lnTo>
                    <a:pt x="15919" y="26847"/>
                  </a:lnTo>
                  <a:lnTo>
                    <a:pt x="16062" y="26561"/>
                  </a:lnTo>
                  <a:lnTo>
                    <a:pt x="16205" y="26275"/>
                  </a:lnTo>
                  <a:lnTo>
                    <a:pt x="16330" y="25971"/>
                  </a:lnTo>
                  <a:lnTo>
                    <a:pt x="16455" y="25667"/>
                  </a:lnTo>
                  <a:lnTo>
                    <a:pt x="16670" y="25023"/>
                  </a:lnTo>
                  <a:lnTo>
                    <a:pt x="16867" y="24343"/>
                  </a:lnTo>
                  <a:lnTo>
                    <a:pt x="17028" y="23663"/>
                  </a:lnTo>
                  <a:lnTo>
                    <a:pt x="17171" y="22984"/>
                  </a:lnTo>
                  <a:lnTo>
                    <a:pt x="17421" y="21607"/>
                  </a:lnTo>
                  <a:lnTo>
                    <a:pt x="17671" y="20211"/>
                  </a:lnTo>
                  <a:lnTo>
                    <a:pt x="17815" y="19532"/>
                  </a:lnTo>
                  <a:lnTo>
                    <a:pt x="17976" y="18870"/>
                  </a:lnTo>
                  <a:lnTo>
                    <a:pt x="18154" y="18208"/>
                  </a:lnTo>
                  <a:lnTo>
                    <a:pt x="18369" y="17564"/>
                  </a:lnTo>
                  <a:lnTo>
                    <a:pt x="18494" y="17260"/>
                  </a:lnTo>
                  <a:lnTo>
                    <a:pt x="18619" y="16956"/>
                  </a:lnTo>
                  <a:lnTo>
                    <a:pt x="18763" y="16652"/>
                  </a:lnTo>
                  <a:lnTo>
                    <a:pt x="18923" y="16366"/>
                  </a:lnTo>
                  <a:lnTo>
                    <a:pt x="19084" y="16098"/>
                  </a:lnTo>
                  <a:lnTo>
                    <a:pt x="19263" y="15829"/>
                  </a:lnTo>
                  <a:lnTo>
                    <a:pt x="19442" y="15579"/>
                  </a:lnTo>
                  <a:lnTo>
                    <a:pt x="19639" y="15364"/>
                  </a:lnTo>
                  <a:lnTo>
                    <a:pt x="19836" y="15150"/>
                  </a:lnTo>
                  <a:lnTo>
                    <a:pt x="20050" y="14953"/>
                  </a:lnTo>
                  <a:lnTo>
                    <a:pt x="20283" y="14792"/>
                  </a:lnTo>
                  <a:lnTo>
                    <a:pt x="20497" y="14649"/>
                  </a:lnTo>
                  <a:lnTo>
                    <a:pt x="20748" y="14524"/>
                  </a:lnTo>
                  <a:lnTo>
                    <a:pt x="20980" y="14416"/>
                  </a:lnTo>
                  <a:lnTo>
                    <a:pt x="21231" y="14363"/>
                  </a:lnTo>
                  <a:lnTo>
                    <a:pt x="21499" y="14327"/>
                  </a:lnTo>
                  <a:lnTo>
                    <a:pt x="15722" y="0"/>
                  </a:lnTo>
                  <a:close/>
                </a:path>
              </a:pathLst>
            </a:custGeom>
            <a:gradFill>
              <a:gsLst>
                <a:gs pos="0">
                  <a:schemeClr val="dk1"/>
                </a:gs>
                <a:gs pos="100000">
                  <a:schemeClr val="accent2"/>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2" name="Google Shape;2022;p41"/>
            <p:cNvSpPr/>
            <p:nvPr/>
          </p:nvSpPr>
          <p:spPr>
            <a:xfrm>
              <a:off x="4243775" y="2089606"/>
              <a:ext cx="940625" cy="1389762"/>
            </a:xfrm>
            <a:custGeom>
              <a:rect b="b" l="l" r="r" t="t"/>
              <a:pathLst>
                <a:path extrusionOk="0" fill="none" h="31766" w="21500">
                  <a:moveTo>
                    <a:pt x="15722" y="0"/>
                  </a:moveTo>
                  <a:lnTo>
                    <a:pt x="15722" y="0"/>
                  </a:lnTo>
                  <a:lnTo>
                    <a:pt x="15722" y="179"/>
                  </a:lnTo>
                  <a:lnTo>
                    <a:pt x="15722" y="179"/>
                  </a:lnTo>
                  <a:lnTo>
                    <a:pt x="15454" y="126"/>
                  </a:lnTo>
                  <a:lnTo>
                    <a:pt x="15185" y="90"/>
                  </a:lnTo>
                  <a:lnTo>
                    <a:pt x="14917" y="108"/>
                  </a:lnTo>
                  <a:lnTo>
                    <a:pt x="14649" y="144"/>
                  </a:lnTo>
                  <a:lnTo>
                    <a:pt x="14398" y="215"/>
                  </a:lnTo>
                  <a:lnTo>
                    <a:pt x="14130" y="305"/>
                  </a:lnTo>
                  <a:lnTo>
                    <a:pt x="13880" y="412"/>
                  </a:lnTo>
                  <a:lnTo>
                    <a:pt x="13629" y="555"/>
                  </a:lnTo>
                  <a:lnTo>
                    <a:pt x="13379" y="716"/>
                  </a:lnTo>
                  <a:lnTo>
                    <a:pt x="13146" y="895"/>
                  </a:lnTo>
                  <a:lnTo>
                    <a:pt x="12932" y="1091"/>
                  </a:lnTo>
                  <a:lnTo>
                    <a:pt x="12699" y="1306"/>
                  </a:lnTo>
                  <a:lnTo>
                    <a:pt x="12503" y="1539"/>
                  </a:lnTo>
                  <a:lnTo>
                    <a:pt x="12288" y="1789"/>
                  </a:lnTo>
                  <a:lnTo>
                    <a:pt x="12109" y="2057"/>
                  </a:lnTo>
                  <a:lnTo>
                    <a:pt x="11930" y="2326"/>
                  </a:lnTo>
                  <a:lnTo>
                    <a:pt x="11930" y="2326"/>
                  </a:lnTo>
                  <a:lnTo>
                    <a:pt x="11751" y="2594"/>
                  </a:lnTo>
                  <a:lnTo>
                    <a:pt x="11590" y="2880"/>
                  </a:lnTo>
                  <a:lnTo>
                    <a:pt x="11286" y="3470"/>
                  </a:lnTo>
                  <a:lnTo>
                    <a:pt x="11018" y="4096"/>
                  </a:lnTo>
                  <a:lnTo>
                    <a:pt x="10768" y="4740"/>
                  </a:lnTo>
                  <a:lnTo>
                    <a:pt x="10517" y="5384"/>
                  </a:lnTo>
                  <a:lnTo>
                    <a:pt x="10285" y="6064"/>
                  </a:lnTo>
                  <a:lnTo>
                    <a:pt x="9838" y="7387"/>
                  </a:lnTo>
                  <a:lnTo>
                    <a:pt x="9838" y="7387"/>
                  </a:lnTo>
                  <a:lnTo>
                    <a:pt x="9605" y="8049"/>
                  </a:lnTo>
                  <a:lnTo>
                    <a:pt x="9355" y="8693"/>
                  </a:lnTo>
                  <a:lnTo>
                    <a:pt x="9104" y="9337"/>
                  </a:lnTo>
                  <a:lnTo>
                    <a:pt x="8818" y="9945"/>
                  </a:lnTo>
                  <a:lnTo>
                    <a:pt x="8496" y="10535"/>
                  </a:lnTo>
                  <a:lnTo>
                    <a:pt x="8335" y="10821"/>
                  </a:lnTo>
                  <a:lnTo>
                    <a:pt x="8156" y="11090"/>
                  </a:lnTo>
                  <a:lnTo>
                    <a:pt x="7977" y="11340"/>
                  </a:lnTo>
                  <a:lnTo>
                    <a:pt x="7781" y="11590"/>
                  </a:lnTo>
                  <a:lnTo>
                    <a:pt x="7584" y="11823"/>
                  </a:lnTo>
                  <a:lnTo>
                    <a:pt x="7369" y="12038"/>
                  </a:lnTo>
                  <a:lnTo>
                    <a:pt x="7369" y="12038"/>
                  </a:lnTo>
                  <a:lnTo>
                    <a:pt x="7083" y="12306"/>
                  </a:lnTo>
                  <a:lnTo>
                    <a:pt x="6779" y="12538"/>
                  </a:lnTo>
                  <a:lnTo>
                    <a:pt x="6457" y="12753"/>
                  </a:lnTo>
                  <a:lnTo>
                    <a:pt x="6135" y="12932"/>
                  </a:lnTo>
                  <a:lnTo>
                    <a:pt x="5795" y="13111"/>
                  </a:lnTo>
                  <a:lnTo>
                    <a:pt x="5473" y="13272"/>
                  </a:lnTo>
                  <a:lnTo>
                    <a:pt x="4794" y="13576"/>
                  </a:lnTo>
                  <a:lnTo>
                    <a:pt x="4114" y="13880"/>
                  </a:lnTo>
                  <a:lnTo>
                    <a:pt x="3774" y="14041"/>
                  </a:lnTo>
                  <a:lnTo>
                    <a:pt x="3434" y="14220"/>
                  </a:lnTo>
                  <a:lnTo>
                    <a:pt x="3113" y="14399"/>
                  </a:lnTo>
                  <a:lnTo>
                    <a:pt x="2791" y="14613"/>
                  </a:lnTo>
                  <a:lnTo>
                    <a:pt x="2486" y="14828"/>
                  </a:lnTo>
                  <a:lnTo>
                    <a:pt x="2182" y="15078"/>
                  </a:lnTo>
                  <a:lnTo>
                    <a:pt x="2182" y="15078"/>
                  </a:lnTo>
                  <a:lnTo>
                    <a:pt x="2021" y="15239"/>
                  </a:lnTo>
                  <a:lnTo>
                    <a:pt x="1860" y="15418"/>
                  </a:lnTo>
                  <a:lnTo>
                    <a:pt x="1574" y="15776"/>
                  </a:lnTo>
                  <a:lnTo>
                    <a:pt x="1288" y="16169"/>
                  </a:lnTo>
                  <a:lnTo>
                    <a:pt x="1038" y="16598"/>
                  </a:lnTo>
                  <a:lnTo>
                    <a:pt x="805" y="17046"/>
                  </a:lnTo>
                  <a:lnTo>
                    <a:pt x="608" y="17529"/>
                  </a:lnTo>
                  <a:lnTo>
                    <a:pt x="448" y="18011"/>
                  </a:lnTo>
                  <a:lnTo>
                    <a:pt x="287" y="18530"/>
                  </a:lnTo>
                  <a:lnTo>
                    <a:pt x="179" y="19067"/>
                  </a:lnTo>
                  <a:lnTo>
                    <a:pt x="90" y="19621"/>
                  </a:lnTo>
                  <a:lnTo>
                    <a:pt x="36" y="20176"/>
                  </a:lnTo>
                  <a:lnTo>
                    <a:pt x="0" y="20730"/>
                  </a:lnTo>
                  <a:lnTo>
                    <a:pt x="18" y="21302"/>
                  </a:lnTo>
                  <a:lnTo>
                    <a:pt x="54" y="21857"/>
                  </a:lnTo>
                  <a:lnTo>
                    <a:pt x="108" y="22429"/>
                  </a:lnTo>
                  <a:lnTo>
                    <a:pt x="215" y="22984"/>
                  </a:lnTo>
                  <a:lnTo>
                    <a:pt x="215" y="22984"/>
                  </a:lnTo>
                  <a:lnTo>
                    <a:pt x="734" y="23288"/>
                  </a:lnTo>
                  <a:lnTo>
                    <a:pt x="1234" y="23610"/>
                  </a:lnTo>
                  <a:lnTo>
                    <a:pt x="1717" y="23967"/>
                  </a:lnTo>
                  <a:lnTo>
                    <a:pt x="2218" y="24361"/>
                  </a:lnTo>
                  <a:lnTo>
                    <a:pt x="2683" y="24772"/>
                  </a:lnTo>
                  <a:lnTo>
                    <a:pt x="3148" y="25202"/>
                  </a:lnTo>
                  <a:lnTo>
                    <a:pt x="3595" y="25667"/>
                  </a:lnTo>
                  <a:lnTo>
                    <a:pt x="4043" y="26149"/>
                  </a:lnTo>
                  <a:lnTo>
                    <a:pt x="4454" y="26650"/>
                  </a:lnTo>
                  <a:lnTo>
                    <a:pt x="4865" y="27187"/>
                  </a:lnTo>
                  <a:lnTo>
                    <a:pt x="5277" y="27741"/>
                  </a:lnTo>
                  <a:lnTo>
                    <a:pt x="5652" y="28296"/>
                  </a:lnTo>
                  <a:lnTo>
                    <a:pt x="6010" y="28886"/>
                  </a:lnTo>
                  <a:lnTo>
                    <a:pt x="6368" y="29494"/>
                  </a:lnTo>
                  <a:lnTo>
                    <a:pt x="6690" y="30120"/>
                  </a:lnTo>
                  <a:lnTo>
                    <a:pt x="7012" y="30764"/>
                  </a:lnTo>
                  <a:lnTo>
                    <a:pt x="7012" y="30764"/>
                  </a:lnTo>
                  <a:lnTo>
                    <a:pt x="7101" y="30943"/>
                  </a:lnTo>
                  <a:lnTo>
                    <a:pt x="7208" y="31122"/>
                  </a:lnTo>
                  <a:lnTo>
                    <a:pt x="7334" y="31265"/>
                  </a:lnTo>
                  <a:lnTo>
                    <a:pt x="7459" y="31408"/>
                  </a:lnTo>
                  <a:lnTo>
                    <a:pt x="7602" y="31515"/>
                  </a:lnTo>
                  <a:lnTo>
                    <a:pt x="7745" y="31605"/>
                  </a:lnTo>
                  <a:lnTo>
                    <a:pt x="7888" y="31676"/>
                  </a:lnTo>
                  <a:lnTo>
                    <a:pt x="8031" y="31730"/>
                  </a:lnTo>
                  <a:lnTo>
                    <a:pt x="8192" y="31748"/>
                  </a:lnTo>
                  <a:lnTo>
                    <a:pt x="8335" y="31766"/>
                  </a:lnTo>
                  <a:lnTo>
                    <a:pt x="8496" y="31748"/>
                  </a:lnTo>
                  <a:lnTo>
                    <a:pt x="8639" y="31712"/>
                  </a:lnTo>
                  <a:lnTo>
                    <a:pt x="8782" y="31640"/>
                  </a:lnTo>
                  <a:lnTo>
                    <a:pt x="8925" y="31569"/>
                  </a:lnTo>
                  <a:lnTo>
                    <a:pt x="9068" y="31462"/>
                  </a:lnTo>
                  <a:lnTo>
                    <a:pt x="9194" y="31336"/>
                  </a:lnTo>
                  <a:lnTo>
                    <a:pt x="9194" y="31336"/>
                  </a:lnTo>
                  <a:lnTo>
                    <a:pt x="9408" y="31104"/>
                  </a:lnTo>
                  <a:lnTo>
                    <a:pt x="9641" y="30889"/>
                  </a:lnTo>
                  <a:lnTo>
                    <a:pt x="9891" y="30692"/>
                  </a:lnTo>
                  <a:lnTo>
                    <a:pt x="10124" y="30514"/>
                  </a:lnTo>
                  <a:lnTo>
                    <a:pt x="10392" y="30353"/>
                  </a:lnTo>
                  <a:lnTo>
                    <a:pt x="10642" y="30192"/>
                  </a:lnTo>
                  <a:lnTo>
                    <a:pt x="10911" y="30066"/>
                  </a:lnTo>
                  <a:lnTo>
                    <a:pt x="11179" y="29941"/>
                  </a:lnTo>
                  <a:lnTo>
                    <a:pt x="11179" y="29941"/>
                  </a:lnTo>
                  <a:lnTo>
                    <a:pt x="11698" y="29727"/>
                  </a:lnTo>
                  <a:lnTo>
                    <a:pt x="12234" y="29530"/>
                  </a:lnTo>
                  <a:lnTo>
                    <a:pt x="12771" y="29333"/>
                  </a:lnTo>
                  <a:lnTo>
                    <a:pt x="13289" y="29119"/>
                  </a:lnTo>
                  <a:lnTo>
                    <a:pt x="13808" y="28886"/>
                  </a:lnTo>
                  <a:lnTo>
                    <a:pt x="14059" y="28743"/>
                  </a:lnTo>
                  <a:lnTo>
                    <a:pt x="14309" y="28600"/>
                  </a:lnTo>
                  <a:lnTo>
                    <a:pt x="14541" y="28439"/>
                  </a:lnTo>
                  <a:lnTo>
                    <a:pt x="14774" y="28242"/>
                  </a:lnTo>
                  <a:lnTo>
                    <a:pt x="14989" y="28045"/>
                  </a:lnTo>
                  <a:lnTo>
                    <a:pt x="15221" y="27831"/>
                  </a:lnTo>
                  <a:lnTo>
                    <a:pt x="15221" y="27831"/>
                  </a:lnTo>
                  <a:lnTo>
                    <a:pt x="15400" y="27598"/>
                  </a:lnTo>
                  <a:lnTo>
                    <a:pt x="15579" y="27366"/>
                  </a:lnTo>
                  <a:lnTo>
                    <a:pt x="15758" y="27115"/>
                  </a:lnTo>
                  <a:lnTo>
                    <a:pt x="15919" y="26847"/>
                  </a:lnTo>
                  <a:lnTo>
                    <a:pt x="16062" y="26561"/>
                  </a:lnTo>
                  <a:lnTo>
                    <a:pt x="16205" y="26275"/>
                  </a:lnTo>
                  <a:lnTo>
                    <a:pt x="16330" y="25971"/>
                  </a:lnTo>
                  <a:lnTo>
                    <a:pt x="16455" y="25667"/>
                  </a:lnTo>
                  <a:lnTo>
                    <a:pt x="16670" y="25023"/>
                  </a:lnTo>
                  <a:lnTo>
                    <a:pt x="16867" y="24343"/>
                  </a:lnTo>
                  <a:lnTo>
                    <a:pt x="17028" y="23663"/>
                  </a:lnTo>
                  <a:lnTo>
                    <a:pt x="17171" y="22984"/>
                  </a:lnTo>
                  <a:lnTo>
                    <a:pt x="17171" y="22984"/>
                  </a:lnTo>
                  <a:lnTo>
                    <a:pt x="17421" y="21607"/>
                  </a:lnTo>
                  <a:lnTo>
                    <a:pt x="17671" y="20211"/>
                  </a:lnTo>
                  <a:lnTo>
                    <a:pt x="17815" y="19532"/>
                  </a:lnTo>
                  <a:lnTo>
                    <a:pt x="17976" y="18870"/>
                  </a:lnTo>
                  <a:lnTo>
                    <a:pt x="18154" y="18208"/>
                  </a:lnTo>
                  <a:lnTo>
                    <a:pt x="18369" y="17564"/>
                  </a:lnTo>
                  <a:lnTo>
                    <a:pt x="18369" y="17564"/>
                  </a:lnTo>
                  <a:lnTo>
                    <a:pt x="18494" y="17260"/>
                  </a:lnTo>
                  <a:lnTo>
                    <a:pt x="18619" y="16956"/>
                  </a:lnTo>
                  <a:lnTo>
                    <a:pt x="18763" y="16652"/>
                  </a:lnTo>
                  <a:lnTo>
                    <a:pt x="18923" y="16366"/>
                  </a:lnTo>
                  <a:lnTo>
                    <a:pt x="19084" y="16098"/>
                  </a:lnTo>
                  <a:lnTo>
                    <a:pt x="19263" y="15829"/>
                  </a:lnTo>
                  <a:lnTo>
                    <a:pt x="19442" y="15579"/>
                  </a:lnTo>
                  <a:lnTo>
                    <a:pt x="19639" y="15364"/>
                  </a:lnTo>
                  <a:lnTo>
                    <a:pt x="19836" y="15150"/>
                  </a:lnTo>
                  <a:lnTo>
                    <a:pt x="20050" y="14953"/>
                  </a:lnTo>
                  <a:lnTo>
                    <a:pt x="20283" y="14792"/>
                  </a:lnTo>
                  <a:lnTo>
                    <a:pt x="20497" y="14649"/>
                  </a:lnTo>
                  <a:lnTo>
                    <a:pt x="20748" y="14524"/>
                  </a:lnTo>
                  <a:lnTo>
                    <a:pt x="20980" y="14416"/>
                  </a:lnTo>
                  <a:lnTo>
                    <a:pt x="21231" y="14363"/>
                  </a:lnTo>
                  <a:lnTo>
                    <a:pt x="21499" y="14327"/>
                  </a:lnTo>
                  <a:lnTo>
                    <a:pt x="15722"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3" name="Google Shape;2023;p41"/>
            <p:cNvSpPr/>
            <p:nvPr/>
          </p:nvSpPr>
          <p:spPr>
            <a:xfrm>
              <a:off x="4540348" y="2607595"/>
              <a:ext cx="408494" cy="561881"/>
            </a:xfrm>
            <a:custGeom>
              <a:rect b="b" l="l" r="r" t="t"/>
              <a:pathLst>
                <a:path extrusionOk="0" h="12843" w="9337">
                  <a:moveTo>
                    <a:pt x="4328" y="1"/>
                  </a:moveTo>
                  <a:lnTo>
                    <a:pt x="4006" y="19"/>
                  </a:lnTo>
                  <a:lnTo>
                    <a:pt x="3685" y="72"/>
                  </a:lnTo>
                  <a:lnTo>
                    <a:pt x="3363" y="162"/>
                  </a:lnTo>
                  <a:lnTo>
                    <a:pt x="3041" y="269"/>
                  </a:lnTo>
                  <a:lnTo>
                    <a:pt x="2737" y="430"/>
                  </a:lnTo>
                  <a:lnTo>
                    <a:pt x="2433" y="609"/>
                  </a:lnTo>
                  <a:lnTo>
                    <a:pt x="2128" y="824"/>
                  </a:lnTo>
                  <a:lnTo>
                    <a:pt x="1842" y="1074"/>
                  </a:lnTo>
                  <a:lnTo>
                    <a:pt x="1574" y="1342"/>
                  </a:lnTo>
                  <a:lnTo>
                    <a:pt x="1395" y="1557"/>
                  </a:lnTo>
                  <a:lnTo>
                    <a:pt x="1234" y="1772"/>
                  </a:lnTo>
                  <a:lnTo>
                    <a:pt x="1073" y="2004"/>
                  </a:lnTo>
                  <a:lnTo>
                    <a:pt x="930" y="2237"/>
                  </a:lnTo>
                  <a:lnTo>
                    <a:pt x="787" y="2487"/>
                  </a:lnTo>
                  <a:lnTo>
                    <a:pt x="662" y="2737"/>
                  </a:lnTo>
                  <a:lnTo>
                    <a:pt x="555" y="3006"/>
                  </a:lnTo>
                  <a:lnTo>
                    <a:pt x="447" y="3274"/>
                  </a:lnTo>
                  <a:lnTo>
                    <a:pt x="358" y="3560"/>
                  </a:lnTo>
                  <a:lnTo>
                    <a:pt x="268" y="3828"/>
                  </a:lnTo>
                  <a:lnTo>
                    <a:pt x="197" y="4115"/>
                  </a:lnTo>
                  <a:lnTo>
                    <a:pt x="143" y="4419"/>
                  </a:lnTo>
                  <a:lnTo>
                    <a:pt x="90" y="4705"/>
                  </a:lnTo>
                  <a:lnTo>
                    <a:pt x="54" y="5009"/>
                  </a:lnTo>
                  <a:lnTo>
                    <a:pt x="18" y="5313"/>
                  </a:lnTo>
                  <a:lnTo>
                    <a:pt x="0" y="5617"/>
                  </a:lnTo>
                  <a:lnTo>
                    <a:pt x="0" y="6225"/>
                  </a:lnTo>
                  <a:lnTo>
                    <a:pt x="0" y="6529"/>
                  </a:lnTo>
                  <a:lnTo>
                    <a:pt x="36" y="6851"/>
                  </a:lnTo>
                  <a:lnTo>
                    <a:pt x="54" y="7155"/>
                  </a:lnTo>
                  <a:lnTo>
                    <a:pt x="107" y="7459"/>
                  </a:lnTo>
                  <a:lnTo>
                    <a:pt x="161" y="7763"/>
                  </a:lnTo>
                  <a:lnTo>
                    <a:pt x="233" y="8067"/>
                  </a:lnTo>
                  <a:lnTo>
                    <a:pt x="304" y="8371"/>
                  </a:lnTo>
                  <a:lnTo>
                    <a:pt x="394" y="8658"/>
                  </a:lnTo>
                  <a:lnTo>
                    <a:pt x="501" y="8962"/>
                  </a:lnTo>
                  <a:lnTo>
                    <a:pt x="608" y="9248"/>
                  </a:lnTo>
                  <a:lnTo>
                    <a:pt x="733" y="9534"/>
                  </a:lnTo>
                  <a:lnTo>
                    <a:pt x="859" y="9820"/>
                  </a:lnTo>
                  <a:lnTo>
                    <a:pt x="1002" y="10088"/>
                  </a:lnTo>
                  <a:lnTo>
                    <a:pt x="1163" y="10357"/>
                  </a:lnTo>
                  <a:lnTo>
                    <a:pt x="1324" y="10607"/>
                  </a:lnTo>
                  <a:lnTo>
                    <a:pt x="1485" y="10858"/>
                  </a:lnTo>
                  <a:lnTo>
                    <a:pt x="1663" y="11072"/>
                  </a:lnTo>
                  <a:lnTo>
                    <a:pt x="1842" y="11287"/>
                  </a:lnTo>
                  <a:lnTo>
                    <a:pt x="2039" y="11501"/>
                  </a:lnTo>
                  <a:lnTo>
                    <a:pt x="2236" y="11680"/>
                  </a:lnTo>
                  <a:lnTo>
                    <a:pt x="2433" y="11859"/>
                  </a:lnTo>
                  <a:lnTo>
                    <a:pt x="2629" y="12020"/>
                  </a:lnTo>
                  <a:lnTo>
                    <a:pt x="2844" y="12163"/>
                  </a:lnTo>
                  <a:lnTo>
                    <a:pt x="3059" y="12288"/>
                  </a:lnTo>
                  <a:lnTo>
                    <a:pt x="3273" y="12414"/>
                  </a:lnTo>
                  <a:lnTo>
                    <a:pt x="3488" y="12521"/>
                  </a:lnTo>
                  <a:lnTo>
                    <a:pt x="3702" y="12610"/>
                  </a:lnTo>
                  <a:lnTo>
                    <a:pt x="3917" y="12682"/>
                  </a:lnTo>
                  <a:lnTo>
                    <a:pt x="4150" y="12736"/>
                  </a:lnTo>
                  <a:lnTo>
                    <a:pt x="4364" y="12789"/>
                  </a:lnTo>
                  <a:lnTo>
                    <a:pt x="4597" y="12825"/>
                  </a:lnTo>
                  <a:lnTo>
                    <a:pt x="4811" y="12843"/>
                  </a:lnTo>
                  <a:lnTo>
                    <a:pt x="5044" y="12843"/>
                  </a:lnTo>
                  <a:lnTo>
                    <a:pt x="5258" y="12825"/>
                  </a:lnTo>
                  <a:lnTo>
                    <a:pt x="5491" y="12789"/>
                  </a:lnTo>
                  <a:lnTo>
                    <a:pt x="5706" y="12753"/>
                  </a:lnTo>
                  <a:lnTo>
                    <a:pt x="5920" y="12700"/>
                  </a:lnTo>
                  <a:lnTo>
                    <a:pt x="6153" y="12628"/>
                  </a:lnTo>
                  <a:lnTo>
                    <a:pt x="6367" y="12539"/>
                  </a:lnTo>
                  <a:lnTo>
                    <a:pt x="6564" y="12431"/>
                  </a:lnTo>
                  <a:lnTo>
                    <a:pt x="6779" y="12306"/>
                  </a:lnTo>
                  <a:lnTo>
                    <a:pt x="6976" y="12181"/>
                  </a:lnTo>
                  <a:lnTo>
                    <a:pt x="7190" y="12038"/>
                  </a:lnTo>
                  <a:lnTo>
                    <a:pt x="7387" y="11859"/>
                  </a:lnTo>
                  <a:lnTo>
                    <a:pt x="7566" y="11680"/>
                  </a:lnTo>
                  <a:lnTo>
                    <a:pt x="7745" y="11484"/>
                  </a:lnTo>
                  <a:lnTo>
                    <a:pt x="8013" y="11179"/>
                  </a:lnTo>
                  <a:lnTo>
                    <a:pt x="8245" y="10858"/>
                  </a:lnTo>
                  <a:lnTo>
                    <a:pt x="8460" y="10500"/>
                  </a:lnTo>
                  <a:lnTo>
                    <a:pt x="8639" y="10124"/>
                  </a:lnTo>
                  <a:lnTo>
                    <a:pt x="8800" y="9749"/>
                  </a:lnTo>
                  <a:lnTo>
                    <a:pt x="8961" y="9337"/>
                  </a:lnTo>
                  <a:lnTo>
                    <a:pt x="9068" y="8926"/>
                  </a:lnTo>
                  <a:lnTo>
                    <a:pt x="9175" y="8497"/>
                  </a:lnTo>
                  <a:lnTo>
                    <a:pt x="9247" y="8067"/>
                  </a:lnTo>
                  <a:lnTo>
                    <a:pt x="9301" y="7620"/>
                  </a:lnTo>
                  <a:lnTo>
                    <a:pt x="9336" y="7173"/>
                  </a:lnTo>
                  <a:lnTo>
                    <a:pt x="9336" y="6726"/>
                  </a:lnTo>
                  <a:lnTo>
                    <a:pt x="9319" y="6279"/>
                  </a:lnTo>
                  <a:lnTo>
                    <a:pt x="9283" y="5832"/>
                  </a:lnTo>
                  <a:lnTo>
                    <a:pt x="9211" y="5367"/>
                  </a:lnTo>
                  <a:lnTo>
                    <a:pt x="9140" y="4919"/>
                  </a:lnTo>
                  <a:lnTo>
                    <a:pt x="9175" y="5259"/>
                  </a:lnTo>
                  <a:lnTo>
                    <a:pt x="9193" y="5581"/>
                  </a:lnTo>
                  <a:lnTo>
                    <a:pt x="9193" y="5903"/>
                  </a:lnTo>
                  <a:lnTo>
                    <a:pt x="9193" y="6243"/>
                  </a:lnTo>
                  <a:lnTo>
                    <a:pt x="9158" y="6565"/>
                  </a:lnTo>
                  <a:lnTo>
                    <a:pt x="9122" y="6887"/>
                  </a:lnTo>
                  <a:lnTo>
                    <a:pt x="9068" y="7209"/>
                  </a:lnTo>
                  <a:lnTo>
                    <a:pt x="8997" y="7513"/>
                  </a:lnTo>
                  <a:lnTo>
                    <a:pt x="8925" y="7817"/>
                  </a:lnTo>
                  <a:lnTo>
                    <a:pt x="8818" y="8103"/>
                  </a:lnTo>
                  <a:lnTo>
                    <a:pt x="8710" y="8389"/>
                  </a:lnTo>
                  <a:lnTo>
                    <a:pt x="8585" y="8675"/>
                  </a:lnTo>
                  <a:lnTo>
                    <a:pt x="8442" y="8944"/>
                  </a:lnTo>
                  <a:lnTo>
                    <a:pt x="8281" y="9194"/>
                  </a:lnTo>
                  <a:lnTo>
                    <a:pt x="8102" y="9427"/>
                  </a:lnTo>
                  <a:lnTo>
                    <a:pt x="7923" y="9659"/>
                  </a:lnTo>
                  <a:lnTo>
                    <a:pt x="7762" y="9802"/>
                  </a:lnTo>
                  <a:lnTo>
                    <a:pt x="7619" y="9963"/>
                  </a:lnTo>
                  <a:lnTo>
                    <a:pt x="7458" y="10088"/>
                  </a:lnTo>
                  <a:lnTo>
                    <a:pt x="7297" y="10214"/>
                  </a:lnTo>
                  <a:lnTo>
                    <a:pt x="7136" y="10321"/>
                  </a:lnTo>
                  <a:lnTo>
                    <a:pt x="6976" y="10410"/>
                  </a:lnTo>
                  <a:lnTo>
                    <a:pt x="6797" y="10500"/>
                  </a:lnTo>
                  <a:lnTo>
                    <a:pt x="6618" y="10571"/>
                  </a:lnTo>
                  <a:lnTo>
                    <a:pt x="6457" y="10625"/>
                  </a:lnTo>
                  <a:lnTo>
                    <a:pt x="6278" y="10679"/>
                  </a:lnTo>
                  <a:lnTo>
                    <a:pt x="6099" y="10697"/>
                  </a:lnTo>
                  <a:lnTo>
                    <a:pt x="5920" y="10732"/>
                  </a:lnTo>
                  <a:lnTo>
                    <a:pt x="5545" y="10732"/>
                  </a:lnTo>
                  <a:lnTo>
                    <a:pt x="5366" y="10714"/>
                  </a:lnTo>
                  <a:lnTo>
                    <a:pt x="5187" y="10697"/>
                  </a:lnTo>
                  <a:lnTo>
                    <a:pt x="5008" y="10661"/>
                  </a:lnTo>
                  <a:lnTo>
                    <a:pt x="4829" y="10607"/>
                  </a:lnTo>
                  <a:lnTo>
                    <a:pt x="4650" y="10553"/>
                  </a:lnTo>
                  <a:lnTo>
                    <a:pt x="4472" y="10482"/>
                  </a:lnTo>
                  <a:lnTo>
                    <a:pt x="4293" y="10393"/>
                  </a:lnTo>
                  <a:lnTo>
                    <a:pt x="4132" y="10303"/>
                  </a:lnTo>
                  <a:lnTo>
                    <a:pt x="3953" y="10196"/>
                  </a:lnTo>
                  <a:lnTo>
                    <a:pt x="3792" y="10071"/>
                  </a:lnTo>
                  <a:lnTo>
                    <a:pt x="3631" y="9945"/>
                  </a:lnTo>
                  <a:lnTo>
                    <a:pt x="3470" y="9802"/>
                  </a:lnTo>
                  <a:lnTo>
                    <a:pt x="3309" y="9659"/>
                  </a:lnTo>
                  <a:lnTo>
                    <a:pt x="3166" y="9498"/>
                  </a:lnTo>
                  <a:lnTo>
                    <a:pt x="3005" y="9319"/>
                  </a:lnTo>
                  <a:lnTo>
                    <a:pt x="2862" y="9141"/>
                  </a:lnTo>
                  <a:lnTo>
                    <a:pt x="2737" y="8944"/>
                  </a:lnTo>
                  <a:lnTo>
                    <a:pt x="2594" y="8729"/>
                  </a:lnTo>
                  <a:lnTo>
                    <a:pt x="2361" y="8300"/>
                  </a:lnTo>
                  <a:lnTo>
                    <a:pt x="2146" y="7835"/>
                  </a:lnTo>
                  <a:lnTo>
                    <a:pt x="1985" y="7370"/>
                  </a:lnTo>
                  <a:lnTo>
                    <a:pt x="1860" y="6887"/>
                  </a:lnTo>
                  <a:lnTo>
                    <a:pt x="1753" y="6404"/>
                  </a:lnTo>
                  <a:lnTo>
                    <a:pt x="1681" y="5903"/>
                  </a:lnTo>
                  <a:lnTo>
                    <a:pt x="1663" y="5402"/>
                  </a:lnTo>
                  <a:lnTo>
                    <a:pt x="1663" y="4919"/>
                  </a:lnTo>
                  <a:lnTo>
                    <a:pt x="1699" y="4419"/>
                  </a:lnTo>
                  <a:lnTo>
                    <a:pt x="1789" y="3936"/>
                  </a:lnTo>
                  <a:lnTo>
                    <a:pt x="1896" y="3471"/>
                  </a:lnTo>
                  <a:lnTo>
                    <a:pt x="2039" y="3024"/>
                  </a:lnTo>
                  <a:lnTo>
                    <a:pt x="2200" y="2594"/>
                  </a:lnTo>
                  <a:lnTo>
                    <a:pt x="2415" y="2201"/>
                  </a:lnTo>
                  <a:lnTo>
                    <a:pt x="2540" y="2004"/>
                  </a:lnTo>
                  <a:lnTo>
                    <a:pt x="2665" y="1825"/>
                  </a:lnTo>
                  <a:lnTo>
                    <a:pt x="2790" y="1646"/>
                  </a:lnTo>
                  <a:lnTo>
                    <a:pt x="2933" y="1467"/>
                  </a:lnTo>
                  <a:lnTo>
                    <a:pt x="3130" y="1271"/>
                  </a:lnTo>
                  <a:lnTo>
                    <a:pt x="3345" y="1074"/>
                  </a:lnTo>
                  <a:lnTo>
                    <a:pt x="3559" y="913"/>
                  </a:lnTo>
                  <a:lnTo>
                    <a:pt x="3774" y="788"/>
                  </a:lnTo>
                  <a:lnTo>
                    <a:pt x="3989" y="663"/>
                  </a:lnTo>
                  <a:lnTo>
                    <a:pt x="4221" y="555"/>
                  </a:lnTo>
                  <a:lnTo>
                    <a:pt x="4454" y="484"/>
                  </a:lnTo>
                  <a:lnTo>
                    <a:pt x="4686" y="430"/>
                  </a:lnTo>
                  <a:lnTo>
                    <a:pt x="4937" y="394"/>
                  </a:lnTo>
                  <a:lnTo>
                    <a:pt x="5402" y="394"/>
                  </a:lnTo>
                  <a:lnTo>
                    <a:pt x="5652" y="430"/>
                  </a:lnTo>
                  <a:lnTo>
                    <a:pt x="5884" y="484"/>
                  </a:lnTo>
                  <a:lnTo>
                    <a:pt x="6117" y="555"/>
                  </a:lnTo>
                  <a:lnTo>
                    <a:pt x="6367" y="645"/>
                  </a:lnTo>
                  <a:lnTo>
                    <a:pt x="6582" y="752"/>
                  </a:lnTo>
                  <a:lnTo>
                    <a:pt x="6278" y="555"/>
                  </a:lnTo>
                  <a:lnTo>
                    <a:pt x="5974" y="376"/>
                  </a:lnTo>
                  <a:lnTo>
                    <a:pt x="5652" y="251"/>
                  </a:lnTo>
                  <a:lnTo>
                    <a:pt x="5330" y="144"/>
                  </a:lnTo>
                  <a:lnTo>
                    <a:pt x="4990" y="55"/>
                  </a:lnTo>
                  <a:lnTo>
                    <a:pt x="4668" y="19"/>
                  </a:lnTo>
                  <a:lnTo>
                    <a:pt x="4328" y="1"/>
                  </a:lnTo>
                  <a:close/>
                </a:path>
              </a:pathLst>
            </a:custGeom>
            <a:gradFill>
              <a:gsLst>
                <a:gs pos="0">
                  <a:schemeClr val="accent3"/>
                </a:gs>
                <a:gs pos="100000">
                  <a:schemeClr val="accent4"/>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4" name="Google Shape;2024;p41"/>
            <p:cNvSpPr/>
            <p:nvPr/>
          </p:nvSpPr>
          <p:spPr>
            <a:xfrm>
              <a:off x="4540348" y="2607595"/>
              <a:ext cx="408494" cy="561881"/>
            </a:xfrm>
            <a:custGeom>
              <a:rect b="b" l="l" r="r" t="t"/>
              <a:pathLst>
                <a:path extrusionOk="0" fill="none" h="12843" w="9337">
                  <a:moveTo>
                    <a:pt x="9140" y="4919"/>
                  </a:moveTo>
                  <a:lnTo>
                    <a:pt x="9140" y="4919"/>
                  </a:lnTo>
                  <a:lnTo>
                    <a:pt x="9211" y="5367"/>
                  </a:lnTo>
                  <a:lnTo>
                    <a:pt x="9283" y="5832"/>
                  </a:lnTo>
                  <a:lnTo>
                    <a:pt x="9319" y="6279"/>
                  </a:lnTo>
                  <a:lnTo>
                    <a:pt x="9336" y="6726"/>
                  </a:lnTo>
                  <a:lnTo>
                    <a:pt x="9336" y="7173"/>
                  </a:lnTo>
                  <a:lnTo>
                    <a:pt x="9301" y="7620"/>
                  </a:lnTo>
                  <a:lnTo>
                    <a:pt x="9247" y="8067"/>
                  </a:lnTo>
                  <a:lnTo>
                    <a:pt x="9175" y="8497"/>
                  </a:lnTo>
                  <a:lnTo>
                    <a:pt x="9068" y="8926"/>
                  </a:lnTo>
                  <a:lnTo>
                    <a:pt x="8961" y="9337"/>
                  </a:lnTo>
                  <a:lnTo>
                    <a:pt x="8800" y="9749"/>
                  </a:lnTo>
                  <a:lnTo>
                    <a:pt x="8639" y="10124"/>
                  </a:lnTo>
                  <a:lnTo>
                    <a:pt x="8460" y="10500"/>
                  </a:lnTo>
                  <a:lnTo>
                    <a:pt x="8245" y="10858"/>
                  </a:lnTo>
                  <a:lnTo>
                    <a:pt x="8013" y="11179"/>
                  </a:lnTo>
                  <a:lnTo>
                    <a:pt x="7745" y="11484"/>
                  </a:lnTo>
                  <a:lnTo>
                    <a:pt x="7745" y="11484"/>
                  </a:lnTo>
                  <a:lnTo>
                    <a:pt x="7566" y="11680"/>
                  </a:lnTo>
                  <a:lnTo>
                    <a:pt x="7387" y="11859"/>
                  </a:lnTo>
                  <a:lnTo>
                    <a:pt x="7190" y="12038"/>
                  </a:lnTo>
                  <a:lnTo>
                    <a:pt x="6976" y="12181"/>
                  </a:lnTo>
                  <a:lnTo>
                    <a:pt x="6779" y="12306"/>
                  </a:lnTo>
                  <a:lnTo>
                    <a:pt x="6564" y="12431"/>
                  </a:lnTo>
                  <a:lnTo>
                    <a:pt x="6367" y="12539"/>
                  </a:lnTo>
                  <a:lnTo>
                    <a:pt x="6153" y="12628"/>
                  </a:lnTo>
                  <a:lnTo>
                    <a:pt x="5920" y="12700"/>
                  </a:lnTo>
                  <a:lnTo>
                    <a:pt x="5706" y="12753"/>
                  </a:lnTo>
                  <a:lnTo>
                    <a:pt x="5491" y="12789"/>
                  </a:lnTo>
                  <a:lnTo>
                    <a:pt x="5258" y="12825"/>
                  </a:lnTo>
                  <a:lnTo>
                    <a:pt x="5044" y="12843"/>
                  </a:lnTo>
                  <a:lnTo>
                    <a:pt x="4811" y="12843"/>
                  </a:lnTo>
                  <a:lnTo>
                    <a:pt x="4597" y="12825"/>
                  </a:lnTo>
                  <a:lnTo>
                    <a:pt x="4364" y="12789"/>
                  </a:lnTo>
                  <a:lnTo>
                    <a:pt x="4150" y="12736"/>
                  </a:lnTo>
                  <a:lnTo>
                    <a:pt x="3917" y="12682"/>
                  </a:lnTo>
                  <a:lnTo>
                    <a:pt x="3702" y="12610"/>
                  </a:lnTo>
                  <a:lnTo>
                    <a:pt x="3488" y="12521"/>
                  </a:lnTo>
                  <a:lnTo>
                    <a:pt x="3273" y="12414"/>
                  </a:lnTo>
                  <a:lnTo>
                    <a:pt x="3059" y="12288"/>
                  </a:lnTo>
                  <a:lnTo>
                    <a:pt x="2844" y="12163"/>
                  </a:lnTo>
                  <a:lnTo>
                    <a:pt x="2629" y="12020"/>
                  </a:lnTo>
                  <a:lnTo>
                    <a:pt x="2433" y="11859"/>
                  </a:lnTo>
                  <a:lnTo>
                    <a:pt x="2236" y="11680"/>
                  </a:lnTo>
                  <a:lnTo>
                    <a:pt x="2039" y="11501"/>
                  </a:lnTo>
                  <a:lnTo>
                    <a:pt x="1842" y="11287"/>
                  </a:lnTo>
                  <a:lnTo>
                    <a:pt x="1663" y="11072"/>
                  </a:lnTo>
                  <a:lnTo>
                    <a:pt x="1485" y="10858"/>
                  </a:lnTo>
                  <a:lnTo>
                    <a:pt x="1324" y="10607"/>
                  </a:lnTo>
                  <a:lnTo>
                    <a:pt x="1163" y="10357"/>
                  </a:lnTo>
                  <a:lnTo>
                    <a:pt x="1163" y="10357"/>
                  </a:lnTo>
                  <a:lnTo>
                    <a:pt x="1002" y="10088"/>
                  </a:lnTo>
                  <a:lnTo>
                    <a:pt x="859" y="9820"/>
                  </a:lnTo>
                  <a:lnTo>
                    <a:pt x="733" y="9534"/>
                  </a:lnTo>
                  <a:lnTo>
                    <a:pt x="608" y="9248"/>
                  </a:lnTo>
                  <a:lnTo>
                    <a:pt x="501" y="8962"/>
                  </a:lnTo>
                  <a:lnTo>
                    <a:pt x="394" y="8658"/>
                  </a:lnTo>
                  <a:lnTo>
                    <a:pt x="304" y="8371"/>
                  </a:lnTo>
                  <a:lnTo>
                    <a:pt x="233" y="8067"/>
                  </a:lnTo>
                  <a:lnTo>
                    <a:pt x="161" y="7763"/>
                  </a:lnTo>
                  <a:lnTo>
                    <a:pt x="107" y="7459"/>
                  </a:lnTo>
                  <a:lnTo>
                    <a:pt x="54" y="7155"/>
                  </a:lnTo>
                  <a:lnTo>
                    <a:pt x="36" y="6851"/>
                  </a:lnTo>
                  <a:lnTo>
                    <a:pt x="0" y="6529"/>
                  </a:lnTo>
                  <a:lnTo>
                    <a:pt x="0" y="6225"/>
                  </a:lnTo>
                  <a:lnTo>
                    <a:pt x="0" y="5617"/>
                  </a:lnTo>
                  <a:lnTo>
                    <a:pt x="18" y="5313"/>
                  </a:lnTo>
                  <a:lnTo>
                    <a:pt x="54" y="5009"/>
                  </a:lnTo>
                  <a:lnTo>
                    <a:pt x="90" y="4705"/>
                  </a:lnTo>
                  <a:lnTo>
                    <a:pt x="143" y="4419"/>
                  </a:lnTo>
                  <a:lnTo>
                    <a:pt x="197" y="4115"/>
                  </a:lnTo>
                  <a:lnTo>
                    <a:pt x="268" y="3828"/>
                  </a:lnTo>
                  <a:lnTo>
                    <a:pt x="358" y="3560"/>
                  </a:lnTo>
                  <a:lnTo>
                    <a:pt x="447" y="3274"/>
                  </a:lnTo>
                  <a:lnTo>
                    <a:pt x="555" y="3006"/>
                  </a:lnTo>
                  <a:lnTo>
                    <a:pt x="662" y="2737"/>
                  </a:lnTo>
                  <a:lnTo>
                    <a:pt x="787" y="2487"/>
                  </a:lnTo>
                  <a:lnTo>
                    <a:pt x="930" y="2237"/>
                  </a:lnTo>
                  <a:lnTo>
                    <a:pt x="1073" y="2004"/>
                  </a:lnTo>
                  <a:lnTo>
                    <a:pt x="1234" y="1772"/>
                  </a:lnTo>
                  <a:lnTo>
                    <a:pt x="1395" y="1557"/>
                  </a:lnTo>
                  <a:lnTo>
                    <a:pt x="1574" y="1342"/>
                  </a:lnTo>
                  <a:lnTo>
                    <a:pt x="1574" y="1342"/>
                  </a:lnTo>
                  <a:lnTo>
                    <a:pt x="1842" y="1074"/>
                  </a:lnTo>
                  <a:lnTo>
                    <a:pt x="2128" y="824"/>
                  </a:lnTo>
                  <a:lnTo>
                    <a:pt x="2433" y="609"/>
                  </a:lnTo>
                  <a:lnTo>
                    <a:pt x="2737" y="430"/>
                  </a:lnTo>
                  <a:lnTo>
                    <a:pt x="3041" y="269"/>
                  </a:lnTo>
                  <a:lnTo>
                    <a:pt x="3363" y="162"/>
                  </a:lnTo>
                  <a:lnTo>
                    <a:pt x="3685" y="72"/>
                  </a:lnTo>
                  <a:lnTo>
                    <a:pt x="4006" y="19"/>
                  </a:lnTo>
                  <a:lnTo>
                    <a:pt x="4328" y="1"/>
                  </a:lnTo>
                  <a:lnTo>
                    <a:pt x="4668" y="19"/>
                  </a:lnTo>
                  <a:lnTo>
                    <a:pt x="4990" y="55"/>
                  </a:lnTo>
                  <a:lnTo>
                    <a:pt x="5330" y="144"/>
                  </a:lnTo>
                  <a:lnTo>
                    <a:pt x="5652" y="251"/>
                  </a:lnTo>
                  <a:lnTo>
                    <a:pt x="5974" y="376"/>
                  </a:lnTo>
                  <a:lnTo>
                    <a:pt x="6278" y="555"/>
                  </a:lnTo>
                  <a:lnTo>
                    <a:pt x="6582" y="752"/>
                  </a:lnTo>
                  <a:lnTo>
                    <a:pt x="6582" y="752"/>
                  </a:lnTo>
                  <a:lnTo>
                    <a:pt x="6367" y="645"/>
                  </a:lnTo>
                  <a:lnTo>
                    <a:pt x="6117" y="555"/>
                  </a:lnTo>
                  <a:lnTo>
                    <a:pt x="5884" y="484"/>
                  </a:lnTo>
                  <a:lnTo>
                    <a:pt x="5652" y="430"/>
                  </a:lnTo>
                  <a:lnTo>
                    <a:pt x="5402" y="394"/>
                  </a:lnTo>
                  <a:lnTo>
                    <a:pt x="5169" y="394"/>
                  </a:lnTo>
                  <a:lnTo>
                    <a:pt x="4937" y="394"/>
                  </a:lnTo>
                  <a:lnTo>
                    <a:pt x="4686" y="430"/>
                  </a:lnTo>
                  <a:lnTo>
                    <a:pt x="4454" y="484"/>
                  </a:lnTo>
                  <a:lnTo>
                    <a:pt x="4221" y="555"/>
                  </a:lnTo>
                  <a:lnTo>
                    <a:pt x="3989" y="663"/>
                  </a:lnTo>
                  <a:lnTo>
                    <a:pt x="3774" y="788"/>
                  </a:lnTo>
                  <a:lnTo>
                    <a:pt x="3559" y="913"/>
                  </a:lnTo>
                  <a:lnTo>
                    <a:pt x="3345" y="1074"/>
                  </a:lnTo>
                  <a:lnTo>
                    <a:pt x="3130" y="1271"/>
                  </a:lnTo>
                  <a:lnTo>
                    <a:pt x="2933" y="1467"/>
                  </a:lnTo>
                  <a:lnTo>
                    <a:pt x="2933" y="1467"/>
                  </a:lnTo>
                  <a:lnTo>
                    <a:pt x="2790" y="1646"/>
                  </a:lnTo>
                  <a:lnTo>
                    <a:pt x="2665" y="1825"/>
                  </a:lnTo>
                  <a:lnTo>
                    <a:pt x="2540" y="2004"/>
                  </a:lnTo>
                  <a:lnTo>
                    <a:pt x="2415" y="2201"/>
                  </a:lnTo>
                  <a:lnTo>
                    <a:pt x="2200" y="2594"/>
                  </a:lnTo>
                  <a:lnTo>
                    <a:pt x="2039" y="3024"/>
                  </a:lnTo>
                  <a:lnTo>
                    <a:pt x="1896" y="3471"/>
                  </a:lnTo>
                  <a:lnTo>
                    <a:pt x="1789" y="3936"/>
                  </a:lnTo>
                  <a:lnTo>
                    <a:pt x="1699" y="4419"/>
                  </a:lnTo>
                  <a:lnTo>
                    <a:pt x="1663" y="4919"/>
                  </a:lnTo>
                  <a:lnTo>
                    <a:pt x="1663" y="5402"/>
                  </a:lnTo>
                  <a:lnTo>
                    <a:pt x="1681" y="5903"/>
                  </a:lnTo>
                  <a:lnTo>
                    <a:pt x="1753" y="6404"/>
                  </a:lnTo>
                  <a:lnTo>
                    <a:pt x="1860" y="6887"/>
                  </a:lnTo>
                  <a:lnTo>
                    <a:pt x="1985" y="7370"/>
                  </a:lnTo>
                  <a:lnTo>
                    <a:pt x="2146" y="7835"/>
                  </a:lnTo>
                  <a:lnTo>
                    <a:pt x="2361" y="8300"/>
                  </a:lnTo>
                  <a:lnTo>
                    <a:pt x="2594" y="8729"/>
                  </a:lnTo>
                  <a:lnTo>
                    <a:pt x="2594" y="8729"/>
                  </a:lnTo>
                  <a:lnTo>
                    <a:pt x="2737" y="8944"/>
                  </a:lnTo>
                  <a:lnTo>
                    <a:pt x="2862" y="9141"/>
                  </a:lnTo>
                  <a:lnTo>
                    <a:pt x="3005" y="9319"/>
                  </a:lnTo>
                  <a:lnTo>
                    <a:pt x="3166" y="9498"/>
                  </a:lnTo>
                  <a:lnTo>
                    <a:pt x="3309" y="9659"/>
                  </a:lnTo>
                  <a:lnTo>
                    <a:pt x="3470" y="9802"/>
                  </a:lnTo>
                  <a:lnTo>
                    <a:pt x="3631" y="9945"/>
                  </a:lnTo>
                  <a:lnTo>
                    <a:pt x="3792" y="10071"/>
                  </a:lnTo>
                  <a:lnTo>
                    <a:pt x="3953" y="10196"/>
                  </a:lnTo>
                  <a:lnTo>
                    <a:pt x="4132" y="10303"/>
                  </a:lnTo>
                  <a:lnTo>
                    <a:pt x="4293" y="10393"/>
                  </a:lnTo>
                  <a:lnTo>
                    <a:pt x="4472" y="10482"/>
                  </a:lnTo>
                  <a:lnTo>
                    <a:pt x="4650" y="10553"/>
                  </a:lnTo>
                  <a:lnTo>
                    <a:pt x="4829" y="10607"/>
                  </a:lnTo>
                  <a:lnTo>
                    <a:pt x="5008" y="10661"/>
                  </a:lnTo>
                  <a:lnTo>
                    <a:pt x="5187" y="10697"/>
                  </a:lnTo>
                  <a:lnTo>
                    <a:pt x="5366" y="10714"/>
                  </a:lnTo>
                  <a:lnTo>
                    <a:pt x="5545" y="10732"/>
                  </a:lnTo>
                  <a:lnTo>
                    <a:pt x="5741" y="10732"/>
                  </a:lnTo>
                  <a:lnTo>
                    <a:pt x="5920" y="10732"/>
                  </a:lnTo>
                  <a:lnTo>
                    <a:pt x="6099" y="10697"/>
                  </a:lnTo>
                  <a:lnTo>
                    <a:pt x="6278" y="10679"/>
                  </a:lnTo>
                  <a:lnTo>
                    <a:pt x="6457" y="10625"/>
                  </a:lnTo>
                  <a:lnTo>
                    <a:pt x="6618" y="10571"/>
                  </a:lnTo>
                  <a:lnTo>
                    <a:pt x="6797" y="10500"/>
                  </a:lnTo>
                  <a:lnTo>
                    <a:pt x="6976" y="10410"/>
                  </a:lnTo>
                  <a:lnTo>
                    <a:pt x="7136" y="10321"/>
                  </a:lnTo>
                  <a:lnTo>
                    <a:pt x="7297" y="10214"/>
                  </a:lnTo>
                  <a:lnTo>
                    <a:pt x="7458" y="10088"/>
                  </a:lnTo>
                  <a:lnTo>
                    <a:pt x="7619" y="9963"/>
                  </a:lnTo>
                  <a:lnTo>
                    <a:pt x="7762" y="9802"/>
                  </a:lnTo>
                  <a:lnTo>
                    <a:pt x="7923" y="9659"/>
                  </a:lnTo>
                  <a:lnTo>
                    <a:pt x="7923" y="9659"/>
                  </a:lnTo>
                  <a:lnTo>
                    <a:pt x="8102" y="9427"/>
                  </a:lnTo>
                  <a:lnTo>
                    <a:pt x="8281" y="9194"/>
                  </a:lnTo>
                  <a:lnTo>
                    <a:pt x="8442" y="8944"/>
                  </a:lnTo>
                  <a:lnTo>
                    <a:pt x="8585" y="8675"/>
                  </a:lnTo>
                  <a:lnTo>
                    <a:pt x="8710" y="8389"/>
                  </a:lnTo>
                  <a:lnTo>
                    <a:pt x="8818" y="8103"/>
                  </a:lnTo>
                  <a:lnTo>
                    <a:pt x="8925" y="7817"/>
                  </a:lnTo>
                  <a:lnTo>
                    <a:pt x="8997" y="7513"/>
                  </a:lnTo>
                  <a:lnTo>
                    <a:pt x="9068" y="7209"/>
                  </a:lnTo>
                  <a:lnTo>
                    <a:pt x="9122" y="6887"/>
                  </a:lnTo>
                  <a:lnTo>
                    <a:pt x="9158" y="6565"/>
                  </a:lnTo>
                  <a:lnTo>
                    <a:pt x="9193" y="6243"/>
                  </a:lnTo>
                  <a:lnTo>
                    <a:pt x="9193" y="5903"/>
                  </a:lnTo>
                  <a:lnTo>
                    <a:pt x="9193" y="5581"/>
                  </a:lnTo>
                  <a:lnTo>
                    <a:pt x="9175" y="5259"/>
                  </a:lnTo>
                  <a:lnTo>
                    <a:pt x="9140" y="4919"/>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5" name="Google Shape;2025;p41"/>
            <p:cNvSpPr/>
            <p:nvPr/>
          </p:nvSpPr>
          <p:spPr>
            <a:xfrm>
              <a:off x="4848646" y="2680394"/>
              <a:ext cx="93931" cy="124469"/>
            </a:xfrm>
            <a:custGeom>
              <a:rect b="b" l="l" r="r" t="t"/>
              <a:pathLst>
                <a:path extrusionOk="0"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close/>
                </a:path>
              </a:pathLst>
            </a:custGeom>
            <a:gradFill>
              <a:gsLst>
                <a:gs pos="0">
                  <a:schemeClr val="accent3"/>
                </a:gs>
                <a:gs pos="100000">
                  <a:schemeClr val="accent4"/>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6" name="Google Shape;2026;p41"/>
            <p:cNvSpPr/>
            <p:nvPr/>
          </p:nvSpPr>
          <p:spPr>
            <a:xfrm>
              <a:off x="4848646" y="2680394"/>
              <a:ext cx="93931" cy="124469"/>
            </a:xfrm>
            <a:custGeom>
              <a:rect b="b" l="l" r="r" t="t"/>
              <a:pathLst>
                <a:path extrusionOk="0" fill="none" h="2845" w="2147">
                  <a:moveTo>
                    <a:pt x="286" y="54"/>
                  </a:moveTo>
                  <a:lnTo>
                    <a:pt x="1002" y="698"/>
                  </a:lnTo>
                  <a:lnTo>
                    <a:pt x="1610" y="0"/>
                  </a:lnTo>
                  <a:lnTo>
                    <a:pt x="1431" y="1091"/>
                  </a:lnTo>
                  <a:lnTo>
                    <a:pt x="2146" y="1717"/>
                  </a:lnTo>
                  <a:lnTo>
                    <a:pt x="1324" y="1753"/>
                  </a:lnTo>
                  <a:lnTo>
                    <a:pt x="1145" y="2844"/>
                  </a:lnTo>
                  <a:lnTo>
                    <a:pt x="823" y="1771"/>
                  </a:lnTo>
                  <a:lnTo>
                    <a:pt x="0" y="1807"/>
                  </a:lnTo>
                  <a:lnTo>
                    <a:pt x="608" y="1127"/>
                  </a:lnTo>
                  <a:lnTo>
                    <a:pt x="286" y="54"/>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7" name="Google Shape;2027;p41"/>
            <p:cNvSpPr/>
            <p:nvPr/>
          </p:nvSpPr>
          <p:spPr>
            <a:xfrm>
              <a:off x="4252394" y="3091986"/>
              <a:ext cx="788" cy="3150"/>
            </a:xfrm>
            <a:custGeom>
              <a:rect b="b" l="l" r="r" t="t"/>
              <a:pathLst>
                <a:path extrusionOk="0" h="72" w="18">
                  <a:moveTo>
                    <a:pt x="0" y="0"/>
                  </a:moveTo>
                  <a:lnTo>
                    <a:pt x="0" y="18"/>
                  </a:lnTo>
                  <a:lnTo>
                    <a:pt x="18" y="72"/>
                  </a:lnTo>
                  <a:lnTo>
                    <a:pt x="0" y="0"/>
                  </a:lnTo>
                  <a:close/>
                </a:path>
              </a:pathLst>
            </a:custGeom>
            <a:solidFill>
              <a:srgbClr val="C2C2C1"/>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8" name="Google Shape;2028;p41"/>
            <p:cNvSpPr/>
            <p:nvPr/>
          </p:nvSpPr>
          <p:spPr>
            <a:xfrm>
              <a:off x="4907313" y="3309506"/>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9" name="Google Shape;2029;p41"/>
            <p:cNvSpPr/>
            <p:nvPr/>
          </p:nvSpPr>
          <p:spPr>
            <a:xfrm>
              <a:off x="4908101" y="3308719"/>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0" name="Google Shape;2030;p41"/>
            <p:cNvSpPr/>
            <p:nvPr/>
          </p:nvSpPr>
          <p:spPr>
            <a:xfrm>
              <a:off x="4908888" y="3307931"/>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1" name="Google Shape;2031;p41"/>
            <p:cNvSpPr/>
            <p:nvPr/>
          </p:nvSpPr>
          <p:spPr>
            <a:xfrm>
              <a:off x="4908888" y="3307144"/>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2" name="Google Shape;2032;p41"/>
            <p:cNvSpPr/>
            <p:nvPr/>
          </p:nvSpPr>
          <p:spPr>
            <a:xfrm>
              <a:off x="4909676" y="330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3" name="Google Shape;2033;p41"/>
            <p:cNvSpPr/>
            <p:nvPr/>
          </p:nvSpPr>
          <p:spPr>
            <a:xfrm>
              <a:off x="4909676" y="3306356"/>
              <a:ext cx="831" cy="44"/>
            </a:xfrm>
            <a:custGeom>
              <a:rect b="b" l="l" r="r" t="t"/>
              <a:pathLst>
                <a:path extrusionOk="0" fill="none" h="1" w="19">
                  <a:moveTo>
                    <a:pt x="18" y="1"/>
                  </a:moveTo>
                  <a:lnTo>
                    <a:pt x="18" y="1"/>
                  </a:lnTo>
                  <a:lnTo>
                    <a:pt x="0" y="1"/>
                  </a:lnTo>
                  <a:lnTo>
                    <a:pt x="0" y="1"/>
                  </a:lnTo>
                  <a:lnTo>
                    <a:pt x="18"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4" name="Google Shape;2034;p41"/>
            <p:cNvSpPr/>
            <p:nvPr/>
          </p:nvSpPr>
          <p:spPr>
            <a:xfrm>
              <a:off x="4910463" y="3305569"/>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5" name="Google Shape;2035;p41"/>
            <p:cNvSpPr/>
            <p:nvPr/>
          </p:nvSpPr>
          <p:spPr>
            <a:xfrm>
              <a:off x="4269587" y="3104498"/>
              <a:ext cx="186288" cy="172987"/>
            </a:xfrm>
            <a:custGeom>
              <a:rect b="b" l="l" r="r" t="t"/>
              <a:pathLst>
                <a:path extrusionOk="0" fill="none" h="3954" w="4258">
                  <a:moveTo>
                    <a:pt x="1" y="0"/>
                  </a:moveTo>
                  <a:lnTo>
                    <a:pt x="1" y="0"/>
                  </a:lnTo>
                  <a:lnTo>
                    <a:pt x="591" y="376"/>
                  </a:lnTo>
                  <a:lnTo>
                    <a:pt x="1145" y="787"/>
                  </a:lnTo>
                  <a:lnTo>
                    <a:pt x="1700" y="1234"/>
                  </a:lnTo>
                  <a:lnTo>
                    <a:pt x="2254" y="1717"/>
                  </a:lnTo>
                  <a:lnTo>
                    <a:pt x="2773" y="2236"/>
                  </a:lnTo>
                  <a:lnTo>
                    <a:pt x="3292" y="2773"/>
                  </a:lnTo>
                  <a:lnTo>
                    <a:pt x="3775" y="3345"/>
                  </a:lnTo>
                  <a:lnTo>
                    <a:pt x="4257" y="3953"/>
                  </a:lnTo>
                  <a:lnTo>
                    <a:pt x="4257" y="3953"/>
                  </a:lnTo>
                  <a:lnTo>
                    <a:pt x="4257" y="3953"/>
                  </a:lnTo>
                  <a:lnTo>
                    <a:pt x="4257" y="3953"/>
                  </a:lnTo>
                  <a:lnTo>
                    <a:pt x="3775" y="3345"/>
                  </a:lnTo>
                  <a:lnTo>
                    <a:pt x="3292" y="2773"/>
                  </a:lnTo>
                  <a:lnTo>
                    <a:pt x="2773" y="2236"/>
                  </a:lnTo>
                  <a:lnTo>
                    <a:pt x="2254" y="1717"/>
                  </a:lnTo>
                  <a:lnTo>
                    <a:pt x="1700" y="1234"/>
                  </a:lnTo>
                  <a:lnTo>
                    <a:pt x="1145" y="787"/>
                  </a:lnTo>
                  <a:lnTo>
                    <a:pt x="591" y="376"/>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6" name="Google Shape;2036;p41"/>
            <p:cNvSpPr/>
            <p:nvPr/>
          </p:nvSpPr>
          <p:spPr>
            <a:xfrm>
              <a:off x="4268799" y="3103710"/>
              <a:ext cx="831" cy="831"/>
            </a:xfrm>
            <a:custGeom>
              <a:rect b="b" l="l" r="r" t="t"/>
              <a:pathLst>
                <a:path extrusionOk="0" fill="none" h="19" w="19">
                  <a:moveTo>
                    <a:pt x="1" y="0"/>
                  </a:moveTo>
                  <a:lnTo>
                    <a:pt x="1" y="0"/>
                  </a:lnTo>
                  <a:lnTo>
                    <a:pt x="19" y="18"/>
                  </a:lnTo>
                  <a:lnTo>
                    <a:pt x="19" y="18"/>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7" name="Google Shape;2037;p41"/>
            <p:cNvSpPr/>
            <p:nvPr/>
          </p:nvSpPr>
          <p:spPr>
            <a:xfrm>
              <a:off x="4268012" y="3103710"/>
              <a:ext cx="831" cy="44"/>
            </a:xfrm>
            <a:custGeom>
              <a:rect b="b" l="l" r="r" t="t"/>
              <a:pathLst>
                <a:path extrusionOk="0" fill="none" h="1" w="19">
                  <a:moveTo>
                    <a:pt x="1" y="0"/>
                  </a:moveTo>
                  <a:lnTo>
                    <a:pt x="1" y="0"/>
                  </a:lnTo>
                  <a:lnTo>
                    <a:pt x="19" y="0"/>
                  </a:lnTo>
                  <a:lnTo>
                    <a:pt x="19" y="0"/>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8" name="Google Shape;2038;p41"/>
            <p:cNvSpPr/>
            <p:nvPr/>
          </p:nvSpPr>
          <p:spPr>
            <a:xfrm>
              <a:off x="4267224" y="3102923"/>
              <a:ext cx="831" cy="831"/>
            </a:xfrm>
            <a:custGeom>
              <a:rect b="b" l="l" r="r" t="t"/>
              <a:pathLst>
                <a:path extrusionOk="0" fill="none" h="19" w="19">
                  <a:moveTo>
                    <a:pt x="1" y="1"/>
                  </a:moveTo>
                  <a:lnTo>
                    <a:pt x="1" y="1"/>
                  </a:lnTo>
                  <a:lnTo>
                    <a:pt x="19" y="18"/>
                  </a:lnTo>
                  <a:lnTo>
                    <a:pt x="19" y="18"/>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9" name="Google Shape;2039;p41"/>
            <p:cNvSpPr/>
            <p:nvPr/>
          </p:nvSpPr>
          <p:spPr>
            <a:xfrm>
              <a:off x="4266481" y="3102136"/>
              <a:ext cx="788" cy="831"/>
            </a:xfrm>
            <a:custGeom>
              <a:rect b="b" l="l" r="r" t="t"/>
              <a:pathLst>
                <a:path extrusionOk="0" fill="none" h="19" w="18">
                  <a:moveTo>
                    <a:pt x="0" y="1"/>
                  </a:moveTo>
                  <a:lnTo>
                    <a:pt x="0" y="1"/>
                  </a:lnTo>
                  <a:lnTo>
                    <a:pt x="18" y="19"/>
                  </a:lnTo>
                  <a:lnTo>
                    <a:pt x="18" y="19"/>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0" name="Google Shape;2040;p41"/>
            <p:cNvSpPr/>
            <p:nvPr/>
          </p:nvSpPr>
          <p:spPr>
            <a:xfrm>
              <a:off x="4265693" y="3102136"/>
              <a:ext cx="831" cy="44"/>
            </a:xfrm>
            <a:custGeom>
              <a:rect b="b" l="l" r="r" t="t"/>
              <a:pathLst>
                <a:path extrusionOk="0" fill="none" h="1" w="19">
                  <a:moveTo>
                    <a:pt x="0" y="1"/>
                  </a:moveTo>
                  <a:lnTo>
                    <a:pt x="0" y="1"/>
                  </a:lnTo>
                  <a:lnTo>
                    <a:pt x="18" y="1"/>
                  </a:lnTo>
                  <a:lnTo>
                    <a:pt x="18"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1" name="Google Shape;2041;p41"/>
            <p:cNvSpPr/>
            <p:nvPr/>
          </p:nvSpPr>
          <p:spPr>
            <a:xfrm>
              <a:off x="4264906" y="3101348"/>
              <a:ext cx="831" cy="831"/>
            </a:xfrm>
            <a:custGeom>
              <a:rect b="b" l="l" r="r" t="t"/>
              <a:pathLst>
                <a:path extrusionOk="0" fill="none" h="19" w="19">
                  <a:moveTo>
                    <a:pt x="0" y="1"/>
                  </a:moveTo>
                  <a:lnTo>
                    <a:pt x="0" y="1"/>
                  </a:lnTo>
                  <a:lnTo>
                    <a:pt x="18" y="19"/>
                  </a:lnTo>
                  <a:lnTo>
                    <a:pt x="18" y="19"/>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2" name="Google Shape;2042;p41"/>
            <p:cNvSpPr/>
            <p:nvPr/>
          </p:nvSpPr>
          <p:spPr>
            <a:xfrm>
              <a:off x="4264118" y="3101348"/>
              <a:ext cx="831" cy="44"/>
            </a:xfrm>
            <a:custGeom>
              <a:rect b="b" l="l" r="r" t="t"/>
              <a:pathLst>
                <a:path extrusionOk="0" fill="none" h="1" w="19">
                  <a:moveTo>
                    <a:pt x="0" y="1"/>
                  </a:moveTo>
                  <a:lnTo>
                    <a:pt x="0" y="1"/>
                  </a:lnTo>
                  <a:lnTo>
                    <a:pt x="18" y="1"/>
                  </a:lnTo>
                  <a:lnTo>
                    <a:pt x="18"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3" name="Google Shape;2043;p41"/>
            <p:cNvSpPr/>
            <p:nvPr/>
          </p:nvSpPr>
          <p:spPr>
            <a:xfrm>
              <a:off x="4263331" y="3100561"/>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4" name="Google Shape;2044;p41"/>
            <p:cNvSpPr/>
            <p:nvPr/>
          </p:nvSpPr>
          <p:spPr>
            <a:xfrm>
              <a:off x="4262543" y="3099817"/>
              <a:ext cx="44" cy="788"/>
            </a:xfrm>
            <a:custGeom>
              <a:rect b="b" l="l" r="r" t="t"/>
              <a:pathLst>
                <a:path extrusionOk="0" fill="none" h="18" w="1">
                  <a:moveTo>
                    <a:pt x="1" y="0"/>
                  </a:moveTo>
                  <a:lnTo>
                    <a:pt x="1" y="0"/>
                  </a:lnTo>
                  <a:lnTo>
                    <a:pt x="1" y="18"/>
                  </a:lnTo>
                  <a:lnTo>
                    <a:pt x="1" y="18"/>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5" name="Google Shape;2045;p41"/>
            <p:cNvSpPr/>
            <p:nvPr/>
          </p:nvSpPr>
          <p:spPr>
            <a:xfrm>
              <a:off x="4261756" y="3099817"/>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6" name="Google Shape;2046;p41"/>
            <p:cNvSpPr/>
            <p:nvPr/>
          </p:nvSpPr>
          <p:spPr>
            <a:xfrm>
              <a:off x="4259437" y="3098242"/>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7" name="Google Shape;2047;p41"/>
            <p:cNvSpPr/>
            <p:nvPr/>
          </p:nvSpPr>
          <p:spPr>
            <a:xfrm>
              <a:off x="4258650" y="3098242"/>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8" name="Google Shape;2048;p41"/>
            <p:cNvSpPr/>
            <p:nvPr/>
          </p:nvSpPr>
          <p:spPr>
            <a:xfrm>
              <a:off x="4257862" y="3097454"/>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9" name="Google Shape;2049;p41"/>
            <p:cNvSpPr/>
            <p:nvPr/>
          </p:nvSpPr>
          <p:spPr>
            <a:xfrm>
              <a:off x="4257075" y="3097454"/>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0" name="Google Shape;2050;p41"/>
            <p:cNvSpPr/>
            <p:nvPr/>
          </p:nvSpPr>
          <p:spPr>
            <a:xfrm>
              <a:off x="4256287" y="3096667"/>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1" name="Google Shape;2051;p41"/>
            <p:cNvSpPr/>
            <p:nvPr/>
          </p:nvSpPr>
          <p:spPr>
            <a:xfrm>
              <a:off x="4255500" y="3095879"/>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2" name="Google Shape;2052;p41"/>
            <p:cNvSpPr/>
            <p:nvPr/>
          </p:nvSpPr>
          <p:spPr>
            <a:xfrm>
              <a:off x="4254712" y="3095879"/>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3" name="Google Shape;2053;p41"/>
            <p:cNvSpPr/>
            <p:nvPr/>
          </p:nvSpPr>
          <p:spPr>
            <a:xfrm>
              <a:off x="4253181" y="3095092"/>
              <a:ext cx="788" cy="44"/>
            </a:xfrm>
            <a:custGeom>
              <a:rect b="b" l="l" r="r" t="t"/>
              <a:pathLst>
                <a:path extrusionOk="0" fill="none" h="1" w="18">
                  <a:moveTo>
                    <a:pt x="0" y="1"/>
                  </a:moveTo>
                  <a:lnTo>
                    <a:pt x="0" y="1"/>
                  </a:lnTo>
                  <a:lnTo>
                    <a:pt x="18" y="1"/>
                  </a:lnTo>
                  <a:lnTo>
                    <a:pt x="18"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4" name="Google Shape;2054;p41"/>
            <p:cNvSpPr/>
            <p:nvPr/>
          </p:nvSpPr>
          <p:spPr>
            <a:xfrm>
              <a:off x="4252394" y="3091986"/>
              <a:ext cx="788" cy="3150"/>
            </a:xfrm>
            <a:custGeom>
              <a:rect b="b" l="l" r="r" t="t"/>
              <a:pathLst>
                <a:path extrusionOk="0" fill="none" h="72" w="18">
                  <a:moveTo>
                    <a:pt x="0" y="0"/>
                  </a:moveTo>
                  <a:lnTo>
                    <a:pt x="0" y="0"/>
                  </a:lnTo>
                  <a:lnTo>
                    <a:pt x="0" y="18"/>
                  </a:lnTo>
                  <a:lnTo>
                    <a:pt x="0" y="18"/>
                  </a:lnTo>
                  <a:lnTo>
                    <a:pt x="18" y="72"/>
                  </a:lnTo>
                  <a:lnTo>
                    <a:pt x="18" y="72"/>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5" name="Google Shape;2055;p41"/>
            <p:cNvSpPr/>
            <p:nvPr/>
          </p:nvSpPr>
          <p:spPr>
            <a:xfrm>
              <a:off x="5066953" y="2716356"/>
              <a:ext cx="111913" cy="98656"/>
            </a:xfrm>
            <a:custGeom>
              <a:rect b="b" l="l" r="r" t="t"/>
              <a:pathLst>
                <a:path extrusionOk="0" fill="none" h="2255" w="2558">
                  <a:moveTo>
                    <a:pt x="2558" y="1"/>
                  </a:moveTo>
                  <a:lnTo>
                    <a:pt x="2558" y="1"/>
                  </a:lnTo>
                  <a:lnTo>
                    <a:pt x="2361" y="37"/>
                  </a:lnTo>
                  <a:lnTo>
                    <a:pt x="2164" y="90"/>
                  </a:lnTo>
                  <a:lnTo>
                    <a:pt x="1986" y="162"/>
                  </a:lnTo>
                  <a:lnTo>
                    <a:pt x="1807" y="251"/>
                  </a:lnTo>
                  <a:lnTo>
                    <a:pt x="1628" y="359"/>
                  </a:lnTo>
                  <a:lnTo>
                    <a:pt x="1449" y="466"/>
                  </a:lnTo>
                  <a:lnTo>
                    <a:pt x="1270" y="591"/>
                  </a:lnTo>
                  <a:lnTo>
                    <a:pt x="1109" y="734"/>
                  </a:lnTo>
                  <a:lnTo>
                    <a:pt x="948" y="895"/>
                  </a:lnTo>
                  <a:lnTo>
                    <a:pt x="805" y="1056"/>
                  </a:lnTo>
                  <a:lnTo>
                    <a:pt x="501" y="1414"/>
                  </a:lnTo>
                  <a:lnTo>
                    <a:pt x="233" y="1825"/>
                  </a:lnTo>
                  <a:lnTo>
                    <a:pt x="0" y="2255"/>
                  </a:lnTo>
                  <a:lnTo>
                    <a:pt x="0" y="2255"/>
                  </a:lnTo>
                  <a:lnTo>
                    <a:pt x="0" y="2255"/>
                  </a:lnTo>
                  <a:lnTo>
                    <a:pt x="0" y="2255"/>
                  </a:lnTo>
                  <a:lnTo>
                    <a:pt x="233" y="1825"/>
                  </a:lnTo>
                  <a:lnTo>
                    <a:pt x="501" y="1414"/>
                  </a:lnTo>
                  <a:lnTo>
                    <a:pt x="805" y="1056"/>
                  </a:lnTo>
                  <a:lnTo>
                    <a:pt x="948" y="895"/>
                  </a:lnTo>
                  <a:lnTo>
                    <a:pt x="1109" y="734"/>
                  </a:lnTo>
                  <a:lnTo>
                    <a:pt x="1270" y="591"/>
                  </a:lnTo>
                  <a:lnTo>
                    <a:pt x="1449" y="466"/>
                  </a:lnTo>
                  <a:lnTo>
                    <a:pt x="1628" y="359"/>
                  </a:lnTo>
                  <a:lnTo>
                    <a:pt x="1807" y="251"/>
                  </a:lnTo>
                  <a:lnTo>
                    <a:pt x="1986" y="162"/>
                  </a:lnTo>
                  <a:lnTo>
                    <a:pt x="2164" y="90"/>
                  </a:lnTo>
                  <a:lnTo>
                    <a:pt x="2361" y="37"/>
                  </a:lnTo>
                  <a:lnTo>
                    <a:pt x="2558"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6" name="Google Shape;2056;p41"/>
            <p:cNvSpPr/>
            <p:nvPr/>
          </p:nvSpPr>
          <p:spPr>
            <a:xfrm>
              <a:off x="5178818"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7" name="Google Shape;2057;p41"/>
            <p:cNvSpPr/>
            <p:nvPr/>
          </p:nvSpPr>
          <p:spPr>
            <a:xfrm>
              <a:off x="5179606"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8" name="Google Shape;2058;p41"/>
            <p:cNvSpPr/>
            <p:nvPr/>
          </p:nvSpPr>
          <p:spPr>
            <a:xfrm>
              <a:off x="5179606"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9" name="Google Shape;2059;p41"/>
            <p:cNvSpPr/>
            <p:nvPr/>
          </p:nvSpPr>
          <p:spPr>
            <a:xfrm>
              <a:off x="5180393"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0" name="Google Shape;2060;p41"/>
            <p:cNvSpPr/>
            <p:nvPr/>
          </p:nvSpPr>
          <p:spPr>
            <a:xfrm>
              <a:off x="5180393"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1" name="Google Shape;2061;p41"/>
            <p:cNvSpPr/>
            <p:nvPr/>
          </p:nvSpPr>
          <p:spPr>
            <a:xfrm>
              <a:off x="5180393" y="2716356"/>
              <a:ext cx="831" cy="44"/>
            </a:xfrm>
            <a:custGeom>
              <a:rect b="b" l="l" r="r" t="t"/>
              <a:pathLst>
                <a:path extrusionOk="0" fill="none" h="1" w="19">
                  <a:moveTo>
                    <a:pt x="19" y="1"/>
                  </a:moveTo>
                  <a:lnTo>
                    <a:pt x="19" y="1"/>
                  </a:lnTo>
                  <a:lnTo>
                    <a:pt x="1" y="1"/>
                  </a:lnTo>
                  <a:lnTo>
                    <a:pt x="1" y="1"/>
                  </a:lnTo>
                  <a:lnTo>
                    <a:pt x="19"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2" name="Google Shape;2062;p41"/>
            <p:cNvSpPr/>
            <p:nvPr/>
          </p:nvSpPr>
          <p:spPr>
            <a:xfrm>
              <a:off x="5181181"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3" name="Google Shape;2063;p41"/>
            <p:cNvSpPr/>
            <p:nvPr/>
          </p:nvSpPr>
          <p:spPr>
            <a:xfrm>
              <a:off x="5181181" y="2716356"/>
              <a:ext cx="831" cy="44"/>
            </a:xfrm>
            <a:custGeom>
              <a:rect b="b" l="l" r="r" t="t"/>
              <a:pathLst>
                <a:path extrusionOk="0" fill="none" h="1" w="19">
                  <a:moveTo>
                    <a:pt x="18" y="1"/>
                  </a:moveTo>
                  <a:lnTo>
                    <a:pt x="18" y="1"/>
                  </a:lnTo>
                  <a:lnTo>
                    <a:pt x="1" y="1"/>
                  </a:lnTo>
                  <a:lnTo>
                    <a:pt x="1" y="1"/>
                  </a:lnTo>
                  <a:lnTo>
                    <a:pt x="18"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4" name="Google Shape;2064;p41"/>
            <p:cNvSpPr/>
            <p:nvPr/>
          </p:nvSpPr>
          <p:spPr>
            <a:xfrm>
              <a:off x="5181968"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5" name="Google Shape;2065;p41"/>
            <p:cNvSpPr/>
            <p:nvPr/>
          </p:nvSpPr>
          <p:spPr>
            <a:xfrm>
              <a:off x="5181968" y="2716356"/>
              <a:ext cx="44" cy="44"/>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6" name="Google Shape;2066;p41"/>
            <p:cNvSpPr/>
            <p:nvPr/>
          </p:nvSpPr>
          <p:spPr>
            <a:xfrm>
              <a:off x="4562223" y="2411993"/>
              <a:ext cx="112744" cy="208206"/>
            </a:xfrm>
            <a:custGeom>
              <a:rect b="b" l="l" r="r" t="t"/>
              <a:pathLst>
                <a:path extrusionOk="0" fill="none" h="4759" w="2577">
                  <a:moveTo>
                    <a:pt x="2576" y="0"/>
                  </a:moveTo>
                  <a:lnTo>
                    <a:pt x="2576" y="0"/>
                  </a:lnTo>
                  <a:lnTo>
                    <a:pt x="2559" y="18"/>
                  </a:lnTo>
                  <a:lnTo>
                    <a:pt x="2559" y="18"/>
                  </a:lnTo>
                  <a:lnTo>
                    <a:pt x="2326" y="680"/>
                  </a:lnTo>
                  <a:lnTo>
                    <a:pt x="2076" y="1324"/>
                  </a:lnTo>
                  <a:lnTo>
                    <a:pt x="1825" y="1968"/>
                  </a:lnTo>
                  <a:lnTo>
                    <a:pt x="1539" y="2576"/>
                  </a:lnTo>
                  <a:lnTo>
                    <a:pt x="1217" y="3166"/>
                  </a:lnTo>
                  <a:lnTo>
                    <a:pt x="1056" y="3452"/>
                  </a:lnTo>
                  <a:lnTo>
                    <a:pt x="877" y="3721"/>
                  </a:lnTo>
                  <a:lnTo>
                    <a:pt x="698" y="3971"/>
                  </a:lnTo>
                  <a:lnTo>
                    <a:pt x="502" y="4221"/>
                  </a:lnTo>
                  <a:lnTo>
                    <a:pt x="305" y="4454"/>
                  </a:lnTo>
                  <a:lnTo>
                    <a:pt x="90" y="4669"/>
                  </a:lnTo>
                  <a:lnTo>
                    <a:pt x="90" y="4669"/>
                  </a:lnTo>
                  <a:lnTo>
                    <a:pt x="1" y="4758"/>
                  </a:lnTo>
                  <a:lnTo>
                    <a:pt x="1" y="4758"/>
                  </a:lnTo>
                  <a:lnTo>
                    <a:pt x="1" y="4758"/>
                  </a:lnTo>
                  <a:lnTo>
                    <a:pt x="1" y="4758"/>
                  </a:lnTo>
                  <a:lnTo>
                    <a:pt x="90" y="4669"/>
                  </a:lnTo>
                  <a:lnTo>
                    <a:pt x="90" y="4669"/>
                  </a:lnTo>
                  <a:lnTo>
                    <a:pt x="305" y="4454"/>
                  </a:lnTo>
                  <a:lnTo>
                    <a:pt x="502" y="4221"/>
                  </a:lnTo>
                  <a:lnTo>
                    <a:pt x="698" y="3971"/>
                  </a:lnTo>
                  <a:lnTo>
                    <a:pt x="877" y="3721"/>
                  </a:lnTo>
                  <a:lnTo>
                    <a:pt x="1056" y="3452"/>
                  </a:lnTo>
                  <a:lnTo>
                    <a:pt x="1217" y="3166"/>
                  </a:lnTo>
                  <a:lnTo>
                    <a:pt x="1539" y="2576"/>
                  </a:lnTo>
                  <a:lnTo>
                    <a:pt x="1825" y="1968"/>
                  </a:lnTo>
                  <a:lnTo>
                    <a:pt x="2076" y="1324"/>
                  </a:lnTo>
                  <a:lnTo>
                    <a:pt x="2326" y="680"/>
                  </a:lnTo>
                  <a:lnTo>
                    <a:pt x="2559" y="18"/>
                  </a:lnTo>
                  <a:lnTo>
                    <a:pt x="2559" y="18"/>
                  </a:lnTo>
                  <a:lnTo>
                    <a:pt x="2576"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7" name="Google Shape;2067;p41"/>
            <p:cNvSpPr/>
            <p:nvPr/>
          </p:nvSpPr>
          <p:spPr>
            <a:xfrm>
              <a:off x="4674919" y="2410418"/>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8" name="Google Shape;2068;p41"/>
            <p:cNvSpPr/>
            <p:nvPr/>
          </p:nvSpPr>
          <p:spPr>
            <a:xfrm>
              <a:off x="5181968" y="2716356"/>
              <a:ext cx="1619" cy="44"/>
            </a:xfrm>
            <a:custGeom>
              <a:rect b="b" l="l" r="r" t="t"/>
              <a:pathLst>
                <a:path extrusionOk="0" h="1" w="37">
                  <a:moveTo>
                    <a:pt x="0" y="1"/>
                  </a:moveTo>
                  <a:lnTo>
                    <a:pt x="0" y="1"/>
                  </a:lnTo>
                  <a:lnTo>
                    <a:pt x="0" y="1"/>
                  </a:lnTo>
                  <a:lnTo>
                    <a:pt x="0" y="1"/>
                  </a:lnTo>
                  <a:lnTo>
                    <a:pt x="0" y="1"/>
                  </a:lnTo>
                  <a:lnTo>
                    <a:pt x="0" y="1"/>
                  </a:lnTo>
                  <a:close/>
                  <a:moveTo>
                    <a:pt x="18" y="1"/>
                  </a:moveTo>
                  <a:lnTo>
                    <a:pt x="18" y="1"/>
                  </a:lnTo>
                  <a:lnTo>
                    <a:pt x="18" y="1"/>
                  </a:lnTo>
                  <a:lnTo>
                    <a:pt x="18" y="1"/>
                  </a:lnTo>
                  <a:lnTo>
                    <a:pt x="18" y="1"/>
                  </a:lnTo>
                  <a:close/>
                  <a:moveTo>
                    <a:pt x="36" y="1"/>
                  </a:moveTo>
                  <a:lnTo>
                    <a:pt x="36" y="1"/>
                  </a:lnTo>
                  <a:lnTo>
                    <a:pt x="36" y="1"/>
                  </a:lnTo>
                  <a:lnTo>
                    <a:pt x="36" y="1"/>
                  </a:lnTo>
                  <a:lnTo>
                    <a:pt x="36" y="1"/>
                  </a:lnTo>
                  <a:close/>
                  <a:moveTo>
                    <a:pt x="36" y="1"/>
                  </a:moveTo>
                  <a:lnTo>
                    <a:pt x="36" y="1"/>
                  </a:lnTo>
                  <a:lnTo>
                    <a:pt x="36" y="1"/>
                  </a:lnTo>
                  <a:lnTo>
                    <a:pt x="36" y="1"/>
                  </a:lnTo>
                  <a:lnTo>
                    <a:pt x="36" y="1"/>
                  </a:lnTo>
                  <a:close/>
                </a:path>
              </a:pathLst>
            </a:custGeom>
            <a:solidFill>
              <a:srgbClr val="000000"/>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9" name="Google Shape;2069;p41"/>
            <p:cNvSpPr/>
            <p:nvPr/>
          </p:nvSpPr>
          <p:spPr>
            <a:xfrm>
              <a:off x="5181968" y="2716356"/>
              <a:ext cx="44" cy="44"/>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0" name="Google Shape;2070;p41"/>
            <p:cNvSpPr/>
            <p:nvPr/>
          </p:nvSpPr>
          <p:spPr>
            <a:xfrm>
              <a:off x="5182756"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1" name="Google Shape;2071;p41"/>
            <p:cNvSpPr/>
            <p:nvPr/>
          </p:nvSpPr>
          <p:spPr>
            <a:xfrm>
              <a:off x="5183543"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2" name="Google Shape;2072;p41"/>
            <p:cNvSpPr/>
            <p:nvPr/>
          </p:nvSpPr>
          <p:spPr>
            <a:xfrm>
              <a:off x="5183543"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3" name="Google Shape;2073;p41"/>
            <p:cNvSpPr/>
            <p:nvPr/>
          </p:nvSpPr>
          <p:spPr>
            <a:xfrm>
              <a:off x="4252394" y="2089606"/>
              <a:ext cx="932006" cy="1286469"/>
            </a:xfrm>
            <a:custGeom>
              <a:rect b="b" l="l" r="r" t="t"/>
              <a:pathLst>
                <a:path extrusionOk="0" h="29405" w="21303">
                  <a:moveTo>
                    <a:pt x="15239" y="13504"/>
                  </a:moveTo>
                  <a:lnTo>
                    <a:pt x="15060" y="14595"/>
                  </a:lnTo>
                  <a:lnTo>
                    <a:pt x="15775" y="15221"/>
                  </a:lnTo>
                  <a:lnTo>
                    <a:pt x="14953" y="15257"/>
                  </a:lnTo>
                  <a:lnTo>
                    <a:pt x="14774" y="16348"/>
                  </a:lnTo>
                  <a:lnTo>
                    <a:pt x="14452" y="15275"/>
                  </a:lnTo>
                  <a:lnTo>
                    <a:pt x="13629" y="15311"/>
                  </a:lnTo>
                  <a:lnTo>
                    <a:pt x="14237" y="14631"/>
                  </a:lnTo>
                  <a:lnTo>
                    <a:pt x="13915" y="13558"/>
                  </a:lnTo>
                  <a:lnTo>
                    <a:pt x="14631" y="14202"/>
                  </a:lnTo>
                  <a:lnTo>
                    <a:pt x="15239" y="13504"/>
                  </a:lnTo>
                  <a:close/>
                  <a:moveTo>
                    <a:pt x="15525" y="0"/>
                  </a:moveTo>
                  <a:lnTo>
                    <a:pt x="15525" y="179"/>
                  </a:lnTo>
                  <a:lnTo>
                    <a:pt x="15239" y="108"/>
                  </a:lnTo>
                  <a:lnTo>
                    <a:pt x="14935" y="90"/>
                  </a:lnTo>
                  <a:lnTo>
                    <a:pt x="14631" y="108"/>
                  </a:lnTo>
                  <a:lnTo>
                    <a:pt x="14344" y="179"/>
                  </a:lnTo>
                  <a:lnTo>
                    <a:pt x="14291" y="770"/>
                  </a:lnTo>
                  <a:lnTo>
                    <a:pt x="14273" y="1360"/>
                  </a:lnTo>
                  <a:lnTo>
                    <a:pt x="14255" y="1986"/>
                  </a:lnTo>
                  <a:lnTo>
                    <a:pt x="14255" y="2594"/>
                  </a:lnTo>
                  <a:lnTo>
                    <a:pt x="14273" y="3220"/>
                  </a:lnTo>
                  <a:lnTo>
                    <a:pt x="14291" y="3846"/>
                  </a:lnTo>
                  <a:lnTo>
                    <a:pt x="14380" y="5098"/>
                  </a:lnTo>
                  <a:lnTo>
                    <a:pt x="14488" y="6314"/>
                  </a:lnTo>
                  <a:lnTo>
                    <a:pt x="14595" y="7530"/>
                  </a:lnTo>
                  <a:lnTo>
                    <a:pt x="14827" y="9784"/>
                  </a:lnTo>
                  <a:lnTo>
                    <a:pt x="14881" y="10160"/>
                  </a:lnTo>
                  <a:lnTo>
                    <a:pt x="14935" y="10625"/>
                  </a:lnTo>
                  <a:lnTo>
                    <a:pt x="14970" y="11125"/>
                  </a:lnTo>
                  <a:lnTo>
                    <a:pt x="14988" y="11626"/>
                  </a:lnTo>
                  <a:lnTo>
                    <a:pt x="14988" y="11877"/>
                  </a:lnTo>
                  <a:lnTo>
                    <a:pt x="14970" y="12091"/>
                  </a:lnTo>
                  <a:lnTo>
                    <a:pt x="14935" y="12306"/>
                  </a:lnTo>
                  <a:lnTo>
                    <a:pt x="14899" y="12467"/>
                  </a:lnTo>
                  <a:lnTo>
                    <a:pt x="14845" y="12628"/>
                  </a:lnTo>
                  <a:lnTo>
                    <a:pt x="14774" y="12735"/>
                  </a:lnTo>
                  <a:lnTo>
                    <a:pt x="14738" y="12771"/>
                  </a:lnTo>
                  <a:lnTo>
                    <a:pt x="14684" y="12807"/>
                  </a:lnTo>
                  <a:lnTo>
                    <a:pt x="14649" y="12825"/>
                  </a:lnTo>
                  <a:lnTo>
                    <a:pt x="14523" y="12825"/>
                  </a:lnTo>
                  <a:lnTo>
                    <a:pt x="14452" y="12807"/>
                  </a:lnTo>
                  <a:lnTo>
                    <a:pt x="14380" y="12771"/>
                  </a:lnTo>
                  <a:lnTo>
                    <a:pt x="14291" y="12717"/>
                  </a:lnTo>
                  <a:lnTo>
                    <a:pt x="13915" y="12431"/>
                  </a:lnTo>
                  <a:lnTo>
                    <a:pt x="13558" y="12127"/>
                  </a:lnTo>
                  <a:lnTo>
                    <a:pt x="13218" y="11787"/>
                  </a:lnTo>
                  <a:lnTo>
                    <a:pt x="12878" y="11429"/>
                  </a:lnTo>
                  <a:lnTo>
                    <a:pt x="12556" y="11036"/>
                  </a:lnTo>
                  <a:lnTo>
                    <a:pt x="12270" y="10625"/>
                  </a:lnTo>
                  <a:lnTo>
                    <a:pt x="11984" y="10195"/>
                  </a:lnTo>
                  <a:lnTo>
                    <a:pt x="11715" y="9748"/>
                  </a:lnTo>
                  <a:lnTo>
                    <a:pt x="11465" y="9283"/>
                  </a:lnTo>
                  <a:lnTo>
                    <a:pt x="11232" y="8800"/>
                  </a:lnTo>
                  <a:lnTo>
                    <a:pt x="11018" y="8299"/>
                  </a:lnTo>
                  <a:lnTo>
                    <a:pt x="10821" y="7781"/>
                  </a:lnTo>
                  <a:lnTo>
                    <a:pt x="10642" y="7262"/>
                  </a:lnTo>
                  <a:lnTo>
                    <a:pt x="10499" y="6726"/>
                  </a:lnTo>
                  <a:lnTo>
                    <a:pt x="10356" y="6171"/>
                  </a:lnTo>
                  <a:lnTo>
                    <a:pt x="10249" y="5634"/>
                  </a:lnTo>
                  <a:lnTo>
                    <a:pt x="9658" y="7334"/>
                  </a:lnTo>
                  <a:lnTo>
                    <a:pt x="9658" y="7352"/>
                  </a:lnTo>
                  <a:lnTo>
                    <a:pt x="9658" y="7369"/>
                  </a:lnTo>
                  <a:lnTo>
                    <a:pt x="9641" y="7387"/>
                  </a:lnTo>
                  <a:lnTo>
                    <a:pt x="9408" y="8049"/>
                  </a:lnTo>
                  <a:lnTo>
                    <a:pt x="9158" y="8693"/>
                  </a:lnTo>
                  <a:lnTo>
                    <a:pt x="8907" y="9337"/>
                  </a:lnTo>
                  <a:lnTo>
                    <a:pt x="8621" y="9945"/>
                  </a:lnTo>
                  <a:lnTo>
                    <a:pt x="8299" y="10535"/>
                  </a:lnTo>
                  <a:lnTo>
                    <a:pt x="8138" y="10821"/>
                  </a:lnTo>
                  <a:lnTo>
                    <a:pt x="7959" y="11090"/>
                  </a:lnTo>
                  <a:lnTo>
                    <a:pt x="7780" y="11340"/>
                  </a:lnTo>
                  <a:lnTo>
                    <a:pt x="7584" y="11590"/>
                  </a:lnTo>
                  <a:lnTo>
                    <a:pt x="7387" y="11823"/>
                  </a:lnTo>
                  <a:lnTo>
                    <a:pt x="7172" y="12038"/>
                  </a:lnTo>
                  <a:lnTo>
                    <a:pt x="7083" y="12127"/>
                  </a:lnTo>
                  <a:lnTo>
                    <a:pt x="7154" y="12592"/>
                  </a:lnTo>
                  <a:lnTo>
                    <a:pt x="7244" y="13075"/>
                  </a:lnTo>
                  <a:lnTo>
                    <a:pt x="7369" y="13576"/>
                  </a:lnTo>
                  <a:lnTo>
                    <a:pt x="7530" y="14041"/>
                  </a:lnTo>
                  <a:lnTo>
                    <a:pt x="7673" y="13808"/>
                  </a:lnTo>
                  <a:lnTo>
                    <a:pt x="7834" y="13594"/>
                  </a:lnTo>
                  <a:lnTo>
                    <a:pt x="7995" y="13397"/>
                  </a:lnTo>
                  <a:lnTo>
                    <a:pt x="8156" y="13182"/>
                  </a:lnTo>
                  <a:lnTo>
                    <a:pt x="8460" y="12878"/>
                  </a:lnTo>
                  <a:lnTo>
                    <a:pt x="8800" y="12592"/>
                  </a:lnTo>
                  <a:lnTo>
                    <a:pt x="9140" y="12360"/>
                  </a:lnTo>
                  <a:lnTo>
                    <a:pt x="9480" y="12181"/>
                  </a:lnTo>
                  <a:lnTo>
                    <a:pt x="9837" y="12038"/>
                  </a:lnTo>
                  <a:lnTo>
                    <a:pt x="10213" y="11930"/>
                  </a:lnTo>
                  <a:lnTo>
                    <a:pt x="10571" y="11859"/>
                  </a:lnTo>
                  <a:lnTo>
                    <a:pt x="10946" y="11841"/>
                  </a:lnTo>
                  <a:lnTo>
                    <a:pt x="11232" y="11859"/>
                  </a:lnTo>
                  <a:lnTo>
                    <a:pt x="11519" y="11895"/>
                  </a:lnTo>
                  <a:lnTo>
                    <a:pt x="11805" y="11948"/>
                  </a:lnTo>
                  <a:lnTo>
                    <a:pt x="12091" y="12038"/>
                  </a:lnTo>
                  <a:lnTo>
                    <a:pt x="12359" y="12145"/>
                  </a:lnTo>
                  <a:lnTo>
                    <a:pt x="12645" y="12270"/>
                  </a:lnTo>
                  <a:lnTo>
                    <a:pt x="12914" y="12413"/>
                  </a:lnTo>
                  <a:lnTo>
                    <a:pt x="13164" y="12592"/>
                  </a:lnTo>
                  <a:lnTo>
                    <a:pt x="13003" y="12503"/>
                  </a:lnTo>
                  <a:lnTo>
                    <a:pt x="12824" y="12431"/>
                  </a:lnTo>
                  <a:lnTo>
                    <a:pt x="12663" y="12377"/>
                  </a:lnTo>
                  <a:lnTo>
                    <a:pt x="12484" y="12324"/>
                  </a:lnTo>
                  <a:lnTo>
                    <a:pt x="12306" y="12288"/>
                  </a:lnTo>
                  <a:lnTo>
                    <a:pt x="12127" y="12252"/>
                  </a:lnTo>
                  <a:lnTo>
                    <a:pt x="11948" y="12234"/>
                  </a:lnTo>
                  <a:lnTo>
                    <a:pt x="11769" y="12234"/>
                  </a:lnTo>
                  <a:lnTo>
                    <a:pt x="11465" y="12252"/>
                  </a:lnTo>
                  <a:lnTo>
                    <a:pt x="11179" y="12288"/>
                  </a:lnTo>
                  <a:lnTo>
                    <a:pt x="10875" y="12377"/>
                  </a:lnTo>
                  <a:lnTo>
                    <a:pt x="10588" y="12503"/>
                  </a:lnTo>
                  <a:lnTo>
                    <a:pt x="10302" y="12646"/>
                  </a:lnTo>
                  <a:lnTo>
                    <a:pt x="10034" y="12842"/>
                  </a:lnTo>
                  <a:lnTo>
                    <a:pt x="9766" y="13057"/>
                  </a:lnTo>
                  <a:lnTo>
                    <a:pt x="9515" y="13307"/>
                  </a:lnTo>
                  <a:lnTo>
                    <a:pt x="9319" y="13540"/>
                  </a:lnTo>
                  <a:lnTo>
                    <a:pt x="9140" y="13790"/>
                  </a:lnTo>
                  <a:lnTo>
                    <a:pt x="8979" y="14059"/>
                  </a:lnTo>
                  <a:lnTo>
                    <a:pt x="8836" y="14345"/>
                  </a:lnTo>
                  <a:lnTo>
                    <a:pt x="8710" y="14631"/>
                  </a:lnTo>
                  <a:lnTo>
                    <a:pt x="8585" y="14935"/>
                  </a:lnTo>
                  <a:lnTo>
                    <a:pt x="8496" y="15239"/>
                  </a:lnTo>
                  <a:lnTo>
                    <a:pt x="8406" y="15561"/>
                  </a:lnTo>
                  <a:lnTo>
                    <a:pt x="8675" y="15865"/>
                  </a:lnTo>
                  <a:lnTo>
                    <a:pt x="8961" y="16151"/>
                  </a:lnTo>
                  <a:lnTo>
                    <a:pt x="9247" y="16438"/>
                  </a:lnTo>
                  <a:lnTo>
                    <a:pt x="9533" y="16688"/>
                  </a:lnTo>
                  <a:lnTo>
                    <a:pt x="10123" y="17207"/>
                  </a:lnTo>
                  <a:lnTo>
                    <a:pt x="10714" y="17707"/>
                  </a:lnTo>
                  <a:lnTo>
                    <a:pt x="11000" y="17958"/>
                  </a:lnTo>
                  <a:lnTo>
                    <a:pt x="11286" y="18226"/>
                  </a:lnTo>
                  <a:lnTo>
                    <a:pt x="11554" y="18494"/>
                  </a:lnTo>
                  <a:lnTo>
                    <a:pt x="11787" y="18798"/>
                  </a:lnTo>
                  <a:lnTo>
                    <a:pt x="12019" y="19102"/>
                  </a:lnTo>
                  <a:lnTo>
                    <a:pt x="12234" y="19442"/>
                  </a:lnTo>
                  <a:lnTo>
                    <a:pt x="12413" y="19800"/>
                  </a:lnTo>
                  <a:lnTo>
                    <a:pt x="12556" y="20194"/>
                  </a:lnTo>
                  <a:lnTo>
                    <a:pt x="12645" y="20462"/>
                  </a:lnTo>
                  <a:lnTo>
                    <a:pt x="12681" y="20748"/>
                  </a:lnTo>
                  <a:lnTo>
                    <a:pt x="12717" y="21034"/>
                  </a:lnTo>
                  <a:lnTo>
                    <a:pt x="12717" y="21338"/>
                  </a:lnTo>
                  <a:lnTo>
                    <a:pt x="12699" y="21642"/>
                  </a:lnTo>
                  <a:lnTo>
                    <a:pt x="12663" y="21946"/>
                  </a:lnTo>
                  <a:lnTo>
                    <a:pt x="12592" y="22250"/>
                  </a:lnTo>
                  <a:lnTo>
                    <a:pt x="12520" y="22572"/>
                  </a:lnTo>
                  <a:lnTo>
                    <a:pt x="12520" y="22572"/>
                  </a:lnTo>
                  <a:lnTo>
                    <a:pt x="12788" y="22519"/>
                  </a:lnTo>
                  <a:lnTo>
                    <a:pt x="13057" y="22465"/>
                  </a:lnTo>
                  <a:lnTo>
                    <a:pt x="13307" y="22358"/>
                  </a:lnTo>
                  <a:lnTo>
                    <a:pt x="13558" y="22250"/>
                  </a:lnTo>
                  <a:lnTo>
                    <a:pt x="13808" y="22089"/>
                  </a:lnTo>
                  <a:lnTo>
                    <a:pt x="14040" y="21928"/>
                  </a:lnTo>
                  <a:lnTo>
                    <a:pt x="14273" y="21714"/>
                  </a:lnTo>
                  <a:lnTo>
                    <a:pt x="14505" y="21499"/>
                  </a:lnTo>
                  <a:lnTo>
                    <a:pt x="14684" y="21267"/>
                  </a:lnTo>
                  <a:lnTo>
                    <a:pt x="14863" y="21034"/>
                  </a:lnTo>
                  <a:lnTo>
                    <a:pt x="15024" y="20784"/>
                  </a:lnTo>
                  <a:lnTo>
                    <a:pt x="15167" y="20515"/>
                  </a:lnTo>
                  <a:lnTo>
                    <a:pt x="15292" y="20229"/>
                  </a:lnTo>
                  <a:lnTo>
                    <a:pt x="15400" y="19943"/>
                  </a:lnTo>
                  <a:lnTo>
                    <a:pt x="15507" y="19657"/>
                  </a:lnTo>
                  <a:lnTo>
                    <a:pt x="15579" y="19353"/>
                  </a:lnTo>
                  <a:lnTo>
                    <a:pt x="15650" y="19049"/>
                  </a:lnTo>
                  <a:lnTo>
                    <a:pt x="15704" y="18727"/>
                  </a:lnTo>
                  <a:lnTo>
                    <a:pt x="15740" y="18405"/>
                  </a:lnTo>
                  <a:lnTo>
                    <a:pt x="15775" y="18083"/>
                  </a:lnTo>
                  <a:lnTo>
                    <a:pt x="15775" y="17743"/>
                  </a:lnTo>
                  <a:lnTo>
                    <a:pt x="15775" y="17421"/>
                  </a:lnTo>
                  <a:lnTo>
                    <a:pt x="15757" y="17099"/>
                  </a:lnTo>
                  <a:lnTo>
                    <a:pt x="15722" y="16759"/>
                  </a:lnTo>
                  <a:lnTo>
                    <a:pt x="15793" y="17207"/>
                  </a:lnTo>
                  <a:lnTo>
                    <a:pt x="15865" y="17672"/>
                  </a:lnTo>
                  <a:lnTo>
                    <a:pt x="15901" y="18119"/>
                  </a:lnTo>
                  <a:lnTo>
                    <a:pt x="15918" y="18566"/>
                  </a:lnTo>
                  <a:lnTo>
                    <a:pt x="15918" y="19013"/>
                  </a:lnTo>
                  <a:lnTo>
                    <a:pt x="15883" y="19460"/>
                  </a:lnTo>
                  <a:lnTo>
                    <a:pt x="15829" y="19907"/>
                  </a:lnTo>
                  <a:lnTo>
                    <a:pt x="15757" y="20337"/>
                  </a:lnTo>
                  <a:lnTo>
                    <a:pt x="15650" y="20766"/>
                  </a:lnTo>
                  <a:lnTo>
                    <a:pt x="15543" y="21177"/>
                  </a:lnTo>
                  <a:lnTo>
                    <a:pt x="15382" y="21589"/>
                  </a:lnTo>
                  <a:lnTo>
                    <a:pt x="15221" y="21964"/>
                  </a:lnTo>
                  <a:lnTo>
                    <a:pt x="15042" y="22340"/>
                  </a:lnTo>
                  <a:lnTo>
                    <a:pt x="14827" y="22698"/>
                  </a:lnTo>
                  <a:lnTo>
                    <a:pt x="14595" y="23019"/>
                  </a:lnTo>
                  <a:lnTo>
                    <a:pt x="14327" y="23324"/>
                  </a:lnTo>
                  <a:lnTo>
                    <a:pt x="14023" y="23645"/>
                  </a:lnTo>
                  <a:lnTo>
                    <a:pt x="13701" y="23932"/>
                  </a:lnTo>
                  <a:lnTo>
                    <a:pt x="13361" y="24164"/>
                  </a:lnTo>
                  <a:lnTo>
                    <a:pt x="13003" y="24343"/>
                  </a:lnTo>
                  <a:lnTo>
                    <a:pt x="12645" y="24486"/>
                  </a:lnTo>
                  <a:lnTo>
                    <a:pt x="12288" y="24593"/>
                  </a:lnTo>
                  <a:lnTo>
                    <a:pt x="11912" y="24665"/>
                  </a:lnTo>
                  <a:lnTo>
                    <a:pt x="11536" y="24683"/>
                  </a:lnTo>
                  <a:lnTo>
                    <a:pt x="11358" y="24665"/>
                  </a:lnTo>
                  <a:lnTo>
                    <a:pt x="11214" y="24808"/>
                  </a:lnTo>
                  <a:lnTo>
                    <a:pt x="11054" y="24933"/>
                  </a:lnTo>
                  <a:lnTo>
                    <a:pt x="10893" y="25041"/>
                  </a:lnTo>
                  <a:lnTo>
                    <a:pt x="10732" y="25130"/>
                  </a:lnTo>
                  <a:lnTo>
                    <a:pt x="10571" y="25202"/>
                  </a:lnTo>
                  <a:lnTo>
                    <a:pt x="10410" y="25237"/>
                  </a:lnTo>
                  <a:lnTo>
                    <a:pt x="10231" y="25273"/>
                  </a:lnTo>
                  <a:lnTo>
                    <a:pt x="10070" y="25291"/>
                  </a:lnTo>
                  <a:lnTo>
                    <a:pt x="9927" y="25273"/>
                  </a:lnTo>
                  <a:lnTo>
                    <a:pt x="9784" y="25255"/>
                  </a:lnTo>
                  <a:lnTo>
                    <a:pt x="9658" y="25219"/>
                  </a:lnTo>
                  <a:lnTo>
                    <a:pt x="9515" y="25184"/>
                  </a:lnTo>
                  <a:lnTo>
                    <a:pt x="9372" y="25112"/>
                  </a:lnTo>
                  <a:lnTo>
                    <a:pt x="9247" y="25023"/>
                  </a:lnTo>
                  <a:lnTo>
                    <a:pt x="9104" y="24933"/>
                  </a:lnTo>
                  <a:lnTo>
                    <a:pt x="8961" y="24808"/>
                  </a:lnTo>
                  <a:lnTo>
                    <a:pt x="8836" y="24683"/>
                  </a:lnTo>
                  <a:lnTo>
                    <a:pt x="8728" y="24558"/>
                  </a:lnTo>
                  <a:lnTo>
                    <a:pt x="8514" y="24271"/>
                  </a:lnTo>
                  <a:lnTo>
                    <a:pt x="8317" y="23950"/>
                  </a:lnTo>
                  <a:lnTo>
                    <a:pt x="8120" y="23592"/>
                  </a:lnTo>
                  <a:lnTo>
                    <a:pt x="7941" y="23216"/>
                  </a:lnTo>
                  <a:lnTo>
                    <a:pt x="7780" y="22841"/>
                  </a:lnTo>
                  <a:lnTo>
                    <a:pt x="7441" y="22054"/>
                  </a:lnTo>
                  <a:lnTo>
                    <a:pt x="7244" y="21678"/>
                  </a:lnTo>
                  <a:lnTo>
                    <a:pt x="7065" y="21320"/>
                  </a:lnTo>
                  <a:lnTo>
                    <a:pt x="6850" y="20981"/>
                  </a:lnTo>
                  <a:lnTo>
                    <a:pt x="6618" y="20676"/>
                  </a:lnTo>
                  <a:lnTo>
                    <a:pt x="6493" y="20533"/>
                  </a:lnTo>
                  <a:lnTo>
                    <a:pt x="6350" y="20408"/>
                  </a:lnTo>
                  <a:lnTo>
                    <a:pt x="6206" y="20283"/>
                  </a:lnTo>
                  <a:lnTo>
                    <a:pt x="6063" y="20176"/>
                  </a:lnTo>
                  <a:lnTo>
                    <a:pt x="5902" y="20086"/>
                  </a:lnTo>
                  <a:lnTo>
                    <a:pt x="5741" y="20015"/>
                  </a:lnTo>
                  <a:lnTo>
                    <a:pt x="5563" y="19943"/>
                  </a:lnTo>
                  <a:lnTo>
                    <a:pt x="5384" y="19907"/>
                  </a:lnTo>
                  <a:lnTo>
                    <a:pt x="5098" y="19854"/>
                  </a:lnTo>
                  <a:lnTo>
                    <a:pt x="4829" y="19800"/>
                  </a:lnTo>
                  <a:lnTo>
                    <a:pt x="4561" y="19782"/>
                  </a:lnTo>
                  <a:lnTo>
                    <a:pt x="4042" y="19782"/>
                  </a:lnTo>
                  <a:lnTo>
                    <a:pt x="3792" y="19800"/>
                  </a:lnTo>
                  <a:lnTo>
                    <a:pt x="3542" y="19836"/>
                  </a:lnTo>
                  <a:lnTo>
                    <a:pt x="3291" y="19889"/>
                  </a:lnTo>
                  <a:lnTo>
                    <a:pt x="3041" y="19961"/>
                  </a:lnTo>
                  <a:lnTo>
                    <a:pt x="2808" y="20050"/>
                  </a:lnTo>
                  <a:lnTo>
                    <a:pt x="2558" y="20140"/>
                  </a:lnTo>
                  <a:lnTo>
                    <a:pt x="2325" y="20247"/>
                  </a:lnTo>
                  <a:lnTo>
                    <a:pt x="2093" y="20372"/>
                  </a:lnTo>
                  <a:lnTo>
                    <a:pt x="1878" y="20515"/>
                  </a:lnTo>
                  <a:lnTo>
                    <a:pt x="1663" y="20676"/>
                  </a:lnTo>
                  <a:lnTo>
                    <a:pt x="1449" y="20837"/>
                  </a:lnTo>
                  <a:lnTo>
                    <a:pt x="1234" y="21034"/>
                  </a:lnTo>
                  <a:lnTo>
                    <a:pt x="1020" y="21231"/>
                  </a:lnTo>
                  <a:lnTo>
                    <a:pt x="823" y="21446"/>
                  </a:lnTo>
                  <a:lnTo>
                    <a:pt x="626" y="21678"/>
                  </a:lnTo>
                  <a:lnTo>
                    <a:pt x="447" y="21964"/>
                  </a:lnTo>
                  <a:lnTo>
                    <a:pt x="268" y="22268"/>
                  </a:lnTo>
                  <a:lnTo>
                    <a:pt x="125" y="22572"/>
                  </a:lnTo>
                  <a:lnTo>
                    <a:pt x="0" y="22912"/>
                  </a:lnTo>
                  <a:lnTo>
                    <a:pt x="18" y="22984"/>
                  </a:lnTo>
                  <a:lnTo>
                    <a:pt x="36" y="22984"/>
                  </a:lnTo>
                  <a:lnTo>
                    <a:pt x="54" y="23002"/>
                  </a:lnTo>
                  <a:lnTo>
                    <a:pt x="72" y="23002"/>
                  </a:lnTo>
                  <a:lnTo>
                    <a:pt x="90" y="23019"/>
                  </a:lnTo>
                  <a:lnTo>
                    <a:pt x="107" y="23037"/>
                  </a:lnTo>
                  <a:lnTo>
                    <a:pt x="143" y="23037"/>
                  </a:lnTo>
                  <a:lnTo>
                    <a:pt x="143" y="23055"/>
                  </a:lnTo>
                  <a:lnTo>
                    <a:pt x="161" y="23055"/>
                  </a:lnTo>
                  <a:lnTo>
                    <a:pt x="215" y="23091"/>
                  </a:lnTo>
                  <a:lnTo>
                    <a:pt x="233" y="23091"/>
                  </a:lnTo>
                  <a:lnTo>
                    <a:pt x="233" y="23109"/>
                  </a:lnTo>
                  <a:lnTo>
                    <a:pt x="251" y="23109"/>
                  </a:lnTo>
                  <a:lnTo>
                    <a:pt x="268" y="23127"/>
                  </a:lnTo>
                  <a:lnTo>
                    <a:pt x="286" y="23127"/>
                  </a:lnTo>
                  <a:lnTo>
                    <a:pt x="304" y="23145"/>
                  </a:lnTo>
                  <a:lnTo>
                    <a:pt x="322" y="23145"/>
                  </a:lnTo>
                  <a:lnTo>
                    <a:pt x="340" y="23163"/>
                  </a:lnTo>
                  <a:lnTo>
                    <a:pt x="358" y="23180"/>
                  </a:lnTo>
                  <a:lnTo>
                    <a:pt x="376" y="23180"/>
                  </a:lnTo>
                  <a:lnTo>
                    <a:pt x="394" y="23198"/>
                  </a:lnTo>
                  <a:lnTo>
                    <a:pt x="984" y="23574"/>
                  </a:lnTo>
                  <a:lnTo>
                    <a:pt x="1538" y="23985"/>
                  </a:lnTo>
                  <a:lnTo>
                    <a:pt x="2093" y="24432"/>
                  </a:lnTo>
                  <a:lnTo>
                    <a:pt x="2647" y="24915"/>
                  </a:lnTo>
                  <a:lnTo>
                    <a:pt x="3166" y="25434"/>
                  </a:lnTo>
                  <a:lnTo>
                    <a:pt x="3685" y="25971"/>
                  </a:lnTo>
                  <a:lnTo>
                    <a:pt x="4168" y="26543"/>
                  </a:lnTo>
                  <a:lnTo>
                    <a:pt x="4650" y="27151"/>
                  </a:lnTo>
                  <a:lnTo>
                    <a:pt x="4722" y="27062"/>
                  </a:lnTo>
                  <a:lnTo>
                    <a:pt x="4794" y="26972"/>
                  </a:lnTo>
                  <a:lnTo>
                    <a:pt x="4883" y="26919"/>
                  </a:lnTo>
                  <a:lnTo>
                    <a:pt x="4972" y="26865"/>
                  </a:lnTo>
                  <a:lnTo>
                    <a:pt x="5133" y="26811"/>
                  </a:lnTo>
                  <a:lnTo>
                    <a:pt x="5276" y="26793"/>
                  </a:lnTo>
                  <a:lnTo>
                    <a:pt x="5294" y="26793"/>
                  </a:lnTo>
                  <a:lnTo>
                    <a:pt x="5563" y="26758"/>
                  </a:lnTo>
                  <a:lnTo>
                    <a:pt x="6046" y="26758"/>
                  </a:lnTo>
                  <a:lnTo>
                    <a:pt x="6242" y="26776"/>
                  </a:lnTo>
                  <a:lnTo>
                    <a:pt x="6457" y="26811"/>
                  </a:lnTo>
                  <a:lnTo>
                    <a:pt x="6654" y="26847"/>
                  </a:lnTo>
                  <a:lnTo>
                    <a:pt x="7065" y="26954"/>
                  </a:lnTo>
                  <a:lnTo>
                    <a:pt x="7458" y="27115"/>
                  </a:lnTo>
                  <a:lnTo>
                    <a:pt x="7852" y="27276"/>
                  </a:lnTo>
                  <a:lnTo>
                    <a:pt x="8245" y="27473"/>
                  </a:lnTo>
                  <a:lnTo>
                    <a:pt x="8621" y="27688"/>
                  </a:lnTo>
                  <a:lnTo>
                    <a:pt x="9015" y="27920"/>
                  </a:lnTo>
                  <a:lnTo>
                    <a:pt x="9784" y="28367"/>
                  </a:lnTo>
                  <a:lnTo>
                    <a:pt x="10177" y="28600"/>
                  </a:lnTo>
                  <a:lnTo>
                    <a:pt x="10571" y="28797"/>
                  </a:lnTo>
                  <a:lnTo>
                    <a:pt x="10964" y="28993"/>
                  </a:lnTo>
                  <a:lnTo>
                    <a:pt x="11358" y="29154"/>
                  </a:lnTo>
                  <a:lnTo>
                    <a:pt x="11769" y="29280"/>
                  </a:lnTo>
                  <a:lnTo>
                    <a:pt x="12180" y="29369"/>
                  </a:lnTo>
                  <a:lnTo>
                    <a:pt x="12377" y="29405"/>
                  </a:lnTo>
                  <a:lnTo>
                    <a:pt x="13075" y="29136"/>
                  </a:lnTo>
                  <a:lnTo>
                    <a:pt x="13414" y="28975"/>
                  </a:lnTo>
                  <a:lnTo>
                    <a:pt x="13736" y="28814"/>
                  </a:lnTo>
                  <a:lnTo>
                    <a:pt x="14076" y="28618"/>
                  </a:lnTo>
                  <a:lnTo>
                    <a:pt x="14380" y="28403"/>
                  </a:lnTo>
                  <a:lnTo>
                    <a:pt x="14684" y="28153"/>
                  </a:lnTo>
                  <a:lnTo>
                    <a:pt x="14970" y="27884"/>
                  </a:lnTo>
                  <a:lnTo>
                    <a:pt x="14988" y="27867"/>
                  </a:lnTo>
                  <a:lnTo>
                    <a:pt x="15006" y="27849"/>
                  </a:lnTo>
                  <a:lnTo>
                    <a:pt x="15006" y="27831"/>
                  </a:lnTo>
                  <a:lnTo>
                    <a:pt x="15024" y="27831"/>
                  </a:lnTo>
                  <a:lnTo>
                    <a:pt x="15024" y="27813"/>
                  </a:lnTo>
                  <a:lnTo>
                    <a:pt x="15042" y="27813"/>
                  </a:lnTo>
                  <a:lnTo>
                    <a:pt x="15042" y="27795"/>
                  </a:lnTo>
                  <a:lnTo>
                    <a:pt x="15310" y="27473"/>
                  </a:lnTo>
                  <a:lnTo>
                    <a:pt x="15543" y="27133"/>
                  </a:lnTo>
                  <a:lnTo>
                    <a:pt x="15757" y="26776"/>
                  </a:lnTo>
                  <a:lnTo>
                    <a:pt x="15954" y="26400"/>
                  </a:lnTo>
                  <a:lnTo>
                    <a:pt x="16133" y="25989"/>
                  </a:lnTo>
                  <a:lnTo>
                    <a:pt x="16294" y="25577"/>
                  </a:lnTo>
                  <a:lnTo>
                    <a:pt x="16437" y="25148"/>
                  </a:lnTo>
                  <a:lnTo>
                    <a:pt x="16580" y="24701"/>
                  </a:lnTo>
                  <a:lnTo>
                    <a:pt x="16473" y="24039"/>
                  </a:lnTo>
                  <a:lnTo>
                    <a:pt x="16383" y="23377"/>
                  </a:lnTo>
                  <a:lnTo>
                    <a:pt x="16312" y="22733"/>
                  </a:lnTo>
                  <a:lnTo>
                    <a:pt x="16258" y="22072"/>
                  </a:lnTo>
                  <a:lnTo>
                    <a:pt x="16205" y="21428"/>
                  </a:lnTo>
                  <a:lnTo>
                    <a:pt x="16187" y="20766"/>
                  </a:lnTo>
                  <a:lnTo>
                    <a:pt x="16187" y="20122"/>
                  </a:lnTo>
                  <a:lnTo>
                    <a:pt x="16205" y="19496"/>
                  </a:lnTo>
                  <a:lnTo>
                    <a:pt x="16240" y="18852"/>
                  </a:lnTo>
                  <a:lnTo>
                    <a:pt x="16294" y="18226"/>
                  </a:lnTo>
                  <a:lnTo>
                    <a:pt x="16366" y="17600"/>
                  </a:lnTo>
                  <a:lnTo>
                    <a:pt x="16455" y="16992"/>
                  </a:lnTo>
                  <a:lnTo>
                    <a:pt x="16580" y="16384"/>
                  </a:lnTo>
                  <a:lnTo>
                    <a:pt x="16723" y="15794"/>
                  </a:lnTo>
                  <a:lnTo>
                    <a:pt x="16902" y="15203"/>
                  </a:lnTo>
                  <a:lnTo>
                    <a:pt x="17099" y="14631"/>
                  </a:lnTo>
                  <a:lnTo>
                    <a:pt x="17117" y="14560"/>
                  </a:lnTo>
                  <a:lnTo>
                    <a:pt x="17153" y="14506"/>
                  </a:lnTo>
                  <a:lnTo>
                    <a:pt x="17188" y="14470"/>
                  </a:lnTo>
                  <a:lnTo>
                    <a:pt x="17242" y="14470"/>
                  </a:lnTo>
                  <a:lnTo>
                    <a:pt x="17296" y="14488"/>
                  </a:lnTo>
                  <a:lnTo>
                    <a:pt x="17367" y="14524"/>
                  </a:lnTo>
                  <a:lnTo>
                    <a:pt x="17421" y="14577"/>
                  </a:lnTo>
                  <a:lnTo>
                    <a:pt x="17510" y="14667"/>
                  </a:lnTo>
                  <a:lnTo>
                    <a:pt x="17671" y="14899"/>
                  </a:lnTo>
                  <a:lnTo>
                    <a:pt x="17850" y="15186"/>
                  </a:lnTo>
                  <a:lnTo>
                    <a:pt x="18226" y="15865"/>
                  </a:lnTo>
                  <a:lnTo>
                    <a:pt x="18619" y="16581"/>
                  </a:lnTo>
                  <a:lnTo>
                    <a:pt x="18852" y="16151"/>
                  </a:lnTo>
                  <a:lnTo>
                    <a:pt x="19120" y="15740"/>
                  </a:lnTo>
                  <a:lnTo>
                    <a:pt x="19424" y="15382"/>
                  </a:lnTo>
                  <a:lnTo>
                    <a:pt x="19567" y="15221"/>
                  </a:lnTo>
                  <a:lnTo>
                    <a:pt x="19728" y="15060"/>
                  </a:lnTo>
                  <a:lnTo>
                    <a:pt x="19889" y="14917"/>
                  </a:lnTo>
                  <a:lnTo>
                    <a:pt x="20068" y="14792"/>
                  </a:lnTo>
                  <a:lnTo>
                    <a:pt x="20247" y="14685"/>
                  </a:lnTo>
                  <a:lnTo>
                    <a:pt x="20426" y="14577"/>
                  </a:lnTo>
                  <a:lnTo>
                    <a:pt x="20605" y="14488"/>
                  </a:lnTo>
                  <a:lnTo>
                    <a:pt x="20783" y="14416"/>
                  </a:lnTo>
                  <a:lnTo>
                    <a:pt x="20980" y="14363"/>
                  </a:lnTo>
                  <a:lnTo>
                    <a:pt x="21177" y="14327"/>
                  </a:lnTo>
                  <a:lnTo>
                    <a:pt x="21302" y="14327"/>
                  </a:lnTo>
                  <a:lnTo>
                    <a:pt x="15525" y="0"/>
                  </a:lnTo>
                  <a:close/>
                </a:path>
              </a:pathLst>
            </a:custGeom>
            <a:solidFill>
              <a:srgbClr val="272327">
                <a:alpha val="12500"/>
              </a:srgbClr>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4" name="Google Shape;2074;p41"/>
            <p:cNvSpPr/>
            <p:nvPr/>
          </p:nvSpPr>
          <p:spPr>
            <a:xfrm>
              <a:off x="4848646" y="2680394"/>
              <a:ext cx="93931" cy="124469"/>
            </a:xfrm>
            <a:custGeom>
              <a:rect b="b" l="l" r="r" t="t"/>
              <a:pathLst>
                <a:path extrusionOk="0" fill="none" h="2845" w="2147">
                  <a:moveTo>
                    <a:pt x="1610" y="0"/>
                  </a:moveTo>
                  <a:lnTo>
                    <a:pt x="1610" y="0"/>
                  </a:lnTo>
                  <a:lnTo>
                    <a:pt x="1431" y="1091"/>
                  </a:lnTo>
                  <a:lnTo>
                    <a:pt x="2146" y="1717"/>
                  </a:lnTo>
                  <a:lnTo>
                    <a:pt x="1324" y="1753"/>
                  </a:lnTo>
                  <a:lnTo>
                    <a:pt x="1145" y="2844"/>
                  </a:lnTo>
                  <a:lnTo>
                    <a:pt x="823" y="1771"/>
                  </a:lnTo>
                  <a:lnTo>
                    <a:pt x="0" y="1807"/>
                  </a:lnTo>
                  <a:lnTo>
                    <a:pt x="608" y="1127"/>
                  </a:lnTo>
                  <a:lnTo>
                    <a:pt x="286" y="54"/>
                  </a:lnTo>
                  <a:lnTo>
                    <a:pt x="1002" y="698"/>
                  </a:lnTo>
                  <a:lnTo>
                    <a:pt x="161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5" name="Google Shape;2075;p41"/>
            <p:cNvSpPr/>
            <p:nvPr/>
          </p:nvSpPr>
          <p:spPr>
            <a:xfrm>
              <a:off x="4252394" y="2089606"/>
              <a:ext cx="932006" cy="1286469"/>
            </a:xfrm>
            <a:custGeom>
              <a:rect b="b" l="l" r="r" t="t"/>
              <a:pathLst>
                <a:path extrusionOk="0" fill="none" h="29405" w="21303">
                  <a:moveTo>
                    <a:pt x="15525" y="0"/>
                  </a:moveTo>
                  <a:lnTo>
                    <a:pt x="15525" y="0"/>
                  </a:lnTo>
                  <a:lnTo>
                    <a:pt x="15525" y="179"/>
                  </a:lnTo>
                  <a:lnTo>
                    <a:pt x="15525" y="179"/>
                  </a:lnTo>
                  <a:lnTo>
                    <a:pt x="15525" y="179"/>
                  </a:lnTo>
                  <a:lnTo>
                    <a:pt x="15525" y="179"/>
                  </a:lnTo>
                  <a:lnTo>
                    <a:pt x="15525" y="179"/>
                  </a:lnTo>
                  <a:lnTo>
                    <a:pt x="15239" y="108"/>
                  </a:lnTo>
                  <a:lnTo>
                    <a:pt x="14935" y="90"/>
                  </a:lnTo>
                  <a:lnTo>
                    <a:pt x="14935" y="90"/>
                  </a:lnTo>
                  <a:lnTo>
                    <a:pt x="14631" y="108"/>
                  </a:lnTo>
                  <a:lnTo>
                    <a:pt x="14344" y="179"/>
                  </a:lnTo>
                  <a:lnTo>
                    <a:pt x="14344" y="179"/>
                  </a:lnTo>
                  <a:lnTo>
                    <a:pt x="14291" y="770"/>
                  </a:lnTo>
                  <a:lnTo>
                    <a:pt x="14273" y="1360"/>
                  </a:lnTo>
                  <a:lnTo>
                    <a:pt x="14255" y="1986"/>
                  </a:lnTo>
                  <a:lnTo>
                    <a:pt x="14255" y="2594"/>
                  </a:lnTo>
                  <a:lnTo>
                    <a:pt x="14273" y="3220"/>
                  </a:lnTo>
                  <a:lnTo>
                    <a:pt x="14291" y="3846"/>
                  </a:lnTo>
                  <a:lnTo>
                    <a:pt x="14380" y="5098"/>
                  </a:lnTo>
                  <a:lnTo>
                    <a:pt x="14488" y="6314"/>
                  </a:lnTo>
                  <a:lnTo>
                    <a:pt x="14595" y="7530"/>
                  </a:lnTo>
                  <a:lnTo>
                    <a:pt x="14827" y="9784"/>
                  </a:lnTo>
                  <a:lnTo>
                    <a:pt x="14827" y="9784"/>
                  </a:lnTo>
                  <a:lnTo>
                    <a:pt x="14881" y="10160"/>
                  </a:lnTo>
                  <a:lnTo>
                    <a:pt x="14935" y="10625"/>
                  </a:lnTo>
                  <a:lnTo>
                    <a:pt x="14970" y="11125"/>
                  </a:lnTo>
                  <a:lnTo>
                    <a:pt x="14988" y="11626"/>
                  </a:lnTo>
                  <a:lnTo>
                    <a:pt x="14988" y="11877"/>
                  </a:lnTo>
                  <a:lnTo>
                    <a:pt x="14970" y="12091"/>
                  </a:lnTo>
                  <a:lnTo>
                    <a:pt x="14935" y="12306"/>
                  </a:lnTo>
                  <a:lnTo>
                    <a:pt x="14899" y="12467"/>
                  </a:lnTo>
                  <a:lnTo>
                    <a:pt x="14845" y="12628"/>
                  </a:lnTo>
                  <a:lnTo>
                    <a:pt x="14774" y="12735"/>
                  </a:lnTo>
                  <a:lnTo>
                    <a:pt x="14738" y="12771"/>
                  </a:lnTo>
                  <a:lnTo>
                    <a:pt x="14684" y="12807"/>
                  </a:lnTo>
                  <a:lnTo>
                    <a:pt x="14649" y="12825"/>
                  </a:lnTo>
                  <a:lnTo>
                    <a:pt x="14577" y="12825"/>
                  </a:lnTo>
                  <a:lnTo>
                    <a:pt x="14577" y="12825"/>
                  </a:lnTo>
                  <a:lnTo>
                    <a:pt x="14523" y="12825"/>
                  </a:lnTo>
                  <a:lnTo>
                    <a:pt x="14452" y="12807"/>
                  </a:lnTo>
                  <a:lnTo>
                    <a:pt x="14380" y="12771"/>
                  </a:lnTo>
                  <a:lnTo>
                    <a:pt x="14291" y="12717"/>
                  </a:lnTo>
                  <a:lnTo>
                    <a:pt x="14291" y="12717"/>
                  </a:lnTo>
                  <a:lnTo>
                    <a:pt x="13915" y="12431"/>
                  </a:lnTo>
                  <a:lnTo>
                    <a:pt x="13558" y="12127"/>
                  </a:lnTo>
                  <a:lnTo>
                    <a:pt x="13218" y="11787"/>
                  </a:lnTo>
                  <a:lnTo>
                    <a:pt x="12878" y="11429"/>
                  </a:lnTo>
                  <a:lnTo>
                    <a:pt x="12556" y="11036"/>
                  </a:lnTo>
                  <a:lnTo>
                    <a:pt x="12270" y="10625"/>
                  </a:lnTo>
                  <a:lnTo>
                    <a:pt x="11984" y="10195"/>
                  </a:lnTo>
                  <a:lnTo>
                    <a:pt x="11715" y="9748"/>
                  </a:lnTo>
                  <a:lnTo>
                    <a:pt x="11465" y="9283"/>
                  </a:lnTo>
                  <a:lnTo>
                    <a:pt x="11232" y="8800"/>
                  </a:lnTo>
                  <a:lnTo>
                    <a:pt x="11018" y="8299"/>
                  </a:lnTo>
                  <a:lnTo>
                    <a:pt x="10821" y="7781"/>
                  </a:lnTo>
                  <a:lnTo>
                    <a:pt x="10642" y="7262"/>
                  </a:lnTo>
                  <a:lnTo>
                    <a:pt x="10499" y="6726"/>
                  </a:lnTo>
                  <a:lnTo>
                    <a:pt x="10356" y="6171"/>
                  </a:lnTo>
                  <a:lnTo>
                    <a:pt x="10249" y="5634"/>
                  </a:lnTo>
                  <a:lnTo>
                    <a:pt x="10249" y="5634"/>
                  </a:lnTo>
                  <a:lnTo>
                    <a:pt x="9658" y="7334"/>
                  </a:lnTo>
                  <a:lnTo>
                    <a:pt x="9658" y="7334"/>
                  </a:lnTo>
                  <a:lnTo>
                    <a:pt x="9658" y="7352"/>
                  </a:lnTo>
                  <a:lnTo>
                    <a:pt x="9658" y="7352"/>
                  </a:lnTo>
                  <a:lnTo>
                    <a:pt x="9658" y="7369"/>
                  </a:lnTo>
                  <a:lnTo>
                    <a:pt x="9658" y="7369"/>
                  </a:lnTo>
                  <a:lnTo>
                    <a:pt x="9641" y="7387"/>
                  </a:lnTo>
                  <a:lnTo>
                    <a:pt x="9641" y="7387"/>
                  </a:lnTo>
                  <a:lnTo>
                    <a:pt x="9408" y="8049"/>
                  </a:lnTo>
                  <a:lnTo>
                    <a:pt x="9158" y="8693"/>
                  </a:lnTo>
                  <a:lnTo>
                    <a:pt x="8907" y="9337"/>
                  </a:lnTo>
                  <a:lnTo>
                    <a:pt x="8621" y="9945"/>
                  </a:lnTo>
                  <a:lnTo>
                    <a:pt x="8299" y="10535"/>
                  </a:lnTo>
                  <a:lnTo>
                    <a:pt x="8138" y="10821"/>
                  </a:lnTo>
                  <a:lnTo>
                    <a:pt x="7959" y="11090"/>
                  </a:lnTo>
                  <a:lnTo>
                    <a:pt x="7780" y="11340"/>
                  </a:lnTo>
                  <a:lnTo>
                    <a:pt x="7584" y="11590"/>
                  </a:lnTo>
                  <a:lnTo>
                    <a:pt x="7387" y="11823"/>
                  </a:lnTo>
                  <a:lnTo>
                    <a:pt x="7172" y="12038"/>
                  </a:lnTo>
                  <a:lnTo>
                    <a:pt x="7172" y="12038"/>
                  </a:lnTo>
                  <a:lnTo>
                    <a:pt x="7083" y="12127"/>
                  </a:lnTo>
                  <a:lnTo>
                    <a:pt x="7083" y="12127"/>
                  </a:lnTo>
                  <a:lnTo>
                    <a:pt x="7154" y="12592"/>
                  </a:lnTo>
                  <a:lnTo>
                    <a:pt x="7244" y="13075"/>
                  </a:lnTo>
                  <a:lnTo>
                    <a:pt x="7244" y="13075"/>
                  </a:lnTo>
                  <a:lnTo>
                    <a:pt x="7369" y="13576"/>
                  </a:lnTo>
                  <a:lnTo>
                    <a:pt x="7530" y="14041"/>
                  </a:lnTo>
                  <a:lnTo>
                    <a:pt x="7530" y="14041"/>
                  </a:lnTo>
                  <a:lnTo>
                    <a:pt x="7673" y="13808"/>
                  </a:lnTo>
                  <a:lnTo>
                    <a:pt x="7834" y="13594"/>
                  </a:lnTo>
                  <a:lnTo>
                    <a:pt x="7995" y="13397"/>
                  </a:lnTo>
                  <a:lnTo>
                    <a:pt x="8156" y="13182"/>
                  </a:lnTo>
                  <a:lnTo>
                    <a:pt x="8156" y="13182"/>
                  </a:lnTo>
                  <a:lnTo>
                    <a:pt x="8460" y="12878"/>
                  </a:lnTo>
                  <a:lnTo>
                    <a:pt x="8800" y="12592"/>
                  </a:lnTo>
                  <a:lnTo>
                    <a:pt x="9140" y="12360"/>
                  </a:lnTo>
                  <a:lnTo>
                    <a:pt x="9480" y="12181"/>
                  </a:lnTo>
                  <a:lnTo>
                    <a:pt x="9837" y="12038"/>
                  </a:lnTo>
                  <a:lnTo>
                    <a:pt x="10213" y="11930"/>
                  </a:lnTo>
                  <a:lnTo>
                    <a:pt x="10571" y="11859"/>
                  </a:lnTo>
                  <a:lnTo>
                    <a:pt x="10946" y="11841"/>
                  </a:lnTo>
                  <a:lnTo>
                    <a:pt x="10946" y="11841"/>
                  </a:lnTo>
                  <a:lnTo>
                    <a:pt x="11232" y="11859"/>
                  </a:lnTo>
                  <a:lnTo>
                    <a:pt x="11519" y="11895"/>
                  </a:lnTo>
                  <a:lnTo>
                    <a:pt x="11805" y="11948"/>
                  </a:lnTo>
                  <a:lnTo>
                    <a:pt x="12091" y="12038"/>
                  </a:lnTo>
                  <a:lnTo>
                    <a:pt x="12359" y="12145"/>
                  </a:lnTo>
                  <a:lnTo>
                    <a:pt x="12645" y="12270"/>
                  </a:lnTo>
                  <a:lnTo>
                    <a:pt x="12914" y="12413"/>
                  </a:lnTo>
                  <a:lnTo>
                    <a:pt x="13164" y="12592"/>
                  </a:lnTo>
                  <a:lnTo>
                    <a:pt x="13164" y="12592"/>
                  </a:lnTo>
                  <a:lnTo>
                    <a:pt x="13003" y="12503"/>
                  </a:lnTo>
                  <a:lnTo>
                    <a:pt x="12824" y="12431"/>
                  </a:lnTo>
                  <a:lnTo>
                    <a:pt x="12663" y="12377"/>
                  </a:lnTo>
                  <a:lnTo>
                    <a:pt x="12484" y="12324"/>
                  </a:lnTo>
                  <a:lnTo>
                    <a:pt x="12306" y="12288"/>
                  </a:lnTo>
                  <a:lnTo>
                    <a:pt x="12127" y="12252"/>
                  </a:lnTo>
                  <a:lnTo>
                    <a:pt x="11948" y="12234"/>
                  </a:lnTo>
                  <a:lnTo>
                    <a:pt x="11769" y="12234"/>
                  </a:lnTo>
                  <a:lnTo>
                    <a:pt x="11769" y="12234"/>
                  </a:lnTo>
                  <a:lnTo>
                    <a:pt x="11465" y="12252"/>
                  </a:lnTo>
                  <a:lnTo>
                    <a:pt x="11179" y="12288"/>
                  </a:lnTo>
                  <a:lnTo>
                    <a:pt x="10875" y="12377"/>
                  </a:lnTo>
                  <a:lnTo>
                    <a:pt x="10588" y="12503"/>
                  </a:lnTo>
                  <a:lnTo>
                    <a:pt x="10302" y="12646"/>
                  </a:lnTo>
                  <a:lnTo>
                    <a:pt x="10034" y="12842"/>
                  </a:lnTo>
                  <a:lnTo>
                    <a:pt x="9766" y="13057"/>
                  </a:lnTo>
                  <a:lnTo>
                    <a:pt x="9515" y="13307"/>
                  </a:lnTo>
                  <a:lnTo>
                    <a:pt x="9515" y="13307"/>
                  </a:lnTo>
                  <a:lnTo>
                    <a:pt x="9319" y="13540"/>
                  </a:lnTo>
                  <a:lnTo>
                    <a:pt x="9140" y="13790"/>
                  </a:lnTo>
                  <a:lnTo>
                    <a:pt x="8979" y="14059"/>
                  </a:lnTo>
                  <a:lnTo>
                    <a:pt x="8836" y="14345"/>
                  </a:lnTo>
                  <a:lnTo>
                    <a:pt x="8710" y="14631"/>
                  </a:lnTo>
                  <a:lnTo>
                    <a:pt x="8585" y="14935"/>
                  </a:lnTo>
                  <a:lnTo>
                    <a:pt x="8496" y="15239"/>
                  </a:lnTo>
                  <a:lnTo>
                    <a:pt x="8406" y="15561"/>
                  </a:lnTo>
                  <a:lnTo>
                    <a:pt x="8406" y="15561"/>
                  </a:lnTo>
                  <a:lnTo>
                    <a:pt x="8675" y="15865"/>
                  </a:lnTo>
                  <a:lnTo>
                    <a:pt x="8961" y="16151"/>
                  </a:lnTo>
                  <a:lnTo>
                    <a:pt x="9247" y="16438"/>
                  </a:lnTo>
                  <a:lnTo>
                    <a:pt x="9533" y="16688"/>
                  </a:lnTo>
                  <a:lnTo>
                    <a:pt x="10123" y="17207"/>
                  </a:lnTo>
                  <a:lnTo>
                    <a:pt x="10714" y="17707"/>
                  </a:lnTo>
                  <a:lnTo>
                    <a:pt x="11000" y="17958"/>
                  </a:lnTo>
                  <a:lnTo>
                    <a:pt x="11286" y="18226"/>
                  </a:lnTo>
                  <a:lnTo>
                    <a:pt x="11554" y="18494"/>
                  </a:lnTo>
                  <a:lnTo>
                    <a:pt x="11787" y="18798"/>
                  </a:lnTo>
                  <a:lnTo>
                    <a:pt x="12019" y="19102"/>
                  </a:lnTo>
                  <a:lnTo>
                    <a:pt x="12234" y="19442"/>
                  </a:lnTo>
                  <a:lnTo>
                    <a:pt x="12413" y="19800"/>
                  </a:lnTo>
                  <a:lnTo>
                    <a:pt x="12556" y="20194"/>
                  </a:lnTo>
                  <a:lnTo>
                    <a:pt x="12556" y="20194"/>
                  </a:lnTo>
                  <a:lnTo>
                    <a:pt x="12645" y="20462"/>
                  </a:lnTo>
                  <a:lnTo>
                    <a:pt x="12681" y="20748"/>
                  </a:lnTo>
                  <a:lnTo>
                    <a:pt x="12717" y="21034"/>
                  </a:lnTo>
                  <a:lnTo>
                    <a:pt x="12717" y="21338"/>
                  </a:lnTo>
                  <a:lnTo>
                    <a:pt x="12699" y="21642"/>
                  </a:lnTo>
                  <a:lnTo>
                    <a:pt x="12663" y="21946"/>
                  </a:lnTo>
                  <a:lnTo>
                    <a:pt x="12592" y="22250"/>
                  </a:lnTo>
                  <a:lnTo>
                    <a:pt x="12520" y="22572"/>
                  </a:lnTo>
                  <a:lnTo>
                    <a:pt x="12520" y="22572"/>
                  </a:lnTo>
                  <a:lnTo>
                    <a:pt x="12788" y="22519"/>
                  </a:lnTo>
                  <a:lnTo>
                    <a:pt x="13057" y="22465"/>
                  </a:lnTo>
                  <a:lnTo>
                    <a:pt x="13307" y="22358"/>
                  </a:lnTo>
                  <a:lnTo>
                    <a:pt x="13558" y="22250"/>
                  </a:lnTo>
                  <a:lnTo>
                    <a:pt x="13808" y="22089"/>
                  </a:lnTo>
                  <a:lnTo>
                    <a:pt x="14040" y="21928"/>
                  </a:lnTo>
                  <a:lnTo>
                    <a:pt x="14273" y="21714"/>
                  </a:lnTo>
                  <a:lnTo>
                    <a:pt x="14505" y="21499"/>
                  </a:lnTo>
                  <a:lnTo>
                    <a:pt x="14505" y="21499"/>
                  </a:lnTo>
                  <a:lnTo>
                    <a:pt x="14684" y="21267"/>
                  </a:lnTo>
                  <a:lnTo>
                    <a:pt x="14863" y="21034"/>
                  </a:lnTo>
                  <a:lnTo>
                    <a:pt x="15024" y="20784"/>
                  </a:lnTo>
                  <a:lnTo>
                    <a:pt x="15167" y="20515"/>
                  </a:lnTo>
                  <a:lnTo>
                    <a:pt x="15292" y="20229"/>
                  </a:lnTo>
                  <a:lnTo>
                    <a:pt x="15400" y="19943"/>
                  </a:lnTo>
                  <a:lnTo>
                    <a:pt x="15507" y="19657"/>
                  </a:lnTo>
                  <a:lnTo>
                    <a:pt x="15579" y="19353"/>
                  </a:lnTo>
                  <a:lnTo>
                    <a:pt x="15650" y="19049"/>
                  </a:lnTo>
                  <a:lnTo>
                    <a:pt x="15704" y="18727"/>
                  </a:lnTo>
                  <a:lnTo>
                    <a:pt x="15740" y="18405"/>
                  </a:lnTo>
                  <a:lnTo>
                    <a:pt x="15775" y="18083"/>
                  </a:lnTo>
                  <a:lnTo>
                    <a:pt x="15775" y="17743"/>
                  </a:lnTo>
                  <a:lnTo>
                    <a:pt x="15775" y="17421"/>
                  </a:lnTo>
                  <a:lnTo>
                    <a:pt x="15757" y="17099"/>
                  </a:lnTo>
                  <a:lnTo>
                    <a:pt x="15722" y="16759"/>
                  </a:lnTo>
                  <a:lnTo>
                    <a:pt x="15722" y="16759"/>
                  </a:lnTo>
                  <a:lnTo>
                    <a:pt x="15793" y="17207"/>
                  </a:lnTo>
                  <a:lnTo>
                    <a:pt x="15865" y="17672"/>
                  </a:lnTo>
                  <a:lnTo>
                    <a:pt x="15901" y="18119"/>
                  </a:lnTo>
                  <a:lnTo>
                    <a:pt x="15918" y="18566"/>
                  </a:lnTo>
                  <a:lnTo>
                    <a:pt x="15918" y="19013"/>
                  </a:lnTo>
                  <a:lnTo>
                    <a:pt x="15883" y="19460"/>
                  </a:lnTo>
                  <a:lnTo>
                    <a:pt x="15829" y="19907"/>
                  </a:lnTo>
                  <a:lnTo>
                    <a:pt x="15757" y="20337"/>
                  </a:lnTo>
                  <a:lnTo>
                    <a:pt x="15650" y="20766"/>
                  </a:lnTo>
                  <a:lnTo>
                    <a:pt x="15543" y="21177"/>
                  </a:lnTo>
                  <a:lnTo>
                    <a:pt x="15382" y="21589"/>
                  </a:lnTo>
                  <a:lnTo>
                    <a:pt x="15221" y="21964"/>
                  </a:lnTo>
                  <a:lnTo>
                    <a:pt x="15042" y="22340"/>
                  </a:lnTo>
                  <a:lnTo>
                    <a:pt x="14827" y="22698"/>
                  </a:lnTo>
                  <a:lnTo>
                    <a:pt x="14595" y="23019"/>
                  </a:lnTo>
                  <a:lnTo>
                    <a:pt x="14327" y="23324"/>
                  </a:lnTo>
                  <a:lnTo>
                    <a:pt x="14327" y="23324"/>
                  </a:lnTo>
                  <a:lnTo>
                    <a:pt x="14023" y="23645"/>
                  </a:lnTo>
                  <a:lnTo>
                    <a:pt x="13701" y="23932"/>
                  </a:lnTo>
                  <a:lnTo>
                    <a:pt x="13361" y="24164"/>
                  </a:lnTo>
                  <a:lnTo>
                    <a:pt x="13003" y="24343"/>
                  </a:lnTo>
                  <a:lnTo>
                    <a:pt x="12645" y="24486"/>
                  </a:lnTo>
                  <a:lnTo>
                    <a:pt x="12288" y="24593"/>
                  </a:lnTo>
                  <a:lnTo>
                    <a:pt x="11912" y="24665"/>
                  </a:lnTo>
                  <a:lnTo>
                    <a:pt x="11536" y="24683"/>
                  </a:lnTo>
                  <a:lnTo>
                    <a:pt x="11536" y="24683"/>
                  </a:lnTo>
                  <a:lnTo>
                    <a:pt x="11358" y="24665"/>
                  </a:lnTo>
                  <a:lnTo>
                    <a:pt x="11358" y="24665"/>
                  </a:lnTo>
                  <a:lnTo>
                    <a:pt x="11214" y="24808"/>
                  </a:lnTo>
                  <a:lnTo>
                    <a:pt x="11054" y="24933"/>
                  </a:lnTo>
                  <a:lnTo>
                    <a:pt x="10893" y="25041"/>
                  </a:lnTo>
                  <a:lnTo>
                    <a:pt x="10732" y="25130"/>
                  </a:lnTo>
                  <a:lnTo>
                    <a:pt x="10571" y="25202"/>
                  </a:lnTo>
                  <a:lnTo>
                    <a:pt x="10410" y="25237"/>
                  </a:lnTo>
                  <a:lnTo>
                    <a:pt x="10231" y="25273"/>
                  </a:lnTo>
                  <a:lnTo>
                    <a:pt x="10070" y="25291"/>
                  </a:lnTo>
                  <a:lnTo>
                    <a:pt x="10070" y="25291"/>
                  </a:lnTo>
                  <a:lnTo>
                    <a:pt x="9927" y="25273"/>
                  </a:lnTo>
                  <a:lnTo>
                    <a:pt x="9784" y="25255"/>
                  </a:lnTo>
                  <a:lnTo>
                    <a:pt x="9658" y="25219"/>
                  </a:lnTo>
                  <a:lnTo>
                    <a:pt x="9515" y="25184"/>
                  </a:lnTo>
                  <a:lnTo>
                    <a:pt x="9372" y="25112"/>
                  </a:lnTo>
                  <a:lnTo>
                    <a:pt x="9247" y="25023"/>
                  </a:lnTo>
                  <a:lnTo>
                    <a:pt x="9104" y="24933"/>
                  </a:lnTo>
                  <a:lnTo>
                    <a:pt x="8961" y="24808"/>
                  </a:lnTo>
                  <a:lnTo>
                    <a:pt x="8961" y="24808"/>
                  </a:lnTo>
                  <a:lnTo>
                    <a:pt x="8836" y="24683"/>
                  </a:lnTo>
                  <a:lnTo>
                    <a:pt x="8728" y="24558"/>
                  </a:lnTo>
                  <a:lnTo>
                    <a:pt x="8514" y="24271"/>
                  </a:lnTo>
                  <a:lnTo>
                    <a:pt x="8317" y="23950"/>
                  </a:lnTo>
                  <a:lnTo>
                    <a:pt x="8120" y="23592"/>
                  </a:lnTo>
                  <a:lnTo>
                    <a:pt x="7941" y="23216"/>
                  </a:lnTo>
                  <a:lnTo>
                    <a:pt x="7780" y="22841"/>
                  </a:lnTo>
                  <a:lnTo>
                    <a:pt x="7441" y="22054"/>
                  </a:lnTo>
                  <a:lnTo>
                    <a:pt x="7244" y="21678"/>
                  </a:lnTo>
                  <a:lnTo>
                    <a:pt x="7065" y="21320"/>
                  </a:lnTo>
                  <a:lnTo>
                    <a:pt x="6850" y="20981"/>
                  </a:lnTo>
                  <a:lnTo>
                    <a:pt x="6618" y="20676"/>
                  </a:lnTo>
                  <a:lnTo>
                    <a:pt x="6493" y="20533"/>
                  </a:lnTo>
                  <a:lnTo>
                    <a:pt x="6350" y="20408"/>
                  </a:lnTo>
                  <a:lnTo>
                    <a:pt x="6206" y="20283"/>
                  </a:lnTo>
                  <a:lnTo>
                    <a:pt x="6063" y="20176"/>
                  </a:lnTo>
                  <a:lnTo>
                    <a:pt x="5902" y="20086"/>
                  </a:lnTo>
                  <a:lnTo>
                    <a:pt x="5741" y="20015"/>
                  </a:lnTo>
                  <a:lnTo>
                    <a:pt x="5563" y="19943"/>
                  </a:lnTo>
                  <a:lnTo>
                    <a:pt x="5384" y="19907"/>
                  </a:lnTo>
                  <a:lnTo>
                    <a:pt x="5384" y="19907"/>
                  </a:lnTo>
                  <a:lnTo>
                    <a:pt x="5098" y="19854"/>
                  </a:lnTo>
                  <a:lnTo>
                    <a:pt x="4829" y="19800"/>
                  </a:lnTo>
                  <a:lnTo>
                    <a:pt x="4561" y="19782"/>
                  </a:lnTo>
                  <a:lnTo>
                    <a:pt x="4293" y="19782"/>
                  </a:lnTo>
                  <a:lnTo>
                    <a:pt x="4293" y="19782"/>
                  </a:lnTo>
                  <a:lnTo>
                    <a:pt x="4042" y="19782"/>
                  </a:lnTo>
                  <a:lnTo>
                    <a:pt x="3792" y="19800"/>
                  </a:lnTo>
                  <a:lnTo>
                    <a:pt x="3542" y="19836"/>
                  </a:lnTo>
                  <a:lnTo>
                    <a:pt x="3291" y="19889"/>
                  </a:lnTo>
                  <a:lnTo>
                    <a:pt x="3041" y="19961"/>
                  </a:lnTo>
                  <a:lnTo>
                    <a:pt x="2808" y="20050"/>
                  </a:lnTo>
                  <a:lnTo>
                    <a:pt x="2558" y="20140"/>
                  </a:lnTo>
                  <a:lnTo>
                    <a:pt x="2325" y="20247"/>
                  </a:lnTo>
                  <a:lnTo>
                    <a:pt x="2093" y="20372"/>
                  </a:lnTo>
                  <a:lnTo>
                    <a:pt x="1878" y="20515"/>
                  </a:lnTo>
                  <a:lnTo>
                    <a:pt x="1663" y="20676"/>
                  </a:lnTo>
                  <a:lnTo>
                    <a:pt x="1449" y="20837"/>
                  </a:lnTo>
                  <a:lnTo>
                    <a:pt x="1234" y="21034"/>
                  </a:lnTo>
                  <a:lnTo>
                    <a:pt x="1020" y="21231"/>
                  </a:lnTo>
                  <a:lnTo>
                    <a:pt x="823" y="21446"/>
                  </a:lnTo>
                  <a:lnTo>
                    <a:pt x="626" y="21678"/>
                  </a:lnTo>
                  <a:lnTo>
                    <a:pt x="626" y="21678"/>
                  </a:lnTo>
                  <a:lnTo>
                    <a:pt x="447" y="21964"/>
                  </a:lnTo>
                  <a:lnTo>
                    <a:pt x="268" y="22268"/>
                  </a:lnTo>
                  <a:lnTo>
                    <a:pt x="125" y="22572"/>
                  </a:lnTo>
                  <a:lnTo>
                    <a:pt x="0" y="22912"/>
                  </a:lnTo>
                  <a:lnTo>
                    <a:pt x="0" y="22912"/>
                  </a:lnTo>
                  <a:lnTo>
                    <a:pt x="18" y="22984"/>
                  </a:lnTo>
                  <a:lnTo>
                    <a:pt x="18" y="22984"/>
                  </a:lnTo>
                  <a:lnTo>
                    <a:pt x="18" y="22984"/>
                  </a:lnTo>
                  <a:lnTo>
                    <a:pt x="18" y="22984"/>
                  </a:lnTo>
                  <a:lnTo>
                    <a:pt x="36" y="22984"/>
                  </a:lnTo>
                  <a:lnTo>
                    <a:pt x="36" y="22984"/>
                  </a:lnTo>
                  <a:lnTo>
                    <a:pt x="54" y="23002"/>
                  </a:lnTo>
                  <a:lnTo>
                    <a:pt x="54" y="23002"/>
                  </a:lnTo>
                  <a:lnTo>
                    <a:pt x="54" y="23002"/>
                  </a:lnTo>
                  <a:lnTo>
                    <a:pt x="54" y="23002"/>
                  </a:lnTo>
                  <a:lnTo>
                    <a:pt x="72" y="23002"/>
                  </a:lnTo>
                  <a:lnTo>
                    <a:pt x="72" y="23002"/>
                  </a:lnTo>
                  <a:lnTo>
                    <a:pt x="72" y="23002"/>
                  </a:lnTo>
                  <a:lnTo>
                    <a:pt x="72" y="23002"/>
                  </a:lnTo>
                  <a:lnTo>
                    <a:pt x="90" y="23019"/>
                  </a:lnTo>
                  <a:lnTo>
                    <a:pt x="90" y="23019"/>
                  </a:lnTo>
                  <a:lnTo>
                    <a:pt x="90" y="23019"/>
                  </a:lnTo>
                  <a:lnTo>
                    <a:pt x="90" y="23019"/>
                  </a:lnTo>
                  <a:lnTo>
                    <a:pt x="107" y="23037"/>
                  </a:lnTo>
                  <a:lnTo>
                    <a:pt x="107" y="23037"/>
                  </a:lnTo>
                  <a:lnTo>
                    <a:pt x="125" y="23037"/>
                  </a:lnTo>
                  <a:lnTo>
                    <a:pt x="125" y="23037"/>
                  </a:lnTo>
                  <a:lnTo>
                    <a:pt x="125" y="23037"/>
                  </a:lnTo>
                  <a:lnTo>
                    <a:pt x="125" y="23037"/>
                  </a:lnTo>
                  <a:lnTo>
                    <a:pt x="143" y="23037"/>
                  </a:lnTo>
                  <a:lnTo>
                    <a:pt x="143" y="23037"/>
                  </a:lnTo>
                  <a:lnTo>
                    <a:pt x="143" y="23055"/>
                  </a:lnTo>
                  <a:lnTo>
                    <a:pt x="143" y="23055"/>
                  </a:lnTo>
                  <a:lnTo>
                    <a:pt x="161" y="23055"/>
                  </a:lnTo>
                  <a:lnTo>
                    <a:pt x="161" y="23055"/>
                  </a:lnTo>
                  <a:lnTo>
                    <a:pt x="161" y="23055"/>
                  </a:lnTo>
                  <a:lnTo>
                    <a:pt x="161" y="23055"/>
                  </a:lnTo>
                  <a:lnTo>
                    <a:pt x="161" y="23055"/>
                  </a:lnTo>
                  <a:lnTo>
                    <a:pt x="161" y="23055"/>
                  </a:lnTo>
                  <a:lnTo>
                    <a:pt x="215" y="23091"/>
                  </a:lnTo>
                  <a:lnTo>
                    <a:pt x="215" y="23091"/>
                  </a:lnTo>
                  <a:lnTo>
                    <a:pt x="215" y="23091"/>
                  </a:lnTo>
                  <a:lnTo>
                    <a:pt x="215" y="23091"/>
                  </a:lnTo>
                  <a:lnTo>
                    <a:pt x="233" y="23091"/>
                  </a:lnTo>
                  <a:lnTo>
                    <a:pt x="233" y="23091"/>
                  </a:lnTo>
                  <a:lnTo>
                    <a:pt x="233" y="23109"/>
                  </a:lnTo>
                  <a:lnTo>
                    <a:pt x="233" y="23109"/>
                  </a:lnTo>
                  <a:lnTo>
                    <a:pt x="251" y="23109"/>
                  </a:lnTo>
                  <a:lnTo>
                    <a:pt x="251" y="23109"/>
                  </a:lnTo>
                  <a:lnTo>
                    <a:pt x="251" y="23109"/>
                  </a:lnTo>
                  <a:lnTo>
                    <a:pt x="251" y="23109"/>
                  </a:lnTo>
                  <a:lnTo>
                    <a:pt x="268" y="23127"/>
                  </a:lnTo>
                  <a:lnTo>
                    <a:pt x="268" y="23127"/>
                  </a:lnTo>
                  <a:lnTo>
                    <a:pt x="286" y="23127"/>
                  </a:lnTo>
                  <a:lnTo>
                    <a:pt x="286" y="23127"/>
                  </a:lnTo>
                  <a:lnTo>
                    <a:pt x="286" y="23127"/>
                  </a:lnTo>
                  <a:lnTo>
                    <a:pt x="286" y="23127"/>
                  </a:lnTo>
                  <a:lnTo>
                    <a:pt x="304" y="23145"/>
                  </a:lnTo>
                  <a:lnTo>
                    <a:pt x="304" y="23145"/>
                  </a:lnTo>
                  <a:lnTo>
                    <a:pt x="304" y="23145"/>
                  </a:lnTo>
                  <a:lnTo>
                    <a:pt x="304" y="23145"/>
                  </a:lnTo>
                  <a:lnTo>
                    <a:pt x="322" y="23145"/>
                  </a:lnTo>
                  <a:lnTo>
                    <a:pt x="322" y="23145"/>
                  </a:lnTo>
                  <a:lnTo>
                    <a:pt x="322" y="23145"/>
                  </a:lnTo>
                  <a:lnTo>
                    <a:pt x="322" y="23145"/>
                  </a:lnTo>
                  <a:lnTo>
                    <a:pt x="340" y="23163"/>
                  </a:lnTo>
                  <a:lnTo>
                    <a:pt x="340" y="23163"/>
                  </a:lnTo>
                  <a:lnTo>
                    <a:pt x="340" y="23163"/>
                  </a:lnTo>
                  <a:lnTo>
                    <a:pt x="340" y="23163"/>
                  </a:lnTo>
                  <a:lnTo>
                    <a:pt x="358" y="23180"/>
                  </a:lnTo>
                  <a:lnTo>
                    <a:pt x="358" y="23180"/>
                  </a:lnTo>
                  <a:lnTo>
                    <a:pt x="358" y="23180"/>
                  </a:lnTo>
                  <a:lnTo>
                    <a:pt x="358" y="23180"/>
                  </a:lnTo>
                  <a:lnTo>
                    <a:pt x="376" y="23180"/>
                  </a:lnTo>
                  <a:lnTo>
                    <a:pt x="376" y="23180"/>
                  </a:lnTo>
                  <a:lnTo>
                    <a:pt x="376" y="23180"/>
                  </a:lnTo>
                  <a:lnTo>
                    <a:pt x="376" y="23180"/>
                  </a:lnTo>
                  <a:lnTo>
                    <a:pt x="394" y="23198"/>
                  </a:lnTo>
                  <a:lnTo>
                    <a:pt x="394" y="23198"/>
                  </a:lnTo>
                  <a:lnTo>
                    <a:pt x="394" y="23198"/>
                  </a:lnTo>
                  <a:lnTo>
                    <a:pt x="394" y="23198"/>
                  </a:lnTo>
                  <a:lnTo>
                    <a:pt x="984" y="23574"/>
                  </a:lnTo>
                  <a:lnTo>
                    <a:pt x="1538" y="23985"/>
                  </a:lnTo>
                  <a:lnTo>
                    <a:pt x="2093" y="24432"/>
                  </a:lnTo>
                  <a:lnTo>
                    <a:pt x="2647" y="24915"/>
                  </a:lnTo>
                  <a:lnTo>
                    <a:pt x="3166" y="25434"/>
                  </a:lnTo>
                  <a:lnTo>
                    <a:pt x="3685" y="25971"/>
                  </a:lnTo>
                  <a:lnTo>
                    <a:pt x="4168" y="26543"/>
                  </a:lnTo>
                  <a:lnTo>
                    <a:pt x="4650" y="27151"/>
                  </a:lnTo>
                  <a:lnTo>
                    <a:pt x="4650" y="27151"/>
                  </a:lnTo>
                  <a:lnTo>
                    <a:pt x="4722" y="27062"/>
                  </a:lnTo>
                  <a:lnTo>
                    <a:pt x="4794" y="26972"/>
                  </a:lnTo>
                  <a:lnTo>
                    <a:pt x="4883" y="26919"/>
                  </a:lnTo>
                  <a:lnTo>
                    <a:pt x="4972" y="26865"/>
                  </a:lnTo>
                  <a:lnTo>
                    <a:pt x="5133" y="26811"/>
                  </a:lnTo>
                  <a:lnTo>
                    <a:pt x="5276" y="26793"/>
                  </a:lnTo>
                  <a:lnTo>
                    <a:pt x="5276" y="26793"/>
                  </a:lnTo>
                  <a:lnTo>
                    <a:pt x="5294" y="26793"/>
                  </a:lnTo>
                  <a:lnTo>
                    <a:pt x="5294" y="26793"/>
                  </a:lnTo>
                  <a:lnTo>
                    <a:pt x="5563" y="26758"/>
                  </a:lnTo>
                  <a:lnTo>
                    <a:pt x="5831" y="26758"/>
                  </a:lnTo>
                  <a:lnTo>
                    <a:pt x="5831" y="26758"/>
                  </a:lnTo>
                  <a:lnTo>
                    <a:pt x="6046" y="26758"/>
                  </a:lnTo>
                  <a:lnTo>
                    <a:pt x="6242" y="26776"/>
                  </a:lnTo>
                  <a:lnTo>
                    <a:pt x="6457" y="26811"/>
                  </a:lnTo>
                  <a:lnTo>
                    <a:pt x="6654" y="26847"/>
                  </a:lnTo>
                  <a:lnTo>
                    <a:pt x="7065" y="26954"/>
                  </a:lnTo>
                  <a:lnTo>
                    <a:pt x="7458" y="27115"/>
                  </a:lnTo>
                  <a:lnTo>
                    <a:pt x="7852" y="27276"/>
                  </a:lnTo>
                  <a:lnTo>
                    <a:pt x="8245" y="27473"/>
                  </a:lnTo>
                  <a:lnTo>
                    <a:pt x="8621" y="27688"/>
                  </a:lnTo>
                  <a:lnTo>
                    <a:pt x="9015" y="27920"/>
                  </a:lnTo>
                  <a:lnTo>
                    <a:pt x="9784" y="28367"/>
                  </a:lnTo>
                  <a:lnTo>
                    <a:pt x="10177" y="28600"/>
                  </a:lnTo>
                  <a:lnTo>
                    <a:pt x="10571" y="28797"/>
                  </a:lnTo>
                  <a:lnTo>
                    <a:pt x="10964" y="28993"/>
                  </a:lnTo>
                  <a:lnTo>
                    <a:pt x="11358" y="29154"/>
                  </a:lnTo>
                  <a:lnTo>
                    <a:pt x="11769" y="29280"/>
                  </a:lnTo>
                  <a:lnTo>
                    <a:pt x="12180" y="29369"/>
                  </a:lnTo>
                  <a:lnTo>
                    <a:pt x="12180" y="29369"/>
                  </a:lnTo>
                  <a:lnTo>
                    <a:pt x="12377" y="29405"/>
                  </a:lnTo>
                  <a:lnTo>
                    <a:pt x="12377" y="29405"/>
                  </a:lnTo>
                  <a:lnTo>
                    <a:pt x="13075" y="29136"/>
                  </a:lnTo>
                  <a:lnTo>
                    <a:pt x="13414" y="28975"/>
                  </a:lnTo>
                  <a:lnTo>
                    <a:pt x="13736" y="28814"/>
                  </a:lnTo>
                  <a:lnTo>
                    <a:pt x="14076" y="28618"/>
                  </a:lnTo>
                  <a:lnTo>
                    <a:pt x="14380" y="28403"/>
                  </a:lnTo>
                  <a:lnTo>
                    <a:pt x="14684" y="28153"/>
                  </a:lnTo>
                  <a:lnTo>
                    <a:pt x="14970" y="27884"/>
                  </a:lnTo>
                  <a:lnTo>
                    <a:pt x="14970" y="27884"/>
                  </a:lnTo>
                  <a:lnTo>
                    <a:pt x="14970" y="27884"/>
                  </a:lnTo>
                  <a:lnTo>
                    <a:pt x="14970" y="27884"/>
                  </a:lnTo>
                  <a:lnTo>
                    <a:pt x="14988" y="27867"/>
                  </a:lnTo>
                  <a:lnTo>
                    <a:pt x="14988" y="27867"/>
                  </a:lnTo>
                  <a:lnTo>
                    <a:pt x="14988" y="27867"/>
                  </a:lnTo>
                  <a:lnTo>
                    <a:pt x="14988" y="27867"/>
                  </a:lnTo>
                  <a:lnTo>
                    <a:pt x="15006" y="27849"/>
                  </a:lnTo>
                  <a:lnTo>
                    <a:pt x="15006" y="27849"/>
                  </a:lnTo>
                  <a:lnTo>
                    <a:pt x="15006" y="27849"/>
                  </a:lnTo>
                  <a:lnTo>
                    <a:pt x="15006" y="27849"/>
                  </a:lnTo>
                  <a:lnTo>
                    <a:pt x="15006" y="27849"/>
                  </a:lnTo>
                  <a:lnTo>
                    <a:pt x="15006" y="27849"/>
                  </a:lnTo>
                  <a:lnTo>
                    <a:pt x="15006" y="27831"/>
                  </a:lnTo>
                  <a:lnTo>
                    <a:pt x="15006" y="27831"/>
                  </a:lnTo>
                  <a:lnTo>
                    <a:pt x="15024" y="27831"/>
                  </a:lnTo>
                  <a:lnTo>
                    <a:pt x="15024" y="27831"/>
                  </a:lnTo>
                  <a:lnTo>
                    <a:pt x="15024" y="27813"/>
                  </a:lnTo>
                  <a:lnTo>
                    <a:pt x="15024" y="27813"/>
                  </a:lnTo>
                  <a:lnTo>
                    <a:pt x="15024" y="27813"/>
                  </a:lnTo>
                  <a:lnTo>
                    <a:pt x="15024" y="27813"/>
                  </a:lnTo>
                  <a:lnTo>
                    <a:pt x="15024" y="27813"/>
                  </a:lnTo>
                  <a:lnTo>
                    <a:pt x="15024" y="27813"/>
                  </a:lnTo>
                  <a:lnTo>
                    <a:pt x="15042" y="27813"/>
                  </a:lnTo>
                  <a:lnTo>
                    <a:pt x="15042" y="27813"/>
                  </a:lnTo>
                  <a:lnTo>
                    <a:pt x="15042" y="27795"/>
                  </a:lnTo>
                  <a:lnTo>
                    <a:pt x="15042" y="27795"/>
                  </a:lnTo>
                  <a:lnTo>
                    <a:pt x="15042" y="27795"/>
                  </a:lnTo>
                  <a:lnTo>
                    <a:pt x="15042" y="27795"/>
                  </a:lnTo>
                  <a:lnTo>
                    <a:pt x="15310" y="27473"/>
                  </a:lnTo>
                  <a:lnTo>
                    <a:pt x="15543" y="27133"/>
                  </a:lnTo>
                  <a:lnTo>
                    <a:pt x="15757" y="26776"/>
                  </a:lnTo>
                  <a:lnTo>
                    <a:pt x="15954" y="26400"/>
                  </a:lnTo>
                  <a:lnTo>
                    <a:pt x="16133" y="25989"/>
                  </a:lnTo>
                  <a:lnTo>
                    <a:pt x="16294" y="25577"/>
                  </a:lnTo>
                  <a:lnTo>
                    <a:pt x="16437" y="25148"/>
                  </a:lnTo>
                  <a:lnTo>
                    <a:pt x="16580" y="24701"/>
                  </a:lnTo>
                  <a:lnTo>
                    <a:pt x="16580" y="24701"/>
                  </a:lnTo>
                  <a:lnTo>
                    <a:pt x="16473" y="24039"/>
                  </a:lnTo>
                  <a:lnTo>
                    <a:pt x="16383" y="23377"/>
                  </a:lnTo>
                  <a:lnTo>
                    <a:pt x="16312" y="22733"/>
                  </a:lnTo>
                  <a:lnTo>
                    <a:pt x="16258" y="22072"/>
                  </a:lnTo>
                  <a:lnTo>
                    <a:pt x="16205" y="21428"/>
                  </a:lnTo>
                  <a:lnTo>
                    <a:pt x="16187" y="20766"/>
                  </a:lnTo>
                  <a:lnTo>
                    <a:pt x="16187" y="20122"/>
                  </a:lnTo>
                  <a:lnTo>
                    <a:pt x="16205" y="19496"/>
                  </a:lnTo>
                  <a:lnTo>
                    <a:pt x="16240" y="18852"/>
                  </a:lnTo>
                  <a:lnTo>
                    <a:pt x="16294" y="18226"/>
                  </a:lnTo>
                  <a:lnTo>
                    <a:pt x="16366" y="17600"/>
                  </a:lnTo>
                  <a:lnTo>
                    <a:pt x="16455" y="16992"/>
                  </a:lnTo>
                  <a:lnTo>
                    <a:pt x="16580" y="16384"/>
                  </a:lnTo>
                  <a:lnTo>
                    <a:pt x="16723" y="15794"/>
                  </a:lnTo>
                  <a:lnTo>
                    <a:pt x="16902" y="15203"/>
                  </a:lnTo>
                  <a:lnTo>
                    <a:pt x="17099" y="14631"/>
                  </a:lnTo>
                  <a:lnTo>
                    <a:pt x="17099" y="14631"/>
                  </a:lnTo>
                  <a:lnTo>
                    <a:pt x="17117" y="14560"/>
                  </a:lnTo>
                  <a:lnTo>
                    <a:pt x="17153" y="14506"/>
                  </a:lnTo>
                  <a:lnTo>
                    <a:pt x="17188" y="14470"/>
                  </a:lnTo>
                  <a:lnTo>
                    <a:pt x="17242" y="14470"/>
                  </a:lnTo>
                  <a:lnTo>
                    <a:pt x="17242" y="14470"/>
                  </a:lnTo>
                  <a:lnTo>
                    <a:pt x="17296" y="14488"/>
                  </a:lnTo>
                  <a:lnTo>
                    <a:pt x="17367" y="14524"/>
                  </a:lnTo>
                  <a:lnTo>
                    <a:pt x="17421" y="14577"/>
                  </a:lnTo>
                  <a:lnTo>
                    <a:pt x="17510" y="14667"/>
                  </a:lnTo>
                  <a:lnTo>
                    <a:pt x="17671" y="14899"/>
                  </a:lnTo>
                  <a:lnTo>
                    <a:pt x="17850" y="15186"/>
                  </a:lnTo>
                  <a:lnTo>
                    <a:pt x="18226" y="15865"/>
                  </a:lnTo>
                  <a:lnTo>
                    <a:pt x="18619" y="16581"/>
                  </a:lnTo>
                  <a:lnTo>
                    <a:pt x="18619" y="16581"/>
                  </a:lnTo>
                  <a:lnTo>
                    <a:pt x="18852" y="16151"/>
                  </a:lnTo>
                  <a:lnTo>
                    <a:pt x="19120" y="15740"/>
                  </a:lnTo>
                  <a:lnTo>
                    <a:pt x="19424" y="15382"/>
                  </a:lnTo>
                  <a:lnTo>
                    <a:pt x="19567" y="15221"/>
                  </a:lnTo>
                  <a:lnTo>
                    <a:pt x="19728" y="15060"/>
                  </a:lnTo>
                  <a:lnTo>
                    <a:pt x="19889" y="14917"/>
                  </a:lnTo>
                  <a:lnTo>
                    <a:pt x="20068" y="14792"/>
                  </a:lnTo>
                  <a:lnTo>
                    <a:pt x="20247" y="14685"/>
                  </a:lnTo>
                  <a:lnTo>
                    <a:pt x="20426" y="14577"/>
                  </a:lnTo>
                  <a:lnTo>
                    <a:pt x="20605" y="14488"/>
                  </a:lnTo>
                  <a:lnTo>
                    <a:pt x="20783" y="14416"/>
                  </a:lnTo>
                  <a:lnTo>
                    <a:pt x="20980" y="14363"/>
                  </a:lnTo>
                  <a:lnTo>
                    <a:pt x="21177" y="14327"/>
                  </a:lnTo>
                  <a:lnTo>
                    <a:pt x="21177" y="14327"/>
                  </a:lnTo>
                  <a:lnTo>
                    <a:pt x="21177" y="14327"/>
                  </a:lnTo>
                  <a:lnTo>
                    <a:pt x="21177" y="14327"/>
                  </a:lnTo>
                  <a:lnTo>
                    <a:pt x="21177" y="14327"/>
                  </a:lnTo>
                  <a:lnTo>
                    <a:pt x="21177" y="14327"/>
                  </a:lnTo>
                  <a:lnTo>
                    <a:pt x="21195" y="14327"/>
                  </a:lnTo>
                  <a:lnTo>
                    <a:pt x="21195" y="14327"/>
                  </a:lnTo>
                  <a:lnTo>
                    <a:pt x="21195" y="14327"/>
                  </a:lnTo>
                  <a:lnTo>
                    <a:pt x="21195" y="14327"/>
                  </a:lnTo>
                  <a:lnTo>
                    <a:pt x="21195" y="14327"/>
                  </a:lnTo>
                  <a:lnTo>
                    <a:pt x="21195" y="14327"/>
                  </a:lnTo>
                  <a:lnTo>
                    <a:pt x="21195" y="14327"/>
                  </a:lnTo>
                  <a:lnTo>
                    <a:pt x="21195" y="14327"/>
                  </a:lnTo>
                  <a:lnTo>
                    <a:pt x="21213" y="14327"/>
                  </a:lnTo>
                  <a:lnTo>
                    <a:pt x="21213" y="14327"/>
                  </a:lnTo>
                  <a:lnTo>
                    <a:pt x="21213" y="14327"/>
                  </a:lnTo>
                  <a:lnTo>
                    <a:pt x="21213" y="14327"/>
                  </a:lnTo>
                  <a:lnTo>
                    <a:pt x="21213" y="14327"/>
                  </a:lnTo>
                  <a:lnTo>
                    <a:pt x="21213" y="14327"/>
                  </a:lnTo>
                  <a:lnTo>
                    <a:pt x="21213" y="14327"/>
                  </a:lnTo>
                  <a:lnTo>
                    <a:pt x="21213" y="14327"/>
                  </a:lnTo>
                  <a:lnTo>
                    <a:pt x="21213" y="14327"/>
                  </a:lnTo>
                  <a:lnTo>
                    <a:pt x="21213" y="14327"/>
                  </a:lnTo>
                  <a:lnTo>
                    <a:pt x="21231" y="14327"/>
                  </a:lnTo>
                  <a:lnTo>
                    <a:pt x="21231" y="14327"/>
                  </a:lnTo>
                  <a:lnTo>
                    <a:pt x="21231" y="14327"/>
                  </a:lnTo>
                  <a:lnTo>
                    <a:pt x="21231" y="14327"/>
                  </a:lnTo>
                  <a:lnTo>
                    <a:pt x="21231" y="14327"/>
                  </a:lnTo>
                  <a:lnTo>
                    <a:pt x="21231" y="14327"/>
                  </a:lnTo>
                  <a:lnTo>
                    <a:pt x="21231" y="14327"/>
                  </a:lnTo>
                  <a:lnTo>
                    <a:pt x="21231"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66" y="14327"/>
                  </a:lnTo>
                  <a:lnTo>
                    <a:pt x="21266" y="14327"/>
                  </a:lnTo>
                  <a:lnTo>
                    <a:pt x="21266" y="14327"/>
                  </a:lnTo>
                  <a:lnTo>
                    <a:pt x="21266" y="14327"/>
                  </a:lnTo>
                  <a:lnTo>
                    <a:pt x="21284" y="14327"/>
                  </a:lnTo>
                  <a:lnTo>
                    <a:pt x="21284" y="14327"/>
                  </a:lnTo>
                  <a:lnTo>
                    <a:pt x="21284" y="14327"/>
                  </a:lnTo>
                  <a:lnTo>
                    <a:pt x="21284" y="14327"/>
                  </a:lnTo>
                  <a:lnTo>
                    <a:pt x="21284" y="14327"/>
                  </a:lnTo>
                  <a:lnTo>
                    <a:pt x="21284" y="14327"/>
                  </a:lnTo>
                  <a:lnTo>
                    <a:pt x="21284" y="14327"/>
                  </a:lnTo>
                  <a:lnTo>
                    <a:pt x="21284" y="14327"/>
                  </a:lnTo>
                  <a:lnTo>
                    <a:pt x="21302" y="14327"/>
                  </a:lnTo>
                  <a:lnTo>
                    <a:pt x="15525"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6" name="Google Shape;2076;p41"/>
            <p:cNvSpPr/>
            <p:nvPr/>
          </p:nvSpPr>
          <p:spPr>
            <a:xfrm>
              <a:off x="4581822" y="2607595"/>
              <a:ext cx="367019" cy="561881"/>
            </a:xfrm>
            <a:custGeom>
              <a:rect b="b" l="l" r="r" t="t"/>
              <a:pathLst>
                <a:path extrusionOk="0" h="12843" w="8389">
                  <a:moveTo>
                    <a:pt x="3416" y="1"/>
                  </a:moveTo>
                  <a:lnTo>
                    <a:pt x="3041" y="19"/>
                  </a:lnTo>
                  <a:lnTo>
                    <a:pt x="2683" y="90"/>
                  </a:lnTo>
                  <a:lnTo>
                    <a:pt x="2307" y="198"/>
                  </a:lnTo>
                  <a:lnTo>
                    <a:pt x="1950" y="341"/>
                  </a:lnTo>
                  <a:lnTo>
                    <a:pt x="1610" y="520"/>
                  </a:lnTo>
                  <a:lnTo>
                    <a:pt x="1270" y="752"/>
                  </a:lnTo>
                  <a:lnTo>
                    <a:pt x="930" y="1038"/>
                  </a:lnTo>
                  <a:lnTo>
                    <a:pt x="626" y="1342"/>
                  </a:lnTo>
                  <a:lnTo>
                    <a:pt x="465" y="1557"/>
                  </a:lnTo>
                  <a:lnTo>
                    <a:pt x="304" y="1754"/>
                  </a:lnTo>
                  <a:lnTo>
                    <a:pt x="143" y="1968"/>
                  </a:lnTo>
                  <a:lnTo>
                    <a:pt x="0" y="2201"/>
                  </a:lnTo>
                  <a:lnTo>
                    <a:pt x="197" y="2630"/>
                  </a:lnTo>
                  <a:lnTo>
                    <a:pt x="394" y="3024"/>
                  </a:lnTo>
                  <a:lnTo>
                    <a:pt x="626" y="3381"/>
                  </a:lnTo>
                  <a:lnTo>
                    <a:pt x="876" y="3721"/>
                  </a:lnTo>
                  <a:lnTo>
                    <a:pt x="966" y="3399"/>
                  </a:lnTo>
                  <a:lnTo>
                    <a:pt x="1055" y="3095"/>
                  </a:lnTo>
                  <a:lnTo>
                    <a:pt x="1180" y="2791"/>
                  </a:lnTo>
                  <a:lnTo>
                    <a:pt x="1306" y="2505"/>
                  </a:lnTo>
                  <a:lnTo>
                    <a:pt x="1449" y="2219"/>
                  </a:lnTo>
                  <a:lnTo>
                    <a:pt x="1610" y="1950"/>
                  </a:lnTo>
                  <a:lnTo>
                    <a:pt x="1789" y="1700"/>
                  </a:lnTo>
                  <a:lnTo>
                    <a:pt x="1985" y="1467"/>
                  </a:lnTo>
                  <a:lnTo>
                    <a:pt x="2236" y="1217"/>
                  </a:lnTo>
                  <a:lnTo>
                    <a:pt x="2504" y="1002"/>
                  </a:lnTo>
                  <a:lnTo>
                    <a:pt x="2772" y="806"/>
                  </a:lnTo>
                  <a:lnTo>
                    <a:pt x="3058" y="663"/>
                  </a:lnTo>
                  <a:lnTo>
                    <a:pt x="3345" y="537"/>
                  </a:lnTo>
                  <a:lnTo>
                    <a:pt x="3649" y="448"/>
                  </a:lnTo>
                  <a:lnTo>
                    <a:pt x="3935" y="412"/>
                  </a:lnTo>
                  <a:lnTo>
                    <a:pt x="4239" y="394"/>
                  </a:lnTo>
                  <a:lnTo>
                    <a:pt x="4418" y="394"/>
                  </a:lnTo>
                  <a:lnTo>
                    <a:pt x="4597" y="412"/>
                  </a:lnTo>
                  <a:lnTo>
                    <a:pt x="4776" y="448"/>
                  </a:lnTo>
                  <a:lnTo>
                    <a:pt x="4954" y="484"/>
                  </a:lnTo>
                  <a:lnTo>
                    <a:pt x="5133" y="537"/>
                  </a:lnTo>
                  <a:lnTo>
                    <a:pt x="5294" y="591"/>
                  </a:lnTo>
                  <a:lnTo>
                    <a:pt x="5473" y="663"/>
                  </a:lnTo>
                  <a:lnTo>
                    <a:pt x="5634" y="752"/>
                  </a:lnTo>
                  <a:lnTo>
                    <a:pt x="5384" y="573"/>
                  </a:lnTo>
                  <a:lnTo>
                    <a:pt x="5115" y="430"/>
                  </a:lnTo>
                  <a:lnTo>
                    <a:pt x="4829" y="305"/>
                  </a:lnTo>
                  <a:lnTo>
                    <a:pt x="4561" y="198"/>
                  </a:lnTo>
                  <a:lnTo>
                    <a:pt x="4275" y="108"/>
                  </a:lnTo>
                  <a:lnTo>
                    <a:pt x="3989" y="55"/>
                  </a:lnTo>
                  <a:lnTo>
                    <a:pt x="3702" y="19"/>
                  </a:lnTo>
                  <a:lnTo>
                    <a:pt x="3416" y="1"/>
                  </a:lnTo>
                  <a:close/>
                  <a:moveTo>
                    <a:pt x="8192" y="4919"/>
                  </a:moveTo>
                  <a:lnTo>
                    <a:pt x="8227" y="5259"/>
                  </a:lnTo>
                  <a:lnTo>
                    <a:pt x="8245" y="5581"/>
                  </a:lnTo>
                  <a:lnTo>
                    <a:pt x="8245" y="5903"/>
                  </a:lnTo>
                  <a:lnTo>
                    <a:pt x="8245" y="6243"/>
                  </a:lnTo>
                  <a:lnTo>
                    <a:pt x="8210" y="6565"/>
                  </a:lnTo>
                  <a:lnTo>
                    <a:pt x="8174" y="6887"/>
                  </a:lnTo>
                  <a:lnTo>
                    <a:pt x="8120" y="7209"/>
                  </a:lnTo>
                  <a:lnTo>
                    <a:pt x="8049" y="7513"/>
                  </a:lnTo>
                  <a:lnTo>
                    <a:pt x="7977" y="7817"/>
                  </a:lnTo>
                  <a:lnTo>
                    <a:pt x="7870" y="8103"/>
                  </a:lnTo>
                  <a:lnTo>
                    <a:pt x="7762" y="8389"/>
                  </a:lnTo>
                  <a:lnTo>
                    <a:pt x="7637" y="8675"/>
                  </a:lnTo>
                  <a:lnTo>
                    <a:pt x="7494" y="8944"/>
                  </a:lnTo>
                  <a:lnTo>
                    <a:pt x="7333" y="9194"/>
                  </a:lnTo>
                  <a:lnTo>
                    <a:pt x="7154" y="9427"/>
                  </a:lnTo>
                  <a:lnTo>
                    <a:pt x="6975" y="9659"/>
                  </a:lnTo>
                  <a:lnTo>
                    <a:pt x="6743" y="9874"/>
                  </a:lnTo>
                  <a:lnTo>
                    <a:pt x="6510" y="10088"/>
                  </a:lnTo>
                  <a:lnTo>
                    <a:pt x="6278" y="10249"/>
                  </a:lnTo>
                  <a:lnTo>
                    <a:pt x="6028" y="10410"/>
                  </a:lnTo>
                  <a:lnTo>
                    <a:pt x="5777" y="10518"/>
                  </a:lnTo>
                  <a:lnTo>
                    <a:pt x="5527" y="10625"/>
                  </a:lnTo>
                  <a:lnTo>
                    <a:pt x="5258" y="10679"/>
                  </a:lnTo>
                  <a:lnTo>
                    <a:pt x="4990" y="10732"/>
                  </a:lnTo>
                  <a:lnTo>
                    <a:pt x="4901" y="11036"/>
                  </a:lnTo>
                  <a:lnTo>
                    <a:pt x="4793" y="11323"/>
                  </a:lnTo>
                  <a:lnTo>
                    <a:pt x="4668" y="11609"/>
                  </a:lnTo>
                  <a:lnTo>
                    <a:pt x="4525" y="11895"/>
                  </a:lnTo>
                  <a:lnTo>
                    <a:pt x="4364" y="12163"/>
                  </a:lnTo>
                  <a:lnTo>
                    <a:pt x="4185" y="12396"/>
                  </a:lnTo>
                  <a:lnTo>
                    <a:pt x="4006" y="12628"/>
                  </a:lnTo>
                  <a:lnTo>
                    <a:pt x="3828" y="12825"/>
                  </a:lnTo>
                  <a:lnTo>
                    <a:pt x="4006" y="12843"/>
                  </a:lnTo>
                  <a:lnTo>
                    <a:pt x="4382" y="12825"/>
                  </a:lnTo>
                  <a:lnTo>
                    <a:pt x="4758" y="12753"/>
                  </a:lnTo>
                  <a:lnTo>
                    <a:pt x="5115" y="12646"/>
                  </a:lnTo>
                  <a:lnTo>
                    <a:pt x="5473" y="12503"/>
                  </a:lnTo>
                  <a:lnTo>
                    <a:pt x="5831" y="12324"/>
                  </a:lnTo>
                  <a:lnTo>
                    <a:pt x="6171" y="12092"/>
                  </a:lnTo>
                  <a:lnTo>
                    <a:pt x="6493" y="11805"/>
                  </a:lnTo>
                  <a:lnTo>
                    <a:pt x="6797" y="11484"/>
                  </a:lnTo>
                  <a:lnTo>
                    <a:pt x="7065" y="11179"/>
                  </a:lnTo>
                  <a:lnTo>
                    <a:pt x="7297" y="10858"/>
                  </a:lnTo>
                  <a:lnTo>
                    <a:pt x="7512" y="10500"/>
                  </a:lnTo>
                  <a:lnTo>
                    <a:pt x="7691" y="10124"/>
                  </a:lnTo>
                  <a:lnTo>
                    <a:pt x="7852" y="9749"/>
                  </a:lnTo>
                  <a:lnTo>
                    <a:pt x="8013" y="9337"/>
                  </a:lnTo>
                  <a:lnTo>
                    <a:pt x="8120" y="8926"/>
                  </a:lnTo>
                  <a:lnTo>
                    <a:pt x="8227" y="8497"/>
                  </a:lnTo>
                  <a:lnTo>
                    <a:pt x="8299" y="8067"/>
                  </a:lnTo>
                  <a:lnTo>
                    <a:pt x="8353" y="7620"/>
                  </a:lnTo>
                  <a:lnTo>
                    <a:pt x="8388" y="7173"/>
                  </a:lnTo>
                  <a:lnTo>
                    <a:pt x="8388" y="6726"/>
                  </a:lnTo>
                  <a:lnTo>
                    <a:pt x="8371" y="6279"/>
                  </a:lnTo>
                  <a:lnTo>
                    <a:pt x="8335" y="5832"/>
                  </a:lnTo>
                  <a:lnTo>
                    <a:pt x="8263" y="5367"/>
                  </a:lnTo>
                  <a:lnTo>
                    <a:pt x="8192" y="4919"/>
                  </a:lnTo>
                  <a:close/>
                </a:path>
              </a:pathLst>
            </a:custGeom>
            <a:solidFill>
              <a:srgbClr val="272327">
                <a:alpha val="12500"/>
              </a:srgbClr>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7" name="Google Shape;2077;p41"/>
            <p:cNvSpPr/>
            <p:nvPr/>
          </p:nvSpPr>
          <p:spPr>
            <a:xfrm>
              <a:off x="4749249" y="2822797"/>
              <a:ext cx="199588" cy="346675"/>
            </a:xfrm>
            <a:custGeom>
              <a:rect b="b" l="l" r="r" t="t"/>
              <a:pathLst>
                <a:path extrusionOk="0" fill="none" h="7924" w="4562">
                  <a:moveTo>
                    <a:pt x="4365" y="0"/>
                  </a:moveTo>
                  <a:lnTo>
                    <a:pt x="4365" y="0"/>
                  </a:lnTo>
                  <a:lnTo>
                    <a:pt x="4400" y="340"/>
                  </a:lnTo>
                  <a:lnTo>
                    <a:pt x="4418" y="662"/>
                  </a:lnTo>
                  <a:lnTo>
                    <a:pt x="4418" y="984"/>
                  </a:lnTo>
                  <a:lnTo>
                    <a:pt x="4418" y="1324"/>
                  </a:lnTo>
                  <a:lnTo>
                    <a:pt x="4383" y="1646"/>
                  </a:lnTo>
                  <a:lnTo>
                    <a:pt x="4347" y="1968"/>
                  </a:lnTo>
                  <a:lnTo>
                    <a:pt x="4293" y="2290"/>
                  </a:lnTo>
                  <a:lnTo>
                    <a:pt x="4222" y="2594"/>
                  </a:lnTo>
                  <a:lnTo>
                    <a:pt x="4150" y="2898"/>
                  </a:lnTo>
                  <a:lnTo>
                    <a:pt x="4043" y="3184"/>
                  </a:lnTo>
                  <a:lnTo>
                    <a:pt x="3935" y="3470"/>
                  </a:lnTo>
                  <a:lnTo>
                    <a:pt x="3810" y="3756"/>
                  </a:lnTo>
                  <a:lnTo>
                    <a:pt x="3667" y="4025"/>
                  </a:lnTo>
                  <a:lnTo>
                    <a:pt x="3506" y="4275"/>
                  </a:lnTo>
                  <a:lnTo>
                    <a:pt x="3327" y="4508"/>
                  </a:lnTo>
                  <a:lnTo>
                    <a:pt x="3148" y="4740"/>
                  </a:lnTo>
                  <a:lnTo>
                    <a:pt x="3148" y="4740"/>
                  </a:lnTo>
                  <a:lnTo>
                    <a:pt x="2916" y="4955"/>
                  </a:lnTo>
                  <a:lnTo>
                    <a:pt x="2683" y="5169"/>
                  </a:lnTo>
                  <a:lnTo>
                    <a:pt x="2451" y="5330"/>
                  </a:lnTo>
                  <a:lnTo>
                    <a:pt x="2201" y="5491"/>
                  </a:lnTo>
                  <a:lnTo>
                    <a:pt x="1950" y="5599"/>
                  </a:lnTo>
                  <a:lnTo>
                    <a:pt x="1700" y="5706"/>
                  </a:lnTo>
                  <a:lnTo>
                    <a:pt x="1431" y="5760"/>
                  </a:lnTo>
                  <a:lnTo>
                    <a:pt x="1163" y="5813"/>
                  </a:lnTo>
                  <a:lnTo>
                    <a:pt x="1163" y="5813"/>
                  </a:lnTo>
                  <a:lnTo>
                    <a:pt x="1074" y="6117"/>
                  </a:lnTo>
                  <a:lnTo>
                    <a:pt x="966" y="6404"/>
                  </a:lnTo>
                  <a:lnTo>
                    <a:pt x="841" y="6690"/>
                  </a:lnTo>
                  <a:lnTo>
                    <a:pt x="698" y="6976"/>
                  </a:lnTo>
                  <a:lnTo>
                    <a:pt x="537" y="7244"/>
                  </a:lnTo>
                  <a:lnTo>
                    <a:pt x="358" y="7477"/>
                  </a:lnTo>
                  <a:lnTo>
                    <a:pt x="179" y="7709"/>
                  </a:lnTo>
                  <a:lnTo>
                    <a:pt x="1" y="7906"/>
                  </a:lnTo>
                  <a:lnTo>
                    <a:pt x="1" y="7906"/>
                  </a:lnTo>
                  <a:lnTo>
                    <a:pt x="179" y="7924"/>
                  </a:lnTo>
                  <a:lnTo>
                    <a:pt x="179" y="7924"/>
                  </a:lnTo>
                  <a:lnTo>
                    <a:pt x="555" y="7906"/>
                  </a:lnTo>
                  <a:lnTo>
                    <a:pt x="931" y="7834"/>
                  </a:lnTo>
                  <a:lnTo>
                    <a:pt x="1288" y="7727"/>
                  </a:lnTo>
                  <a:lnTo>
                    <a:pt x="1646" y="7584"/>
                  </a:lnTo>
                  <a:lnTo>
                    <a:pt x="2004" y="7405"/>
                  </a:lnTo>
                  <a:lnTo>
                    <a:pt x="2344" y="7173"/>
                  </a:lnTo>
                  <a:lnTo>
                    <a:pt x="2666" y="6886"/>
                  </a:lnTo>
                  <a:lnTo>
                    <a:pt x="2970" y="6565"/>
                  </a:lnTo>
                  <a:lnTo>
                    <a:pt x="2970" y="6565"/>
                  </a:lnTo>
                  <a:lnTo>
                    <a:pt x="3238" y="6260"/>
                  </a:lnTo>
                  <a:lnTo>
                    <a:pt x="3470" y="5939"/>
                  </a:lnTo>
                  <a:lnTo>
                    <a:pt x="3685" y="5581"/>
                  </a:lnTo>
                  <a:lnTo>
                    <a:pt x="3864" y="5205"/>
                  </a:lnTo>
                  <a:lnTo>
                    <a:pt x="4025" y="4830"/>
                  </a:lnTo>
                  <a:lnTo>
                    <a:pt x="4186" y="4418"/>
                  </a:lnTo>
                  <a:lnTo>
                    <a:pt x="4293" y="4007"/>
                  </a:lnTo>
                  <a:lnTo>
                    <a:pt x="4400" y="3578"/>
                  </a:lnTo>
                  <a:lnTo>
                    <a:pt x="4472" y="3148"/>
                  </a:lnTo>
                  <a:lnTo>
                    <a:pt x="4526" y="2701"/>
                  </a:lnTo>
                  <a:lnTo>
                    <a:pt x="4561" y="2254"/>
                  </a:lnTo>
                  <a:lnTo>
                    <a:pt x="4561" y="1807"/>
                  </a:lnTo>
                  <a:lnTo>
                    <a:pt x="4544" y="1360"/>
                  </a:lnTo>
                  <a:lnTo>
                    <a:pt x="4508" y="913"/>
                  </a:lnTo>
                  <a:lnTo>
                    <a:pt x="4436" y="448"/>
                  </a:lnTo>
                  <a:lnTo>
                    <a:pt x="4365"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8" name="Google Shape;2078;p41"/>
            <p:cNvSpPr/>
            <p:nvPr/>
          </p:nvSpPr>
          <p:spPr>
            <a:xfrm>
              <a:off x="4581822" y="2607595"/>
              <a:ext cx="246531" cy="162838"/>
            </a:xfrm>
            <a:custGeom>
              <a:rect b="b" l="l" r="r" t="t"/>
              <a:pathLst>
                <a:path extrusionOk="0" fill="none" h="3722" w="5635">
                  <a:moveTo>
                    <a:pt x="3416" y="1"/>
                  </a:moveTo>
                  <a:lnTo>
                    <a:pt x="3416" y="1"/>
                  </a:lnTo>
                  <a:lnTo>
                    <a:pt x="3041" y="19"/>
                  </a:lnTo>
                  <a:lnTo>
                    <a:pt x="2683" y="90"/>
                  </a:lnTo>
                  <a:lnTo>
                    <a:pt x="2307" y="198"/>
                  </a:lnTo>
                  <a:lnTo>
                    <a:pt x="1950" y="341"/>
                  </a:lnTo>
                  <a:lnTo>
                    <a:pt x="1610" y="520"/>
                  </a:lnTo>
                  <a:lnTo>
                    <a:pt x="1270" y="752"/>
                  </a:lnTo>
                  <a:lnTo>
                    <a:pt x="930" y="1038"/>
                  </a:lnTo>
                  <a:lnTo>
                    <a:pt x="626" y="1342"/>
                  </a:lnTo>
                  <a:lnTo>
                    <a:pt x="626" y="1342"/>
                  </a:lnTo>
                  <a:lnTo>
                    <a:pt x="465" y="1557"/>
                  </a:lnTo>
                  <a:lnTo>
                    <a:pt x="304" y="1754"/>
                  </a:lnTo>
                  <a:lnTo>
                    <a:pt x="143" y="1968"/>
                  </a:lnTo>
                  <a:lnTo>
                    <a:pt x="0" y="2201"/>
                  </a:lnTo>
                  <a:lnTo>
                    <a:pt x="0" y="2201"/>
                  </a:lnTo>
                  <a:lnTo>
                    <a:pt x="197" y="2630"/>
                  </a:lnTo>
                  <a:lnTo>
                    <a:pt x="394" y="3024"/>
                  </a:lnTo>
                  <a:lnTo>
                    <a:pt x="626" y="3381"/>
                  </a:lnTo>
                  <a:lnTo>
                    <a:pt x="876" y="3721"/>
                  </a:lnTo>
                  <a:lnTo>
                    <a:pt x="876" y="3721"/>
                  </a:lnTo>
                  <a:lnTo>
                    <a:pt x="966" y="3399"/>
                  </a:lnTo>
                  <a:lnTo>
                    <a:pt x="1055" y="3095"/>
                  </a:lnTo>
                  <a:lnTo>
                    <a:pt x="1180" y="2791"/>
                  </a:lnTo>
                  <a:lnTo>
                    <a:pt x="1306" y="2505"/>
                  </a:lnTo>
                  <a:lnTo>
                    <a:pt x="1449" y="2219"/>
                  </a:lnTo>
                  <a:lnTo>
                    <a:pt x="1610" y="1950"/>
                  </a:lnTo>
                  <a:lnTo>
                    <a:pt x="1789" y="1700"/>
                  </a:lnTo>
                  <a:lnTo>
                    <a:pt x="1985" y="1467"/>
                  </a:lnTo>
                  <a:lnTo>
                    <a:pt x="1985" y="1467"/>
                  </a:lnTo>
                  <a:lnTo>
                    <a:pt x="2236" y="1217"/>
                  </a:lnTo>
                  <a:lnTo>
                    <a:pt x="2504" y="1002"/>
                  </a:lnTo>
                  <a:lnTo>
                    <a:pt x="2772" y="806"/>
                  </a:lnTo>
                  <a:lnTo>
                    <a:pt x="3058" y="663"/>
                  </a:lnTo>
                  <a:lnTo>
                    <a:pt x="3345" y="537"/>
                  </a:lnTo>
                  <a:lnTo>
                    <a:pt x="3649" y="448"/>
                  </a:lnTo>
                  <a:lnTo>
                    <a:pt x="3935" y="412"/>
                  </a:lnTo>
                  <a:lnTo>
                    <a:pt x="4239" y="394"/>
                  </a:lnTo>
                  <a:lnTo>
                    <a:pt x="4239" y="394"/>
                  </a:lnTo>
                  <a:lnTo>
                    <a:pt x="4418" y="394"/>
                  </a:lnTo>
                  <a:lnTo>
                    <a:pt x="4597" y="412"/>
                  </a:lnTo>
                  <a:lnTo>
                    <a:pt x="4776" y="448"/>
                  </a:lnTo>
                  <a:lnTo>
                    <a:pt x="4954" y="484"/>
                  </a:lnTo>
                  <a:lnTo>
                    <a:pt x="5133" y="537"/>
                  </a:lnTo>
                  <a:lnTo>
                    <a:pt x="5294" y="591"/>
                  </a:lnTo>
                  <a:lnTo>
                    <a:pt x="5473" y="663"/>
                  </a:lnTo>
                  <a:lnTo>
                    <a:pt x="5634" y="752"/>
                  </a:lnTo>
                  <a:lnTo>
                    <a:pt x="5634" y="752"/>
                  </a:lnTo>
                  <a:lnTo>
                    <a:pt x="5384" y="573"/>
                  </a:lnTo>
                  <a:lnTo>
                    <a:pt x="5115" y="430"/>
                  </a:lnTo>
                  <a:lnTo>
                    <a:pt x="4829" y="305"/>
                  </a:lnTo>
                  <a:lnTo>
                    <a:pt x="4561" y="198"/>
                  </a:lnTo>
                  <a:lnTo>
                    <a:pt x="4275" y="108"/>
                  </a:lnTo>
                  <a:lnTo>
                    <a:pt x="3989" y="55"/>
                  </a:lnTo>
                  <a:lnTo>
                    <a:pt x="3702" y="19"/>
                  </a:lnTo>
                  <a:lnTo>
                    <a:pt x="3416"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9" name="Google Shape;2079;p41"/>
            <p:cNvSpPr/>
            <p:nvPr/>
          </p:nvSpPr>
          <p:spPr>
            <a:xfrm>
              <a:off x="4848646" y="2680394"/>
              <a:ext cx="93931" cy="124469"/>
            </a:xfrm>
            <a:custGeom>
              <a:rect b="b" l="l" r="r" t="t"/>
              <a:pathLst>
                <a:path extrusionOk="0"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close/>
                </a:path>
              </a:pathLst>
            </a:custGeom>
            <a:solidFill>
              <a:srgbClr val="272327">
                <a:alpha val="12500"/>
              </a:srgbClr>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80" name="Google Shape;2080;p41"/>
            <p:cNvSpPr/>
            <p:nvPr/>
          </p:nvSpPr>
          <p:spPr>
            <a:xfrm>
              <a:off x="4848646" y="2680394"/>
              <a:ext cx="93931" cy="124469"/>
            </a:xfrm>
            <a:custGeom>
              <a:rect b="b" l="l" r="r" t="t"/>
              <a:pathLst>
                <a:path extrusionOk="0" fill="none"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81" name="Google Shape;2081;p41"/>
            <p:cNvSpPr/>
            <p:nvPr/>
          </p:nvSpPr>
          <p:spPr>
            <a:xfrm>
              <a:off x="5298559" y="2883040"/>
              <a:ext cx="50138" cy="100231"/>
            </a:xfrm>
            <a:custGeom>
              <a:rect b="b" l="l" r="r" t="t"/>
              <a:pathLst>
                <a:path extrusionOk="0" h="2291" w="1146">
                  <a:moveTo>
                    <a:pt x="1109" y="1"/>
                  </a:moveTo>
                  <a:lnTo>
                    <a:pt x="0" y="2129"/>
                  </a:lnTo>
                  <a:lnTo>
                    <a:pt x="0" y="2183"/>
                  </a:lnTo>
                  <a:lnTo>
                    <a:pt x="18" y="2236"/>
                  </a:lnTo>
                  <a:lnTo>
                    <a:pt x="54" y="2272"/>
                  </a:lnTo>
                  <a:lnTo>
                    <a:pt x="90" y="2290"/>
                  </a:lnTo>
                  <a:lnTo>
                    <a:pt x="143" y="2272"/>
                  </a:lnTo>
                  <a:lnTo>
                    <a:pt x="179" y="2236"/>
                  </a:lnTo>
                  <a:lnTo>
                    <a:pt x="1145" y="340"/>
                  </a:lnTo>
                  <a:lnTo>
                    <a:pt x="1038" y="430"/>
                  </a:lnTo>
                  <a:lnTo>
                    <a:pt x="930" y="519"/>
                  </a:lnTo>
                  <a:lnTo>
                    <a:pt x="1109" y="1"/>
                  </a:lnTo>
                  <a:close/>
                </a:path>
              </a:pathLst>
            </a:custGeom>
            <a:solidFill>
              <a:srgbClr val="68170B"/>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82" name="Google Shape;2082;p41"/>
            <p:cNvSpPr/>
            <p:nvPr/>
          </p:nvSpPr>
          <p:spPr>
            <a:xfrm>
              <a:off x="5298559" y="2883040"/>
              <a:ext cx="50138" cy="100231"/>
            </a:xfrm>
            <a:custGeom>
              <a:rect b="b" l="l" r="r" t="t"/>
              <a:pathLst>
                <a:path extrusionOk="0" fill="none" h="2291" w="1146">
                  <a:moveTo>
                    <a:pt x="1109" y="1"/>
                  </a:moveTo>
                  <a:lnTo>
                    <a:pt x="1109" y="1"/>
                  </a:lnTo>
                  <a:lnTo>
                    <a:pt x="0" y="2129"/>
                  </a:lnTo>
                  <a:lnTo>
                    <a:pt x="0" y="2129"/>
                  </a:lnTo>
                  <a:lnTo>
                    <a:pt x="0" y="2183"/>
                  </a:lnTo>
                  <a:lnTo>
                    <a:pt x="18" y="2236"/>
                  </a:lnTo>
                  <a:lnTo>
                    <a:pt x="54" y="2272"/>
                  </a:lnTo>
                  <a:lnTo>
                    <a:pt x="90" y="2290"/>
                  </a:lnTo>
                  <a:lnTo>
                    <a:pt x="90" y="2290"/>
                  </a:lnTo>
                  <a:lnTo>
                    <a:pt x="143" y="2272"/>
                  </a:lnTo>
                  <a:lnTo>
                    <a:pt x="179" y="2236"/>
                  </a:lnTo>
                  <a:lnTo>
                    <a:pt x="1145" y="340"/>
                  </a:lnTo>
                  <a:lnTo>
                    <a:pt x="1145" y="340"/>
                  </a:lnTo>
                  <a:lnTo>
                    <a:pt x="1038" y="430"/>
                  </a:lnTo>
                  <a:lnTo>
                    <a:pt x="930" y="519"/>
                  </a:lnTo>
                  <a:lnTo>
                    <a:pt x="930" y="519"/>
                  </a:lnTo>
                  <a:lnTo>
                    <a:pt x="930" y="519"/>
                  </a:lnTo>
                  <a:lnTo>
                    <a:pt x="1109"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6" name="Shape 2086"/>
        <p:cNvGrpSpPr/>
        <p:nvPr/>
      </p:nvGrpSpPr>
      <p:grpSpPr>
        <a:xfrm>
          <a:off x="0" y="0"/>
          <a:ext cx="0" cy="0"/>
          <a:chOff x="0" y="0"/>
          <a:chExt cx="0" cy="0"/>
        </a:xfrm>
      </p:grpSpPr>
      <p:grpSp>
        <p:nvGrpSpPr>
          <p:cNvPr id="2087" name="Google Shape;2087;p42"/>
          <p:cNvGrpSpPr/>
          <p:nvPr/>
        </p:nvGrpSpPr>
        <p:grpSpPr>
          <a:xfrm>
            <a:off x="5350064" y="3271799"/>
            <a:ext cx="2962722" cy="1512750"/>
            <a:chOff x="720027" y="2534924"/>
            <a:chExt cx="2962722" cy="1512750"/>
          </a:xfrm>
        </p:grpSpPr>
        <p:sp>
          <p:nvSpPr>
            <p:cNvPr id="2088" name="Google Shape;2088;p42"/>
            <p:cNvSpPr/>
            <p:nvPr/>
          </p:nvSpPr>
          <p:spPr>
            <a:xfrm>
              <a:off x="1464778" y="2581718"/>
              <a:ext cx="1528367" cy="1103860"/>
            </a:xfrm>
            <a:custGeom>
              <a:rect b="b" l="l" r="r" t="t"/>
              <a:pathLst>
                <a:path extrusionOk="0" h="54633" w="75643">
                  <a:moveTo>
                    <a:pt x="75643" y="0"/>
                  </a:move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2"/>
            <p:cNvSpPr/>
            <p:nvPr/>
          </p:nvSpPr>
          <p:spPr>
            <a:xfrm>
              <a:off x="1464778" y="2581718"/>
              <a:ext cx="1528367" cy="1103860"/>
            </a:xfrm>
            <a:custGeom>
              <a:rect b="b" l="l" r="r" t="t"/>
              <a:pathLst>
                <a:path extrusionOk="0" fill="none" h="54633" w="75643">
                  <a:moveTo>
                    <a:pt x="75643" y="0"/>
                  </a:moveTo>
                  <a:lnTo>
                    <a:pt x="75643" y="0"/>
                  </a:ln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2"/>
            <p:cNvSpPr/>
            <p:nvPr/>
          </p:nvSpPr>
          <p:spPr>
            <a:xfrm>
              <a:off x="1170757" y="2558503"/>
              <a:ext cx="291780" cy="86376"/>
            </a:xfrm>
            <a:custGeom>
              <a:rect b="b" l="l" r="r" t="t"/>
              <a:pathLst>
                <a:path extrusionOk="0" h="4275" w="14441">
                  <a:moveTo>
                    <a:pt x="4011" y="1"/>
                  </a:moveTo>
                  <a:lnTo>
                    <a:pt x="3427" y="20"/>
                  </a:lnTo>
                  <a:lnTo>
                    <a:pt x="2843" y="39"/>
                  </a:lnTo>
                  <a:lnTo>
                    <a:pt x="2260" y="95"/>
                  </a:lnTo>
                  <a:lnTo>
                    <a:pt x="1676" y="152"/>
                  </a:lnTo>
                  <a:lnTo>
                    <a:pt x="1093" y="227"/>
                  </a:lnTo>
                  <a:lnTo>
                    <a:pt x="848" y="265"/>
                  </a:lnTo>
                  <a:lnTo>
                    <a:pt x="528" y="340"/>
                  </a:lnTo>
                  <a:lnTo>
                    <a:pt x="208" y="396"/>
                  </a:lnTo>
                  <a:lnTo>
                    <a:pt x="76" y="415"/>
                  </a:lnTo>
                  <a:lnTo>
                    <a:pt x="1" y="396"/>
                  </a:lnTo>
                  <a:lnTo>
                    <a:pt x="1" y="396"/>
                  </a:lnTo>
                  <a:lnTo>
                    <a:pt x="4613" y="3070"/>
                  </a:lnTo>
                  <a:lnTo>
                    <a:pt x="5310" y="3465"/>
                  </a:lnTo>
                  <a:lnTo>
                    <a:pt x="5667" y="3653"/>
                  </a:lnTo>
                  <a:lnTo>
                    <a:pt x="6025" y="3823"/>
                  </a:lnTo>
                  <a:lnTo>
                    <a:pt x="6383" y="3973"/>
                  </a:lnTo>
                  <a:lnTo>
                    <a:pt x="6759" y="4086"/>
                  </a:lnTo>
                  <a:lnTo>
                    <a:pt x="7136" y="4180"/>
                  </a:lnTo>
                  <a:lnTo>
                    <a:pt x="7531" y="4256"/>
                  </a:lnTo>
                  <a:lnTo>
                    <a:pt x="7813" y="4274"/>
                  </a:lnTo>
                  <a:lnTo>
                    <a:pt x="8096" y="4274"/>
                  </a:lnTo>
                  <a:lnTo>
                    <a:pt x="8378" y="4256"/>
                  </a:lnTo>
                  <a:lnTo>
                    <a:pt x="8642" y="4218"/>
                  </a:lnTo>
                  <a:lnTo>
                    <a:pt x="8924" y="4161"/>
                  </a:lnTo>
                  <a:lnTo>
                    <a:pt x="9188" y="4105"/>
                  </a:lnTo>
                  <a:lnTo>
                    <a:pt x="9734" y="3936"/>
                  </a:lnTo>
                  <a:lnTo>
                    <a:pt x="10261" y="3747"/>
                  </a:lnTo>
                  <a:lnTo>
                    <a:pt x="10788" y="3521"/>
                  </a:lnTo>
                  <a:lnTo>
                    <a:pt x="11823" y="3088"/>
                  </a:lnTo>
                  <a:lnTo>
                    <a:pt x="12275" y="2900"/>
                  </a:lnTo>
                  <a:lnTo>
                    <a:pt x="12746" y="2712"/>
                  </a:lnTo>
                  <a:lnTo>
                    <a:pt x="13235" y="2561"/>
                  </a:lnTo>
                  <a:lnTo>
                    <a:pt x="13725" y="2448"/>
                  </a:lnTo>
                  <a:lnTo>
                    <a:pt x="13894" y="2430"/>
                  </a:lnTo>
                  <a:lnTo>
                    <a:pt x="14120" y="2411"/>
                  </a:lnTo>
                  <a:lnTo>
                    <a:pt x="14233" y="2392"/>
                  </a:lnTo>
                  <a:lnTo>
                    <a:pt x="14327" y="2354"/>
                  </a:lnTo>
                  <a:lnTo>
                    <a:pt x="14402" y="2317"/>
                  </a:lnTo>
                  <a:lnTo>
                    <a:pt x="14440" y="2241"/>
                  </a:lnTo>
                  <a:lnTo>
                    <a:pt x="14440" y="2185"/>
                  </a:lnTo>
                  <a:lnTo>
                    <a:pt x="14440" y="2147"/>
                  </a:lnTo>
                  <a:lnTo>
                    <a:pt x="14384" y="2053"/>
                  </a:lnTo>
                  <a:lnTo>
                    <a:pt x="14308" y="1978"/>
                  </a:lnTo>
                  <a:lnTo>
                    <a:pt x="14195" y="1921"/>
                  </a:lnTo>
                  <a:lnTo>
                    <a:pt x="13969" y="1808"/>
                  </a:lnTo>
                  <a:lnTo>
                    <a:pt x="13781" y="1752"/>
                  </a:lnTo>
                  <a:lnTo>
                    <a:pt x="13235" y="1545"/>
                  </a:lnTo>
                  <a:lnTo>
                    <a:pt x="12670" y="1338"/>
                  </a:lnTo>
                  <a:lnTo>
                    <a:pt x="12124" y="1168"/>
                  </a:lnTo>
                  <a:lnTo>
                    <a:pt x="11560" y="999"/>
                  </a:lnTo>
                  <a:lnTo>
                    <a:pt x="10995" y="829"/>
                  </a:lnTo>
                  <a:lnTo>
                    <a:pt x="10411" y="698"/>
                  </a:lnTo>
                  <a:lnTo>
                    <a:pt x="9847" y="566"/>
                  </a:lnTo>
                  <a:lnTo>
                    <a:pt x="9263" y="453"/>
                  </a:lnTo>
                  <a:lnTo>
                    <a:pt x="8698" y="340"/>
                  </a:lnTo>
                  <a:lnTo>
                    <a:pt x="8115" y="246"/>
                  </a:lnTo>
                  <a:lnTo>
                    <a:pt x="7531" y="170"/>
                  </a:lnTo>
                  <a:lnTo>
                    <a:pt x="6947" y="114"/>
                  </a:lnTo>
                  <a:lnTo>
                    <a:pt x="6345" y="57"/>
                  </a:lnTo>
                  <a:lnTo>
                    <a:pt x="5761" y="20"/>
                  </a:lnTo>
                  <a:lnTo>
                    <a:pt x="517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2"/>
            <p:cNvSpPr/>
            <p:nvPr/>
          </p:nvSpPr>
          <p:spPr>
            <a:xfrm>
              <a:off x="1170757" y="2558503"/>
              <a:ext cx="291780" cy="86376"/>
            </a:xfrm>
            <a:custGeom>
              <a:rect b="b" l="l" r="r" t="t"/>
              <a:pathLst>
                <a:path extrusionOk="0" fill="none" h="4275" w="14441">
                  <a:moveTo>
                    <a:pt x="7531" y="4256"/>
                  </a:moveTo>
                  <a:lnTo>
                    <a:pt x="7531" y="4256"/>
                  </a:lnTo>
                  <a:lnTo>
                    <a:pt x="7136" y="4180"/>
                  </a:lnTo>
                  <a:lnTo>
                    <a:pt x="6759" y="4086"/>
                  </a:lnTo>
                  <a:lnTo>
                    <a:pt x="6383" y="3973"/>
                  </a:lnTo>
                  <a:lnTo>
                    <a:pt x="6025" y="3823"/>
                  </a:lnTo>
                  <a:lnTo>
                    <a:pt x="5667" y="3653"/>
                  </a:lnTo>
                  <a:lnTo>
                    <a:pt x="5310" y="3465"/>
                  </a:lnTo>
                  <a:lnTo>
                    <a:pt x="4613" y="3070"/>
                  </a:lnTo>
                  <a:lnTo>
                    <a:pt x="4613" y="3070"/>
                  </a:lnTo>
                  <a:lnTo>
                    <a:pt x="1" y="396"/>
                  </a:lnTo>
                  <a:lnTo>
                    <a:pt x="1" y="396"/>
                  </a:lnTo>
                  <a:lnTo>
                    <a:pt x="76" y="415"/>
                  </a:lnTo>
                  <a:lnTo>
                    <a:pt x="208" y="396"/>
                  </a:lnTo>
                  <a:lnTo>
                    <a:pt x="528" y="340"/>
                  </a:lnTo>
                  <a:lnTo>
                    <a:pt x="848" y="265"/>
                  </a:lnTo>
                  <a:lnTo>
                    <a:pt x="1093" y="227"/>
                  </a:lnTo>
                  <a:lnTo>
                    <a:pt x="1093" y="227"/>
                  </a:lnTo>
                  <a:lnTo>
                    <a:pt x="1676" y="152"/>
                  </a:lnTo>
                  <a:lnTo>
                    <a:pt x="2260" y="95"/>
                  </a:lnTo>
                  <a:lnTo>
                    <a:pt x="2260" y="95"/>
                  </a:lnTo>
                  <a:lnTo>
                    <a:pt x="2843" y="39"/>
                  </a:lnTo>
                  <a:lnTo>
                    <a:pt x="3427" y="20"/>
                  </a:lnTo>
                  <a:lnTo>
                    <a:pt x="4011" y="1"/>
                  </a:lnTo>
                  <a:lnTo>
                    <a:pt x="4594" y="1"/>
                  </a:lnTo>
                  <a:lnTo>
                    <a:pt x="4594" y="1"/>
                  </a:lnTo>
                  <a:lnTo>
                    <a:pt x="5178" y="1"/>
                  </a:lnTo>
                  <a:lnTo>
                    <a:pt x="5761" y="20"/>
                  </a:lnTo>
                  <a:lnTo>
                    <a:pt x="6345" y="57"/>
                  </a:lnTo>
                  <a:lnTo>
                    <a:pt x="6947" y="114"/>
                  </a:lnTo>
                  <a:lnTo>
                    <a:pt x="7531" y="170"/>
                  </a:lnTo>
                  <a:lnTo>
                    <a:pt x="8115" y="246"/>
                  </a:lnTo>
                  <a:lnTo>
                    <a:pt x="8698" y="340"/>
                  </a:lnTo>
                  <a:lnTo>
                    <a:pt x="9263" y="453"/>
                  </a:lnTo>
                  <a:lnTo>
                    <a:pt x="9263" y="453"/>
                  </a:lnTo>
                  <a:lnTo>
                    <a:pt x="9847" y="566"/>
                  </a:lnTo>
                  <a:lnTo>
                    <a:pt x="10411" y="698"/>
                  </a:lnTo>
                  <a:lnTo>
                    <a:pt x="10995" y="829"/>
                  </a:lnTo>
                  <a:lnTo>
                    <a:pt x="11560" y="999"/>
                  </a:lnTo>
                  <a:lnTo>
                    <a:pt x="12124" y="1168"/>
                  </a:lnTo>
                  <a:lnTo>
                    <a:pt x="12670" y="1338"/>
                  </a:lnTo>
                  <a:lnTo>
                    <a:pt x="13235" y="1545"/>
                  </a:lnTo>
                  <a:lnTo>
                    <a:pt x="13781" y="1752"/>
                  </a:lnTo>
                  <a:lnTo>
                    <a:pt x="13781" y="1752"/>
                  </a:lnTo>
                  <a:lnTo>
                    <a:pt x="13969" y="1808"/>
                  </a:lnTo>
                  <a:lnTo>
                    <a:pt x="14195" y="1921"/>
                  </a:lnTo>
                  <a:lnTo>
                    <a:pt x="14308" y="1978"/>
                  </a:lnTo>
                  <a:lnTo>
                    <a:pt x="14384" y="2053"/>
                  </a:lnTo>
                  <a:lnTo>
                    <a:pt x="14440" y="2147"/>
                  </a:lnTo>
                  <a:lnTo>
                    <a:pt x="14440" y="2185"/>
                  </a:lnTo>
                  <a:lnTo>
                    <a:pt x="14440" y="2241"/>
                  </a:lnTo>
                  <a:lnTo>
                    <a:pt x="14440" y="2241"/>
                  </a:lnTo>
                  <a:lnTo>
                    <a:pt x="14402" y="2317"/>
                  </a:lnTo>
                  <a:lnTo>
                    <a:pt x="14327" y="2354"/>
                  </a:lnTo>
                  <a:lnTo>
                    <a:pt x="14233" y="2392"/>
                  </a:lnTo>
                  <a:lnTo>
                    <a:pt x="14120" y="2411"/>
                  </a:lnTo>
                  <a:lnTo>
                    <a:pt x="13894" y="2430"/>
                  </a:lnTo>
                  <a:lnTo>
                    <a:pt x="13725" y="2448"/>
                  </a:lnTo>
                  <a:lnTo>
                    <a:pt x="13725" y="2448"/>
                  </a:lnTo>
                  <a:lnTo>
                    <a:pt x="13235" y="2561"/>
                  </a:lnTo>
                  <a:lnTo>
                    <a:pt x="12746" y="2712"/>
                  </a:lnTo>
                  <a:lnTo>
                    <a:pt x="12275" y="2900"/>
                  </a:lnTo>
                  <a:lnTo>
                    <a:pt x="11823" y="3088"/>
                  </a:lnTo>
                  <a:lnTo>
                    <a:pt x="11823" y="3088"/>
                  </a:lnTo>
                  <a:lnTo>
                    <a:pt x="10788" y="3521"/>
                  </a:lnTo>
                  <a:lnTo>
                    <a:pt x="10261" y="3747"/>
                  </a:lnTo>
                  <a:lnTo>
                    <a:pt x="9734" y="3936"/>
                  </a:lnTo>
                  <a:lnTo>
                    <a:pt x="9188" y="4105"/>
                  </a:lnTo>
                  <a:lnTo>
                    <a:pt x="8924" y="4161"/>
                  </a:lnTo>
                  <a:lnTo>
                    <a:pt x="8642" y="4218"/>
                  </a:lnTo>
                  <a:lnTo>
                    <a:pt x="8378" y="4256"/>
                  </a:lnTo>
                  <a:lnTo>
                    <a:pt x="8096" y="4274"/>
                  </a:lnTo>
                  <a:lnTo>
                    <a:pt x="7813" y="4274"/>
                  </a:lnTo>
                  <a:lnTo>
                    <a:pt x="7531" y="425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2"/>
            <p:cNvSpPr/>
            <p:nvPr/>
          </p:nvSpPr>
          <p:spPr>
            <a:xfrm>
              <a:off x="720027" y="2562705"/>
              <a:ext cx="439721" cy="799552"/>
            </a:xfrm>
            <a:custGeom>
              <a:rect b="b" l="l" r="r" t="t"/>
              <a:pathLst>
                <a:path extrusionOk="0" h="39572" w="21763">
                  <a:moveTo>
                    <a:pt x="21236" y="0"/>
                  </a:move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8641" y="8114"/>
                  </a:lnTo>
                  <a:lnTo>
                    <a:pt x="8171" y="8716"/>
                  </a:lnTo>
                  <a:lnTo>
                    <a:pt x="7662" y="9319"/>
                  </a:lnTo>
                  <a:lnTo>
                    <a:pt x="7173" y="9902"/>
                  </a:lnTo>
                  <a:lnTo>
                    <a:pt x="6646" y="10467"/>
                  </a:lnTo>
                  <a:lnTo>
                    <a:pt x="6100" y="11032"/>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693" y="18882"/>
                  </a:lnTo>
                  <a:lnTo>
                    <a:pt x="10881" y="17885"/>
                  </a:lnTo>
                  <a:lnTo>
                    <a:pt x="11220" y="15889"/>
                  </a:lnTo>
                  <a:lnTo>
                    <a:pt x="11578" y="13894"/>
                  </a:lnTo>
                  <a:lnTo>
                    <a:pt x="11766" y="12896"/>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lnTo>
                    <a:pt x="2123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2"/>
            <p:cNvSpPr/>
            <p:nvPr/>
          </p:nvSpPr>
          <p:spPr>
            <a:xfrm>
              <a:off x="720027" y="2562705"/>
              <a:ext cx="439721" cy="799552"/>
            </a:xfrm>
            <a:custGeom>
              <a:rect b="b" l="l" r="r" t="t"/>
              <a:pathLst>
                <a:path extrusionOk="0" fill="none" h="39572" w="21763">
                  <a:moveTo>
                    <a:pt x="21763" y="19"/>
                  </a:moveTo>
                  <a:lnTo>
                    <a:pt x="21763" y="19"/>
                  </a:lnTo>
                  <a:lnTo>
                    <a:pt x="21236" y="0"/>
                  </a:ln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9601" y="6890"/>
                  </a:lnTo>
                  <a:lnTo>
                    <a:pt x="8641" y="8114"/>
                  </a:lnTo>
                  <a:lnTo>
                    <a:pt x="8171" y="8716"/>
                  </a:lnTo>
                  <a:lnTo>
                    <a:pt x="7662" y="9319"/>
                  </a:lnTo>
                  <a:lnTo>
                    <a:pt x="7173" y="9902"/>
                  </a:lnTo>
                  <a:lnTo>
                    <a:pt x="6646" y="10467"/>
                  </a:lnTo>
                  <a:lnTo>
                    <a:pt x="6100" y="11032"/>
                  </a:lnTo>
                  <a:lnTo>
                    <a:pt x="5535" y="11540"/>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486" y="19861"/>
                  </a:lnTo>
                  <a:lnTo>
                    <a:pt x="10693" y="18882"/>
                  </a:lnTo>
                  <a:lnTo>
                    <a:pt x="10881" y="17885"/>
                  </a:lnTo>
                  <a:lnTo>
                    <a:pt x="11220" y="15889"/>
                  </a:lnTo>
                  <a:lnTo>
                    <a:pt x="11578" y="13894"/>
                  </a:lnTo>
                  <a:lnTo>
                    <a:pt x="11766" y="12896"/>
                  </a:lnTo>
                  <a:lnTo>
                    <a:pt x="11992" y="11917"/>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2"/>
            <p:cNvSpPr/>
            <p:nvPr/>
          </p:nvSpPr>
          <p:spPr>
            <a:xfrm>
              <a:off x="2977900" y="2550906"/>
              <a:ext cx="291780" cy="86356"/>
            </a:xfrm>
            <a:custGeom>
              <a:rect b="b" l="l" r="r" t="t"/>
              <a:pathLst>
                <a:path extrusionOk="0" h="4274" w="14441">
                  <a:moveTo>
                    <a:pt x="9866" y="0"/>
                  </a:moveTo>
                  <a:lnTo>
                    <a:pt x="9263" y="19"/>
                  </a:lnTo>
                  <a:lnTo>
                    <a:pt x="8680" y="38"/>
                  </a:lnTo>
                  <a:lnTo>
                    <a:pt x="8096" y="76"/>
                  </a:lnTo>
                  <a:lnTo>
                    <a:pt x="7512" y="132"/>
                  </a:lnTo>
                  <a:lnTo>
                    <a:pt x="6929" y="189"/>
                  </a:lnTo>
                  <a:lnTo>
                    <a:pt x="6345" y="264"/>
                  </a:lnTo>
                  <a:lnTo>
                    <a:pt x="5762" y="358"/>
                  </a:lnTo>
                  <a:lnTo>
                    <a:pt x="5178" y="452"/>
                  </a:lnTo>
                  <a:lnTo>
                    <a:pt x="4613" y="584"/>
                  </a:lnTo>
                  <a:lnTo>
                    <a:pt x="4030" y="716"/>
                  </a:lnTo>
                  <a:lnTo>
                    <a:pt x="3465" y="848"/>
                  </a:lnTo>
                  <a:lnTo>
                    <a:pt x="2900" y="998"/>
                  </a:lnTo>
                  <a:lnTo>
                    <a:pt x="2335" y="1168"/>
                  </a:lnTo>
                  <a:lnTo>
                    <a:pt x="1770" y="1356"/>
                  </a:lnTo>
                  <a:lnTo>
                    <a:pt x="1225" y="1544"/>
                  </a:lnTo>
                  <a:lnTo>
                    <a:pt x="660" y="1751"/>
                  </a:lnTo>
                  <a:lnTo>
                    <a:pt x="490" y="1827"/>
                  </a:lnTo>
                  <a:lnTo>
                    <a:pt x="246" y="1921"/>
                  </a:lnTo>
                  <a:lnTo>
                    <a:pt x="151" y="1996"/>
                  </a:lnTo>
                  <a:lnTo>
                    <a:pt x="57" y="2071"/>
                  </a:lnTo>
                  <a:lnTo>
                    <a:pt x="20" y="2165"/>
                  </a:lnTo>
                  <a:lnTo>
                    <a:pt x="1" y="2203"/>
                  </a:lnTo>
                  <a:lnTo>
                    <a:pt x="20" y="2260"/>
                  </a:lnTo>
                  <a:lnTo>
                    <a:pt x="57" y="2316"/>
                  </a:lnTo>
                  <a:lnTo>
                    <a:pt x="114" y="2373"/>
                  </a:lnTo>
                  <a:lnTo>
                    <a:pt x="208" y="2391"/>
                  </a:lnTo>
                  <a:lnTo>
                    <a:pt x="321" y="2410"/>
                  </a:lnTo>
                  <a:lnTo>
                    <a:pt x="547" y="2429"/>
                  </a:lnTo>
                  <a:lnTo>
                    <a:pt x="735" y="2448"/>
                  </a:lnTo>
                  <a:lnTo>
                    <a:pt x="1225" y="2580"/>
                  </a:lnTo>
                  <a:lnTo>
                    <a:pt x="1695" y="2730"/>
                  </a:lnTo>
                  <a:lnTo>
                    <a:pt x="2166" y="2900"/>
                  </a:lnTo>
                  <a:lnTo>
                    <a:pt x="2636" y="3088"/>
                  </a:lnTo>
                  <a:lnTo>
                    <a:pt x="3653" y="3540"/>
                  </a:lnTo>
                  <a:lnTo>
                    <a:pt x="4180" y="3766"/>
                  </a:lnTo>
                  <a:lnTo>
                    <a:pt x="4707" y="3954"/>
                  </a:lnTo>
                  <a:lnTo>
                    <a:pt x="5253" y="4123"/>
                  </a:lnTo>
                  <a:lnTo>
                    <a:pt x="5536" y="4180"/>
                  </a:lnTo>
                  <a:lnTo>
                    <a:pt x="5799" y="4236"/>
                  </a:lnTo>
                  <a:lnTo>
                    <a:pt x="6082" y="4255"/>
                  </a:lnTo>
                  <a:lnTo>
                    <a:pt x="6364" y="4274"/>
                  </a:lnTo>
                  <a:lnTo>
                    <a:pt x="6646" y="4274"/>
                  </a:lnTo>
                  <a:lnTo>
                    <a:pt x="6929" y="4255"/>
                  </a:lnTo>
                  <a:lnTo>
                    <a:pt x="7305" y="4199"/>
                  </a:lnTo>
                  <a:lnTo>
                    <a:pt x="7682" y="4105"/>
                  </a:lnTo>
                  <a:lnTo>
                    <a:pt x="8058" y="3973"/>
                  </a:lnTo>
                  <a:lnTo>
                    <a:pt x="8435" y="3822"/>
                  </a:lnTo>
                  <a:lnTo>
                    <a:pt x="8793" y="3653"/>
                  </a:lnTo>
                  <a:lnTo>
                    <a:pt x="9131" y="3483"/>
                  </a:lnTo>
                  <a:lnTo>
                    <a:pt x="9828" y="3088"/>
                  </a:lnTo>
                  <a:lnTo>
                    <a:pt x="14440" y="396"/>
                  </a:lnTo>
                  <a:lnTo>
                    <a:pt x="14365" y="415"/>
                  </a:lnTo>
                  <a:lnTo>
                    <a:pt x="14233" y="415"/>
                  </a:lnTo>
                  <a:lnTo>
                    <a:pt x="13913" y="358"/>
                  </a:lnTo>
                  <a:lnTo>
                    <a:pt x="13593" y="283"/>
                  </a:lnTo>
                  <a:lnTo>
                    <a:pt x="13367" y="226"/>
                  </a:lnTo>
                  <a:lnTo>
                    <a:pt x="12784" y="151"/>
                  </a:lnTo>
                  <a:lnTo>
                    <a:pt x="12181" y="95"/>
                  </a:lnTo>
                  <a:lnTo>
                    <a:pt x="11598" y="57"/>
                  </a:lnTo>
                  <a:lnTo>
                    <a:pt x="11014" y="19"/>
                  </a:lnTo>
                  <a:lnTo>
                    <a:pt x="10449" y="19"/>
                  </a:lnTo>
                  <a:lnTo>
                    <a:pt x="986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2"/>
            <p:cNvSpPr/>
            <p:nvPr/>
          </p:nvSpPr>
          <p:spPr>
            <a:xfrm>
              <a:off x="3267375" y="2552421"/>
              <a:ext cx="415374" cy="799189"/>
            </a:xfrm>
            <a:custGeom>
              <a:rect b="b" l="l" r="r" t="t"/>
              <a:pathLst>
                <a:path extrusionOk="0" h="39554" w="20558">
                  <a:moveTo>
                    <a:pt x="509" y="1"/>
                  </a:moveTo>
                  <a:lnTo>
                    <a:pt x="0" y="20"/>
                  </a:lnTo>
                  <a:lnTo>
                    <a:pt x="471" y="76"/>
                  </a:lnTo>
                  <a:lnTo>
                    <a:pt x="942" y="189"/>
                  </a:lnTo>
                  <a:lnTo>
                    <a:pt x="1393" y="340"/>
                  </a:lnTo>
                  <a:lnTo>
                    <a:pt x="1845" y="528"/>
                  </a:lnTo>
                  <a:lnTo>
                    <a:pt x="2278" y="735"/>
                  </a:lnTo>
                  <a:lnTo>
                    <a:pt x="2692" y="980"/>
                  </a:lnTo>
                  <a:lnTo>
                    <a:pt x="3107" y="1262"/>
                  </a:lnTo>
                  <a:lnTo>
                    <a:pt x="3521" y="1563"/>
                  </a:lnTo>
                  <a:lnTo>
                    <a:pt x="3897" y="1883"/>
                  </a:lnTo>
                  <a:lnTo>
                    <a:pt x="4274" y="2222"/>
                  </a:lnTo>
                  <a:lnTo>
                    <a:pt x="4650" y="2580"/>
                  </a:lnTo>
                  <a:lnTo>
                    <a:pt x="5008" y="2956"/>
                  </a:lnTo>
                  <a:lnTo>
                    <a:pt x="5347" y="3333"/>
                  </a:lnTo>
                  <a:lnTo>
                    <a:pt x="5667" y="3728"/>
                  </a:lnTo>
                  <a:lnTo>
                    <a:pt x="5968" y="4124"/>
                  </a:lnTo>
                  <a:lnTo>
                    <a:pt x="6269" y="4538"/>
                  </a:lnTo>
                  <a:lnTo>
                    <a:pt x="6552" y="4933"/>
                  </a:lnTo>
                  <a:lnTo>
                    <a:pt x="6815" y="5366"/>
                  </a:lnTo>
                  <a:lnTo>
                    <a:pt x="7060" y="5780"/>
                  </a:lnTo>
                  <a:lnTo>
                    <a:pt x="7305" y="6213"/>
                  </a:lnTo>
                  <a:lnTo>
                    <a:pt x="7531" y="6665"/>
                  </a:lnTo>
                  <a:lnTo>
                    <a:pt x="7738" y="7117"/>
                  </a:lnTo>
                  <a:lnTo>
                    <a:pt x="7945" y="7569"/>
                  </a:lnTo>
                  <a:lnTo>
                    <a:pt x="8114" y="8039"/>
                  </a:lnTo>
                  <a:lnTo>
                    <a:pt x="8302" y="8510"/>
                  </a:lnTo>
                  <a:lnTo>
                    <a:pt x="8453" y="8981"/>
                  </a:lnTo>
                  <a:lnTo>
                    <a:pt x="8754" y="9960"/>
                  </a:lnTo>
                  <a:lnTo>
                    <a:pt x="9018" y="10939"/>
                  </a:lnTo>
                  <a:lnTo>
                    <a:pt x="9244" y="11918"/>
                  </a:lnTo>
                  <a:lnTo>
                    <a:pt x="9451" y="12896"/>
                  </a:lnTo>
                  <a:lnTo>
                    <a:pt x="9639" y="13894"/>
                  </a:lnTo>
                  <a:lnTo>
                    <a:pt x="9978" y="15890"/>
                  </a:lnTo>
                  <a:lnTo>
                    <a:pt x="10298" y="17866"/>
                  </a:lnTo>
                  <a:lnTo>
                    <a:pt x="10467" y="18864"/>
                  </a:lnTo>
                  <a:lnTo>
                    <a:pt x="10674" y="19862"/>
                  </a:lnTo>
                  <a:lnTo>
                    <a:pt x="10806" y="20559"/>
                  </a:lnTo>
                  <a:lnTo>
                    <a:pt x="10976" y="21236"/>
                  </a:lnTo>
                  <a:lnTo>
                    <a:pt x="11145" y="21914"/>
                  </a:lnTo>
                  <a:lnTo>
                    <a:pt x="11333" y="22592"/>
                  </a:lnTo>
                  <a:lnTo>
                    <a:pt x="11522" y="23269"/>
                  </a:lnTo>
                  <a:lnTo>
                    <a:pt x="11729" y="23947"/>
                  </a:lnTo>
                  <a:lnTo>
                    <a:pt x="11936" y="24606"/>
                  </a:lnTo>
                  <a:lnTo>
                    <a:pt x="12162" y="25284"/>
                  </a:lnTo>
                  <a:lnTo>
                    <a:pt x="12406" y="25943"/>
                  </a:lnTo>
                  <a:lnTo>
                    <a:pt x="12651" y="26583"/>
                  </a:lnTo>
                  <a:lnTo>
                    <a:pt x="12915" y="27242"/>
                  </a:lnTo>
                  <a:lnTo>
                    <a:pt x="13178" y="27882"/>
                  </a:lnTo>
                  <a:lnTo>
                    <a:pt x="13461" y="28522"/>
                  </a:lnTo>
                  <a:lnTo>
                    <a:pt x="13743" y="29162"/>
                  </a:lnTo>
                  <a:lnTo>
                    <a:pt x="14044" y="29783"/>
                  </a:lnTo>
                  <a:lnTo>
                    <a:pt x="14346" y="30404"/>
                  </a:lnTo>
                  <a:lnTo>
                    <a:pt x="15004" y="31647"/>
                  </a:lnTo>
                  <a:lnTo>
                    <a:pt x="15682" y="32852"/>
                  </a:lnTo>
                  <a:lnTo>
                    <a:pt x="16416" y="34038"/>
                  </a:lnTo>
                  <a:lnTo>
                    <a:pt x="17169" y="35186"/>
                  </a:lnTo>
                  <a:lnTo>
                    <a:pt x="17960" y="36335"/>
                  </a:lnTo>
                  <a:lnTo>
                    <a:pt x="18807" y="37426"/>
                  </a:lnTo>
                  <a:lnTo>
                    <a:pt x="19654" y="38518"/>
                  </a:lnTo>
                  <a:lnTo>
                    <a:pt x="20558" y="39554"/>
                  </a:lnTo>
                  <a:lnTo>
                    <a:pt x="20558" y="14101"/>
                  </a:lnTo>
                  <a:lnTo>
                    <a:pt x="20200" y="14064"/>
                  </a:lnTo>
                  <a:lnTo>
                    <a:pt x="19843" y="14007"/>
                  </a:lnTo>
                  <a:lnTo>
                    <a:pt x="19485" y="13932"/>
                  </a:lnTo>
                  <a:lnTo>
                    <a:pt x="19127" y="13819"/>
                  </a:lnTo>
                  <a:lnTo>
                    <a:pt x="18788" y="13706"/>
                  </a:lnTo>
                  <a:lnTo>
                    <a:pt x="18450" y="13593"/>
                  </a:lnTo>
                  <a:lnTo>
                    <a:pt x="18111" y="13442"/>
                  </a:lnTo>
                  <a:lnTo>
                    <a:pt x="17772" y="13273"/>
                  </a:lnTo>
                  <a:lnTo>
                    <a:pt x="17452" y="13104"/>
                  </a:lnTo>
                  <a:lnTo>
                    <a:pt x="17132" y="12915"/>
                  </a:lnTo>
                  <a:lnTo>
                    <a:pt x="16812" y="12708"/>
                  </a:lnTo>
                  <a:lnTo>
                    <a:pt x="16510" y="12501"/>
                  </a:lnTo>
                  <a:lnTo>
                    <a:pt x="16209" y="12275"/>
                  </a:lnTo>
                  <a:lnTo>
                    <a:pt x="15908" y="12030"/>
                  </a:lnTo>
                  <a:lnTo>
                    <a:pt x="15626" y="11786"/>
                  </a:lnTo>
                  <a:lnTo>
                    <a:pt x="15343" y="11541"/>
                  </a:lnTo>
                  <a:lnTo>
                    <a:pt x="14816" y="11014"/>
                  </a:lnTo>
                  <a:lnTo>
                    <a:pt x="14289" y="10468"/>
                  </a:lnTo>
                  <a:lnTo>
                    <a:pt x="13800" y="9903"/>
                  </a:lnTo>
                  <a:lnTo>
                    <a:pt x="13329" y="9320"/>
                  </a:lnTo>
                  <a:lnTo>
                    <a:pt x="12858" y="8717"/>
                  </a:lnTo>
                  <a:lnTo>
                    <a:pt x="12406" y="8115"/>
                  </a:lnTo>
                  <a:lnTo>
                    <a:pt x="11503" y="6891"/>
                  </a:lnTo>
                  <a:lnTo>
                    <a:pt x="10580" y="5667"/>
                  </a:lnTo>
                  <a:lnTo>
                    <a:pt x="10110" y="5084"/>
                  </a:lnTo>
                  <a:lnTo>
                    <a:pt x="9639" y="4500"/>
                  </a:lnTo>
                  <a:lnTo>
                    <a:pt x="9131" y="3935"/>
                  </a:lnTo>
                  <a:lnTo>
                    <a:pt x="8604" y="3389"/>
                  </a:lnTo>
                  <a:lnTo>
                    <a:pt x="8058" y="2881"/>
                  </a:lnTo>
                  <a:lnTo>
                    <a:pt x="7775" y="2636"/>
                  </a:lnTo>
                  <a:lnTo>
                    <a:pt x="7493" y="2410"/>
                  </a:lnTo>
                  <a:lnTo>
                    <a:pt x="7079" y="2109"/>
                  </a:lnTo>
                  <a:lnTo>
                    <a:pt x="6665" y="1827"/>
                  </a:lnTo>
                  <a:lnTo>
                    <a:pt x="6232" y="1563"/>
                  </a:lnTo>
                  <a:lnTo>
                    <a:pt x="5780" y="1319"/>
                  </a:lnTo>
                  <a:lnTo>
                    <a:pt x="5347" y="1093"/>
                  </a:lnTo>
                  <a:lnTo>
                    <a:pt x="4876" y="886"/>
                  </a:lnTo>
                  <a:lnTo>
                    <a:pt x="4406" y="697"/>
                  </a:lnTo>
                  <a:lnTo>
                    <a:pt x="3935" y="528"/>
                  </a:lnTo>
                  <a:lnTo>
                    <a:pt x="3464" y="396"/>
                  </a:lnTo>
                  <a:lnTo>
                    <a:pt x="2975" y="264"/>
                  </a:lnTo>
                  <a:lnTo>
                    <a:pt x="2485" y="170"/>
                  </a:lnTo>
                  <a:lnTo>
                    <a:pt x="1996" y="95"/>
                  </a:lnTo>
                  <a:lnTo>
                    <a:pt x="1506" y="38"/>
                  </a:lnTo>
                  <a:lnTo>
                    <a:pt x="998" y="20"/>
                  </a:lnTo>
                  <a:lnTo>
                    <a:pt x="50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2"/>
            <p:cNvSpPr/>
            <p:nvPr/>
          </p:nvSpPr>
          <p:spPr>
            <a:xfrm>
              <a:off x="3267375" y="2552421"/>
              <a:ext cx="415374" cy="799189"/>
            </a:xfrm>
            <a:custGeom>
              <a:rect b="b" l="l" r="r" t="t"/>
              <a:pathLst>
                <a:path extrusionOk="0" fill="none" h="39554" w="20558">
                  <a:moveTo>
                    <a:pt x="0" y="20"/>
                  </a:moveTo>
                  <a:lnTo>
                    <a:pt x="0" y="20"/>
                  </a:lnTo>
                  <a:lnTo>
                    <a:pt x="509" y="1"/>
                  </a:lnTo>
                  <a:lnTo>
                    <a:pt x="998" y="20"/>
                  </a:lnTo>
                  <a:lnTo>
                    <a:pt x="1506" y="38"/>
                  </a:lnTo>
                  <a:lnTo>
                    <a:pt x="1996" y="95"/>
                  </a:lnTo>
                  <a:lnTo>
                    <a:pt x="2485" y="170"/>
                  </a:lnTo>
                  <a:lnTo>
                    <a:pt x="2975" y="264"/>
                  </a:lnTo>
                  <a:lnTo>
                    <a:pt x="3464" y="396"/>
                  </a:lnTo>
                  <a:lnTo>
                    <a:pt x="3935" y="528"/>
                  </a:lnTo>
                  <a:lnTo>
                    <a:pt x="4406" y="697"/>
                  </a:lnTo>
                  <a:lnTo>
                    <a:pt x="4876" y="886"/>
                  </a:lnTo>
                  <a:lnTo>
                    <a:pt x="5347" y="1093"/>
                  </a:lnTo>
                  <a:lnTo>
                    <a:pt x="5780" y="1319"/>
                  </a:lnTo>
                  <a:lnTo>
                    <a:pt x="6232" y="1563"/>
                  </a:lnTo>
                  <a:lnTo>
                    <a:pt x="6665" y="1827"/>
                  </a:lnTo>
                  <a:lnTo>
                    <a:pt x="7079" y="2109"/>
                  </a:lnTo>
                  <a:lnTo>
                    <a:pt x="7493" y="2410"/>
                  </a:lnTo>
                  <a:lnTo>
                    <a:pt x="7493" y="2410"/>
                  </a:lnTo>
                  <a:lnTo>
                    <a:pt x="7775" y="2636"/>
                  </a:lnTo>
                  <a:lnTo>
                    <a:pt x="8058" y="2881"/>
                  </a:lnTo>
                  <a:lnTo>
                    <a:pt x="8604" y="3389"/>
                  </a:lnTo>
                  <a:lnTo>
                    <a:pt x="9131" y="3935"/>
                  </a:lnTo>
                  <a:lnTo>
                    <a:pt x="9639" y="4500"/>
                  </a:lnTo>
                  <a:lnTo>
                    <a:pt x="10110" y="5084"/>
                  </a:lnTo>
                  <a:lnTo>
                    <a:pt x="10580" y="5667"/>
                  </a:lnTo>
                  <a:lnTo>
                    <a:pt x="11503" y="6891"/>
                  </a:lnTo>
                  <a:lnTo>
                    <a:pt x="11503" y="6891"/>
                  </a:lnTo>
                  <a:lnTo>
                    <a:pt x="12406" y="8115"/>
                  </a:lnTo>
                  <a:lnTo>
                    <a:pt x="12858" y="8717"/>
                  </a:lnTo>
                  <a:lnTo>
                    <a:pt x="13329" y="9320"/>
                  </a:lnTo>
                  <a:lnTo>
                    <a:pt x="13800" y="9903"/>
                  </a:lnTo>
                  <a:lnTo>
                    <a:pt x="14289" y="10468"/>
                  </a:lnTo>
                  <a:lnTo>
                    <a:pt x="14816" y="11014"/>
                  </a:lnTo>
                  <a:lnTo>
                    <a:pt x="15343" y="11541"/>
                  </a:lnTo>
                  <a:lnTo>
                    <a:pt x="15343" y="11541"/>
                  </a:lnTo>
                  <a:lnTo>
                    <a:pt x="15626" y="11786"/>
                  </a:lnTo>
                  <a:lnTo>
                    <a:pt x="15908" y="12030"/>
                  </a:lnTo>
                  <a:lnTo>
                    <a:pt x="16209" y="12275"/>
                  </a:lnTo>
                  <a:lnTo>
                    <a:pt x="16510" y="12501"/>
                  </a:lnTo>
                  <a:lnTo>
                    <a:pt x="16812" y="12708"/>
                  </a:lnTo>
                  <a:lnTo>
                    <a:pt x="17132" y="12915"/>
                  </a:lnTo>
                  <a:lnTo>
                    <a:pt x="17452" y="13104"/>
                  </a:lnTo>
                  <a:lnTo>
                    <a:pt x="17772" y="13273"/>
                  </a:lnTo>
                  <a:lnTo>
                    <a:pt x="18111" y="13442"/>
                  </a:lnTo>
                  <a:lnTo>
                    <a:pt x="18450" y="13593"/>
                  </a:lnTo>
                  <a:lnTo>
                    <a:pt x="18788" y="13706"/>
                  </a:lnTo>
                  <a:lnTo>
                    <a:pt x="19127" y="13819"/>
                  </a:lnTo>
                  <a:lnTo>
                    <a:pt x="19485" y="13932"/>
                  </a:lnTo>
                  <a:lnTo>
                    <a:pt x="19843" y="14007"/>
                  </a:lnTo>
                  <a:lnTo>
                    <a:pt x="20200" y="14064"/>
                  </a:lnTo>
                  <a:lnTo>
                    <a:pt x="20558" y="14101"/>
                  </a:lnTo>
                  <a:lnTo>
                    <a:pt x="20558" y="39554"/>
                  </a:lnTo>
                  <a:lnTo>
                    <a:pt x="20558" y="39554"/>
                  </a:lnTo>
                  <a:lnTo>
                    <a:pt x="19654" y="38518"/>
                  </a:lnTo>
                  <a:lnTo>
                    <a:pt x="18807" y="37426"/>
                  </a:lnTo>
                  <a:lnTo>
                    <a:pt x="17960" y="36335"/>
                  </a:lnTo>
                  <a:lnTo>
                    <a:pt x="17169" y="35186"/>
                  </a:lnTo>
                  <a:lnTo>
                    <a:pt x="16416" y="34038"/>
                  </a:lnTo>
                  <a:lnTo>
                    <a:pt x="15682" y="32852"/>
                  </a:lnTo>
                  <a:lnTo>
                    <a:pt x="15004" y="31647"/>
                  </a:lnTo>
                  <a:lnTo>
                    <a:pt x="14346" y="30404"/>
                  </a:lnTo>
                  <a:lnTo>
                    <a:pt x="14044" y="29783"/>
                  </a:lnTo>
                  <a:lnTo>
                    <a:pt x="13743" y="29162"/>
                  </a:lnTo>
                  <a:lnTo>
                    <a:pt x="13461" y="28522"/>
                  </a:lnTo>
                  <a:lnTo>
                    <a:pt x="13178" y="27882"/>
                  </a:lnTo>
                  <a:lnTo>
                    <a:pt x="12915" y="27242"/>
                  </a:lnTo>
                  <a:lnTo>
                    <a:pt x="12651" y="26583"/>
                  </a:lnTo>
                  <a:lnTo>
                    <a:pt x="12406" y="25943"/>
                  </a:lnTo>
                  <a:lnTo>
                    <a:pt x="12162" y="25284"/>
                  </a:lnTo>
                  <a:lnTo>
                    <a:pt x="11936" y="24606"/>
                  </a:lnTo>
                  <a:lnTo>
                    <a:pt x="11729" y="23947"/>
                  </a:lnTo>
                  <a:lnTo>
                    <a:pt x="11522" y="23269"/>
                  </a:lnTo>
                  <a:lnTo>
                    <a:pt x="11333" y="22592"/>
                  </a:lnTo>
                  <a:lnTo>
                    <a:pt x="11145" y="21914"/>
                  </a:lnTo>
                  <a:lnTo>
                    <a:pt x="10976" y="21236"/>
                  </a:lnTo>
                  <a:lnTo>
                    <a:pt x="10806" y="20559"/>
                  </a:lnTo>
                  <a:lnTo>
                    <a:pt x="10674" y="19862"/>
                  </a:lnTo>
                  <a:lnTo>
                    <a:pt x="10674" y="19862"/>
                  </a:lnTo>
                  <a:lnTo>
                    <a:pt x="10467" y="18864"/>
                  </a:lnTo>
                  <a:lnTo>
                    <a:pt x="10298" y="17866"/>
                  </a:lnTo>
                  <a:lnTo>
                    <a:pt x="9978" y="15890"/>
                  </a:lnTo>
                  <a:lnTo>
                    <a:pt x="9639" y="13894"/>
                  </a:lnTo>
                  <a:lnTo>
                    <a:pt x="9451" y="12896"/>
                  </a:lnTo>
                  <a:lnTo>
                    <a:pt x="9244" y="11918"/>
                  </a:lnTo>
                  <a:lnTo>
                    <a:pt x="9244" y="11918"/>
                  </a:lnTo>
                  <a:lnTo>
                    <a:pt x="9018" y="10939"/>
                  </a:lnTo>
                  <a:lnTo>
                    <a:pt x="8754" y="9960"/>
                  </a:lnTo>
                  <a:lnTo>
                    <a:pt x="8453" y="8981"/>
                  </a:lnTo>
                  <a:lnTo>
                    <a:pt x="8302" y="8510"/>
                  </a:lnTo>
                  <a:lnTo>
                    <a:pt x="8114" y="8039"/>
                  </a:lnTo>
                  <a:lnTo>
                    <a:pt x="7945" y="7569"/>
                  </a:lnTo>
                  <a:lnTo>
                    <a:pt x="7738" y="7117"/>
                  </a:lnTo>
                  <a:lnTo>
                    <a:pt x="7531" y="6665"/>
                  </a:lnTo>
                  <a:lnTo>
                    <a:pt x="7305" y="6213"/>
                  </a:lnTo>
                  <a:lnTo>
                    <a:pt x="7060" y="5780"/>
                  </a:lnTo>
                  <a:lnTo>
                    <a:pt x="6815" y="5366"/>
                  </a:lnTo>
                  <a:lnTo>
                    <a:pt x="6552" y="4933"/>
                  </a:lnTo>
                  <a:lnTo>
                    <a:pt x="6269" y="4538"/>
                  </a:lnTo>
                  <a:lnTo>
                    <a:pt x="6269" y="4538"/>
                  </a:lnTo>
                  <a:lnTo>
                    <a:pt x="5968" y="4124"/>
                  </a:lnTo>
                  <a:lnTo>
                    <a:pt x="5667" y="3728"/>
                  </a:lnTo>
                  <a:lnTo>
                    <a:pt x="5347" y="3333"/>
                  </a:lnTo>
                  <a:lnTo>
                    <a:pt x="5008" y="2956"/>
                  </a:lnTo>
                  <a:lnTo>
                    <a:pt x="4650" y="2580"/>
                  </a:lnTo>
                  <a:lnTo>
                    <a:pt x="4274" y="2222"/>
                  </a:lnTo>
                  <a:lnTo>
                    <a:pt x="3897" y="1883"/>
                  </a:lnTo>
                  <a:lnTo>
                    <a:pt x="3521" y="1563"/>
                  </a:lnTo>
                  <a:lnTo>
                    <a:pt x="3107" y="1262"/>
                  </a:lnTo>
                  <a:lnTo>
                    <a:pt x="2692" y="980"/>
                  </a:lnTo>
                  <a:lnTo>
                    <a:pt x="2278" y="735"/>
                  </a:lnTo>
                  <a:lnTo>
                    <a:pt x="1845" y="528"/>
                  </a:lnTo>
                  <a:lnTo>
                    <a:pt x="1393" y="340"/>
                  </a:lnTo>
                  <a:lnTo>
                    <a:pt x="942" y="189"/>
                  </a:lnTo>
                  <a:lnTo>
                    <a:pt x="471" y="76"/>
                  </a:lnTo>
                  <a:lnTo>
                    <a:pt x="0" y="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2"/>
            <p:cNvSpPr/>
            <p:nvPr/>
          </p:nvSpPr>
          <p:spPr>
            <a:xfrm>
              <a:off x="1985518" y="3072774"/>
              <a:ext cx="542060" cy="542060"/>
            </a:xfrm>
            <a:custGeom>
              <a:rect b="b" l="l" r="r" t="t"/>
              <a:pathLst>
                <a:path extrusionOk="0" h="26828" w="26828">
                  <a:moveTo>
                    <a:pt x="12934" y="0"/>
                  </a:moveTo>
                  <a:lnTo>
                    <a:pt x="12463" y="38"/>
                  </a:lnTo>
                  <a:lnTo>
                    <a:pt x="11992" y="76"/>
                  </a:lnTo>
                  <a:lnTo>
                    <a:pt x="11503" y="132"/>
                  </a:lnTo>
                  <a:lnTo>
                    <a:pt x="11032" y="208"/>
                  </a:lnTo>
                  <a:lnTo>
                    <a:pt x="10562" y="302"/>
                  </a:lnTo>
                  <a:lnTo>
                    <a:pt x="10091" y="415"/>
                  </a:lnTo>
                  <a:lnTo>
                    <a:pt x="9620" y="546"/>
                  </a:lnTo>
                  <a:lnTo>
                    <a:pt x="9150" y="697"/>
                  </a:lnTo>
                  <a:lnTo>
                    <a:pt x="8679" y="866"/>
                  </a:lnTo>
                  <a:lnTo>
                    <a:pt x="8227" y="1055"/>
                  </a:lnTo>
                  <a:lnTo>
                    <a:pt x="7776" y="1243"/>
                  </a:lnTo>
                  <a:lnTo>
                    <a:pt x="7305" y="1469"/>
                  </a:lnTo>
                  <a:lnTo>
                    <a:pt x="6872" y="1714"/>
                  </a:lnTo>
                  <a:lnTo>
                    <a:pt x="6269" y="2071"/>
                  </a:lnTo>
                  <a:lnTo>
                    <a:pt x="5705" y="2448"/>
                  </a:lnTo>
                  <a:lnTo>
                    <a:pt x="5159" y="2843"/>
                  </a:lnTo>
                  <a:lnTo>
                    <a:pt x="4632" y="3276"/>
                  </a:lnTo>
                  <a:lnTo>
                    <a:pt x="4142" y="3709"/>
                  </a:lnTo>
                  <a:lnTo>
                    <a:pt x="3671" y="4180"/>
                  </a:lnTo>
                  <a:lnTo>
                    <a:pt x="3238" y="4669"/>
                  </a:lnTo>
                  <a:lnTo>
                    <a:pt x="2824" y="5178"/>
                  </a:lnTo>
                  <a:lnTo>
                    <a:pt x="2429" y="5705"/>
                  </a:lnTo>
                  <a:lnTo>
                    <a:pt x="2071" y="6251"/>
                  </a:lnTo>
                  <a:lnTo>
                    <a:pt x="1732" y="6797"/>
                  </a:lnTo>
                  <a:lnTo>
                    <a:pt x="1431" y="7361"/>
                  </a:lnTo>
                  <a:lnTo>
                    <a:pt x="1168" y="7945"/>
                  </a:lnTo>
                  <a:lnTo>
                    <a:pt x="904" y="8547"/>
                  </a:lnTo>
                  <a:lnTo>
                    <a:pt x="697" y="9150"/>
                  </a:lnTo>
                  <a:lnTo>
                    <a:pt x="509" y="9771"/>
                  </a:lnTo>
                  <a:lnTo>
                    <a:pt x="339" y="10392"/>
                  </a:lnTo>
                  <a:lnTo>
                    <a:pt x="208" y="11014"/>
                  </a:lnTo>
                  <a:lnTo>
                    <a:pt x="113" y="11654"/>
                  </a:lnTo>
                  <a:lnTo>
                    <a:pt x="38" y="12294"/>
                  </a:lnTo>
                  <a:lnTo>
                    <a:pt x="0" y="12953"/>
                  </a:lnTo>
                  <a:lnTo>
                    <a:pt x="0" y="13593"/>
                  </a:lnTo>
                  <a:lnTo>
                    <a:pt x="19" y="14252"/>
                  </a:lnTo>
                  <a:lnTo>
                    <a:pt x="76" y="14892"/>
                  </a:lnTo>
                  <a:lnTo>
                    <a:pt x="170" y="15551"/>
                  </a:lnTo>
                  <a:lnTo>
                    <a:pt x="283" y="16191"/>
                  </a:lnTo>
                  <a:lnTo>
                    <a:pt x="433" y="16831"/>
                  </a:lnTo>
                  <a:lnTo>
                    <a:pt x="622" y="17471"/>
                  </a:lnTo>
                  <a:lnTo>
                    <a:pt x="848" y="18111"/>
                  </a:lnTo>
                  <a:lnTo>
                    <a:pt x="1092" y="18732"/>
                  </a:lnTo>
                  <a:lnTo>
                    <a:pt x="1375" y="19353"/>
                  </a:lnTo>
                  <a:lnTo>
                    <a:pt x="1695" y="19975"/>
                  </a:lnTo>
                  <a:lnTo>
                    <a:pt x="2052" y="20558"/>
                  </a:lnTo>
                  <a:lnTo>
                    <a:pt x="2429" y="21123"/>
                  </a:lnTo>
                  <a:lnTo>
                    <a:pt x="2843" y="21669"/>
                  </a:lnTo>
                  <a:lnTo>
                    <a:pt x="3257" y="22196"/>
                  </a:lnTo>
                  <a:lnTo>
                    <a:pt x="3709" y="22686"/>
                  </a:lnTo>
                  <a:lnTo>
                    <a:pt x="4180" y="23156"/>
                  </a:lnTo>
                  <a:lnTo>
                    <a:pt x="4669" y="23589"/>
                  </a:lnTo>
                  <a:lnTo>
                    <a:pt x="5178" y="24003"/>
                  </a:lnTo>
                  <a:lnTo>
                    <a:pt x="5705" y="24399"/>
                  </a:lnTo>
                  <a:lnTo>
                    <a:pt x="6232" y="24756"/>
                  </a:lnTo>
                  <a:lnTo>
                    <a:pt x="6797" y="25095"/>
                  </a:lnTo>
                  <a:lnTo>
                    <a:pt x="7361" y="25396"/>
                  </a:lnTo>
                  <a:lnTo>
                    <a:pt x="7945" y="25679"/>
                  </a:lnTo>
                  <a:lnTo>
                    <a:pt x="8547" y="25924"/>
                  </a:lnTo>
                  <a:lnTo>
                    <a:pt x="9150" y="26131"/>
                  </a:lnTo>
                  <a:lnTo>
                    <a:pt x="9752" y="26319"/>
                  </a:lnTo>
                  <a:lnTo>
                    <a:pt x="10392" y="26488"/>
                  </a:lnTo>
                  <a:lnTo>
                    <a:pt x="11014" y="26620"/>
                  </a:lnTo>
                  <a:lnTo>
                    <a:pt x="11654" y="26714"/>
                  </a:lnTo>
                  <a:lnTo>
                    <a:pt x="12294" y="26790"/>
                  </a:lnTo>
                  <a:lnTo>
                    <a:pt x="12934" y="26827"/>
                  </a:lnTo>
                  <a:lnTo>
                    <a:pt x="13593" y="26827"/>
                  </a:lnTo>
                  <a:lnTo>
                    <a:pt x="14233" y="26808"/>
                  </a:lnTo>
                  <a:lnTo>
                    <a:pt x="14892" y="26752"/>
                  </a:lnTo>
                  <a:lnTo>
                    <a:pt x="15532" y="26677"/>
                  </a:lnTo>
                  <a:lnTo>
                    <a:pt x="16191" y="26545"/>
                  </a:lnTo>
                  <a:lnTo>
                    <a:pt x="16831" y="26394"/>
                  </a:lnTo>
                  <a:lnTo>
                    <a:pt x="17471" y="26206"/>
                  </a:lnTo>
                  <a:lnTo>
                    <a:pt x="18092" y="25999"/>
                  </a:lnTo>
                  <a:lnTo>
                    <a:pt x="18732" y="25735"/>
                  </a:lnTo>
                  <a:lnTo>
                    <a:pt x="19353" y="25453"/>
                  </a:lnTo>
                  <a:lnTo>
                    <a:pt x="19956" y="25133"/>
                  </a:lnTo>
                  <a:lnTo>
                    <a:pt x="20389" y="24869"/>
                  </a:lnTo>
                  <a:lnTo>
                    <a:pt x="20822" y="24606"/>
                  </a:lnTo>
                  <a:lnTo>
                    <a:pt x="21236" y="24323"/>
                  </a:lnTo>
                  <a:lnTo>
                    <a:pt x="21631" y="24022"/>
                  </a:lnTo>
                  <a:lnTo>
                    <a:pt x="22027" y="23721"/>
                  </a:lnTo>
                  <a:lnTo>
                    <a:pt x="22384" y="23401"/>
                  </a:lnTo>
                  <a:lnTo>
                    <a:pt x="22742" y="23062"/>
                  </a:lnTo>
                  <a:lnTo>
                    <a:pt x="23081" y="22723"/>
                  </a:lnTo>
                  <a:lnTo>
                    <a:pt x="23420" y="22366"/>
                  </a:lnTo>
                  <a:lnTo>
                    <a:pt x="23740" y="21989"/>
                  </a:lnTo>
                  <a:lnTo>
                    <a:pt x="24041" y="21612"/>
                  </a:lnTo>
                  <a:lnTo>
                    <a:pt x="24323" y="21236"/>
                  </a:lnTo>
                  <a:lnTo>
                    <a:pt x="24587" y="20841"/>
                  </a:lnTo>
                  <a:lnTo>
                    <a:pt x="24850" y="20445"/>
                  </a:lnTo>
                  <a:lnTo>
                    <a:pt x="25095" y="20031"/>
                  </a:lnTo>
                  <a:lnTo>
                    <a:pt x="25321" y="19617"/>
                  </a:lnTo>
                  <a:lnTo>
                    <a:pt x="25528" y="19184"/>
                  </a:lnTo>
                  <a:lnTo>
                    <a:pt x="25716" y="18751"/>
                  </a:lnTo>
                  <a:lnTo>
                    <a:pt x="25905" y="18318"/>
                  </a:lnTo>
                  <a:lnTo>
                    <a:pt x="26074" y="17866"/>
                  </a:lnTo>
                  <a:lnTo>
                    <a:pt x="26206" y="17433"/>
                  </a:lnTo>
                  <a:lnTo>
                    <a:pt x="26357" y="16981"/>
                  </a:lnTo>
                  <a:lnTo>
                    <a:pt x="26469" y="16511"/>
                  </a:lnTo>
                  <a:lnTo>
                    <a:pt x="26564" y="16059"/>
                  </a:lnTo>
                  <a:lnTo>
                    <a:pt x="26658" y="15588"/>
                  </a:lnTo>
                  <a:lnTo>
                    <a:pt x="26714" y="15118"/>
                  </a:lnTo>
                  <a:lnTo>
                    <a:pt x="26771" y="14647"/>
                  </a:lnTo>
                  <a:lnTo>
                    <a:pt x="26808" y="14176"/>
                  </a:lnTo>
                  <a:lnTo>
                    <a:pt x="26827" y="13706"/>
                  </a:lnTo>
                  <a:lnTo>
                    <a:pt x="26827" y="13216"/>
                  </a:lnTo>
                  <a:lnTo>
                    <a:pt x="26808" y="12746"/>
                  </a:lnTo>
                  <a:lnTo>
                    <a:pt x="26790" y="12275"/>
                  </a:lnTo>
                  <a:lnTo>
                    <a:pt x="26733" y="12953"/>
                  </a:lnTo>
                  <a:lnTo>
                    <a:pt x="26658" y="13649"/>
                  </a:lnTo>
                  <a:lnTo>
                    <a:pt x="26526" y="14327"/>
                  </a:lnTo>
                  <a:lnTo>
                    <a:pt x="26357" y="14986"/>
                  </a:lnTo>
                  <a:lnTo>
                    <a:pt x="26149" y="15645"/>
                  </a:lnTo>
                  <a:lnTo>
                    <a:pt x="25905" y="16285"/>
                  </a:lnTo>
                  <a:lnTo>
                    <a:pt x="25603" y="16906"/>
                  </a:lnTo>
                  <a:lnTo>
                    <a:pt x="25265" y="17508"/>
                  </a:lnTo>
                  <a:lnTo>
                    <a:pt x="24907" y="18092"/>
                  </a:lnTo>
                  <a:lnTo>
                    <a:pt x="24493" y="18657"/>
                  </a:lnTo>
                  <a:lnTo>
                    <a:pt x="24267" y="18920"/>
                  </a:lnTo>
                  <a:lnTo>
                    <a:pt x="24041" y="19203"/>
                  </a:lnTo>
                  <a:lnTo>
                    <a:pt x="23796" y="19448"/>
                  </a:lnTo>
                  <a:lnTo>
                    <a:pt x="23551" y="19711"/>
                  </a:lnTo>
                  <a:lnTo>
                    <a:pt x="23288" y="19956"/>
                  </a:lnTo>
                  <a:lnTo>
                    <a:pt x="23024" y="20182"/>
                  </a:lnTo>
                  <a:lnTo>
                    <a:pt x="22761" y="20408"/>
                  </a:lnTo>
                  <a:lnTo>
                    <a:pt x="22478" y="20634"/>
                  </a:lnTo>
                  <a:lnTo>
                    <a:pt x="22177" y="20841"/>
                  </a:lnTo>
                  <a:lnTo>
                    <a:pt x="21876" y="21048"/>
                  </a:lnTo>
                  <a:lnTo>
                    <a:pt x="21556" y="21255"/>
                  </a:lnTo>
                  <a:lnTo>
                    <a:pt x="21236" y="21424"/>
                  </a:lnTo>
                  <a:lnTo>
                    <a:pt x="20746" y="21688"/>
                  </a:lnTo>
                  <a:lnTo>
                    <a:pt x="20257" y="21933"/>
                  </a:lnTo>
                  <a:lnTo>
                    <a:pt x="19749" y="22121"/>
                  </a:lnTo>
                  <a:lnTo>
                    <a:pt x="19240" y="22309"/>
                  </a:lnTo>
                  <a:lnTo>
                    <a:pt x="18713" y="22460"/>
                  </a:lnTo>
                  <a:lnTo>
                    <a:pt x="18205" y="22573"/>
                  </a:lnTo>
                  <a:lnTo>
                    <a:pt x="17678" y="22667"/>
                  </a:lnTo>
                  <a:lnTo>
                    <a:pt x="17151" y="22742"/>
                  </a:lnTo>
                  <a:lnTo>
                    <a:pt x="16624" y="22799"/>
                  </a:lnTo>
                  <a:lnTo>
                    <a:pt x="16115" y="22817"/>
                  </a:lnTo>
                  <a:lnTo>
                    <a:pt x="15588" y="22799"/>
                  </a:lnTo>
                  <a:lnTo>
                    <a:pt x="15061" y="22780"/>
                  </a:lnTo>
                  <a:lnTo>
                    <a:pt x="14553" y="22723"/>
                  </a:lnTo>
                  <a:lnTo>
                    <a:pt x="14026" y="22629"/>
                  </a:lnTo>
                  <a:lnTo>
                    <a:pt x="13517" y="22535"/>
                  </a:lnTo>
                  <a:lnTo>
                    <a:pt x="13028" y="22403"/>
                  </a:lnTo>
                  <a:lnTo>
                    <a:pt x="12520" y="22253"/>
                  </a:lnTo>
                  <a:lnTo>
                    <a:pt x="12030" y="22064"/>
                  </a:lnTo>
                  <a:lnTo>
                    <a:pt x="11559" y="21876"/>
                  </a:lnTo>
                  <a:lnTo>
                    <a:pt x="11089" y="21650"/>
                  </a:lnTo>
                  <a:lnTo>
                    <a:pt x="10637" y="21405"/>
                  </a:lnTo>
                  <a:lnTo>
                    <a:pt x="10185" y="21142"/>
                  </a:lnTo>
                  <a:lnTo>
                    <a:pt x="9752" y="20841"/>
                  </a:lnTo>
                  <a:lnTo>
                    <a:pt x="9319" y="20539"/>
                  </a:lnTo>
                  <a:lnTo>
                    <a:pt x="8905" y="20201"/>
                  </a:lnTo>
                  <a:lnTo>
                    <a:pt x="8510" y="19843"/>
                  </a:lnTo>
                  <a:lnTo>
                    <a:pt x="8133" y="19466"/>
                  </a:lnTo>
                  <a:lnTo>
                    <a:pt x="7776" y="19071"/>
                  </a:lnTo>
                  <a:lnTo>
                    <a:pt x="7437" y="18638"/>
                  </a:lnTo>
                  <a:lnTo>
                    <a:pt x="7117" y="18205"/>
                  </a:lnTo>
                  <a:lnTo>
                    <a:pt x="6815" y="17753"/>
                  </a:lnTo>
                  <a:lnTo>
                    <a:pt x="6533" y="17264"/>
                  </a:lnTo>
                  <a:lnTo>
                    <a:pt x="6269" y="16774"/>
                  </a:lnTo>
                  <a:lnTo>
                    <a:pt x="6025" y="16285"/>
                  </a:lnTo>
                  <a:lnTo>
                    <a:pt x="5836" y="15776"/>
                  </a:lnTo>
                  <a:lnTo>
                    <a:pt x="5648" y="15268"/>
                  </a:lnTo>
                  <a:lnTo>
                    <a:pt x="5498" y="14741"/>
                  </a:lnTo>
                  <a:lnTo>
                    <a:pt x="5385" y="14233"/>
                  </a:lnTo>
                  <a:lnTo>
                    <a:pt x="5290" y="13706"/>
                  </a:lnTo>
                  <a:lnTo>
                    <a:pt x="5215" y="13179"/>
                  </a:lnTo>
                  <a:lnTo>
                    <a:pt x="5159" y="12651"/>
                  </a:lnTo>
                  <a:lnTo>
                    <a:pt x="5140" y="12124"/>
                  </a:lnTo>
                  <a:lnTo>
                    <a:pt x="5159" y="11616"/>
                  </a:lnTo>
                  <a:lnTo>
                    <a:pt x="5178" y="11089"/>
                  </a:lnTo>
                  <a:lnTo>
                    <a:pt x="5234" y="10581"/>
                  </a:lnTo>
                  <a:lnTo>
                    <a:pt x="5328" y="10053"/>
                  </a:lnTo>
                  <a:lnTo>
                    <a:pt x="5422" y="9545"/>
                  </a:lnTo>
                  <a:lnTo>
                    <a:pt x="5554" y="9056"/>
                  </a:lnTo>
                  <a:lnTo>
                    <a:pt x="5705" y="8547"/>
                  </a:lnTo>
                  <a:lnTo>
                    <a:pt x="5893" y="8058"/>
                  </a:lnTo>
                  <a:lnTo>
                    <a:pt x="6081" y="7587"/>
                  </a:lnTo>
                  <a:lnTo>
                    <a:pt x="6307" y="7117"/>
                  </a:lnTo>
                  <a:lnTo>
                    <a:pt x="6552" y="6646"/>
                  </a:lnTo>
                  <a:lnTo>
                    <a:pt x="6815" y="6213"/>
                  </a:lnTo>
                  <a:lnTo>
                    <a:pt x="7117" y="5761"/>
                  </a:lnTo>
                  <a:lnTo>
                    <a:pt x="7418" y="5347"/>
                  </a:lnTo>
                  <a:lnTo>
                    <a:pt x="7757" y="4933"/>
                  </a:lnTo>
                  <a:lnTo>
                    <a:pt x="8114" y="4537"/>
                  </a:lnTo>
                  <a:lnTo>
                    <a:pt x="8491" y="4161"/>
                  </a:lnTo>
                  <a:lnTo>
                    <a:pt x="8886" y="3803"/>
                  </a:lnTo>
                  <a:lnTo>
                    <a:pt x="9319" y="3464"/>
                  </a:lnTo>
                  <a:lnTo>
                    <a:pt x="9752" y="3144"/>
                  </a:lnTo>
                  <a:lnTo>
                    <a:pt x="10204" y="2824"/>
                  </a:lnTo>
                  <a:lnTo>
                    <a:pt x="10693" y="2542"/>
                  </a:lnTo>
                  <a:lnTo>
                    <a:pt x="11014" y="2373"/>
                  </a:lnTo>
                  <a:lnTo>
                    <a:pt x="11334" y="2203"/>
                  </a:lnTo>
                  <a:lnTo>
                    <a:pt x="11672" y="2052"/>
                  </a:lnTo>
                  <a:lnTo>
                    <a:pt x="12011" y="1921"/>
                  </a:lnTo>
                  <a:lnTo>
                    <a:pt x="12350" y="1789"/>
                  </a:lnTo>
                  <a:lnTo>
                    <a:pt x="12689" y="1676"/>
                  </a:lnTo>
                  <a:lnTo>
                    <a:pt x="13028" y="1582"/>
                  </a:lnTo>
                  <a:lnTo>
                    <a:pt x="13367" y="1488"/>
                  </a:lnTo>
                  <a:lnTo>
                    <a:pt x="13706" y="1412"/>
                  </a:lnTo>
                  <a:lnTo>
                    <a:pt x="14063" y="1337"/>
                  </a:lnTo>
                  <a:lnTo>
                    <a:pt x="14402" y="1281"/>
                  </a:lnTo>
                  <a:lnTo>
                    <a:pt x="14741" y="1243"/>
                  </a:lnTo>
                  <a:lnTo>
                    <a:pt x="15438" y="1187"/>
                  </a:lnTo>
                  <a:lnTo>
                    <a:pt x="16134" y="1168"/>
                  </a:lnTo>
                  <a:lnTo>
                    <a:pt x="16831" y="1205"/>
                  </a:lnTo>
                  <a:lnTo>
                    <a:pt x="17508" y="1281"/>
                  </a:lnTo>
                  <a:lnTo>
                    <a:pt x="18186" y="1412"/>
                  </a:lnTo>
                  <a:lnTo>
                    <a:pt x="18864" y="1563"/>
                  </a:lnTo>
                  <a:lnTo>
                    <a:pt x="19523" y="1770"/>
                  </a:lnTo>
                  <a:lnTo>
                    <a:pt x="20163" y="2015"/>
                  </a:lnTo>
                  <a:lnTo>
                    <a:pt x="20784" y="2297"/>
                  </a:lnTo>
                  <a:lnTo>
                    <a:pt x="21387" y="2636"/>
                  </a:lnTo>
                  <a:lnTo>
                    <a:pt x="21010" y="2354"/>
                  </a:lnTo>
                  <a:lnTo>
                    <a:pt x="20596" y="2090"/>
                  </a:lnTo>
                  <a:lnTo>
                    <a:pt x="20201" y="1845"/>
                  </a:lnTo>
                  <a:lnTo>
                    <a:pt x="19786" y="1619"/>
                  </a:lnTo>
                  <a:lnTo>
                    <a:pt x="19353" y="1394"/>
                  </a:lnTo>
                  <a:lnTo>
                    <a:pt x="18939" y="1187"/>
                  </a:lnTo>
                  <a:lnTo>
                    <a:pt x="18506" y="998"/>
                  </a:lnTo>
                  <a:lnTo>
                    <a:pt x="18054" y="829"/>
                  </a:lnTo>
                  <a:lnTo>
                    <a:pt x="17603" y="678"/>
                  </a:lnTo>
                  <a:lnTo>
                    <a:pt x="17151" y="546"/>
                  </a:lnTo>
                  <a:lnTo>
                    <a:pt x="16699" y="415"/>
                  </a:lnTo>
                  <a:lnTo>
                    <a:pt x="16247" y="302"/>
                  </a:lnTo>
                  <a:lnTo>
                    <a:pt x="15776" y="208"/>
                  </a:lnTo>
                  <a:lnTo>
                    <a:pt x="15306" y="132"/>
                  </a:lnTo>
                  <a:lnTo>
                    <a:pt x="14835" y="76"/>
                  </a:lnTo>
                  <a:lnTo>
                    <a:pt x="14365" y="38"/>
                  </a:lnTo>
                  <a:lnTo>
                    <a:pt x="13894" y="19"/>
                  </a:lnTo>
                  <a:lnTo>
                    <a:pt x="13423" y="0"/>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2"/>
            <p:cNvSpPr/>
            <p:nvPr/>
          </p:nvSpPr>
          <p:spPr>
            <a:xfrm>
              <a:off x="1985518" y="3072774"/>
              <a:ext cx="542060" cy="542060"/>
            </a:xfrm>
            <a:custGeom>
              <a:rect b="b" l="l" r="r" t="t"/>
              <a:pathLst>
                <a:path extrusionOk="0" fill="none" h="26828" w="26828">
                  <a:moveTo>
                    <a:pt x="26790" y="12275"/>
                  </a:moveTo>
                  <a:lnTo>
                    <a:pt x="26790" y="12275"/>
                  </a:lnTo>
                  <a:lnTo>
                    <a:pt x="26808" y="12746"/>
                  </a:lnTo>
                  <a:lnTo>
                    <a:pt x="26827" y="13216"/>
                  </a:lnTo>
                  <a:lnTo>
                    <a:pt x="26827" y="13706"/>
                  </a:lnTo>
                  <a:lnTo>
                    <a:pt x="26808" y="14176"/>
                  </a:lnTo>
                  <a:lnTo>
                    <a:pt x="26771" y="14647"/>
                  </a:lnTo>
                  <a:lnTo>
                    <a:pt x="26714" y="15118"/>
                  </a:lnTo>
                  <a:lnTo>
                    <a:pt x="26658" y="15588"/>
                  </a:lnTo>
                  <a:lnTo>
                    <a:pt x="26564" y="16059"/>
                  </a:lnTo>
                  <a:lnTo>
                    <a:pt x="26469" y="16511"/>
                  </a:lnTo>
                  <a:lnTo>
                    <a:pt x="26357" y="16981"/>
                  </a:lnTo>
                  <a:lnTo>
                    <a:pt x="26206" y="17433"/>
                  </a:lnTo>
                  <a:lnTo>
                    <a:pt x="26074" y="17866"/>
                  </a:lnTo>
                  <a:lnTo>
                    <a:pt x="25905" y="18318"/>
                  </a:lnTo>
                  <a:lnTo>
                    <a:pt x="25716" y="18751"/>
                  </a:lnTo>
                  <a:lnTo>
                    <a:pt x="25528" y="19184"/>
                  </a:lnTo>
                  <a:lnTo>
                    <a:pt x="25321" y="19617"/>
                  </a:lnTo>
                  <a:lnTo>
                    <a:pt x="25095" y="20031"/>
                  </a:lnTo>
                  <a:lnTo>
                    <a:pt x="24850" y="20445"/>
                  </a:lnTo>
                  <a:lnTo>
                    <a:pt x="24587" y="20841"/>
                  </a:lnTo>
                  <a:lnTo>
                    <a:pt x="24323" y="21236"/>
                  </a:lnTo>
                  <a:lnTo>
                    <a:pt x="24041" y="21612"/>
                  </a:lnTo>
                  <a:lnTo>
                    <a:pt x="23740" y="21989"/>
                  </a:lnTo>
                  <a:lnTo>
                    <a:pt x="23420" y="22366"/>
                  </a:lnTo>
                  <a:lnTo>
                    <a:pt x="23081" y="22723"/>
                  </a:lnTo>
                  <a:lnTo>
                    <a:pt x="22742" y="23062"/>
                  </a:lnTo>
                  <a:lnTo>
                    <a:pt x="22384" y="23401"/>
                  </a:lnTo>
                  <a:lnTo>
                    <a:pt x="22027" y="23721"/>
                  </a:lnTo>
                  <a:lnTo>
                    <a:pt x="21631" y="24022"/>
                  </a:lnTo>
                  <a:lnTo>
                    <a:pt x="21236" y="24323"/>
                  </a:lnTo>
                  <a:lnTo>
                    <a:pt x="20822" y="24606"/>
                  </a:lnTo>
                  <a:lnTo>
                    <a:pt x="20389" y="24869"/>
                  </a:lnTo>
                  <a:lnTo>
                    <a:pt x="19956" y="25133"/>
                  </a:lnTo>
                  <a:lnTo>
                    <a:pt x="19956" y="25133"/>
                  </a:lnTo>
                  <a:lnTo>
                    <a:pt x="19353" y="25453"/>
                  </a:lnTo>
                  <a:lnTo>
                    <a:pt x="18732" y="25735"/>
                  </a:lnTo>
                  <a:lnTo>
                    <a:pt x="18092" y="25999"/>
                  </a:lnTo>
                  <a:lnTo>
                    <a:pt x="17471" y="26206"/>
                  </a:lnTo>
                  <a:lnTo>
                    <a:pt x="16831" y="26394"/>
                  </a:lnTo>
                  <a:lnTo>
                    <a:pt x="16191" y="26545"/>
                  </a:lnTo>
                  <a:lnTo>
                    <a:pt x="15532" y="26677"/>
                  </a:lnTo>
                  <a:lnTo>
                    <a:pt x="14892" y="26752"/>
                  </a:lnTo>
                  <a:lnTo>
                    <a:pt x="14233" y="26808"/>
                  </a:lnTo>
                  <a:lnTo>
                    <a:pt x="13593" y="26827"/>
                  </a:lnTo>
                  <a:lnTo>
                    <a:pt x="12934" y="26827"/>
                  </a:lnTo>
                  <a:lnTo>
                    <a:pt x="12294" y="26790"/>
                  </a:lnTo>
                  <a:lnTo>
                    <a:pt x="11654" y="26714"/>
                  </a:lnTo>
                  <a:lnTo>
                    <a:pt x="11014" y="26620"/>
                  </a:lnTo>
                  <a:lnTo>
                    <a:pt x="10392" y="26488"/>
                  </a:lnTo>
                  <a:lnTo>
                    <a:pt x="9752" y="26319"/>
                  </a:lnTo>
                  <a:lnTo>
                    <a:pt x="9150" y="26131"/>
                  </a:lnTo>
                  <a:lnTo>
                    <a:pt x="8547" y="25924"/>
                  </a:lnTo>
                  <a:lnTo>
                    <a:pt x="7945" y="25679"/>
                  </a:lnTo>
                  <a:lnTo>
                    <a:pt x="7361" y="25396"/>
                  </a:lnTo>
                  <a:lnTo>
                    <a:pt x="6797" y="25095"/>
                  </a:lnTo>
                  <a:lnTo>
                    <a:pt x="6232" y="24756"/>
                  </a:lnTo>
                  <a:lnTo>
                    <a:pt x="5705" y="24399"/>
                  </a:lnTo>
                  <a:lnTo>
                    <a:pt x="5178" y="24003"/>
                  </a:lnTo>
                  <a:lnTo>
                    <a:pt x="4669" y="23589"/>
                  </a:lnTo>
                  <a:lnTo>
                    <a:pt x="4180" y="23156"/>
                  </a:lnTo>
                  <a:lnTo>
                    <a:pt x="3709" y="22686"/>
                  </a:lnTo>
                  <a:lnTo>
                    <a:pt x="3257" y="22196"/>
                  </a:lnTo>
                  <a:lnTo>
                    <a:pt x="2843" y="21669"/>
                  </a:lnTo>
                  <a:lnTo>
                    <a:pt x="2429" y="21123"/>
                  </a:lnTo>
                  <a:lnTo>
                    <a:pt x="2052" y="20558"/>
                  </a:lnTo>
                  <a:lnTo>
                    <a:pt x="1695" y="19975"/>
                  </a:lnTo>
                  <a:lnTo>
                    <a:pt x="1695" y="19975"/>
                  </a:lnTo>
                  <a:lnTo>
                    <a:pt x="1375" y="19353"/>
                  </a:lnTo>
                  <a:lnTo>
                    <a:pt x="1092" y="18732"/>
                  </a:lnTo>
                  <a:lnTo>
                    <a:pt x="848" y="18111"/>
                  </a:lnTo>
                  <a:lnTo>
                    <a:pt x="622" y="17471"/>
                  </a:lnTo>
                  <a:lnTo>
                    <a:pt x="433" y="16831"/>
                  </a:lnTo>
                  <a:lnTo>
                    <a:pt x="283" y="16191"/>
                  </a:lnTo>
                  <a:lnTo>
                    <a:pt x="170" y="15551"/>
                  </a:lnTo>
                  <a:lnTo>
                    <a:pt x="76" y="14892"/>
                  </a:lnTo>
                  <a:lnTo>
                    <a:pt x="19" y="14252"/>
                  </a:lnTo>
                  <a:lnTo>
                    <a:pt x="0" y="13593"/>
                  </a:lnTo>
                  <a:lnTo>
                    <a:pt x="0" y="12953"/>
                  </a:lnTo>
                  <a:lnTo>
                    <a:pt x="38" y="12294"/>
                  </a:lnTo>
                  <a:lnTo>
                    <a:pt x="113" y="11654"/>
                  </a:lnTo>
                  <a:lnTo>
                    <a:pt x="208" y="11014"/>
                  </a:lnTo>
                  <a:lnTo>
                    <a:pt x="339" y="10392"/>
                  </a:lnTo>
                  <a:lnTo>
                    <a:pt x="509" y="9771"/>
                  </a:lnTo>
                  <a:lnTo>
                    <a:pt x="697" y="9150"/>
                  </a:lnTo>
                  <a:lnTo>
                    <a:pt x="904" y="8547"/>
                  </a:lnTo>
                  <a:lnTo>
                    <a:pt x="1168" y="7945"/>
                  </a:lnTo>
                  <a:lnTo>
                    <a:pt x="1431" y="7361"/>
                  </a:lnTo>
                  <a:lnTo>
                    <a:pt x="1732" y="6797"/>
                  </a:lnTo>
                  <a:lnTo>
                    <a:pt x="2071" y="6251"/>
                  </a:lnTo>
                  <a:lnTo>
                    <a:pt x="2429" y="5705"/>
                  </a:lnTo>
                  <a:lnTo>
                    <a:pt x="2824" y="5178"/>
                  </a:lnTo>
                  <a:lnTo>
                    <a:pt x="3238" y="4669"/>
                  </a:lnTo>
                  <a:lnTo>
                    <a:pt x="3671" y="4180"/>
                  </a:lnTo>
                  <a:lnTo>
                    <a:pt x="4142" y="3709"/>
                  </a:lnTo>
                  <a:lnTo>
                    <a:pt x="4632" y="3276"/>
                  </a:lnTo>
                  <a:lnTo>
                    <a:pt x="5159" y="2843"/>
                  </a:lnTo>
                  <a:lnTo>
                    <a:pt x="5705" y="2448"/>
                  </a:lnTo>
                  <a:lnTo>
                    <a:pt x="6269" y="2071"/>
                  </a:lnTo>
                  <a:lnTo>
                    <a:pt x="6872" y="1714"/>
                  </a:lnTo>
                  <a:lnTo>
                    <a:pt x="6872" y="1714"/>
                  </a:lnTo>
                  <a:lnTo>
                    <a:pt x="7305" y="1469"/>
                  </a:lnTo>
                  <a:lnTo>
                    <a:pt x="7776" y="1243"/>
                  </a:lnTo>
                  <a:lnTo>
                    <a:pt x="8227" y="1055"/>
                  </a:lnTo>
                  <a:lnTo>
                    <a:pt x="8679" y="866"/>
                  </a:lnTo>
                  <a:lnTo>
                    <a:pt x="9150" y="697"/>
                  </a:lnTo>
                  <a:lnTo>
                    <a:pt x="9620" y="546"/>
                  </a:lnTo>
                  <a:lnTo>
                    <a:pt x="10091" y="415"/>
                  </a:lnTo>
                  <a:lnTo>
                    <a:pt x="10562" y="302"/>
                  </a:lnTo>
                  <a:lnTo>
                    <a:pt x="11032" y="208"/>
                  </a:lnTo>
                  <a:lnTo>
                    <a:pt x="11503" y="132"/>
                  </a:lnTo>
                  <a:lnTo>
                    <a:pt x="11992" y="76"/>
                  </a:lnTo>
                  <a:lnTo>
                    <a:pt x="12463" y="38"/>
                  </a:lnTo>
                  <a:lnTo>
                    <a:pt x="12934" y="0"/>
                  </a:lnTo>
                  <a:lnTo>
                    <a:pt x="13423" y="0"/>
                  </a:lnTo>
                  <a:lnTo>
                    <a:pt x="13894" y="19"/>
                  </a:lnTo>
                  <a:lnTo>
                    <a:pt x="14365" y="38"/>
                  </a:lnTo>
                  <a:lnTo>
                    <a:pt x="14835" y="76"/>
                  </a:lnTo>
                  <a:lnTo>
                    <a:pt x="15306" y="132"/>
                  </a:lnTo>
                  <a:lnTo>
                    <a:pt x="15776" y="208"/>
                  </a:lnTo>
                  <a:lnTo>
                    <a:pt x="16247" y="302"/>
                  </a:lnTo>
                  <a:lnTo>
                    <a:pt x="16699" y="415"/>
                  </a:lnTo>
                  <a:lnTo>
                    <a:pt x="17151" y="546"/>
                  </a:lnTo>
                  <a:lnTo>
                    <a:pt x="17603" y="678"/>
                  </a:lnTo>
                  <a:lnTo>
                    <a:pt x="18054" y="829"/>
                  </a:lnTo>
                  <a:lnTo>
                    <a:pt x="18506" y="998"/>
                  </a:lnTo>
                  <a:lnTo>
                    <a:pt x="18939" y="1187"/>
                  </a:lnTo>
                  <a:lnTo>
                    <a:pt x="19353" y="1394"/>
                  </a:lnTo>
                  <a:lnTo>
                    <a:pt x="19786" y="1619"/>
                  </a:lnTo>
                  <a:lnTo>
                    <a:pt x="20201" y="1845"/>
                  </a:lnTo>
                  <a:lnTo>
                    <a:pt x="20596" y="2090"/>
                  </a:lnTo>
                  <a:lnTo>
                    <a:pt x="21010" y="2354"/>
                  </a:lnTo>
                  <a:lnTo>
                    <a:pt x="21387" y="2636"/>
                  </a:lnTo>
                  <a:lnTo>
                    <a:pt x="21387" y="2636"/>
                  </a:lnTo>
                  <a:lnTo>
                    <a:pt x="20784" y="2297"/>
                  </a:lnTo>
                  <a:lnTo>
                    <a:pt x="20163" y="2015"/>
                  </a:lnTo>
                  <a:lnTo>
                    <a:pt x="19523" y="1770"/>
                  </a:lnTo>
                  <a:lnTo>
                    <a:pt x="18864" y="1563"/>
                  </a:lnTo>
                  <a:lnTo>
                    <a:pt x="18186" y="1412"/>
                  </a:lnTo>
                  <a:lnTo>
                    <a:pt x="17508" y="1281"/>
                  </a:lnTo>
                  <a:lnTo>
                    <a:pt x="16831" y="1205"/>
                  </a:lnTo>
                  <a:lnTo>
                    <a:pt x="16134" y="1168"/>
                  </a:lnTo>
                  <a:lnTo>
                    <a:pt x="15438" y="1187"/>
                  </a:lnTo>
                  <a:lnTo>
                    <a:pt x="14741" y="1243"/>
                  </a:lnTo>
                  <a:lnTo>
                    <a:pt x="14402" y="1281"/>
                  </a:lnTo>
                  <a:lnTo>
                    <a:pt x="14063" y="1337"/>
                  </a:lnTo>
                  <a:lnTo>
                    <a:pt x="13706" y="1412"/>
                  </a:lnTo>
                  <a:lnTo>
                    <a:pt x="13367" y="1488"/>
                  </a:lnTo>
                  <a:lnTo>
                    <a:pt x="13028" y="1582"/>
                  </a:lnTo>
                  <a:lnTo>
                    <a:pt x="12689" y="1676"/>
                  </a:lnTo>
                  <a:lnTo>
                    <a:pt x="12350" y="1789"/>
                  </a:lnTo>
                  <a:lnTo>
                    <a:pt x="12011" y="1921"/>
                  </a:lnTo>
                  <a:lnTo>
                    <a:pt x="11672" y="2052"/>
                  </a:lnTo>
                  <a:lnTo>
                    <a:pt x="11334" y="2203"/>
                  </a:lnTo>
                  <a:lnTo>
                    <a:pt x="11014" y="2373"/>
                  </a:lnTo>
                  <a:lnTo>
                    <a:pt x="10693" y="2542"/>
                  </a:lnTo>
                  <a:lnTo>
                    <a:pt x="10693" y="2542"/>
                  </a:lnTo>
                  <a:lnTo>
                    <a:pt x="10204" y="2824"/>
                  </a:lnTo>
                  <a:lnTo>
                    <a:pt x="9752" y="3144"/>
                  </a:lnTo>
                  <a:lnTo>
                    <a:pt x="9319" y="3464"/>
                  </a:lnTo>
                  <a:lnTo>
                    <a:pt x="8886" y="3803"/>
                  </a:lnTo>
                  <a:lnTo>
                    <a:pt x="8491" y="4161"/>
                  </a:lnTo>
                  <a:lnTo>
                    <a:pt x="8114" y="4537"/>
                  </a:lnTo>
                  <a:lnTo>
                    <a:pt x="7757" y="4933"/>
                  </a:lnTo>
                  <a:lnTo>
                    <a:pt x="7418" y="5347"/>
                  </a:lnTo>
                  <a:lnTo>
                    <a:pt x="7117" y="5761"/>
                  </a:lnTo>
                  <a:lnTo>
                    <a:pt x="6815" y="6213"/>
                  </a:lnTo>
                  <a:lnTo>
                    <a:pt x="6552" y="6646"/>
                  </a:lnTo>
                  <a:lnTo>
                    <a:pt x="6307" y="7117"/>
                  </a:lnTo>
                  <a:lnTo>
                    <a:pt x="6081" y="7587"/>
                  </a:lnTo>
                  <a:lnTo>
                    <a:pt x="5893" y="8058"/>
                  </a:lnTo>
                  <a:lnTo>
                    <a:pt x="5705" y="8547"/>
                  </a:lnTo>
                  <a:lnTo>
                    <a:pt x="5554" y="9056"/>
                  </a:lnTo>
                  <a:lnTo>
                    <a:pt x="5422" y="9545"/>
                  </a:lnTo>
                  <a:lnTo>
                    <a:pt x="5328" y="10053"/>
                  </a:lnTo>
                  <a:lnTo>
                    <a:pt x="5234" y="10581"/>
                  </a:lnTo>
                  <a:lnTo>
                    <a:pt x="5178" y="11089"/>
                  </a:lnTo>
                  <a:lnTo>
                    <a:pt x="5159" y="11616"/>
                  </a:lnTo>
                  <a:lnTo>
                    <a:pt x="5140" y="12124"/>
                  </a:lnTo>
                  <a:lnTo>
                    <a:pt x="5159" y="12651"/>
                  </a:lnTo>
                  <a:lnTo>
                    <a:pt x="5215" y="13179"/>
                  </a:lnTo>
                  <a:lnTo>
                    <a:pt x="5290" y="13706"/>
                  </a:lnTo>
                  <a:lnTo>
                    <a:pt x="5385" y="14233"/>
                  </a:lnTo>
                  <a:lnTo>
                    <a:pt x="5498" y="14741"/>
                  </a:lnTo>
                  <a:lnTo>
                    <a:pt x="5648" y="15268"/>
                  </a:lnTo>
                  <a:lnTo>
                    <a:pt x="5836" y="15776"/>
                  </a:lnTo>
                  <a:lnTo>
                    <a:pt x="6025" y="16285"/>
                  </a:lnTo>
                  <a:lnTo>
                    <a:pt x="6269" y="16774"/>
                  </a:lnTo>
                  <a:lnTo>
                    <a:pt x="6533" y="17264"/>
                  </a:lnTo>
                  <a:lnTo>
                    <a:pt x="6533" y="17264"/>
                  </a:lnTo>
                  <a:lnTo>
                    <a:pt x="6815" y="17753"/>
                  </a:lnTo>
                  <a:lnTo>
                    <a:pt x="7117" y="18205"/>
                  </a:lnTo>
                  <a:lnTo>
                    <a:pt x="7437" y="18638"/>
                  </a:lnTo>
                  <a:lnTo>
                    <a:pt x="7776" y="19071"/>
                  </a:lnTo>
                  <a:lnTo>
                    <a:pt x="8133" y="19466"/>
                  </a:lnTo>
                  <a:lnTo>
                    <a:pt x="8510" y="19843"/>
                  </a:lnTo>
                  <a:lnTo>
                    <a:pt x="8905" y="20201"/>
                  </a:lnTo>
                  <a:lnTo>
                    <a:pt x="9319" y="20539"/>
                  </a:lnTo>
                  <a:lnTo>
                    <a:pt x="9752" y="20841"/>
                  </a:lnTo>
                  <a:lnTo>
                    <a:pt x="10185" y="21142"/>
                  </a:lnTo>
                  <a:lnTo>
                    <a:pt x="10637" y="21405"/>
                  </a:lnTo>
                  <a:lnTo>
                    <a:pt x="11089" y="21650"/>
                  </a:lnTo>
                  <a:lnTo>
                    <a:pt x="11559" y="21876"/>
                  </a:lnTo>
                  <a:lnTo>
                    <a:pt x="12030" y="22064"/>
                  </a:lnTo>
                  <a:lnTo>
                    <a:pt x="12520" y="22253"/>
                  </a:lnTo>
                  <a:lnTo>
                    <a:pt x="13028" y="22403"/>
                  </a:lnTo>
                  <a:lnTo>
                    <a:pt x="13517" y="22535"/>
                  </a:lnTo>
                  <a:lnTo>
                    <a:pt x="14026" y="22629"/>
                  </a:lnTo>
                  <a:lnTo>
                    <a:pt x="14553" y="22723"/>
                  </a:lnTo>
                  <a:lnTo>
                    <a:pt x="15061" y="22780"/>
                  </a:lnTo>
                  <a:lnTo>
                    <a:pt x="15588" y="22799"/>
                  </a:lnTo>
                  <a:lnTo>
                    <a:pt x="16115" y="22817"/>
                  </a:lnTo>
                  <a:lnTo>
                    <a:pt x="16624" y="22799"/>
                  </a:lnTo>
                  <a:lnTo>
                    <a:pt x="17151" y="22742"/>
                  </a:lnTo>
                  <a:lnTo>
                    <a:pt x="17678" y="22667"/>
                  </a:lnTo>
                  <a:lnTo>
                    <a:pt x="18205" y="22573"/>
                  </a:lnTo>
                  <a:lnTo>
                    <a:pt x="18713" y="22460"/>
                  </a:lnTo>
                  <a:lnTo>
                    <a:pt x="19240" y="22309"/>
                  </a:lnTo>
                  <a:lnTo>
                    <a:pt x="19749" y="22121"/>
                  </a:lnTo>
                  <a:lnTo>
                    <a:pt x="20257" y="21933"/>
                  </a:lnTo>
                  <a:lnTo>
                    <a:pt x="20746" y="21688"/>
                  </a:lnTo>
                  <a:lnTo>
                    <a:pt x="21236" y="21424"/>
                  </a:lnTo>
                  <a:lnTo>
                    <a:pt x="21236" y="21424"/>
                  </a:lnTo>
                  <a:lnTo>
                    <a:pt x="21556" y="21255"/>
                  </a:lnTo>
                  <a:lnTo>
                    <a:pt x="21876" y="21048"/>
                  </a:lnTo>
                  <a:lnTo>
                    <a:pt x="22177" y="20841"/>
                  </a:lnTo>
                  <a:lnTo>
                    <a:pt x="22478" y="20634"/>
                  </a:lnTo>
                  <a:lnTo>
                    <a:pt x="22761" y="20408"/>
                  </a:lnTo>
                  <a:lnTo>
                    <a:pt x="23024" y="20182"/>
                  </a:lnTo>
                  <a:lnTo>
                    <a:pt x="23288" y="19956"/>
                  </a:lnTo>
                  <a:lnTo>
                    <a:pt x="23551" y="19711"/>
                  </a:lnTo>
                  <a:lnTo>
                    <a:pt x="23796" y="19448"/>
                  </a:lnTo>
                  <a:lnTo>
                    <a:pt x="24041" y="19203"/>
                  </a:lnTo>
                  <a:lnTo>
                    <a:pt x="24267" y="18920"/>
                  </a:lnTo>
                  <a:lnTo>
                    <a:pt x="24493" y="18657"/>
                  </a:lnTo>
                  <a:lnTo>
                    <a:pt x="24907" y="18092"/>
                  </a:lnTo>
                  <a:lnTo>
                    <a:pt x="25265" y="17508"/>
                  </a:lnTo>
                  <a:lnTo>
                    <a:pt x="25603" y="16906"/>
                  </a:lnTo>
                  <a:lnTo>
                    <a:pt x="25905" y="16285"/>
                  </a:lnTo>
                  <a:lnTo>
                    <a:pt x="26149" y="15645"/>
                  </a:lnTo>
                  <a:lnTo>
                    <a:pt x="26357" y="14986"/>
                  </a:lnTo>
                  <a:lnTo>
                    <a:pt x="26526" y="14327"/>
                  </a:lnTo>
                  <a:lnTo>
                    <a:pt x="26658" y="13649"/>
                  </a:lnTo>
                  <a:lnTo>
                    <a:pt x="26733" y="12953"/>
                  </a:lnTo>
                  <a:lnTo>
                    <a:pt x="26790" y="1227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2"/>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2"/>
            <p:cNvSpPr/>
            <p:nvPr/>
          </p:nvSpPr>
          <p:spPr>
            <a:xfrm>
              <a:off x="2419518" y="3172808"/>
              <a:ext cx="124018" cy="122119"/>
            </a:xfrm>
            <a:custGeom>
              <a:rect b="b" l="l" r="r" t="t"/>
              <a:pathLst>
                <a:path extrusionOk="0" fill="none" h="6044" w="6138">
                  <a:moveTo>
                    <a:pt x="1601" y="1"/>
                  </a:moveTo>
                  <a:lnTo>
                    <a:pt x="3333" y="1601"/>
                  </a:lnTo>
                  <a:lnTo>
                    <a:pt x="5385" y="452"/>
                  </a:lnTo>
                  <a:lnTo>
                    <a:pt x="4406" y="2599"/>
                  </a:lnTo>
                  <a:lnTo>
                    <a:pt x="6138" y="4199"/>
                  </a:lnTo>
                  <a:lnTo>
                    <a:pt x="3785" y="3916"/>
                  </a:lnTo>
                  <a:lnTo>
                    <a:pt x="2806" y="6044"/>
                  </a:lnTo>
                  <a:lnTo>
                    <a:pt x="2354" y="3747"/>
                  </a:lnTo>
                  <a:lnTo>
                    <a:pt x="1" y="3465"/>
                  </a:lnTo>
                  <a:lnTo>
                    <a:pt x="2071" y="2316"/>
                  </a:lnTo>
                  <a:lnTo>
                    <a:pt x="160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2"/>
            <p:cNvSpPr/>
            <p:nvPr/>
          </p:nvSpPr>
          <p:spPr>
            <a:xfrm>
              <a:off x="1504339" y="2598447"/>
              <a:ext cx="1344279" cy="1087130"/>
            </a:xfrm>
            <a:custGeom>
              <a:rect b="b" l="l" r="r" t="t"/>
              <a:pathLst>
                <a:path extrusionOk="0" h="53805" w="66532">
                  <a:moveTo>
                    <a:pt x="16191" y="16963"/>
                  </a:moveTo>
                  <a:lnTo>
                    <a:pt x="16266" y="17490"/>
                  </a:lnTo>
                  <a:lnTo>
                    <a:pt x="16360" y="18017"/>
                  </a:lnTo>
                  <a:lnTo>
                    <a:pt x="16473" y="18544"/>
                  </a:lnTo>
                  <a:lnTo>
                    <a:pt x="16586" y="19052"/>
                  </a:lnTo>
                  <a:lnTo>
                    <a:pt x="16718" y="19580"/>
                  </a:lnTo>
                  <a:lnTo>
                    <a:pt x="16850" y="20088"/>
                  </a:lnTo>
                  <a:lnTo>
                    <a:pt x="17001" y="20596"/>
                  </a:lnTo>
                  <a:lnTo>
                    <a:pt x="17170" y="21086"/>
                  </a:lnTo>
                  <a:lnTo>
                    <a:pt x="17339" y="21594"/>
                  </a:lnTo>
                  <a:lnTo>
                    <a:pt x="17528" y="22083"/>
                  </a:lnTo>
                  <a:lnTo>
                    <a:pt x="17735" y="22573"/>
                  </a:lnTo>
                  <a:lnTo>
                    <a:pt x="17942" y="23062"/>
                  </a:lnTo>
                  <a:lnTo>
                    <a:pt x="18168" y="23533"/>
                  </a:lnTo>
                  <a:lnTo>
                    <a:pt x="18394" y="24022"/>
                  </a:lnTo>
                  <a:lnTo>
                    <a:pt x="18638" y="24493"/>
                  </a:lnTo>
                  <a:lnTo>
                    <a:pt x="18883" y="24945"/>
                  </a:lnTo>
                  <a:lnTo>
                    <a:pt x="19147" y="25416"/>
                  </a:lnTo>
                  <a:lnTo>
                    <a:pt x="19410" y="25867"/>
                  </a:lnTo>
                  <a:lnTo>
                    <a:pt x="19693" y="26319"/>
                  </a:lnTo>
                  <a:lnTo>
                    <a:pt x="19994" y="26752"/>
                  </a:lnTo>
                  <a:lnTo>
                    <a:pt x="20596" y="27637"/>
                  </a:lnTo>
                  <a:lnTo>
                    <a:pt x="21255" y="28484"/>
                  </a:lnTo>
                  <a:lnTo>
                    <a:pt x="21933" y="29294"/>
                  </a:lnTo>
                  <a:lnTo>
                    <a:pt x="22667" y="30103"/>
                  </a:lnTo>
                  <a:lnTo>
                    <a:pt x="23420" y="30875"/>
                  </a:lnTo>
                  <a:lnTo>
                    <a:pt x="24211" y="31628"/>
                  </a:lnTo>
                  <a:lnTo>
                    <a:pt x="24719" y="32023"/>
                  </a:lnTo>
                  <a:lnTo>
                    <a:pt x="24926" y="31534"/>
                  </a:lnTo>
                  <a:lnTo>
                    <a:pt x="25152" y="31063"/>
                  </a:lnTo>
                  <a:lnTo>
                    <a:pt x="25397" y="30593"/>
                  </a:lnTo>
                  <a:lnTo>
                    <a:pt x="25642" y="30122"/>
                  </a:lnTo>
                  <a:lnTo>
                    <a:pt x="25924" y="29670"/>
                  </a:lnTo>
                  <a:lnTo>
                    <a:pt x="26225" y="29218"/>
                  </a:lnTo>
                  <a:lnTo>
                    <a:pt x="26526" y="28785"/>
                  </a:lnTo>
                  <a:lnTo>
                    <a:pt x="26865" y="28371"/>
                  </a:lnTo>
                  <a:lnTo>
                    <a:pt x="27223" y="27957"/>
                  </a:lnTo>
                  <a:lnTo>
                    <a:pt x="27581" y="27562"/>
                  </a:lnTo>
                  <a:lnTo>
                    <a:pt x="27976" y="27185"/>
                  </a:lnTo>
                  <a:lnTo>
                    <a:pt x="28371" y="26809"/>
                  </a:lnTo>
                  <a:lnTo>
                    <a:pt x="28785" y="26470"/>
                  </a:lnTo>
                  <a:lnTo>
                    <a:pt x="29218" y="26131"/>
                  </a:lnTo>
                  <a:lnTo>
                    <a:pt x="29689" y="25811"/>
                  </a:lnTo>
                  <a:lnTo>
                    <a:pt x="30160" y="25491"/>
                  </a:lnTo>
                  <a:lnTo>
                    <a:pt x="29124" y="25284"/>
                  </a:lnTo>
                  <a:lnTo>
                    <a:pt x="28089" y="25020"/>
                  </a:lnTo>
                  <a:lnTo>
                    <a:pt x="27091" y="24719"/>
                  </a:lnTo>
                  <a:lnTo>
                    <a:pt x="26602" y="24550"/>
                  </a:lnTo>
                  <a:lnTo>
                    <a:pt x="26093" y="24361"/>
                  </a:lnTo>
                  <a:lnTo>
                    <a:pt x="25623" y="24192"/>
                  </a:lnTo>
                  <a:lnTo>
                    <a:pt x="25133" y="23985"/>
                  </a:lnTo>
                  <a:lnTo>
                    <a:pt x="24644" y="23778"/>
                  </a:lnTo>
                  <a:lnTo>
                    <a:pt x="24173" y="23552"/>
                  </a:lnTo>
                  <a:lnTo>
                    <a:pt x="23721" y="23326"/>
                  </a:lnTo>
                  <a:lnTo>
                    <a:pt x="23251" y="23081"/>
                  </a:lnTo>
                  <a:lnTo>
                    <a:pt x="22799" y="22836"/>
                  </a:lnTo>
                  <a:lnTo>
                    <a:pt x="22347" y="22573"/>
                  </a:lnTo>
                  <a:lnTo>
                    <a:pt x="21895" y="22309"/>
                  </a:lnTo>
                  <a:lnTo>
                    <a:pt x="21462" y="22027"/>
                  </a:lnTo>
                  <a:lnTo>
                    <a:pt x="21029" y="21726"/>
                  </a:lnTo>
                  <a:lnTo>
                    <a:pt x="20615" y="21424"/>
                  </a:lnTo>
                  <a:lnTo>
                    <a:pt x="20201" y="21104"/>
                  </a:lnTo>
                  <a:lnTo>
                    <a:pt x="19787" y="20784"/>
                  </a:lnTo>
                  <a:lnTo>
                    <a:pt x="19391" y="20446"/>
                  </a:lnTo>
                  <a:lnTo>
                    <a:pt x="18996" y="20107"/>
                  </a:lnTo>
                  <a:lnTo>
                    <a:pt x="18620" y="19749"/>
                  </a:lnTo>
                  <a:lnTo>
                    <a:pt x="18243" y="19391"/>
                  </a:lnTo>
                  <a:lnTo>
                    <a:pt x="17885" y="18996"/>
                  </a:lnTo>
                  <a:lnTo>
                    <a:pt x="17528" y="18619"/>
                  </a:lnTo>
                  <a:lnTo>
                    <a:pt x="17170" y="18224"/>
                  </a:lnTo>
                  <a:lnTo>
                    <a:pt x="16831" y="17810"/>
                  </a:lnTo>
                  <a:lnTo>
                    <a:pt x="16511" y="17396"/>
                  </a:lnTo>
                  <a:lnTo>
                    <a:pt x="16191" y="16963"/>
                  </a:lnTo>
                  <a:close/>
                  <a:moveTo>
                    <a:pt x="46896" y="28428"/>
                  </a:moveTo>
                  <a:lnTo>
                    <a:pt x="48628" y="30028"/>
                  </a:lnTo>
                  <a:lnTo>
                    <a:pt x="50680" y="28879"/>
                  </a:lnTo>
                  <a:lnTo>
                    <a:pt x="49701" y="31026"/>
                  </a:lnTo>
                  <a:lnTo>
                    <a:pt x="51433" y="32626"/>
                  </a:lnTo>
                  <a:lnTo>
                    <a:pt x="49080" y="32343"/>
                  </a:lnTo>
                  <a:lnTo>
                    <a:pt x="48101" y="34471"/>
                  </a:lnTo>
                  <a:lnTo>
                    <a:pt x="47649" y="32174"/>
                  </a:lnTo>
                  <a:lnTo>
                    <a:pt x="45296" y="31892"/>
                  </a:lnTo>
                  <a:lnTo>
                    <a:pt x="47366" y="30743"/>
                  </a:lnTo>
                  <a:lnTo>
                    <a:pt x="46896" y="28428"/>
                  </a:lnTo>
                  <a:close/>
                  <a:moveTo>
                    <a:pt x="59603" y="10110"/>
                  </a:moveTo>
                  <a:lnTo>
                    <a:pt x="59377" y="10807"/>
                  </a:lnTo>
                  <a:lnTo>
                    <a:pt x="59151" y="11503"/>
                  </a:lnTo>
                  <a:lnTo>
                    <a:pt x="58869" y="12162"/>
                  </a:lnTo>
                  <a:lnTo>
                    <a:pt x="58587" y="12821"/>
                  </a:lnTo>
                  <a:lnTo>
                    <a:pt x="58267" y="13461"/>
                  </a:lnTo>
                  <a:lnTo>
                    <a:pt x="57928" y="14082"/>
                  </a:lnTo>
                  <a:lnTo>
                    <a:pt x="57551" y="14704"/>
                  </a:lnTo>
                  <a:lnTo>
                    <a:pt x="57175" y="15287"/>
                  </a:lnTo>
                  <a:lnTo>
                    <a:pt x="56761" y="15871"/>
                  </a:lnTo>
                  <a:lnTo>
                    <a:pt x="56328" y="16454"/>
                  </a:lnTo>
                  <a:lnTo>
                    <a:pt x="55895" y="17000"/>
                  </a:lnTo>
                  <a:lnTo>
                    <a:pt x="55424" y="17546"/>
                  </a:lnTo>
                  <a:lnTo>
                    <a:pt x="54934" y="18055"/>
                  </a:lnTo>
                  <a:lnTo>
                    <a:pt x="54426" y="18563"/>
                  </a:lnTo>
                  <a:lnTo>
                    <a:pt x="53899" y="19052"/>
                  </a:lnTo>
                  <a:lnTo>
                    <a:pt x="53372" y="19542"/>
                  </a:lnTo>
                  <a:lnTo>
                    <a:pt x="52807" y="19994"/>
                  </a:lnTo>
                  <a:lnTo>
                    <a:pt x="52242" y="20446"/>
                  </a:lnTo>
                  <a:lnTo>
                    <a:pt x="51659" y="20860"/>
                  </a:lnTo>
                  <a:lnTo>
                    <a:pt x="51075" y="21274"/>
                  </a:lnTo>
                  <a:lnTo>
                    <a:pt x="50454" y="21669"/>
                  </a:lnTo>
                  <a:lnTo>
                    <a:pt x="49833" y="22046"/>
                  </a:lnTo>
                  <a:lnTo>
                    <a:pt x="49211" y="22403"/>
                  </a:lnTo>
                  <a:lnTo>
                    <a:pt x="48571" y="22761"/>
                  </a:lnTo>
                  <a:lnTo>
                    <a:pt x="47912" y="23081"/>
                  </a:lnTo>
                  <a:lnTo>
                    <a:pt x="47254" y="23382"/>
                  </a:lnTo>
                  <a:lnTo>
                    <a:pt x="46595" y="23684"/>
                  </a:lnTo>
                  <a:lnTo>
                    <a:pt x="45917" y="23947"/>
                  </a:lnTo>
                  <a:lnTo>
                    <a:pt x="45239" y="24211"/>
                  </a:lnTo>
                  <a:lnTo>
                    <a:pt x="44561" y="24455"/>
                  </a:lnTo>
                  <a:lnTo>
                    <a:pt x="43865" y="24663"/>
                  </a:lnTo>
                  <a:lnTo>
                    <a:pt x="43168" y="24870"/>
                  </a:lnTo>
                  <a:lnTo>
                    <a:pt x="43695" y="25133"/>
                  </a:lnTo>
                  <a:lnTo>
                    <a:pt x="44223" y="25434"/>
                  </a:lnTo>
                  <a:lnTo>
                    <a:pt x="44712" y="25754"/>
                  </a:lnTo>
                  <a:lnTo>
                    <a:pt x="45202" y="26112"/>
                  </a:lnTo>
                  <a:lnTo>
                    <a:pt x="45202" y="26112"/>
                  </a:lnTo>
                  <a:lnTo>
                    <a:pt x="44900" y="25943"/>
                  </a:lnTo>
                  <a:lnTo>
                    <a:pt x="44580" y="25773"/>
                  </a:lnTo>
                  <a:lnTo>
                    <a:pt x="44260" y="25623"/>
                  </a:lnTo>
                  <a:lnTo>
                    <a:pt x="43940" y="25472"/>
                  </a:lnTo>
                  <a:lnTo>
                    <a:pt x="43601" y="25340"/>
                  </a:lnTo>
                  <a:lnTo>
                    <a:pt x="43262" y="25227"/>
                  </a:lnTo>
                  <a:lnTo>
                    <a:pt x="42924" y="25114"/>
                  </a:lnTo>
                  <a:lnTo>
                    <a:pt x="42585" y="25020"/>
                  </a:lnTo>
                  <a:lnTo>
                    <a:pt x="41813" y="25208"/>
                  </a:lnTo>
                  <a:lnTo>
                    <a:pt x="41022" y="25359"/>
                  </a:lnTo>
                  <a:lnTo>
                    <a:pt x="40307" y="25510"/>
                  </a:lnTo>
                  <a:lnTo>
                    <a:pt x="39591" y="25641"/>
                  </a:lnTo>
                  <a:lnTo>
                    <a:pt x="38857" y="25736"/>
                  </a:lnTo>
                  <a:lnTo>
                    <a:pt x="38142" y="25830"/>
                  </a:lnTo>
                  <a:lnTo>
                    <a:pt x="37408" y="25886"/>
                  </a:lnTo>
                  <a:lnTo>
                    <a:pt x="36692" y="25943"/>
                  </a:lnTo>
                  <a:lnTo>
                    <a:pt x="35958" y="25961"/>
                  </a:lnTo>
                  <a:lnTo>
                    <a:pt x="35224" y="25980"/>
                  </a:lnTo>
                  <a:lnTo>
                    <a:pt x="34603" y="25961"/>
                  </a:lnTo>
                  <a:lnTo>
                    <a:pt x="34508" y="26018"/>
                  </a:lnTo>
                  <a:lnTo>
                    <a:pt x="33906" y="26394"/>
                  </a:lnTo>
                  <a:lnTo>
                    <a:pt x="33341" y="26771"/>
                  </a:lnTo>
                  <a:lnTo>
                    <a:pt x="32795" y="27204"/>
                  </a:lnTo>
                  <a:lnTo>
                    <a:pt x="32306" y="27656"/>
                  </a:lnTo>
                  <a:lnTo>
                    <a:pt x="31835" y="28126"/>
                  </a:lnTo>
                  <a:lnTo>
                    <a:pt x="31383" y="28635"/>
                  </a:lnTo>
                  <a:lnTo>
                    <a:pt x="30988" y="29162"/>
                  </a:lnTo>
                  <a:lnTo>
                    <a:pt x="30630" y="29708"/>
                  </a:lnTo>
                  <a:lnTo>
                    <a:pt x="30292" y="30273"/>
                  </a:lnTo>
                  <a:lnTo>
                    <a:pt x="29990" y="30856"/>
                  </a:lnTo>
                  <a:lnTo>
                    <a:pt x="29727" y="31459"/>
                  </a:lnTo>
                  <a:lnTo>
                    <a:pt x="29520" y="32061"/>
                  </a:lnTo>
                  <a:lnTo>
                    <a:pt x="29331" y="32701"/>
                  </a:lnTo>
                  <a:lnTo>
                    <a:pt x="29181" y="33322"/>
                  </a:lnTo>
                  <a:lnTo>
                    <a:pt x="29068" y="33962"/>
                  </a:lnTo>
                  <a:lnTo>
                    <a:pt x="28993" y="34621"/>
                  </a:lnTo>
                  <a:lnTo>
                    <a:pt x="29595" y="34904"/>
                  </a:lnTo>
                  <a:lnTo>
                    <a:pt x="30216" y="35167"/>
                  </a:lnTo>
                  <a:lnTo>
                    <a:pt x="30819" y="35412"/>
                  </a:lnTo>
                  <a:lnTo>
                    <a:pt x="31440" y="35638"/>
                  </a:lnTo>
                  <a:lnTo>
                    <a:pt x="32080" y="35845"/>
                  </a:lnTo>
                  <a:lnTo>
                    <a:pt x="32701" y="36052"/>
                  </a:lnTo>
                  <a:lnTo>
                    <a:pt x="33341" y="36222"/>
                  </a:lnTo>
                  <a:lnTo>
                    <a:pt x="33981" y="36372"/>
                  </a:lnTo>
                  <a:lnTo>
                    <a:pt x="34621" y="36523"/>
                  </a:lnTo>
                  <a:lnTo>
                    <a:pt x="35280" y="36636"/>
                  </a:lnTo>
                  <a:lnTo>
                    <a:pt x="35920" y="36749"/>
                  </a:lnTo>
                  <a:lnTo>
                    <a:pt x="36561" y="36843"/>
                  </a:lnTo>
                  <a:lnTo>
                    <a:pt x="37219" y="36899"/>
                  </a:lnTo>
                  <a:lnTo>
                    <a:pt x="37878" y="36956"/>
                  </a:lnTo>
                  <a:lnTo>
                    <a:pt x="38518" y="36975"/>
                  </a:lnTo>
                  <a:lnTo>
                    <a:pt x="39177" y="36993"/>
                  </a:lnTo>
                  <a:lnTo>
                    <a:pt x="39930" y="36975"/>
                  </a:lnTo>
                  <a:lnTo>
                    <a:pt x="40683" y="36937"/>
                  </a:lnTo>
                  <a:lnTo>
                    <a:pt x="41436" y="36862"/>
                  </a:lnTo>
                  <a:lnTo>
                    <a:pt x="42189" y="36767"/>
                  </a:lnTo>
                  <a:lnTo>
                    <a:pt x="42924" y="36655"/>
                  </a:lnTo>
                  <a:lnTo>
                    <a:pt x="43677" y="36504"/>
                  </a:lnTo>
                  <a:lnTo>
                    <a:pt x="44411" y="36335"/>
                  </a:lnTo>
                  <a:lnTo>
                    <a:pt x="45126" y="36127"/>
                  </a:lnTo>
                  <a:lnTo>
                    <a:pt x="45126" y="36127"/>
                  </a:lnTo>
                  <a:lnTo>
                    <a:pt x="44637" y="36617"/>
                  </a:lnTo>
                  <a:lnTo>
                    <a:pt x="44110" y="37069"/>
                  </a:lnTo>
                  <a:lnTo>
                    <a:pt x="43583" y="37483"/>
                  </a:lnTo>
                  <a:lnTo>
                    <a:pt x="43055" y="37859"/>
                  </a:lnTo>
                  <a:lnTo>
                    <a:pt x="42491" y="38198"/>
                  </a:lnTo>
                  <a:lnTo>
                    <a:pt x="41945" y="38518"/>
                  </a:lnTo>
                  <a:lnTo>
                    <a:pt x="41361" y="38782"/>
                  </a:lnTo>
                  <a:lnTo>
                    <a:pt x="40777" y="39027"/>
                  </a:lnTo>
                  <a:lnTo>
                    <a:pt x="40194" y="39252"/>
                  </a:lnTo>
                  <a:lnTo>
                    <a:pt x="39591" y="39422"/>
                  </a:lnTo>
                  <a:lnTo>
                    <a:pt x="38989" y="39573"/>
                  </a:lnTo>
                  <a:lnTo>
                    <a:pt x="38387" y="39704"/>
                  </a:lnTo>
                  <a:lnTo>
                    <a:pt x="37765" y="39798"/>
                  </a:lnTo>
                  <a:lnTo>
                    <a:pt x="37144" y="39855"/>
                  </a:lnTo>
                  <a:lnTo>
                    <a:pt x="36504" y="39911"/>
                  </a:lnTo>
                  <a:lnTo>
                    <a:pt x="35883" y="39911"/>
                  </a:lnTo>
                  <a:lnTo>
                    <a:pt x="35092" y="39893"/>
                  </a:lnTo>
                  <a:lnTo>
                    <a:pt x="34283" y="39836"/>
                  </a:lnTo>
                  <a:lnTo>
                    <a:pt x="33473" y="39742"/>
                  </a:lnTo>
                  <a:lnTo>
                    <a:pt x="32664" y="39610"/>
                  </a:lnTo>
                  <a:lnTo>
                    <a:pt x="31873" y="39441"/>
                  </a:lnTo>
                  <a:lnTo>
                    <a:pt x="31063" y="39234"/>
                  </a:lnTo>
                  <a:lnTo>
                    <a:pt x="30273" y="39008"/>
                  </a:lnTo>
                  <a:lnTo>
                    <a:pt x="29463" y="38744"/>
                  </a:lnTo>
                  <a:lnTo>
                    <a:pt x="29651" y="39252"/>
                  </a:lnTo>
                  <a:lnTo>
                    <a:pt x="29859" y="39761"/>
                  </a:lnTo>
                  <a:lnTo>
                    <a:pt x="30084" y="40250"/>
                  </a:lnTo>
                  <a:lnTo>
                    <a:pt x="30348" y="40740"/>
                  </a:lnTo>
                  <a:lnTo>
                    <a:pt x="30536" y="41079"/>
                  </a:lnTo>
                  <a:lnTo>
                    <a:pt x="30725" y="41399"/>
                  </a:lnTo>
                  <a:lnTo>
                    <a:pt x="30932" y="41700"/>
                  </a:lnTo>
                  <a:lnTo>
                    <a:pt x="31158" y="42001"/>
                  </a:lnTo>
                  <a:lnTo>
                    <a:pt x="31383" y="42283"/>
                  </a:lnTo>
                  <a:lnTo>
                    <a:pt x="31628" y="42566"/>
                  </a:lnTo>
                  <a:lnTo>
                    <a:pt x="31873" y="42848"/>
                  </a:lnTo>
                  <a:lnTo>
                    <a:pt x="32118" y="43112"/>
                  </a:lnTo>
                  <a:lnTo>
                    <a:pt x="32381" y="43357"/>
                  </a:lnTo>
                  <a:lnTo>
                    <a:pt x="32645" y="43601"/>
                  </a:lnTo>
                  <a:lnTo>
                    <a:pt x="32927" y="43827"/>
                  </a:lnTo>
                  <a:lnTo>
                    <a:pt x="33210" y="44053"/>
                  </a:lnTo>
                  <a:lnTo>
                    <a:pt x="33492" y="44260"/>
                  </a:lnTo>
                  <a:lnTo>
                    <a:pt x="33774" y="44467"/>
                  </a:lnTo>
                  <a:lnTo>
                    <a:pt x="34076" y="44656"/>
                  </a:lnTo>
                  <a:lnTo>
                    <a:pt x="34396" y="44844"/>
                  </a:lnTo>
                  <a:lnTo>
                    <a:pt x="34697" y="45013"/>
                  </a:lnTo>
                  <a:lnTo>
                    <a:pt x="35017" y="45183"/>
                  </a:lnTo>
                  <a:lnTo>
                    <a:pt x="35337" y="45333"/>
                  </a:lnTo>
                  <a:lnTo>
                    <a:pt x="35657" y="45465"/>
                  </a:lnTo>
                  <a:lnTo>
                    <a:pt x="35977" y="45597"/>
                  </a:lnTo>
                  <a:lnTo>
                    <a:pt x="36316" y="45710"/>
                  </a:lnTo>
                  <a:lnTo>
                    <a:pt x="36655" y="45823"/>
                  </a:lnTo>
                  <a:lnTo>
                    <a:pt x="36993" y="45917"/>
                  </a:lnTo>
                  <a:lnTo>
                    <a:pt x="37332" y="46011"/>
                  </a:lnTo>
                  <a:lnTo>
                    <a:pt x="37690" y="46086"/>
                  </a:lnTo>
                  <a:lnTo>
                    <a:pt x="38029" y="46143"/>
                  </a:lnTo>
                  <a:lnTo>
                    <a:pt x="38387" y="46199"/>
                  </a:lnTo>
                  <a:lnTo>
                    <a:pt x="38725" y="46237"/>
                  </a:lnTo>
                  <a:lnTo>
                    <a:pt x="39083" y="46256"/>
                  </a:lnTo>
                  <a:lnTo>
                    <a:pt x="39441" y="46275"/>
                  </a:lnTo>
                  <a:lnTo>
                    <a:pt x="39799" y="46293"/>
                  </a:lnTo>
                  <a:lnTo>
                    <a:pt x="40457" y="46275"/>
                  </a:lnTo>
                  <a:lnTo>
                    <a:pt x="41135" y="46199"/>
                  </a:lnTo>
                  <a:lnTo>
                    <a:pt x="41794" y="46105"/>
                  </a:lnTo>
                  <a:lnTo>
                    <a:pt x="42472" y="45954"/>
                  </a:lnTo>
                  <a:lnTo>
                    <a:pt x="43131" y="45747"/>
                  </a:lnTo>
                  <a:lnTo>
                    <a:pt x="43790" y="45521"/>
                  </a:lnTo>
                  <a:lnTo>
                    <a:pt x="44110" y="45390"/>
                  </a:lnTo>
                  <a:lnTo>
                    <a:pt x="44430" y="45239"/>
                  </a:lnTo>
                  <a:lnTo>
                    <a:pt x="44750" y="45070"/>
                  </a:lnTo>
                  <a:lnTo>
                    <a:pt x="45051" y="44900"/>
                  </a:lnTo>
                  <a:lnTo>
                    <a:pt x="45578" y="44599"/>
                  </a:lnTo>
                  <a:lnTo>
                    <a:pt x="46086" y="44260"/>
                  </a:lnTo>
                  <a:lnTo>
                    <a:pt x="46557" y="43902"/>
                  </a:lnTo>
                  <a:lnTo>
                    <a:pt x="47009" y="43526"/>
                  </a:lnTo>
                  <a:lnTo>
                    <a:pt x="47423" y="43112"/>
                  </a:lnTo>
                  <a:lnTo>
                    <a:pt x="47837" y="42698"/>
                  </a:lnTo>
                  <a:lnTo>
                    <a:pt x="48195" y="42265"/>
                  </a:lnTo>
                  <a:lnTo>
                    <a:pt x="48553" y="41794"/>
                  </a:lnTo>
                  <a:lnTo>
                    <a:pt x="48082" y="42095"/>
                  </a:lnTo>
                  <a:lnTo>
                    <a:pt x="47611" y="42340"/>
                  </a:lnTo>
                  <a:lnTo>
                    <a:pt x="47122" y="42547"/>
                  </a:lnTo>
                  <a:lnTo>
                    <a:pt x="46632" y="42716"/>
                  </a:lnTo>
                  <a:lnTo>
                    <a:pt x="46143" y="42848"/>
                  </a:lnTo>
                  <a:lnTo>
                    <a:pt x="45635" y="42942"/>
                  </a:lnTo>
                  <a:lnTo>
                    <a:pt x="45126" y="42999"/>
                  </a:lnTo>
                  <a:lnTo>
                    <a:pt x="44618" y="43018"/>
                  </a:lnTo>
                  <a:lnTo>
                    <a:pt x="44185" y="42999"/>
                  </a:lnTo>
                  <a:lnTo>
                    <a:pt x="43771" y="42961"/>
                  </a:lnTo>
                  <a:lnTo>
                    <a:pt x="44656" y="42509"/>
                  </a:lnTo>
                  <a:lnTo>
                    <a:pt x="45540" y="42020"/>
                  </a:lnTo>
                  <a:lnTo>
                    <a:pt x="46369" y="41493"/>
                  </a:lnTo>
                  <a:lnTo>
                    <a:pt x="47197" y="40947"/>
                  </a:lnTo>
                  <a:lnTo>
                    <a:pt x="47969" y="40363"/>
                  </a:lnTo>
                  <a:lnTo>
                    <a:pt x="48741" y="39761"/>
                  </a:lnTo>
                  <a:lnTo>
                    <a:pt x="49456" y="39140"/>
                  </a:lnTo>
                  <a:lnTo>
                    <a:pt x="50172" y="38481"/>
                  </a:lnTo>
                  <a:lnTo>
                    <a:pt x="50341" y="37822"/>
                  </a:lnTo>
                  <a:lnTo>
                    <a:pt x="50473" y="37125"/>
                  </a:lnTo>
                  <a:lnTo>
                    <a:pt x="50548" y="36447"/>
                  </a:lnTo>
                  <a:lnTo>
                    <a:pt x="50605" y="35751"/>
                  </a:lnTo>
                  <a:lnTo>
                    <a:pt x="50642" y="36335"/>
                  </a:lnTo>
                  <a:lnTo>
                    <a:pt x="50642" y="36918"/>
                  </a:lnTo>
                  <a:lnTo>
                    <a:pt x="50623" y="37483"/>
                  </a:lnTo>
                  <a:lnTo>
                    <a:pt x="50586" y="38066"/>
                  </a:lnTo>
                  <a:lnTo>
                    <a:pt x="51226" y="37389"/>
                  </a:lnTo>
                  <a:lnTo>
                    <a:pt x="51847" y="36692"/>
                  </a:lnTo>
                  <a:lnTo>
                    <a:pt x="52449" y="35977"/>
                  </a:lnTo>
                  <a:lnTo>
                    <a:pt x="53014" y="35243"/>
                  </a:lnTo>
                  <a:lnTo>
                    <a:pt x="53560" y="34490"/>
                  </a:lnTo>
                  <a:lnTo>
                    <a:pt x="54068" y="33718"/>
                  </a:lnTo>
                  <a:lnTo>
                    <a:pt x="54558" y="32927"/>
                  </a:lnTo>
                  <a:lnTo>
                    <a:pt x="55029" y="32118"/>
                  </a:lnTo>
                  <a:lnTo>
                    <a:pt x="55480" y="31289"/>
                  </a:lnTo>
                  <a:lnTo>
                    <a:pt x="55895" y="30442"/>
                  </a:lnTo>
                  <a:lnTo>
                    <a:pt x="56309" y="29595"/>
                  </a:lnTo>
                  <a:lnTo>
                    <a:pt x="56685" y="28729"/>
                  </a:lnTo>
                  <a:lnTo>
                    <a:pt x="57024" y="27863"/>
                  </a:lnTo>
                  <a:lnTo>
                    <a:pt x="57363" y="26978"/>
                  </a:lnTo>
                  <a:lnTo>
                    <a:pt x="57664" y="26074"/>
                  </a:lnTo>
                  <a:lnTo>
                    <a:pt x="57947" y="25171"/>
                  </a:lnTo>
                  <a:lnTo>
                    <a:pt x="58210" y="24248"/>
                  </a:lnTo>
                  <a:lnTo>
                    <a:pt x="58455" y="23326"/>
                  </a:lnTo>
                  <a:lnTo>
                    <a:pt x="58662" y="22403"/>
                  </a:lnTo>
                  <a:lnTo>
                    <a:pt x="58869" y="21462"/>
                  </a:lnTo>
                  <a:lnTo>
                    <a:pt x="59038" y="20521"/>
                  </a:lnTo>
                  <a:lnTo>
                    <a:pt x="59189" y="19580"/>
                  </a:lnTo>
                  <a:lnTo>
                    <a:pt x="59321" y="18638"/>
                  </a:lnTo>
                  <a:lnTo>
                    <a:pt x="59434" y="17678"/>
                  </a:lnTo>
                  <a:lnTo>
                    <a:pt x="59528" y="16737"/>
                  </a:lnTo>
                  <a:lnTo>
                    <a:pt x="59584" y="15777"/>
                  </a:lnTo>
                  <a:lnTo>
                    <a:pt x="59641" y="14835"/>
                  </a:lnTo>
                  <a:lnTo>
                    <a:pt x="59679" y="13875"/>
                  </a:lnTo>
                  <a:lnTo>
                    <a:pt x="59679" y="12934"/>
                  </a:lnTo>
                  <a:lnTo>
                    <a:pt x="59679" y="11993"/>
                  </a:lnTo>
                  <a:lnTo>
                    <a:pt x="59641" y="11051"/>
                  </a:lnTo>
                  <a:lnTo>
                    <a:pt x="59603" y="10110"/>
                  </a:lnTo>
                  <a:close/>
                  <a:moveTo>
                    <a:pt x="208" y="1"/>
                  </a:moveTo>
                  <a:lnTo>
                    <a:pt x="208" y="11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45" y="52525"/>
                  </a:lnTo>
                  <a:lnTo>
                    <a:pt x="43714" y="52468"/>
                  </a:lnTo>
                  <a:lnTo>
                    <a:pt x="43733" y="52468"/>
                  </a:lnTo>
                  <a:lnTo>
                    <a:pt x="43771" y="52449"/>
                  </a:lnTo>
                  <a:lnTo>
                    <a:pt x="43790" y="52449"/>
                  </a:lnTo>
                  <a:lnTo>
                    <a:pt x="44053" y="52355"/>
                  </a:lnTo>
                  <a:lnTo>
                    <a:pt x="44091" y="52355"/>
                  </a:lnTo>
                  <a:lnTo>
                    <a:pt x="44543" y="52186"/>
                  </a:lnTo>
                  <a:lnTo>
                    <a:pt x="44712" y="52129"/>
                  </a:lnTo>
                  <a:lnTo>
                    <a:pt x="44769" y="52092"/>
                  </a:lnTo>
                  <a:lnTo>
                    <a:pt x="44957" y="52035"/>
                  </a:lnTo>
                  <a:lnTo>
                    <a:pt x="45051" y="51998"/>
                  </a:lnTo>
                  <a:lnTo>
                    <a:pt x="45258" y="51903"/>
                  </a:lnTo>
                  <a:lnTo>
                    <a:pt x="45503" y="51809"/>
                  </a:lnTo>
                  <a:lnTo>
                    <a:pt x="45653" y="51734"/>
                  </a:lnTo>
                  <a:lnTo>
                    <a:pt x="45860" y="51659"/>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423" y="26432"/>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006" y="35487"/>
                  </a:lnTo>
                  <a:lnTo>
                    <a:pt x="22215" y="34941"/>
                  </a:lnTo>
                  <a:lnTo>
                    <a:pt x="21425" y="34358"/>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161" y="1017"/>
                  </a:lnTo>
                  <a:lnTo>
                    <a:pt x="3615" y="791"/>
                  </a:lnTo>
                  <a:lnTo>
                    <a:pt x="3069" y="584"/>
                  </a:lnTo>
                  <a:lnTo>
                    <a:pt x="2505" y="415"/>
                  </a:lnTo>
                  <a:lnTo>
                    <a:pt x="1940" y="283"/>
                  </a:lnTo>
                  <a:lnTo>
                    <a:pt x="1375" y="151"/>
                  </a:lnTo>
                  <a:lnTo>
                    <a:pt x="792" y="76"/>
                  </a:lnTo>
                  <a:lnTo>
                    <a:pt x="20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2"/>
            <p:cNvSpPr/>
            <p:nvPr/>
          </p:nvSpPr>
          <p:spPr>
            <a:xfrm>
              <a:off x="1831476" y="2941160"/>
              <a:ext cx="282244" cy="304328"/>
            </a:xfrm>
            <a:custGeom>
              <a:rect b="b" l="l" r="r" t="t"/>
              <a:pathLst>
                <a:path extrusionOk="0" fill="none" h="15062" w="13969">
                  <a:moveTo>
                    <a:pt x="0" y="1"/>
                  </a:moveTo>
                  <a:lnTo>
                    <a:pt x="0" y="1"/>
                  </a:lnTo>
                  <a:lnTo>
                    <a:pt x="75" y="528"/>
                  </a:lnTo>
                  <a:lnTo>
                    <a:pt x="169" y="1055"/>
                  </a:lnTo>
                  <a:lnTo>
                    <a:pt x="282" y="1582"/>
                  </a:lnTo>
                  <a:lnTo>
                    <a:pt x="395" y="2090"/>
                  </a:lnTo>
                  <a:lnTo>
                    <a:pt x="527" y="2618"/>
                  </a:lnTo>
                  <a:lnTo>
                    <a:pt x="659" y="3126"/>
                  </a:lnTo>
                  <a:lnTo>
                    <a:pt x="810" y="3634"/>
                  </a:lnTo>
                  <a:lnTo>
                    <a:pt x="979" y="4124"/>
                  </a:lnTo>
                  <a:lnTo>
                    <a:pt x="1148" y="4632"/>
                  </a:lnTo>
                  <a:lnTo>
                    <a:pt x="1337" y="5121"/>
                  </a:lnTo>
                  <a:lnTo>
                    <a:pt x="1544" y="5611"/>
                  </a:lnTo>
                  <a:lnTo>
                    <a:pt x="1751" y="6100"/>
                  </a:lnTo>
                  <a:lnTo>
                    <a:pt x="1977" y="6571"/>
                  </a:lnTo>
                  <a:lnTo>
                    <a:pt x="2203" y="7060"/>
                  </a:lnTo>
                  <a:lnTo>
                    <a:pt x="2447" y="7531"/>
                  </a:lnTo>
                  <a:lnTo>
                    <a:pt x="2692" y="7983"/>
                  </a:lnTo>
                  <a:lnTo>
                    <a:pt x="2956" y="8454"/>
                  </a:lnTo>
                  <a:lnTo>
                    <a:pt x="3219" y="8905"/>
                  </a:lnTo>
                  <a:lnTo>
                    <a:pt x="3502" y="9357"/>
                  </a:lnTo>
                  <a:lnTo>
                    <a:pt x="3803" y="9790"/>
                  </a:lnTo>
                  <a:lnTo>
                    <a:pt x="4405" y="10675"/>
                  </a:lnTo>
                  <a:lnTo>
                    <a:pt x="5064" y="11522"/>
                  </a:lnTo>
                  <a:lnTo>
                    <a:pt x="5742" y="12332"/>
                  </a:lnTo>
                  <a:lnTo>
                    <a:pt x="6476" y="13141"/>
                  </a:lnTo>
                  <a:lnTo>
                    <a:pt x="7229" y="13913"/>
                  </a:lnTo>
                  <a:lnTo>
                    <a:pt x="8020" y="14666"/>
                  </a:lnTo>
                  <a:lnTo>
                    <a:pt x="8020" y="14666"/>
                  </a:lnTo>
                  <a:lnTo>
                    <a:pt x="8528" y="15061"/>
                  </a:lnTo>
                  <a:lnTo>
                    <a:pt x="8528" y="15061"/>
                  </a:lnTo>
                  <a:lnTo>
                    <a:pt x="8735" y="14572"/>
                  </a:lnTo>
                  <a:lnTo>
                    <a:pt x="8961" y="14101"/>
                  </a:lnTo>
                  <a:lnTo>
                    <a:pt x="9206" y="13631"/>
                  </a:lnTo>
                  <a:lnTo>
                    <a:pt x="9451" y="13160"/>
                  </a:lnTo>
                  <a:lnTo>
                    <a:pt x="9733" y="12708"/>
                  </a:lnTo>
                  <a:lnTo>
                    <a:pt x="10034" y="12256"/>
                  </a:lnTo>
                  <a:lnTo>
                    <a:pt x="10335" y="11823"/>
                  </a:lnTo>
                  <a:lnTo>
                    <a:pt x="10674" y="11409"/>
                  </a:lnTo>
                  <a:lnTo>
                    <a:pt x="11032" y="10995"/>
                  </a:lnTo>
                  <a:lnTo>
                    <a:pt x="11390" y="10600"/>
                  </a:lnTo>
                  <a:lnTo>
                    <a:pt x="11785" y="10223"/>
                  </a:lnTo>
                  <a:lnTo>
                    <a:pt x="12180" y="9847"/>
                  </a:lnTo>
                  <a:lnTo>
                    <a:pt x="12594" y="9508"/>
                  </a:lnTo>
                  <a:lnTo>
                    <a:pt x="13027" y="9169"/>
                  </a:lnTo>
                  <a:lnTo>
                    <a:pt x="13498" y="8849"/>
                  </a:lnTo>
                  <a:lnTo>
                    <a:pt x="13969" y="8529"/>
                  </a:lnTo>
                  <a:lnTo>
                    <a:pt x="13969" y="8529"/>
                  </a:lnTo>
                  <a:lnTo>
                    <a:pt x="12933" y="8322"/>
                  </a:lnTo>
                  <a:lnTo>
                    <a:pt x="11898" y="8058"/>
                  </a:lnTo>
                  <a:lnTo>
                    <a:pt x="10900" y="7757"/>
                  </a:lnTo>
                  <a:lnTo>
                    <a:pt x="10411" y="7588"/>
                  </a:lnTo>
                  <a:lnTo>
                    <a:pt x="9902" y="7399"/>
                  </a:lnTo>
                  <a:lnTo>
                    <a:pt x="9432" y="7230"/>
                  </a:lnTo>
                  <a:lnTo>
                    <a:pt x="8942" y="7023"/>
                  </a:lnTo>
                  <a:lnTo>
                    <a:pt x="8453" y="6816"/>
                  </a:lnTo>
                  <a:lnTo>
                    <a:pt x="7982" y="6590"/>
                  </a:lnTo>
                  <a:lnTo>
                    <a:pt x="7530" y="6364"/>
                  </a:lnTo>
                  <a:lnTo>
                    <a:pt x="7060" y="6119"/>
                  </a:lnTo>
                  <a:lnTo>
                    <a:pt x="6608" y="5874"/>
                  </a:lnTo>
                  <a:lnTo>
                    <a:pt x="6156" y="5611"/>
                  </a:lnTo>
                  <a:lnTo>
                    <a:pt x="5704" y="5347"/>
                  </a:lnTo>
                  <a:lnTo>
                    <a:pt x="5271" y="5065"/>
                  </a:lnTo>
                  <a:lnTo>
                    <a:pt x="4838" y="4764"/>
                  </a:lnTo>
                  <a:lnTo>
                    <a:pt x="4424" y="4462"/>
                  </a:lnTo>
                  <a:lnTo>
                    <a:pt x="4010" y="4142"/>
                  </a:lnTo>
                  <a:lnTo>
                    <a:pt x="3596" y="3822"/>
                  </a:lnTo>
                  <a:lnTo>
                    <a:pt x="3200" y="3484"/>
                  </a:lnTo>
                  <a:lnTo>
                    <a:pt x="2805" y="3145"/>
                  </a:lnTo>
                  <a:lnTo>
                    <a:pt x="2429" y="2787"/>
                  </a:lnTo>
                  <a:lnTo>
                    <a:pt x="2052" y="2429"/>
                  </a:lnTo>
                  <a:lnTo>
                    <a:pt x="1694" y="2034"/>
                  </a:lnTo>
                  <a:lnTo>
                    <a:pt x="1337" y="1657"/>
                  </a:lnTo>
                  <a:lnTo>
                    <a:pt x="979" y="1262"/>
                  </a:lnTo>
                  <a:lnTo>
                    <a:pt x="640" y="848"/>
                  </a:lnTo>
                  <a:lnTo>
                    <a:pt x="320" y="434"/>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2"/>
            <p:cNvSpPr/>
            <p:nvPr/>
          </p:nvSpPr>
          <p:spPr>
            <a:xfrm>
              <a:off x="2090118" y="2802717"/>
              <a:ext cx="620031" cy="731098"/>
            </a:xfrm>
            <a:custGeom>
              <a:rect b="b" l="l" r="r" t="t"/>
              <a:pathLst>
                <a:path extrusionOk="0" fill="none" h="36184" w="30687">
                  <a:moveTo>
                    <a:pt x="30611" y="0"/>
                  </a:moveTo>
                  <a:lnTo>
                    <a:pt x="30611" y="0"/>
                  </a:lnTo>
                  <a:lnTo>
                    <a:pt x="30385" y="697"/>
                  </a:lnTo>
                  <a:lnTo>
                    <a:pt x="30159" y="1393"/>
                  </a:lnTo>
                  <a:lnTo>
                    <a:pt x="29877" y="2052"/>
                  </a:lnTo>
                  <a:lnTo>
                    <a:pt x="29595" y="2711"/>
                  </a:lnTo>
                  <a:lnTo>
                    <a:pt x="29275" y="3351"/>
                  </a:lnTo>
                  <a:lnTo>
                    <a:pt x="28936" y="3972"/>
                  </a:lnTo>
                  <a:lnTo>
                    <a:pt x="28559" y="4594"/>
                  </a:lnTo>
                  <a:lnTo>
                    <a:pt x="28183" y="5177"/>
                  </a:lnTo>
                  <a:lnTo>
                    <a:pt x="27769" y="5761"/>
                  </a:lnTo>
                  <a:lnTo>
                    <a:pt x="27336" y="6344"/>
                  </a:lnTo>
                  <a:lnTo>
                    <a:pt x="26903" y="6890"/>
                  </a:lnTo>
                  <a:lnTo>
                    <a:pt x="26432" y="7436"/>
                  </a:lnTo>
                  <a:lnTo>
                    <a:pt x="25942" y="7945"/>
                  </a:lnTo>
                  <a:lnTo>
                    <a:pt x="25434" y="8453"/>
                  </a:lnTo>
                  <a:lnTo>
                    <a:pt x="24907" y="8942"/>
                  </a:lnTo>
                  <a:lnTo>
                    <a:pt x="24380" y="9432"/>
                  </a:lnTo>
                  <a:lnTo>
                    <a:pt x="23815" y="9884"/>
                  </a:lnTo>
                  <a:lnTo>
                    <a:pt x="23250" y="10336"/>
                  </a:lnTo>
                  <a:lnTo>
                    <a:pt x="22667" y="10750"/>
                  </a:lnTo>
                  <a:lnTo>
                    <a:pt x="22083" y="11164"/>
                  </a:lnTo>
                  <a:lnTo>
                    <a:pt x="21462" y="11559"/>
                  </a:lnTo>
                  <a:lnTo>
                    <a:pt x="20841" y="11936"/>
                  </a:lnTo>
                  <a:lnTo>
                    <a:pt x="20219" y="12293"/>
                  </a:lnTo>
                  <a:lnTo>
                    <a:pt x="19579" y="12651"/>
                  </a:lnTo>
                  <a:lnTo>
                    <a:pt x="18920" y="12971"/>
                  </a:lnTo>
                  <a:lnTo>
                    <a:pt x="18262" y="13272"/>
                  </a:lnTo>
                  <a:lnTo>
                    <a:pt x="17603" y="13574"/>
                  </a:lnTo>
                  <a:lnTo>
                    <a:pt x="16925" y="13837"/>
                  </a:lnTo>
                  <a:lnTo>
                    <a:pt x="16247" y="14101"/>
                  </a:lnTo>
                  <a:lnTo>
                    <a:pt x="15569" y="14345"/>
                  </a:lnTo>
                  <a:lnTo>
                    <a:pt x="14873" y="14553"/>
                  </a:lnTo>
                  <a:lnTo>
                    <a:pt x="14176" y="14760"/>
                  </a:lnTo>
                  <a:lnTo>
                    <a:pt x="14176" y="14760"/>
                  </a:lnTo>
                  <a:lnTo>
                    <a:pt x="14703" y="15023"/>
                  </a:lnTo>
                  <a:lnTo>
                    <a:pt x="15231" y="15324"/>
                  </a:lnTo>
                  <a:lnTo>
                    <a:pt x="15720" y="15644"/>
                  </a:lnTo>
                  <a:lnTo>
                    <a:pt x="16210" y="16002"/>
                  </a:lnTo>
                  <a:lnTo>
                    <a:pt x="16210" y="16002"/>
                  </a:lnTo>
                  <a:lnTo>
                    <a:pt x="15908" y="15833"/>
                  </a:lnTo>
                  <a:lnTo>
                    <a:pt x="15588" y="15663"/>
                  </a:lnTo>
                  <a:lnTo>
                    <a:pt x="15268" y="15513"/>
                  </a:lnTo>
                  <a:lnTo>
                    <a:pt x="14948" y="15362"/>
                  </a:lnTo>
                  <a:lnTo>
                    <a:pt x="14609" y="15230"/>
                  </a:lnTo>
                  <a:lnTo>
                    <a:pt x="14270" y="15117"/>
                  </a:lnTo>
                  <a:lnTo>
                    <a:pt x="13932" y="15004"/>
                  </a:lnTo>
                  <a:lnTo>
                    <a:pt x="13593" y="14910"/>
                  </a:lnTo>
                  <a:lnTo>
                    <a:pt x="13593" y="14910"/>
                  </a:lnTo>
                  <a:lnTo>
                    <a:pt x="12821" y="15098"/>
                  </a:lnTo>
                  <a:lnTo>
                    <a:pt x="12030" y="15249"/>
                  </a:lnTo>
                  <a:lnTo>
                    <a:pt x="12030" y="15249"/>
                  </a:lnTo>
                  <a:lnTo>
                    <a:pt x="11315" y="15400"/>
                  </a:lnTo>
                  <a:lnTo>
                    <a:pt x="10599" y="15531"/>
                  </a:lnTo>
                  <a:lnTo>
                    <a:pt x="9865" y="15626"/>
                  </a:lnTo>
                  <a:lnTo>
                    <a:pt x="9150" y="15720"/>
                  </a:lnTo>
                  <a:lnTo>
                    <a:pt x="8416" y="15776"/>
                  </a:lnTo>
                  <a:lnTo>
                    <a:pt x="7700" y="15833"/>
                  </a:lnTo>
                  <a:lnTo>
                    <a:pt x="6966" y="15851"/>
                  </a:lnTo>
                  <a:lnTo>
                    <a:pt x="6232" y="15870"/>
                  </a:lnTo>
                  <a:lnTo>
                    <a:pt x="6232" y="15870"/>
                  </a:lnTo>
                  <a:lnTo>
                    <a:pt x="5611" y="15851"/>
                  </a:lnTo>
                  <a:lnTo>
                    <a:pt x="5611" y="15851"/>
                  </a:lnTo>
                  <a:lnTo>
                    <a:pt x="5516" y="15908"/>
                  </a:lnTo>
                  <a:lnTo>
                    <a:pt x="5516" y="15908"/>
                  </a:lnTo>
                  <a:lnTo>
                    <a:pt x="4914" y="16284"/>
                  </a:lnTo>
                  <a:lnTo>
                    <a:pt x="4349" y="16661"/>
                  </a:lnTo>
                  <a:lnTo>
                    <a:pt x="3803" y="17094"/>
                  </a:lnTo>
                  <a:lnTo>
                    <a:pt x="3314" y="17546"/>
                  </a:lnTo>
                  <a:lnTo>
                    <a:pt x="2843" y="18016"/>
                  </a:lnTo>
                  <a:lnTo>
                    <a:pt x="2391" y="18525"/>
                  </a:lnTo>
                  <a:lnTo>
                    <a:pt x="1996" y="19052"/>
                  </a:lnTo>
                  <a:lnTo>
                    <a:pt x="1638" y="19598"/>
                  </a:lnTo>
                  <a:lnTo>
                    <a:pt x="1300" y="20163"/>
                  </a:lnTo>
                  <a:lnTo>
                    <a:pt x="998" y="20746"/>
                  </a:lnTo>
                  <a:lnTo>
                    <a:pt x="735" y="21349"/>
                  </a:lnTo>
                  <a:lnTo>
                    <a:pt x="528" y="21951"/>
                  </a:lnTo>
                  <a:lnTo>
                    <a:pt x="339" y="22591"/>
                  </a:lnTo>
                  <a:lnTo>
                    <a:pt x="189" y="23212"/>
                  </a:lnTo>
                  <a:lnTo>
                    <a:pt x="76" y="23852"/>
                  </a:lnTo>
                  <a:lnTo>
                    <a:pt x="1" y="24511"/>
                  </a:lnTo>
                  <a:lnTo>
                    <a:pt x="1" y="24511"/>
                  </a:lnTo>
                  <a:lnTo>
                    <a:pt x="603" y="24794"/>
                  </a:lnTo>
                  <a:lnTo>
                    <a:pt x="1224" y="25057"/>
                  </a:lnTo>
                  <a:lnTo>
                    <a:pt x="1827" y="25302"/>
                  </a:lnTo>
                  <a:lnTo>
                    <a:pt x="2448" y="25528"/>
                  </a:lnTo>
                  <a:lnTo>
                    <a:pt x="3088" y="25735"/>
                  </a:lnTo>
                  <a:lnTo>
                    <a:pt x="3709" y="25942"/>
                  </a:lnTo>
                  <a:lnTo>
                    <a:pt x="4349" y="26112"/>
                  </a:lnTo>
                  <a:lnTo>
                    <a:pt x="4989" y="26262"/>
                  </a:lnTo>
                  <a:lnTo>
                    <a:pt x="5629" y="26413"/>
                  </a:lnTo>
                  <a:lnTo>
                    <a:pt x="6288" y="26526"/>
                  </a:lnTo>
                  <a:lnTo>
                    <a:pt x="6928" y="26639"/>
                  </a:lnTo>
                  <a:lnTo>
                    <a:pt x="7569" y="26733"/>
                  </a:lnTo>
                  <a:lnTo>
                    <a:pt x="8227" y="26789"/>
                  </a:lnTo>
                  <a:lnTo>
                    <a:pt x="8886" y="26846"/>
                  </a:lnTo>
                  <a:lnTo>
                    <a:pt x="9526" y="26865"/>
                  </a:lnTo>
                  <a:lnTo>
                    <a:pt x="10185" y="26883"/>
                  </a:lnTo>
                  <a:lnTo>
                    <a:pt x="10185" y="26883"/>
                  </a:lnTo>
                  <a:lnTo>
                    <a:pt x="10938" y="26865"/>
                  </a:lnTo>
                  <a:lnTo>
                    <a:pt x="11691" y="26827"/>
                  </a:lnTo>
                  <a:lnTo>
                    <a:pt x="12444" y="26752"/>
                  </a:lnTo>
                  <a:lnTo>
                    <a:pt x="13197" y="26657"/>
                  </a:lnTo>
                  <a:lnTo>
                    <a:pt x="13932" y="26545"/>
                  </a:lnTo>
                  <a:lnTo>
                    <a:pt x="14685" y="26394"/>
                  </a:lnTo>
                  <a:lnTo>
                    <a:pt x="15419" y="26225"/>
                  </a:lnTo>
                  <a:lnTo>
                    <a:pt x="16134" y="26017"/>
                  </a:lnTo>
                  <a:lnTo>
                    <a:pt x="16134" y="26017"/>
                  </a:lnTo>
                  <a:lnTo>
                    <a:pt x="15645" y="26507"/>
                  </a:lnTo>
                  <a:lnTo>
                    <a:pt x="15118" y="26959"/>
                  </a:lnTo>
                  <a:lnTo>
                    <a:pt x="14591" y="27373"/>
                  </a:lnTo>
                  <a:lnTo>
                    <a:pt x="14063" y="27749"/>
                  </a:lnTo>
                  <a:lnTo>
                    <a:pt x="13499" y="28088"/>
                  </a:lnTo>
                  <a:lnTo>
                    <a:pt x="12953" y="28408"/>
                  </a:lnTo>
                  <a:lnTo>
                    <a:pt x="12369" y="28672"/>
                  </a:lnTo>
                  <a:lnTo>
                    <a:pt x="11785" y="28917"/>
                  </a:lnTo>
                  <a:lnTo>
                    <a:pt x="11202" y="29142"/>
                  </a:lnTo>
                  <a:lnTo>
                    <a:pt x="10599" y="29312"/>
                  </a:lnTo>
                  <a:lnTo>
                    <a:pt x="9997" y="29463"/>
                  </a:lnTo>
                  <a:lnTo>
                    <a:pt x="9395" y="29594"/>
                  </a:lnTo>
                  <a:lnTo>
                    <a:pt x="8773" y="29688"/>
                  </a:lnTo>
                  <a:lnTo>
                    <a:pt x="8152" y="29745"/>
                  </a:lnTo>
                  <a:lnTo>
                    <a:pt x="7512" y="29801"/>
                  </a:lnTo>
                  <a:lnTo>
                    <a:pt x="6891" y="29801"/>
                  </a:lnTo>
                  <a:lnTo>
                    <a:pt x="6891" y="29801"/>
                  </a:lnTo>
                  <a:lnTo>
                    <a:pt x="6100" y="29783"/>
                  </a:lnTo>
                  <a:lnTo>
                    <a:pt x="5291" y="29726"/>
                  </a:lnTo>
                  <a:lnTo>
                    <a:pt x="4481" y="29632"/>
                  </a:lnTo>
                  <a:lnTo>
                    <a:pt x="3672" y="29500"/>
                  </a:lnTo>
                  <a:lnTo>
                    <a:pt x="2881" y="29331"/>
                  </a:lnTo>
                  <a:lnTo>
                    <a:pt x="2071" y="29124"/>
                  </a:lnTo>
                  <a:lnTo>
                    <a:pt x="1281" y="28898"/>
                  </a:lnTo>
                  <a:lnTo>
                    <a:pt x="471" y="28634"/>
                  </a:lnTo>
                  <a:lnTo>
                    <a:pt x="471" y="28634"/>
                  </a:lnTo>
                  <a:lnTo>
                    <a:pt x="659" y="29142"/>
                  </a:lnTo>
                  <a:lnTo>
                    <a:pt x="867" y="29651"/>
                  </a:lnTo>
                  <a:lnTo>
                    <a:pt x="1092" y="30140"/>
                  </a:lnTo>
                  <a:lnTo>
                    <a:pt x="1356" y="30630"/>
                  </a:lnTo>
                  <a:lnTo>
                    <a:pt x="1356" y="30630"/>
                  </a:lnTo>
                  <a:lnTo>
                    <a:pt x="1544" y="30969"/>
                  </a:lnTo>
                  <a:lnTo>
                    <a:pt x="1733" y="31289"/>
                  </a:lnTo>
                  <a:lnTo>
                    <a:pt x="1940" y="31590"/>
                  </a:lnTo>
                  <a:lnTo>
                    <a:pt x="2166" y="31891"/>
                  </a:lnTo>
                  <a:lnTo>
                    <a:pt x="2391" y="32173"/>
                  </a:lnTo>
                  <a:lnTo>
                    <a:pt x="2636" y="32456"/>
                  </a:lnTo>
                  <a:lnTo>
                    <a:pt x="2881" y="32738"/>
                  </a:lnTo>
                  <a:lnTo>
                    <a:pt x="3126" y="33002"/>
                  </a:lnTo>
                  <a:lnTo>
                    <a:pt x="3389" y="33247"/>
                  </a:lnTo>
                  <a:lnTo>
                    <a:pt x="3653" y="33491"/>
                  </a:lnTo>
                  <a:lnTo>
                    <a:pt x="3935" y="33717"/>
                  </a:lnTo>
                  <a:lnTo>
                    <a:pt x="4218" y="33943"/>
                  </a:lnTo>
                  <a:lnTo>
                    <a:pt x="4500" y="34150"/>
                  </a:lnTo>
                  <a:lnTo>
                    <a:pt x="4782" y="34357"/>
                  </a:lnTo>
                  <a:lnTo>
                    <a:pt x="5084" y="34546"/>
                  </a:lnTo>
                  <a:lnTo>
                    <a:pt x="5404" y="34734"/>
                  </a:lnTo>
                  <a:lnTo>
                    <a:pt x="5705" y="34903"/>
                  </a:lnTo>
                  <a:lnTo>
                    <a:pt x="6025" y="35073"/>
                  </a:lnTo>
                  <a:lnTo>
                    <a:pt x="6345" y="35223"/>
                  </a:lnTo>
                  <a:lnTo>
                    <a:pt x="6665" y="35355"/>
                  </a:lnTo>
                  <a:lnTo>
                    <a:pt x="6985" y="35487"/>
                  </a:lnTo>
                  <a:lnTo>
                    <a:pt x="7324" y="35600"/>
                  </a:lnTo>
                  <a:lnTo>
                    <a:pt x="7663" y="35713"/>
                  </a:lnTo>
                  <a:lnTo>
                    <a:pt x="8001" y="35807"/>
                  </a:lnTo>
                  <a:lnTo>
                    <a:pt x="8340" y="35901"/>
                  </a:lnTo>
                  <a:lnTo>
                    <a:pt x="8698" y="35976"/>
                  </a:lnTo>
                  <a:lnTo>
                    <a:pt x="9037" y="36033"/>
                  </a:lnTo>
                  <a:lnTo>
                    <a:pt x="9395" y="36089"/>
                  </a:lnTo>
                  <a:lnTo>
                    <a:pt x="9733" y="36127"/>
                  </a:lnTo>
                  <a:lnTo>
                    <a:pt x="10091" y="36146"/>
                  </a:lnTo>
                  <a:lnTo>
                    <a:pt x="10449" y="36165"/>
                  </a:lnTo>
                  <a:lnTo>
                    <a:pt x="10807" y="36183"/>
                  </a:lnTo>
                  <a:lnTo>
                    <a:pt x="10807" y="36183"/>
                  </a:lnTo>
                  <a:lnTo>
                    <a:pt x="11465" y="36165"/>
                  </a:lnTo>
                  <a:lnTo>
                    <a:pt x="12143" y="36089"/>
                  </a:lnTo>
                  <a:lnTo>
                    <a:pt x="12802" y="35995"/>
                  </a:lnTo>
                  <a:lnTo>
                    <a:pt x="13480" y="35844"/>
                  </a:lnTo>
                  <a:lnTo>
                    <a:pt x="14139" y="35637"/>
                  </a:lnTo>
                  <a:lnTo>
                    <a:pt x="14798" y="35411"/>
                  </a:lnTo>
                  <a:lnTo>
                    <a:pt x="15118" y="35280"/>
                  </a:lnTo>
                  <a:lnTo>
                    <a:pt x="15438" y="35129"/>
                  </a:lnTo>
                  <a:lnTo>
                    <a:pt x="15758" y="34960"/>
                  </a:lnTo>
                  <a:lnTo>
                    <a:pt x="16059" y="34790"/>
                  </a:lnTo>
                  <a:lnTo>
                    <a:pt x="16059" y="34790"/>
                  </a:lnTo>
                  <a:lnTo>
                    <a:pt x="16586" y="34489"/>
                  </a:lnTo>
                  <a:lnTo>
                    <a:pt x="17094" y="34150"/>
                  </a:lnTo>
                  <a:lnTo>
                    <a:pt x="17565" y="33792"/>
                  </a:lnTo>
                  <a:lnTo>
                    <a:pt x="18017" y="33416"/>
                  </a:lnTo>
                  <a:lnTo>
                    <a:pt x="18431" y="33002"/>
                  </a:lnTo>
                  <a:lnTo>
                    <a:pt x="18845" y="32588"/>
                  </a:lnTo>
                  <a:lnTo>
                    <a:pt x="19203" y="32155"/>
                  </a:lnTo>
                  <a:lnTo>
                    <a:pt x="19561" y="31684"/>
                  </a:lnTo>
                  <a:lnTo>
                    <a:pt x="19561" y="31684"/>
                  </a:lnTo>
                  <a:lnTo>
                    <a:pt x="19090" y="31985"/>
                  </a:lnTo>
                  <a:lnTo>
                    <a:pt x="18619" y="32230"/>
                  </a:lnTo>
                  <a:lnTo>
                    <a:pt x="18130" y="32437"/>
                  </a:lnTo>
                  <a:lnTo>
                    <a:pt x="17640" y="32606"/>
                  </a:lnTo>
                  <a:lnTo>
                    <a:pt x="17151" y="32738"/>
                  </a:lnTo>
                  <a:lnTo>
                    <a:pt x="16643" y="32832"/>
                  </a:lnTo>
                  <a:lnTo>
                    <a:pt x="16134" y="32889"/>
                  </a:lnTo>
                  <a:lnTo>
                    <a:pt x="15626" y="32908"/>
                  </a:lnTo>
                  <a:lnTo>
                    <a:pt x="15626" y="32908"/>
                  </a:lnTo>
                  <a:lnTo>
                    <a:pt x="15193" y="32889"/>
                  </a:lnTo>
                  <a:lnTo>
                    <a:pt x="14779" y="32851"/>
                  </a:lnTo>
                  <a:lnTo>
                    <a:pt x="14779" y="32851"/>
                  </a:lnTo>
                  <a:lnTo>
                    <a:pt x="15664" y="32399"/>
                  </a:lnTo>
                  <a:lnTo>
                    <a:pt x="16548" y="31910"/>
                  </a:lnTo>
                  <a:lnTo>
                    <a:pt x="17377" y="31383"/>
                  </a:lnTo>
                  <a:lnTo>
                    <a:pt x="18205" y="30837"/>
                  </a:lnTo>
                  <a:lnTo>
                    <a:pt x="18977" y="30253"/>
                  </a:lnTo>
                  <a:lnTo>
                    <a:pt x="19749" y="29651"/>
                  </a:lnTo>
                  <a:lnTo>
                    <a:pt x="20464" y="29030"/>
                  </a:lnTo>
                  <a:lnTo>
                    <a:pt x="21180" y="28371"/>
                  </a:lnTo>
                  <a:lnTo>
                    <a:pt x="21180" y="28371"/>
                  </a:lnTo>
                  <a:lnTo>
                    <a:pt x="21349" y="27712"/>
                  </a:lnTo>
                  <a:lnTo>
                    <a:pt x="21481" y="27015"/>
                  </a:lnTo>
                  <a:lnTo>
                    <a:pt x="21556" y="26337"/>
                  </a:lnTo>
                  <a:lnTo>
                    <a:pt x="21613" y="25641"/>
                  </a:lnTo>
                  <a:lnTo>
                    <a:pt x="21613" y="25641"/>
                  </a:lnTo>
                  <a:lnTo>
                    <a:pt x="21650" y="26225"/>
                  </a:lnTo>
                  <a:lnTo>
                    <a:pt x="21650" y="26808"/>
                  </a:lnTo>
                  <a:lnTo>
                    <a:pt x="21631" y="27373"/>
                  </a:lnTo>
                  <a:lnTo>
                    <a:pt x="21594" y="27956"/>
                  </a:lnTo>
                  <a:lnTo>
                    <a:pt x="21594" y="27956"/>
                  </a:lnTo>
                  <a:lnTo>
                    <a:pt x="22234" y="27279"/>
                  </a:lnTo>
                  <a:lnTo>
                    <a:pt x="22855" y="26582"/>
                  </a:lnTo>
                  <a:lnTo>
                    <a:pt x="23457" y="25867"/>
                  </a:lnTo>
                  <a:lnTo>
                    <a:pt x="24022" y="25133"/>
                  </a:lnTo>
                  <a:lnTo>
                    <a:pt x="24568" y="24380"/>
                  </a:lnTo>
                  <a:lnTo>
                    <a:pt x="25076" y="23608"/>
                  </a:lnTo>
                  <a:lnTo>
                    <a:pt x="25566" y="22817"/>
                  </a:lnTo>
                  <a:lnTo>
                    <a:pt x="26037" y="22008"/>
                  </a:lnTo>
                  <a:lnTo>
                    <a:pt x="26488" y="21179"/>
                  </a:lnTo>
                  <a:lnTo>
                    <a:pt x="26903" y="20332"/>
                  </a:lnTo>
                  <a:lnTo>
                    <a:pt x="27317" y="19485"/>
                  </a:lnTo>
                  <a:lnTo>
                    <a:pt x="27693" y="18619"/>
                  </a:lnTo>
                  <a:lnTo>
                    <a:pt x="28032" y="17753"/>
                  </a:lnTo>
                  <a:lnTo>
                    <a:pt x="28371" y="16868"/>
                  </a:lnTo>
                  <a:lnTo>
                    <a:pt x="28672" y="15964"/>
                  </a:lnTo>
                  <a:lnTo>
                    <a:pt x="28955" y="15061"/>
                  </a:lnTo>
                  <a:lnTo>
                    <a:pt x="29218" y="14138"/>
                  </a:lnTo>
                  <a:lnTo>
                    <a:pt x="29463" y="13216"/>
                  </a:lnTo>
                  <a:lnTo>
                    <a:pt x="29670" y="12293"/>
                  </a:lnTo>
                  <a:lnTo>
                    <a:pt x="29877" y="11352"/>
                  </a:lnTo>
                  <a:lnTo>
                    <a:pt x="30046" y="10411"/>
                  </a:lnTo>
                  <a:lnTo>
                    <a:pt x="30197" y="9470"/>
                  </a:lnTo>
                  <a:lnTo>
                    <a:pt x="30329" y="8528"/>
                  </a:lnTo>
                  <a:lnTo>
                    <a:pt x="30442" y="7568"/>
                  </a:lnTo>
                  <a:lnTo>
                    <a:pt x="30536" y="6627"/>
                  </a:lnTo>
                  <a:lnTo>
                    <a:pt x="30592" y="5667"/>
                  </a:lnTo>
                  <a:lnTo>
                    <a:pt x="30649" y="4725"/>
                  </a:lnTo>
                  <a:lnTo>
                    <a:pt x="30687" y="3765"/>
                  </a:lnTo>
                  <a:lnTo>
                    <a:pt x="30687" y="2824"/>
                  </a:lnTo>
                  <a:lnTo>
                    <a:pt x="30687" y="1883"/>
                  </a:lnTo>
                  <a:lnTo>
                    <a:pt x="30649" y="941"/>
                  </a:lnTo>
                  <a:lnTo>
                    <a:pt x="3061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2"/>
            <p:cNvSpPr/>
            <p:nvPr/>
          </p:nvSpPr>
          <p:spPr>
            <a:xfrm>
              <a:off x="1504339" y="2598447"/>
              <a:ext cx="1344279" cy="1087130"/>
            </a:xfrm>
            <a:custGeom>
              <a:rect b="b" l="l" r="r" t="t"/>
              <a:pathLst>
                <a:path extrusionOk="0" fill="none" h="53805" w="66532">
                  <a:moveTo>
                    <a:pt x="208" y="1"/>
                  </a:moveTo>
                  <a:lnTo>
                    <a:pt x="208" y="1"/>
                  </a:lnTo>
                  <a:lnTo>
                    <a:pt x="208" y="114"/>
                  </a:lnTo>
                  <a:lnTo>
                    <a:pt x="114" y="75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26" y="52544"/>
                  </a:lnTo>
                  <a:lnTo>
                    <a:pt x="43545" y="52525"/>
                  </a:lnTo>
                  <a:lnTo>
                    <a:pt x="43545" y="52525"/>
                  </a:lnTo>
                  <a:lnTo>
                    <a:pt x="43714" y="52468"/>
                  </a:lnTo>
                  <a:lnTo>
                    <a:pt x="43714" y="52468"/>
                  </a:lnTo>
                  <a:lnTo>
                    <a:pt x="43733" y="52468"/>
                  </a:lnTo>
                  <a:lnTo>
                    <a:pt x="43733" y="52468"/>
                  </a:lnTo>
                  <a:lnTo>
                    <a:pt x="43771" y="52449"/>
                  </a:lnTo>
                  <a:lnTo>
                    <a:pt x="43771" y="52449"/>
                  </a:lnTo>
                  <a:lnTo>
                    <a:pt x="43790" y="52449"/>
                  </a:lnTo>
                  <a:lnTo>
                    <a:pt x="43790" y="52449"/>
                  </a:lnTo>
                  <a:lnTo>
                    <a:pt x="44053" y="52355"/>
                  </a:lnTo>
                  <a:lnTo>
                    <a:pt x="44053" y="52355"/>
                  </a:lnTo>
                  <a:lnTo>
                    <a:pt x="44091" y="52355"/>
                  </a:lnTo>
                  <a:lnTo>
                    <a:pt x="44091" y="52355"/>
                  </a:lnTo>
                  <a:lnTo>
                    <a:pt x="44091" y="52355"/>
                  </a:lnTo>
                  <a:lnTo>
                    <a:pt x="44091" y="52355"/>
                  </a:lnTo>
                  <a:lnTo>
                    <a:pt x="44543" y="52186"/>
                  </a:lnTo>
                  <a:lnTo>
                    <a:pt x="44543" y="52186"/>
                  </a:lnTo>
                  <a:lnTo>
                    <a:pt x="44712" y="52129"/>
                  </a:lnTo>
                  <a:lnTo>
                    <a:pt x="44712" y="52129"/>
                  </a:lnTo>
                  <a:lnTo>
                    <a:pt x="44769" y="52092"/>
                  </a:lnTo>
                  <a:lnTo>
                    <a:pt x="44769" y="52092"/>
                  </a:lnTo>
                  <a:lnTo>
                    <a:pt x="44957" y="52035"/>
                  </a:lnTo>
                  <a:lnTo>
                    <a:pt x="44957" y="52035"/>
                  </a:lnTo>
                  <a:lnTo>
                    <a:pt x="45051" y="51998"/>
                  </a:lnTo>
                  <a:lnTo>
                    <a:pt x="45051" y="51998"/>
                  </a:lnTo>
                  <a:lnTo>
                    <a:pt x="45051" y="51998"/>
                  </a:lnTo>
                  <a:lnTo>
                    <a:pt x="45051" y="51998"/>
                  </a:lnTo>
                  <a:lnTo>
                    <a:pt x="45258" y="51903"/>
                  </a:lnTo>
                  <a:lnTo>
                    <a:pt x="45258" y="51903"/>
                  </a:lnTo>
                  <a:lnTo>
                    <a:pt x="45503" y="51809"/>
                  </a:lnTo>
                  <a:lnTo>
                    <a:pt x="45503" y="51809"/>
                  </a:lnTo>
                  <a:lnTo>
                    <a:pt x="45503" y="51809"/>
                  </a:lnTo>
                  <a:lnTo>
                    <a:pt x="45503" y="51809"/>
                  </a:lnTo>
                  <a:lnTo>
                    <a:pt x="45653" y="51734"/>
                  </a:lnTo>
                  <a:lnTo>
                    <a:pt x="45653" y="51734"/>
                  </a:lnTo>
                  <a:lnTo>
                    <a:pt x="45860" y="51659"/>
                  </a:lnTo>
                  <a:lnTo>
                    <a:pt x="45860" y="51659"/>
                  </a:lnTo>
                  <a:lnTo>
                    <a:pt x="46463" y="51376"/>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234" y="27411"/>
                  </a:lnTo>
                  <a:lnTo>
                    <a:pt x="64423" y="26432"/>
                  </a:lnTo>
                  <a:lnTo>
                    <a:pt x="64573" y="25453"/>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7238" y="50303"/>
                  </a:lnTo>
                  <a:lnTo>
                    <a:pt x="37238"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834" y="36033"/>
                  </a:lnTo>
                  <a:lnTo>
                    <a:pt x="23006" y="35487"/>
                  </a:lnTo>
                  <a:lnTo>
                    <a:pt x="22215" y="34941"/>
                  </a:lnTo>
                  <a:lnTo>
                    <a:pt x="21425" y="34358"/>
                  </a:lnTo>
                  <a:lnTo>
                    <a:pt x="20690" y="33774"/>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707" y="1262"/>
                  </a:lnTo>
                  <a:lnTo>
                    <a:pt x="4161" y="1017"/>
                  </a:lnTo>
                  <a:lnTo>
                    <a:pt x="3615" y="791"/>
                  </a:lnTo>
                  <a:lnTo>
                    <a:pt x="3069" y="584"/>
                  </a:lnTo>
                  <a:lnTo>
                    <a:pt x="2505" y="415"/>
                  </a:lnTo>
                  <a:lnTo>
                    <a:pt x="1940" y="283"/>
                  </a:lnTo>
                  <a:lnTo>
                    <a:pt x="1375" y="151"/>
                  </a:lnTo>
                  <a:lnTo>
                    <a:pt x="792" y="76"/>
                  </a:lnTo>
                  <a:lnTo>
                    <a:pt x="20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2"/>
            <p:cNvSpPr/>
            <p:nvPr/>
          </p:nvSpPr>
          <p:spPr>
            <a:xfrm>
              <a:off x="1985518" y="3100919"/>
              <a:ext cx="542060" cy="513914"/>
            </a:xfrm>
            <a:custGeom>
              <a:rect b="b" l="l" r="r" t="t"/>
              <a:pathLst>
                <a:path extrusionOk="0" h="25435" w="26828">
                  <a:moveTo>
                    <a:pt x="19353" y="1"/>
                  </a:moveTo>
                  <a:lnTo>
                    <a:pt x="18770" y="151"/>
                  </a:lnTo>
                  <a:lnTo>
                    <a:pt x="19109" y="245"/>
                  </a:lnTo>
                  <a:lnTo>
                    <a:pt x="19447" y="358"/>
                  </a:lnTo>
                  <a:lnTo>
                    <a:pt x="19786" y="471"/>
                  </a:lnTo>
                  <a:lnTo>
                    <a:pt x="20125" y="603"/>
                  </a:lnTo>
                  <a:lnTo>
                    <a:pt x="20445" y="754"/>
                  </a:lnTo>
                  <a:lnTo>
                    <a:pt x="20765" y="904"/>
                  </a:lnTo>
                  <a:lnTo>
                    <a:pt x="21085" y="1074"/>
                  </a:lnTo>
                  <a:lnTo>
                    <a:pt x="21387" y="1243"/>
                  </a:lnTo>
                  <a:lnTo>
                    <a:pt x="21387" y="1243"/>
                  </a:lnTo>
                  <a:lnTo>
                    <a:pt x="20897" y="885"/>
                  </a:lnTo>
                  <a:lnTo>
                    <a:pt x="20408" y="565"/>
                  </a:lnTo>
                  <a:lnTo>
                    <a:pt x="19880" y="264"/>
                  </a:lnTo>
                  <a:lnTo>
                    <a:pt x="19353" y="1"/>
                  </a:lnTo>
                  <a:close/>
                  <a:moveTo>
                    <a:pt x="6345" y="622"/>
                  </a:moveTo>
                  <a:lnTo>
                    <a:pt x="5874" y="942"/>
                  </a:lnTo>
                  <a:lnTo>
                    <a:pt x="5403" y="1262"/>
                  </a:lnTo>
                  <a:lnTo>
                    <a:pt x="4970" y="1601"/>
                  </a:lnTo>
                  <a:lnTo>
                    <a:pt x="4556" y="1940"/>
                  </a:lnTo>
                  <a:lnTo>
                    <a:pt x="4161" y="2316"/>
                  </a:lnTo>
                  <a:lnTo>
                    <a:pt x="3766" y="2693"/>
                  </a:lnTo>
                  <a:lnTo>
                    <a:pt x="3408" y="3088"/>
                  </a:lnTo>
                  <a:lnTo>
                    <a:pt x="3050" y="3502"/>
                  </a:lnTo>
                  <a:lnTo>
                    <a:pt x="2711" y="3916"/>
                  </a:lnTo>
                  <a:lnTo>
                    <a:pt x="2410" y="4349"/>
                  </a:lnTo>
                  <a:lnTo>
                    <a:pt x="2109" y="4801"/>
                  </a:lnTo>
                  <a:lnTo>
                    <a:pt x="1827" y="5253"/>
                  </a:lnTo>
                  <a:lnTo>
                    <a:pt x="1582" y="5724"/>
                  </a:lnTo>
                  <a:lnTo>
                    <a:pt x="1337" y="6194"/>
                  </a:lnTo>
                  <a:lnTo>
                    <a:pt x="1111" y="6665"/>
                  </a:lnTo>
                  <a:lnTo>
                    <a:pt x="904" y="7154"/>
                  </a:lnTo>
                  <a:lnTo>
                    <a:pt x="1412" y="7531"/>
                  </a:lnTo>
                  <a:lnTo>
                    <a:pt x="1921" y="7889"/>
                  </a:lnTo>
                  <a:lnTo>
                    <a:pt x="2448" y="8227"/>
                  </a:lnTo>
                  <a:lnTo>
                    <a:pt x="2975" y="8566"/>
                  </a:lnTo>
                  <a:lnTo>
                    <a:pt x="3521" y="8886"/>
                  </a:lnTo>
                  <a:lnTo>
                    <a:pt x="4067" y="9188"/>
                  </a:lnTo>
                  <a:lnTo>
                    <a:pt x="4613" y="9470"/>
                  </a:lnTo>
                  <a:lnTo>
                    <a:pt x="5178" y="9752"/>
                  </a:lnTo>
                  <a:lnTo>
                    <a:pt x="5253" y="9093"/>
                  </a:lnTo>
                  <a:lnTo>
                    <a:pt x="5366" y="8453"/>
                  </a:lnTo>
                  <a:lnTo>
                    <a:pt x="5516" y="7832"/>
                  </a:lnTo>
                  <a:lnTo>
                    <a:pt x="5705" y="7192"/>
                  </a:lnTo>
                  <a:lnTo>
                    <a:pt x="5912" y="6590"/>
                  </a:lnTo>
                  <a:lnTo>
                    <a:pt x="6175" y="5987"/>
                  </a:lnTo>
                  <a:lnTo>
                    <a:pt x="6477" y="5404"/>
                  </a:lnTo>
                  <a:lnTo>
                    <a:pt x="6815" y="4839"/>
                  </a:lnTo>
                  <a:lnTo>
                    <a:pt x="7173" y="4293"/>
                  </a:lnTo>
                  <a:lnTo>
                    <a:pt x="7568" y="3766"/>
                  </a:lnTo>
                  <a:lnTo>
                    <a:pt x="8020" y="3257"/>
                  </a:lnTo>
                  <a:lnTo>
                    <a:pt x="8491" y="2787"/>
                  </a:lnTo>
                  <a:lnTo>
                    <a:pt x="8980" y="2335"/>
                  </a:lnTo>
                  <a:lnTo>
                    <a:pt x="9526" y="1902"/>
                  </a:lnTo>
                  <a:lnTo>
                    <a:pt x="10091" y="1525"/>
                  </a:lnTo>
                  <a:lnTo>
                    <a:pt x="10693" y="1149"/>
                  </a:lnTo>
                  <a:lnTo>
                    <a:pt x="10788" y="1092"/>
                  </a:lnTo>
                  <a:lnTo>
                    <a:pt x="10223" y="1074"/>
                  </a:lnTo>
                  <a:lnTo>
                    <a:pt x="9658" y="1055"/>
                  </a:lnTo>
                  <a:lnTo>
                    <a:pt x="9112" y="1017"/>
                  </a:lnTo>
                  <a:lnTo>
                    <a:pt x="8547" y="961"/>
                  </a:lnTo>
                  <a:lnTo>
                    <a:pt x="7983" y="885"/>
                  </a:lnTo>
                  <a:lnTo>
                    <a:pt x="7437" y="810"/>
                  </a:lnTo>
                  <a:lnTo>
                    <a:pt x="6891" y="735"/>
                  </a:lnTo>
                  <a:lnTo>
                    <a:pt x="6345" y="622"/>
                  </a:lnTo>
                  <a:close/>
                  <a:moveTo>
                    <a:pt x="26790" y="10882"/>
                  </a:moveTo>
                  <a:lnTo>
                    <a:pt x="26733" y="11578"/>
                  </a:lnTo>
                  <a:lnTo>
                    <a:pt x="26658" y="12256"/>
                  </a:lnTo>
                  <a:lnTo>
                    <a:pt x="26526" y="12953"/>
                  </a:lnTo>
                  <a:lnTo>
                    <a:pt x="26357" y="13612"/>
                  </a:lnTo>
                  <a:lnTo>
                    <a:pt x="26771" y="13197"/>
                  </a:lnTo>
                  <a:lnTo>
                    <a:pt x="26808" y="12614"/>
                  </a:lnTo>
                  <a:lnTo>
                    <a:pt x="26827" y="12049"/>
                  </a:lnTo>
                  <a:lnTo>
                    <a:pt x="26827" y="11466"/>
                  </a:lnTo>
                  <a:lnTo>
                    <a:pt x="26790" y="10882"/>
                  </a:lnTo>
                  <a:close/>
                  <a:moveTo>
                    <a:pt x="19" y="11164"/>
                  </a:moveTo>
                  <a:lnTo>
                    <a:pt x="0" y="11635"/>
                  </a:lnTo>
                  <a:lnTo>
                    <a:pt x="0" y="12106"/>
                  </a:lnTo>
                  <a:lnTo>
                    <a:pt x="0" y="12576"/>
                  </a:lnTo>
                  <a:lnTo>
                    <a:pt x="38" y="13047"/>
                  </a:lnTo>
                  <a:lnTo>
                    <a:pt x="76" y="13518"/>
                  </a:lnTo>
                  <a:lnTo>
                    <a:pt x="132" y="13988"/>
                  </a:lnTo>
                  <a:lnTo>
                    <a:pt x="208" y="14459"/>
                  </a:lnTo>
                  <a:lnTo>
                    <a:pt x="302" y="14929"/>
                  </a:lnTo>
                  <a:lnTo>
                    <a:pt x="415" y="15400"/>
                  </a:lnTo>
                  <a:lnTo>
                    <a:pt x="546" y="15852"/>
                  </a:lnTo>
                  <a:lnTo>
                    <a:pt x="697" y="16323"/>
                  </a:lnTo>
                  <a:lnTo>
                    <a:pt x="866" y="16774"/>
                  </a:lnTo>
                  <a:lnTo>
                    <a:pt x="1055" y="17226"/>
                  </a:lnTo>
                  <a:lnTo>
                    <a:pt x="1243" y="17678"/>
                  </a:lnTo>
                  <a:lnTo>
                    <a:pt x="1469" y="18130"/>
                  </a:lnTo>
                  <a:lnTo>
                    <a:pt x="1695" y="18582"/>
                  </a:lnTo>
                  <a:lnTo>
                    <a:pt x="1940" y="18977"/>
                  </a:lnTo>
                  <a:lnTo>
                    <a:pt x="2184" y="19372"/>
                  </a:lnTo>
                  <a:lnTo>
                    <a:pt x="2448" y="19749"/>
                  </a:lnTo>
                  <a:lnTo>
                    <a:pt x="2711" y="20125"/>
                  </a:lnTo>
                  <a:lnTo>
                    <a:pt x="2994" y="20483"/>
                  </a:lnTo>
                  <a:lnTo>
                    <a:pt x="3295" y="20841"/>
                  </a:lnTo>
                  <a:lnTo>
                    <a:pt x="3596" y="21180"/>
                  </a:lnTo>
                  <a:lnTo>
                    <a:pt x="3916" y="21500"/>
                  </a:lnTo>
                  <a:lnTo>
                    <a:pt x="4236" y="21820"/>
                  </a:lnTo>
                  <a:lnTo>
                    <a:pt x="4556" y="22121"/>
                  </a:lnTo>
                  <a:lnTo>
                    <a:pt x="4895" y="22403"/>
                  </a:lnTo>
                  <a:lnTo>
                    <a:pt x="5253" y="22686"/>
                  </a:lnTo>
                  <a:lnTo>
                    <a:pt x="5611" y="22949"/>
                  </a:lnTo>
                  <a:lnTo>
                    <a:pt x="5968" y="23194"/>
                  </a:lnTo>
                  <a:lnTo>
                    <a:pt x="6345" y="23439"/>
                  </a:lnTo>
                  <a:lnTo>
                    <a:pt x="6721" y="23665"/>
                  </a:lnTo>
                  <a:lnTo>
                    <a:pt x="7098" y="23872"/>
                  </a:lnTo>
                  <a:lnTo>
                    <a:pt x="7493" y="24060"/>
                  </a:lnTo>
                  <a:lnTo>
                    <a:pt x="7888" y="24248"/>
                  </a:lnTo>
                  <a:lnTo>
                    <a:pt x="8303" y="24436"/>
                  </a:lnTo>
                  <a:lnTo>
                    <a:pt x="8698" y="24587"/>
                  </a:lnTo>
                  <a:lnTo>
                    <a:pt x="9112" y="24738"/>
                  </a:lnTo>
                  <a:lnTo>
                    <a:pt x="9526" y="24869"/>
                  </a:lnTo>
                  <a:lnTo>
                    <a:pt x="9959" y="24982"/>
                  </a:lnTo>
                  <a:lnTo>
                    <a:pt x="10373" y="25095"/>
                  </a:lnTo>
                  <a:lnTo>
                    <a:pt x="10806" y="25190"/>
                  </a:lnTo>
                  <a:lnTo>
                    <a:pt x="11239" y="25265"/>
                  </a:lnTo>
                  <a:lnTo>
                    <a:pt x="11672" y="25321"/>
                  </a:lnTo>
                  <a:lnTo>
                    <a:pt x="12105" y="25378"/>
                  </a:lnTo>
                  <a:lnTo>
                    <a:pt x="12538" y="25415"/>
                  </a:lnTo>
                  <a:lnTo>
                    <a:pt x="12990" y="25434"/>
                  </a:lnTo>
                  <a:lnTo>
                    <a:pt x="13837" y="25434"/>
                  </a:lnTo>
                  <a:lnTo>
                    <a:pt x="14252" y="25415"/>
                  </a:lnTo>
                  <a:lnTo>
                    <a:pt x="14666" y="25378"/>
                  </a:lnTo>
                  <a:lnTo>
                    <a:pt x="15080" y="25340"/>
                  </a:lnTo>
                  <a:lnTo>
                    <a:pt x="15513" y="25284"/>
                  </a:lnTo>
                  <a:lnTo>
                    <a:pt x="15927" y="25208"/>
                  </a:lnTo>
                  <a:lnTo>
                    <a:pt x="16341" y="25114"/>
                  </a:lnTo>
                  <a:lnTo>
                    <a:pt x="16737" y="25020"/>
                  </a:lnTo>
                  <a:lnTo>
                    <a:pt x="17151" y="24907"/>
                  </a:lnTo>
                  <a:lnTo>
                    <a:pt x="17565" y="24775"/>
                  </a:lnTo>
                  <a:lnTo>
                    <a:pt x="17979" y="24644"/>
                  </a:lnTo>
                  <a:lnTo>
                    <a:pt x="18374" y="24493"/>
                  </a:lnTo>
                  <a:lnTo>
                    <a:pt x="18770" y="24324"/>
                  </a:lnTo>
                  <a:lnTo>
                    <a:pt x="19165" y="24135"/>
                  </a:lnTo>
                  <a:lnTo>
                    <a:pt x="19560" y="23947"/>
                  </a:lnTo>
                  <a:lnTo>
                    <a:pt x="19956" y="23740"/>
                  </a:lnTo>
                  <a:lnTo>
                    <a:pt x="20539" y="23382"/>
                  </a:lnTo>
                  <a:lnTo>
                    <a:pt x="21123" y="23006"/>
                  </a:lnTo>
                  <a:lnTo>
                    <a:pt x="21650" y="22610"/>
                  </a:lnTo>
                  <a:lnTo>
                    <a:pt x="22177" y="22196"/>
                  </a:lnTo>
                  <a:lnTo>
                    <a:pt x="22667" y="21744"/>
                  </a:lnTo>
                  <a:lnTo>
                    <a:pt x="23118" y="21274"/>
                  </a:lnTo>
                  <a:lnTo>
                    <a:pt x="23570" y="20803"/>
                  </a:lnTo>
                  <a:lnTo>
                    <a:pt x="23984" y="20295"/>
                  </a:lnTo>
                  <a:lnTo>
                    <a:pt x="24361" y="19768"/>
                  </a:lnTo>
                  <a:lnTo>
                    <a:pt x="24719" y="19241"/>
                  </a:lnTo>
                  <a:lnTo>
                    <a:pt x="25058" y="18695"/>
                  </a:lnTo>
                  <a:lnTo>
                    <a:pt x="25359" y="18130"/>
                  </a:lnTo>
                  <a:lnTo>
                    <a:pt x="25641" y="17546"/>
                  </a:lnTo>
                  <a:lnTo>
                    <a:pt x="25886" y="16963"/>
                  </a:lnTo>
                  <a:lnTo>
                    <a:pt x="26112" y="16360"/>
                  </a:lnTo>
                  <a:lnTo>
                    <a:pt x="26300" y="15739"/>
                  </a:lnTo>
                  <a:lnTo>
                    <a:pt x="26300" y="15739"/>
                  </a:lnTo>
                  <a:lnTo>
                    <a:pt x="25679" y="16247"/>
                  </a:lnTo>
                  <a:lnTo>
                    <a:pt x="25039" y="16718"/>
                  </a:lnTo>
                  <a:lnTo>
                    <a:pt x="24738" y="16925"/>
                  </a:lnTo>
                  <a:lnTo>
                    <a:pt x="24380" y="17396"/>
                  </a:lnTo>
                  <a:lnTo>
                    <a:pt x="24022" y="17829"/>
                  </a:lnTo>
                  <a:lnTo>
                    <a:pt x="23608" y="18243"/>
                  </a:lnTo>
                  <a:lnTo>
                    <a:pt x="23194" y="18657"/>
                  </a:lnTo>
                  <a:lnTo>
                    <a:pt x="22742" y="19033"/>
                  </a:lnTo>
                  <a:lnTo>
                    <a:pt x="22271" y="19391"/>
                  </a:lnTo>
                  <a:lnTo>
                    <a:pt x="21763" y="19730"/>
                  </a:lnTo>
                  <a:lnTo>
                    <a:pt x="21236" y="20031"/>
                  </a:lnTo>
                  <a:lnTo>
                    <a:pt x="20935" y="20201"/>
                  </a:lnTo>
                  <a:lnTo>
                    <a:pt x="20615" y="20370"/>
                  </a:lnTo>
                  <a:lnTo>
                    <a:pt x="20295" y="20521"/>
                  </a:lnTo>
                  <a:lnTo>
                    <a:pt x="19975" y="20652"/>
                  </a:lnTo>
                  <a:lnTo>
                    <a:pt x="19316" y="20878"/>
                  </a:lnTo>
                  <a:lnTo>
                    <a:pt x="18657" y="21085"/>
                  </a:lnTo>
                  <a:lnTo>
                    <a:pt x="17979" y="21236"/>
                  </a:lnTo>
                  <a:lnTo>
                    <a:pt x="17320" y="21330"/>
                  </a:lnTo>
                  <a:lnTo>
                    <a:pt x="16642" y="21406"/>
                  </a:lnTo>
                  <a:lnTo>
                    <a:pt x="15984" y="21424"/>
                  </a:lnTo>
                  <a:lnTo>
                    <a:pt x="15626" y="21406"/>
                  </a:lnTo>
                  <a:lnTo>
                    <a:pt x="15268" y="21387"/>
                  </a:lnTo>
                  <a:lnTo>
                    <a:pt x="14910" y="21368"/>
                  </a:lnTo>
                  <a:lnTo>
                    <a:pt x="14572" y="21330"/>
                  </a:lnTo>
                  <a:lnTo>
                    <a:pt x="14214" y="21274"/>
                  </a:lnTo>
                  <a:lnTo>
                    <a:pt x="13875" y="21217"/>
                  </a:lnTo>
                  <a:lnTo>
                    <a:pt x="13517" y="21142"/>
                  </a:lnTo>
                  <a:lnTo>
                    <a:pt x="13178" y="21048"/>
                  </a:lnTo>
                  <a:lnTo>
                    <a:pt x="12840" y="20954"/>
                  </a:lnTo>
                  <a:lnTo>
                    <a:pt x="12501" y="20841"/>
                  </a:lnTo>
                  <a:lnTo>
                    <a:pt x="12162" y="20728"/>
                  </a:lnTo>
                  <a:lnTo>
                    <a:pt x="11842" y="20596"/>
                  </a:lnTo>
                  <a:lnTo>
                    <a:pt x="11522" y="20464"/>
                  </a:lnTo>
                  <a:lnTo>
                    <a:pt x="11202" y="20314"/>
                  </a:lnTo>
                  <a:lnTo>
                    <a:pt x="10882" y="20144"/>
                  </a:lnTo>
                  <a:lnTo>
                    <a:pt x="10581" y="19975"/>
                  </a:lnTo>
                  <a:lnTo>
                    <a:pt x="10261" y="19787"/>
                  </a:lnTo>
                  <a:lnTo>
                    <a:pt x="9959" y="19598"/>
                  </a:lnTo>
                  <a:lnTo>
                    <a:pt x="9677" y="19391"/>
                  </a:lnTo>
                  <a:lnTo>
                    <a:pt x="9395" y="19184"/>
                  </a:lnTo>
                  <a:lnTo>
                    <a:pt x="9112" y="18958"/>
                  </a:lnTo>
                  <a:lnTo>
                    <a:pt x="8830" y="18732"/>
                  </a:lnTo>
                  <a:lnTo>
                    <a:pt x="8566" y="18488"/>
                  </a:lnTo>
                  <a:lnTo>
                    <a:pt x="8303" y="18243"/>
                  </a:lnTo>
                  <a:lnTo>
                    <a:pt x="8058" y="17979"/>
                  </a:lnTo>
                  <a:lnTo>
                    <a:pt x="7813" y="17697"/>
                  </a:lnTo>
                  <a:lnTo>
                    <a:pt x="7568" y="17414"/>
                  </a:lnTo>
                  <a:lnTo>
                    <a:pt x="7343" y="17132"/>
                  </a:lnTo>
                  <a:lnTo>
                    <a:pt x="7117" y="16831"/>
                  </a:lnTo>
                  <a:lnTo>
                    <a:pt x="6910" y="16530"/>
                  </a:lnTo>
                  <a:lnTo>
                    <a:pt x="6721" y="16210"/>
                  </a:lnTo>
                  <a:lnTo>
                    <a:pt x="6533" y="15871"/>
                  </a:lnTo>
                  <a:lnTo>
                    <a:pt x="6269" y="15381"/>
                  </a:lnTo>
                  <a:lnTo>
                    <a:pt x="6044" y="14892"/>
                  </a:lnTo>
                  <a:lnTo>
                    <a:pt x="5836" y="14383"/>
                  </a:lnTo>
                  <a:lnTo>
                    <a:pt x="5648" y="13875"/>
                  </a:lnTo>
                  <a:lnTo>
                    <a:pt x="4914" y="13612"/>
                  </a:lnTo>
                  <a:lnTo>
                    <a:pt x="4199" y="13329"/>
                  </a:lnTo>
                  <a:lnTo>
                    <a:pt x="3464" y="13009"/>
                  </a:lnTo>
                  <a:lnTo>
                    <a:pt x="2749" y="12670"/>
                  </a:lnTo>
                  <a:lnTo>
                    <a:pt x="2052" y="12331"/>
                  </a:lnTo>
                  <a:lnTo>
                    <a:pt x="1375" y="11955"/>
                  </a:lnTo>
                  <a:lnTo>
                    <a:pt x="678" y="11560"/>
                  </a:lnTo>
                  <a:lnTo>
                    <a:pt x="19" y="11164"/>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2"/>
            <p:cNvSpPr/>
            <p:nvPr/>
          </p:nvSpPr>
          <p:spPr>
            <a:xfrm>
              <a:off x="1985518" y="3326485"/>
              <a:ext cx="531412" cy="288346"/>
            </a:xfrm>
            <a:custGeom>
              <a:rect b="b" l="l" r="r" t="t"/>
              <a:pathLst>
                <a:path extrusionOk="0" fill="none" h="14271" w="26301">
                  <a:moveTo>
                    <a:pt x="19" y="0"/>
                  </a:moveTo>
                  <a:lnTo>
                    <a:pt x="19" y="0"/>
                  </a:lnTo>
                  <a:lnTo>
                    <a:pt x="0" y="471"/>
                  </a:lnTo>
                  <a:lnTo>
                    <a:pt x="0" y="942"/>
                  </a:lnTo>
                  <a:lnTo>
                    <a:pt x="0" y="1412"/>
                  </a:lnTo>
                  <a:lnTo>
                    <a:pt x="38" y="1883"/>
                  </a:lnTo>
                  <a:lnTo>
                    <a:pt x="76" y="2354"/>
                  </a:lnTo>
                  <a:lnTo>
                    <a:pt x="132" y="2824"/>
                  </a:lnTo>
                  <a:lnTo>
                    <a:pt x="208" y="3295"/>
                  </a:lnTo>
                  <a:lnTo>
                    <a:pt x="302" y="3765"/>
                  </a:lnTo>
                  <a:lnTo>
                    <a:pt x="415" y="4236"/>
                  </a:lnTo>
                  <a:lnTo>
                    <a:pt x="546" y="4688"/>
                  </a:lnTo>
                  <a:lnTo>
                    <a:pt x="697" y="5159"/>
                  </a:lnTo>
                  <a:lnTo>
                    <a:pt x="866" y="5610"/>
                  </a:lnTo>
                  <a:lnTo>
                    <a:pt x="1055" y="6062"/>
                  </a:lnTo>
                  <a:lnTo>
                    <a:pt x="1243" y="6514"/>
                  </a:lnTo>
                  <a:lnTo>
                    <a:pt x="1469" y="6966"/>
                  </a:lnTo>
                  <a:lnTo>
                    <a:pt x="1695" y="7418"/>
                  </a:lnTo>
                  <a:lnTo>
                    <a:pt x="1695" y="7418"/>
                  </a:lnTo>
                  <a:lnTo>
                    <a:pt x="1940" y="7813"/>
                  </a:lnTo>
                  <a:lnTo>
                    <a:pt x="2184" y="8208"/>
                  </a:lnTo>
                  <a:lnTo>
                    <a:pt x="2448" y="8585"/>
                  </a:lnTo>
                  <a:lnTo>
                    <a:pt x="2711" y="8961"/>
                  </a:lnTo>
                  <a:lnTo>
                    <a:pt x="2994" y="9319"/>
                  </a:lnTo>
                  <a:lnTo>
                    <a:pt x="3295" y="9677"/>
                  </a:lnTo>
                  <a:lnTo>
                    <a:pt x="3596" y="10016"/>
                  </a:lnTo>
                  <a:lnTo>
                    <a:pt x="3916" y="10336"/>
                  </a:lnTo>
                  <a:lnTo>
                    <a:pt x="4236" y="10656"/>
                  </a:lnTo>
                  <a:lnTo>
                    <a:pt x="4556" y="10957"/>
                  </a:lnTo>
                  <a:lnTo>
                    <a:pt x="4895" y="11239"/>
                  </a:lnTo>
                  <a:lnTo>
                    <a:pt x="5253" y="11522"/>
                  </a:lnTo>
                  <a:lnTo>
                    <a:pt x="5611" y="11785"/>
                  </a:lnTo>
                  <a:lnTo>
                    <a:pt x="5968" y="12030"/>
                  </a:lnTo>
                  <a:lnTo>
                    <a:pt x="6345" y="12275"/>
                  </a:lnTo>
                  <a:lnTo>
                    <a:pt x="6721" y="12501"/>
                  </a:lnTo>
                  <a:lnTo>
                    <a:pt x="7098" y="12708"/>
                  </a:lnTo>
                  <a:lnTo>
                    <a:pt x="7493" y="12896"/>
                  </a:lnTo>
                  <a:lnTo>
                    <a:pt x="7888" y="13084"/>
                  </a:lnTo>
                  <a:lnTo>
                    <a:pt x="8303" y="13272"/>
                  </a:lnTo>
                  <a:lnTo>
                    <a:pt x="8698" y="13423"/>
                  </a:lnTo>
                  <a:lnTo>
                    <a:pt x="9112" y="13574"/>
                  </a:lnTo>
                  <a:lnTo>
                    <a:pt x="9526" y="13705"/>
                  </a:lnTo>
                  <a:lnTo>
                    <a:pt x="9959" y="13818"/>
                  </a:lnTo>
                  <a:lnTo>
                    <a:pt x="10373" y="13931"/>
                  </a:lnTo>
                  <a:lnTo>
                    <a:pt x="10806" y="14026"/>
                  </a:lnTo>
                  <a:lnTo>
                    <a:pt x="11239" y="14101"/>
                  </a:lnTo>
                  <a:lnTo>
                    <a:pt x="11672" y="14157"/>
                  </a:lnTo>
                  <a:lnTo>
                    <a:pt x="12105" y="14214"/>
                  </a:lnTo>
                  <a:lnTo>
                    <a:pt x="12538" y="14251"/>
                  </a:lnTo>
                  <a:lnTo>
                    <a:pt x="12990" y="14270"/>
                  </a:lnTo>
                  <a:lnTo>
                    <a:pt x="13423" y="14270"/>
                  </a:lnTo>
                  <a:lnTo>
                    <a:pt x="13423" y="14270"/>
                  </a:lnTo>
                  <a:lnTo>
                    <a:pt x="13837" y="14270"/>
                  </a:lnTo>
                  <a:lnTo>
                    <a:pt x="14252" y="14251"/>
                  </a:lnTo>
                  <a:lnTo>
                    <a:pt x="14666" y="14214"/>
                  </a:lnTo>
                  <a:lnTo>
                    <a:pt x="15080" y="14176"/>
                  </a:lnTo>
                  <a:lnTo>
                    <a:pt x="15513" y="14120"/>
                  </a:lnTo>
                  <a:lnTo>
                    <a:pt x="15927" y="14044"/>
                  </a:lnTo>
                  <a:lnTo>
                    <a:pt x="16341" y="13950"/>
                  </a:lnTo>
                  <a:lnTo>
                    <a:pt x="16737" y="13856"/>
                  </a:lnTo>
                  <a:lnTo>
                    <a:pt x="17151" y="13743"/>
                  </a:lnTo>
                  <a:lnTo>
                    <a:pt x="17565" y="13611"/>
                  </a:lnTo>
                  <a:lnTo>
                    <a:pt x="17979" y="13480"/>
                  </a:lnTo>
                  <a:lnTo>
                    <a:pt x="18374" y="13329"/>
                  </a:lnTo>
                  <a:lnTo>
                    <a:pt x="18770" y="13160"/>
                  </a:lnTo>
                  <a:lnTo>
                    <a:pt x="19165" y="12971"/>
                  </a:lnTo>
                  <a:lnTo>
                    <a:pt x="19560" y="12783"/>
                  </a:lnTo>
                  <a:lnTo>
                    <a:pt x="19956" y="12576"/>
                  </a:lnTo>
                  <a:lnTo>
                    <a:pt x="19956" y="12576"/>
                  </a:lnTo>
                  <a:lnTo>
                    <a:pt x="20539" y="12218"/>
                  </a:lnTo>
                  <a:lnTo>
                    <a:pt x="21123" y="11842"/>
                  </a:lnTo>
                  <a:lnTo>
                    <a:pt x="21650" y="11446"/>
                  </a:lnTo>
                  <a:lnTo>
                    <a:pt x="22177" y="11032"/>
                  </a:lnTo>
                  <a:lnTo>
                    <a:pt x="22667" y="10580"/>
                  </a:lnTo>
                  <a:lnTo>
                    <a:pt x="23118" y="10110"/>
                  </a:lnTo>
                  <a:lnTo>
                    <a:pt x="23570" y="9639"/>
                  </a:lnTo>
                  <a:lnTo>
                    <a:pt x="23984" y="9131"/>
                  </a:lnTo>
                  <a:lnTo>
                    <a:pt x="24361" y="8604"/>
                  </a:lnTo>
                  <a:lnTo>
                    <a:pt x="24719" y="8077"/>
                  </a:lnTo>
                  <a:lnTo>
                    <a:pt x="25058" y="7531"/>
                  </a:lnTo>
                  <a:lnTo>
                    <a:pt x="25359" y="6966"/>
                  </a:lnTo>
                  <a:lnTo>
                    <a:pt x="25641" y="6382"/>
                  </a:lnTo>
                  <a:lnTo>
                    <a:pt x="25886" y="5799"/>
                  </a:lnTo>
                  <a:lnTo>
                    <a:pt x="26112" y="5196"/>
                  </a:lnTo>
                  <a:lnTo>
                    <a:pt x="26300" y="4575"/>
                  </a:lnTo>
                  <a:lnTo>
                    <a:pt x="26300" y="4575"/>
                  </a:lnTo>
                  <a:lnTo>
                    <a:pt x="25679" y="5083"/>
                  </a:lnTo>
                  <a:lnTo>
                    <a:pt x="25039" y="5554"/>
                  </a:lnTo>
                  <a:lnTo>
                    <a:pt x="25039" y="5554"/>
                  </a:lnTo>
                  <a:lnTo>
                    <a:pt x="24738" y="5761"/>
                  </a:lnTo>
                  <a:lnTo>
                    <a:pt x="24738" y="5761"/>
                  </a:lnTo>
                  <a:lnTo>
                    <a:pt x="24380" y="6232"/>
                  </a:lnTo>
                  <a:lnTo>
                    <a:pt x="24022" y="6665"/>
                  </a:lnTo>
                  <a:lnTo>
                    <a:pt x="23608" y="7079"/>
                  </a:lnTo>
                  <a:lnTo>
                    <a:pt x="23194" y="7493"/>
                  </a:lnTo>
                  <a:lnTo>
                    <a:pt x="22742" y="7869"/>
                  </a:lnTo>
                  <a:lnTo>
                    <a:pt x="22271" y="8227"/>
                  </a:lnTo>
                  <a:lnTo>
                    <a:pt x="21763" y="8566"/>
                  </a:lnTo>
                  <a:lnTo>
                    <a:pt x="21236" y="8867"/>
                  </a:lnTo>
                  <a:lnTo>
                    <a:pt x="21236" y="8867"/>
                  </a:lnTo>
                  <a:lnTo>
                    <a:pt x="20935" y="9037"/>
                  </a:lnTo>
                  <a:lnTo>
                    <a:pt x="20615" y="9206"/>
                  </a:lnTo>
                  <a:lnTo>
                    <a:pt x="20295" y="9357"/>
                  </a:lnTo>
                  <a:lnTo>
                    <a:pt x="19975" y="9488"/>
                  </a:lnTo>
                  <a:lnTo>
                    <a:pt x="19316" y="9714"/>
                  </a:lnTo>
                  <a:lnTo>
                    <a:pt x="18657" y="9921"/>
                  </a:lnTo>
                  <a:lnTo>
                    <a:pt x="17979" y="10072"/>
                  </a:lnTo>
                  <a:lnTo>
                    <a:pt x="17320" y="10166"/>
                  </a:lnTo>
                  <a:lnTo>
                    <a:pt x="16642" y="10242"/>
                  </a:lnTo>
                  <a:lnTo>
                    <a:pt x="15984" y="10260"/>
                  </a:lnTo>
                  <a:lnTo>
                    <a:pt x="15984" y="10260"/>
                  </a:lnTo>
                  <a:lnTo>
                    <a:pt x="15626" y="10242"/>
                  </a:lnTo>
                  <a:lnTo>
                    <a:pt x="15268" y="10223"/>
                  </a:lnTo>
                  <a:lnTo>
                    <a:pt x="14910" y="10204"/>
                  </a:lnTo>
                  <a:lnTo>
                    <a:pt x="14572" y="10166"/>
                  </a:lnTo>
                  <a:lnTo>
                    <a:pt x="14214" y="10110"/>
                  </a:lnTo>
                  <a:lnTo>
                    <a:pt x="13875" y="10053"/>
                  </a:lnTo>
                  <a:lnTo>
                    <a:pt x="13517" y="9978"/>
                  </a:lnTo>
                  <a:lnTo>
                    <a:pt x="13178" y="9884"/>
                  </a:lnTo>
                  <a:lnTo>
                    <a:pt x="12840" y="9790"/>
                  </a:lnTo>
                  <a:lnTo>
                    <a:pt x="12501" y="9677"/>
                  </a:lnTo>
                  <a:lnTo>
                    <a:pt x="12162" y="9564"/>
                  </a:lnTo>
                  <a:lnTo>
                    <a:pt x="11842" y="9432"/>
                  </a:lnTo>
                  <a:lnTo>
                    <a:pt x="11522" y="9300"/>
                  </a:lnTo>
                  <a:lnTo>
                    <a:pt x="11202" y="9150"/>
                  </a:lnTo>
                  <a:lnTo>
                    <a:pt x="10882" y="8980"/>
                  </a:lnTo>
                  <a:lnTo>
                    <a:pt x="10581" y="8811"/>
                  </a:lnTo>
                  <a:lnTo>
                    <a:pt x="10261" y="8623"/>
                  </a:lnTo>
                  <a:lnTo>
                    <a:pt x="9959" y="8434"/>
                  </a:lnTo>
                  <a:lnTo>
                    <a:pt x="9677" y="8227"/>
                  </a:lnTo>
                  <a:lnTo>
                    <a:pt x="9395" y="8020"/>
                  </a:lnTo>
                  <a:lnTo>
                    <a:pt x="9112" y="7794"/>
                  </a:lnTo>
                  <a:lnTo>
                    <a:pt x="8830" y="7568"/>
                  </a:lnTo>
                  <a:lnTo>
                    <a:pt x="8566" y="7324"/>
                  </a:lnTo>
                  <a:lnTo>
                    <a:pt x="8303" y="7079"/>
                  </a:lnTo>
                  <a:lnTo>
                    <a:pt x="8058" y="6815"/>
                  </a:lnTo>
                  <a:lnTo>
                    <a:pt x="7813" y="6533"/>
                  </a:lnTo>
                  <a:lnTo>
                    <a:pt x="7568" y="6250"/>
                  </a:lnTo>
                  <a:lnTo>
                    <a:pt x="7343" y="5968"/>
                  </a:lnTo>
                  <a:lnTo>
                    <a:pt x="7117" y="5667"/>
                  </a:lnTo>
                  <a:lnTo>
                    <a:pt x="6910" y="5366"/>
                  </a:lnTo>
                  <a:lnTo>
                    <a:pt x="6721" y="5046"/>
                  </a:lnTo>
                  <a:lnTo>
                    <a:pt x="6533" y="4707"/>
                  </a:lnTo>
                  <a:lnTo>
                    <a:pt x="6533" y="4707"/>
                  </a:lnTo>
                  <a:lnTo>
                    <a:pt x="6269" y="4217"/>
                  </a:lnTo>
                  <a:lnTo>
                    <a:pt x="6044" y="3728"/>
                  </a:lnTo>
                  <a:lnTo>
                    <a:pt x="5836" y="3219"/>
                  </a:lnTo>
                  <a:lnTo>
                    <a:pt x="5648" y="2711"/>
                  </a:lnTo>
                  <a:lnTo>
                    <a:pt x="5648" y="2711"/>
                  </a:lnTo>
                  <a:lnTo>
                    <a:pt x="4914" y="2448"/>
                  </a:lnTo>
                  <a:lnTo>
                    <a:pt x="4199" y="2165"/>
                  </a:lnTo>
                  <a:lnTo>
                    <a:pt x="3464" y="1845"/>
                  </a:lnTo>
                  <a:lnTo>
                    <a:pt x="2749" y="1506"/>
                  </a:lnTo>
                  <a:lnTo>
                    <a:pt x="2052" y="1167"/>
                  </a:lnTo>
                  <a:lnTo>
                    <a:pt x="1375" y="791"/>
                  </a:lnTo>
                  <a:lnTo>
                    <a:pt x="678" y="396"/>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2"/>
            <p:cNvSpPr/>
            <p:nvPr/>
          </p:nvSpPr>
          <p:spPr>
            <a:xfrm>
              <a:off x="2518037" y="3320767"/>
              <a:ext cx="9537" cy="55180"/>
            </a:xfrm>
            <a:custGeom>
              <a:rect b="b" l="l" r="r" t="t"/>
              <a:pathLst>
                <a:path extrusionOk="0" fill="none" h="2731" w="472">
                  <a:moveTo>
                    <a:pt x="434" y="1"/>
                  </a:moveTo>
                  <a:lnTo>
                    <a:pt x="434" y="1"/>
                  </a:lnTo>
                  <a:lnTo>
                    <a:pt x="377" y="697"/>
                  </a:lnTo>
                  <a:lnTo>
                    <a:pt x="302" y="1375"/>
                  </a:lnTo>
                  <a:lnTo>
                    <a:pt x="170" y="2072"/>
                  </a:lnTo>
                  <a:lnTo>
                    <a:pt x="1" y="2731"/>
                  </a:lnTo>
                  <a:lnTo>
                    <a:pt x="1" y="2731"/>
                  </a:lnTo>
                  <a:lnTo>
                    <a:pt x="415" y="2316"/>
                  </a:lnTo>
                  <a:lnTo>
                    <a:pt x="415" y="2316"/>
                  </a:lnTo>
                  <a:lnTo>
                    <a:pt x="452" y="1733"/>
                  </a:lnTo>
                  <a:lnTo>
                    <a:pt x="471" y="1168"/>
                  </a:lnTo>
                  <a:lnTo>
                    <a:pt x="471" y="585"/>
                  </a:lnTo>
                  <a:lnTo>
                    <a:pt x="43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2"/>
            <p:cNvSpPr/>
            <p:nvPr/>
          </p:nvSpPr>
          <p:spPr>
            <a:xfrm>
              <a:off x="2003783" y="3113466"/>
              <a:ext cx="199706" cy="184512"/>
            </a:xfrm>
            <a:custGeom>
              <a:rect b="b" l="l" r="r" t="t"/>
              <a:pathLst>
                <a:path extrusionOk="0" fill="none" h="9132" w="9884">
                  <a:moveTo>
                    <a:pt x="5441" y="1"/>
                  </a:moveTo>
                  <a:lnTo>
                    <a:pt x="5441" y="1"/>
                  </a:lnTo>
                  <a:lnTo>
                    <a:pt x="4970" y="321"/>
                  </a:lnTo>
                  <a:lnTo>
                    <a:pt x="4499" y="641"/>
                  </a:lnTo>
                  <a:lnTo>
                    <a:pt x="4066" y="980"/>
                  </a:lnTo>
                  <a:lnTo>
                    <a:pt x="3652" y="1319"/>
                  </a:lnTo>
                  <a:lnTo>
                    <a:pt x="3257" y="1695"/>
                  </a:lnTo>
                  <a:lnTo>
                    <a:pt x="2862" y="2072"/>
                  </a:lnTo>
                  <a:lnTo>
                    <a:pt x="2504" y="2467"/>
                  </a:lnTo>
                  <a:lnTo>
                    <a:pt x="2146" y="2881"/>
                  </a:lnTo>
                  <a:lnTo>
                    <a:pt x="1807" y="3295"/>
                  </a:lnTo>
                  <a:lnTo>
                    <a:pt x="1506" y="3728"/>
                  </a:lnTo>
                  <a:lnTo>
                    <a:pt x="1205" y="4180"/>
                  </a:lnTo>
                  <a:lnTo>
                    <a:pt x="923" y="4632"/>
                  </a:lnTo>
                  <a:lnTo>
                    <a:pt x="678" y="5103"/>
                  </a:lnTo>
                  <a:lnTo>
                    <a:pt x="433" y="5573"/>
                  </a:lnTo>
                  <a:lnTo>
                    <a:pt x="207" y="6044"/>
                  </a:lnTo>
                  <a:lnTo>
                    <a:pt x="0" y="6533"/>
                  </a:lnTo>
                  <a:lnTo>
                    <a:pt x="0" y="6533"/>
                  </a:lnTo>
                  <a:lnTo>
                    <a:pt x="508" y="6910"/>
                  </a:lnTo>
                  <a:lnTo>
                    <a:pt x="1017" y="7268"/>
                  </a:lnTo>
                  <a:lnTo>
                    <a:pt x="1544" y="7606"/>
                  </a:lnTo>
                  <a:lnTo>
                    <a:pt x="2071" y="7945"/>
                  </a:lnTo>
                  <a:lnTo>
                    <a:pt x="2617" y="8265"/>
                  </a:lnTo>
                  <a:lnTo>
                    <a:pt x="3163" y="8567"/>
                  </a:lnTo>
                  <a:lnTo>
                    <a:pt x="3709" y="8849"/>
                  </a:lnTo>
                  <a:lnTo>
                    <a:pt x="4274" y="9131"/>
                  </a:lnTo>
                  <a:lnTo>
                    <a:pt x="4274" y="9131"/>
                  </a:lnTo>
                  <a:lnTo>
                    <a:pt x="4349" y="8472"/>
                  </a:lnTo>
                  <a:lnTo>
                    <a:pt x="4462" y="7832"/>
                  </a:lnTo>
                  <a:lnTo>
                    <a:pt x="4612" y="7211"/>
                  </a:lnTo>
                  <a:lnTo>
                    <a:pt x="4801" y="6571"/>
                  </a:lnTo>
                  <a:lnTo>
                    <a:pt x="5008" y="5969"/>
                  </a:lnTo>
                  <a:lnTo>
                    <a:pt x="5271" y="5366"/>
                  </a:lnTo>
                  <a:lnTo>
                    <a:pt x="5573" y="4783"/>
                  </a:lnTo>
                  <a:lnTo>
                    <a:pt x="5911" y="4218"/>
                  </a:lnTo>
                  <a:lnTo>
                    <a:pt x="6269" y="3672"/>
                  </a:lnTo>
                  <a:lnTo>
                    <a:pt x="6664" y="3145"/>
                  </a:lnTo>
                  <a:lnTo>
                    <a:pt x="7116" y="2636"/>
                  </a:lnTo>
                  <a:lnTo>
                    <a:pt x="7587" y="2166"/>
                  </a:lnTo>
                  <a:lnTo>
                    <a:pt x="8076" y="1714"/>
                  </a:lnTo>
                  <a:lnTo>
                    <a:pt x="8622" y="1281"/>
                  </a:lnTo>
                  <a:lnTo>
                    <a:pt x="9187" y="904"/>
                  </a:lnTo>
                  <a:lnTo>
                    <a:pt x="9789" y="528"/>
                  </a:lnTo>
                  <a:lnTo>
                    <a:pt x="9789" y="528"/>
                  </a:lnTo>
                  <a:lnTo>
                    <a:pt x="9884" y="471"/>
                  </a:lnTo>
                  <a:lnTo>
                    <a:pt x="9884" y="471"/>
                  </a:lnTo>
                  <a:lnTo>
                    <a:pt x="9319" y="453"/>
                  </a:lnTo>
                  <a:lnTo>
                    <a:pt x="8754" y="434"/>
                  </a:lnTo>
                  <a:lnTo>
                    <a:pt x="8208" y="396"/>
                  </a:lnTo>
                  <a:lnTo>
                    <a:pt x="7643" y="340"/>
                  </a:lnTo>
                  <a:lnTo>
                    <a:pt x="7079" y="264"/>
                  </a:lnTo>
                  <a:lnTo>
                    <a:pt x="6533" y="189"/>
                  </a:lnTo>
                  <a:lnTo>
                    <a:pt x="5987" y="114"/>
                  </a:lnTo>
                  <a:lnTo>
                    <a:pt x="54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2"/>
            <p:cNvSpPr/>
            <p:nvPr/>
          </p:nvSpPr>
          <p:spPr>
            <a:xfrm>
              <a:off x="2364743" y="3100919"/>
              <a:ext cx="52897" cy="25135"/>
            </a:xfrm>
            <a:custGeom>
              <a:rect b="b" l="l" r="r" t="t"/>
              <a:pathLst>
                <a:path extrusionOk="0" fill="none" h="1244" w="2618">
                  <a:moveTo>
                    <a:pt x="584" y="1"/>
                  </a:moveTo>
                  <a:lnTo>
                    <a:pt x="584" y="1"/>
                  </a:lnTo>
                  <a:lnTo>
                    <a:pt x="1" y="151"/>
                  </a:lnTo>
                  <a:lnTo>
                    <a:pt x="1" y="151"/>
                  </a:lnTo>
                  <a:lnTo>
                    <a:pt x="340" y="245"/>
                  </a:lnTo>
                  <a:lnTo>
                    <a:pt x="678" y="358"/>
                  </a:lnTo>
                  <a:lnTo>
                    <a:pt x="1017" y="471"/>
                  </a:lnTo>
                  <a:lnTo>
                    <a:pt x="1356" y="603"/>
                  </a:lnTo>
                  <a:lnTo>
                    <a:pt x="1676" y="754"/>
                  </a:lnTo>
                  <a:lnTo>
                    <a:pt x="1996" y="904"/>
                  </a:lnTo>
                  <a:lnTo>
                    <a:pt x="2316" y="1074"/>
                  </a:lnTo>
                  <a:lnTo>
                    <a:pt x="2618" y="1243"/>
                  </a:lnTo>
                  <a:lnTo>
                    <a:pt x="2618" y="1243"/>
                  </a:lnTo>
                  <a:lnTo>
                    <a:pt x="2128" y="885"/>
                  </a:lnTo>
                  <a:lnTo>
                    <a:pt x="1639" y="565"/>
                  </a:lnTo>
                  <a:lnTo>
                    <a:pt x="1111" y="264"/>
                  </a:lnTo>
                  <a:lnTo>
                    <a:pt x="58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2"/>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2"/>
            <p:cNvSpPr/>
            <p:nvPr/>
          </p:nvSpPr>
          <p:spPr>
            <a:xfrm>
              <a:off x="1197003" y="2581718"/>
              <a:ext cx="224821" cy="38814"/>
            </a:xfrm>
            <a:custGeom>
              <a:rect b="b" l="l" r="r" t="t"/>
              <a:pathLst>
                <a:path extrusionOk="0" h="1921" w="11127">
                  <a:moveTo>
                    <a:pt x="11127" y="1695"/>
                  </a:moveTo>
                  <a:lnTo>
                    <a:pt x="11127" y="1695"/>
                  </a:lnTo>
                  <a:lnTo>
                    <a:pt x="10600" y="1902"/>
                  </a:lnTo>
                  <a:lnTo>
                    <a:pt x="10600" y="1902"/>
                  </a:lnTo>
                  <a:lnTo>
                    <a:pt x="11127" y="1695"/>
                  </a:lnTo>
                  <a:lnTo>
                    <a:pt x="11127" y="1695"/>
                  </a:lnTo>
                  <a:lnTo>
                    <a:pt x="11127" y="1695"/>
                  </a:lnTo>
                  <a:close/>
                  <a:moveTo>
                    <a:pt x="1" y="0"/>
                  </a:moveTo>
                  <a:lnTo>
                    <a:pt x="1" y="0"/>
                  </a:lnTo>
                  <a:lnTo>
                    <a:pt x="1" y="0"/>
                  </a:lnTo>
                  <a:lnTo>
                    <a:pt x="3314" y="1921"/>
                  </a:lnTo>
                  <a:lnTo>
                    <a:pt x="3314" y="1921"/>
                  </a:lnTo>
                  <a:lnTo>
                    <a:pt x="1" y="0"/>
                  </a:ln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2"/>
            <p:cNvSpPr/>
            <p:nvPr/>
          </p:nvSpPr>
          <p:spPr>
            <a:xfrm>
              <a:off x="1411154" y="2615945"/>
              <a:ext cx="10668" cy="4203"/>
            </a:xfrm>
            <a:custGeom>
              <a:rect b="b" l="l" r="r" t="t"/>
              <a:pathLst>
                <a:path extrusionOk="0" fill="none" h="208" w="528">
                  <a:moveTo>
                    <a:pt x="528" y="1"/>
                  </a:moveTo>
                  <a:lnTo>
                    <a:pt x="528" y="1"/>
                  </a:lnTo>
                  <a:lnTo>
                    <a:pt x="1" y="208"/>
                  </a:lnTo>
                  <a:lnTo>
                    <a:pt x="1" y="208"/>
                  </a:lnTo>
                  <a:lnTo>
                    <a:pt x="528" y="1"/>
                  </a:lnTo>
                  <a:lnTo>
                    <a:pt x="528" y="1"/>
                  </a:lnTo>
                  <a:lnTo>
                    <a:pt x="52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2"/>
            <p:cNvSpPr/>
            <p:nvPr/>
          </p:nvSpPr>
          <p:spPr>
            <a:xfrm>
              <a:off x="1197003" y="2581718"/>
              <a:ext cx="66959" cy="38814"/>
            </a:xfrm>
            <a:custGeom>
              <a:rect b="b" l="l" r="r" t="t"/>
              <a:pathLst>
                <a:path extrusionOk="0" fill="none" h="1921" w="3314">
                  <a:moveTo>
                    <a:pt x="1" y="0"/>
                  </a:moveTo>
                  <a:lnTo>
                    <a:pt x="1" y="0"/>
                  </a:lnTo>
                  <a:lnTo>
                    <a:pt x="1" y="0"/>
                  </a:lnTo>
                  <a:lnTo>
                    <a:pt x="3314" y="1921"/>
                  </a:lnTo>
                  <a:lnTo>
                    <a:pt x="3314" y="1921"/>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2"/>
            <p:cNvSpPr/>
            <p:nvPr/>
          </p:nvSpPr>
          <p:spPr>
            <a:xfrm>
              <a:off x="1196619" y="2570686"/>
              <a:ext cx="225205" cy="74193"/>
            </a:xfrm>
            <a:custGeom>
              <a:rect b="b" l="l" r="r" t="t"/>
              <a:pathLst>
                <a:path extrusionOk="0" h="3672" w="11146">
                  <a:moveTo>
                    <a:pt x="1" y="0"/>
                  </a:moveTo>
                  <a:lnTo>
                    <a:pt x="20" y="546"/>
                  </a:lnTo>
                  <a:lnTo>
                    <a:pt x="3333" y="2467"/>
                  </a:lnTo>
                  <a:lnTo>
                    <a:pt x="4030" y="2862"/>
                  </a:lnTo>
                  <a:lnTo>
                    <a:pt x="4387" y="3050"/>
                  </a:lnTo>
                  <a:lnTo>
                    <a:pt x="4745" y="3220"/>
                  </a:lnTo>
                  <a:lnTo>
                    <a:pt x="5103" y="3370"/>
                  </a:lnTo>
                  <a:lnTo>
                    <a:pt x="5479" y="3483"/>
                  </a:lnTo>
                  <a:lnTo>
                    <a:pt x="5856" y="3577"/>
                  </a:lnTo>
                  <a:lnTo>
                    <a:pt x="6251" y="3653"/>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619" y="2448"/>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2"/>
            <p:cNvSpPr/>
            <p:nvPr/>
          </p:nvSpPr>
          <p:spPr>
            <a:xfrm>
              <a:off x="1196619" y="2570686"/>
              <a:ext cx="225205" cy="74193"/>
            </a:xfrm>
            <a:custGeom>
              <a:rect b="b" l="l" r="r" t="t"/>
              <a:pathLst>
                <a:path extrusionOk="0" fill="none" h="3672" w="11146">
                  <a:moveTo>
                    <a:pt x="1" y="0"/>
                  </a:moveTo>
                  <a:lnTo>
                    <a:pt x="20" y="546"/>
                  </a:lnTo>
                  <a:lnTo>
                    <a:pt x="20" y="546"/>
                  </a:lnTo>
                  <a:lnTo>
                    <a:pt x="3333" y="2467"/>
                  </a:lnTo>
                  <a:lnTo>
                    <a:pt x="3333" y="2467"/>
                  </a:lnTo>
                  <a:lnTo>
                    <a:pt x="3333" y="2467"/>
                  </a:lnTo>
                  <a:lnTo>
                    <a:pt x="4030" y="2862"/>
                  </a:lnTo>
                  <a:lnTo>
                    <a:pt x="4387" y="3050"/>
                  </a:lnTo>
                  <a:lnTo>
                    <a:pt x="4745" y="3220"/>
                  </a:lnTo>
                  <a:lnTo>
                    <a:pt x="5103" y="3370"/>
                  </a:lnTo>
                  <a:lnTo>
                    <a:pt x="5479" y="3483"/>
                  </a:lnTo>
                  <a:lnTo>
                    <a:pt x="5856" y="3577"/>
                  </a:lnTo>
                  <a:lnTo>
                    <a:pt x="6251" y="3653"/>
                  </a:lnTo>
                  <a:lnTo>
                    <a:pt x="6251" y="3653"/>
                  </a:lnTo>
                  <a:lnTo>
                    <a:pt x="6665" y="3671"/>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543" y="2485"/>
                  </a:lnTo>
                  <a:lnTo>
                    <a:pt x="10619" y="2448"/>
                  </a:lnTo>
                  <a:lnTo>
                    <a:pt x="10619" y="2448"/>
                  </a:lnTo>
                  <a:lnTo>
                    <a:pt x="11146" y="2241"/>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2"/>
            <p:cNvSpPr/>
            <p:nvPr/>
          </p:nvSpPr>
          <p:spPr>
            <a:xfrm>
              <a:off x="720027" y="2563069"/>
              <a:ext cx="418425" cy="799189"/>
            </a:xfrm>
            <a:custGeom>
              <a:rect b="b" l="l" r="r" t="t"/>
              <a:pathLst>
                <a:path extrusionOk="0" h="39554" w="20709">
                  <a:moveTo>
                    <a:pt x="20708" y="1"/>
                  </a:moveTo>
                  <a:lnTo>
                    <a:pt x="20200" y="39"/>
                  </a:lnTo>
                  <a:lnTo>
                    <a:pt x="19673" y="76"/>
                  </a:lnTo>
                  <a:lnTo>
                    <a:pt x="19165" y="152"/>
                  </a:lnTo>
                  <a:lnTo>
                    <a:pt x="18656" y="246"/>
                  </a:lnTo>
                  <a:lnTo>
                    <a:pt x="18167" y="377"/>
                  </a:lnTo>
                  <a:lnTo>
                    <a:pt x="17659" y="509"/>
                  </a:lnTo>
                  <a:lnTo>
                    <a:pt x="17169" y="660"/>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414" y="22234"/>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693" y="18864"/>
                  </a:lnTo>
                  <a:lnTo>
                    <a:pt x="10881" y="17867"/>
                  </a:lnTo>
                  <a:lnTo>
                    <a:pt x="11220" y="15871"/>
                  </a:lnTo>
                  <a:lnTo>
                    <a:pt x="11578" y="13876"/>
                  </a:lnTo>
                  <a:lnTo>
                    <a:pt x="11766" y="12878"/>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614" y="152"/>
                  </a:lnTo>
                  <a:lnTo>
                    <a:pt x="20690" y="57"/>
                  </a:lnTo>
                  <a:lnTo>
                    <a:pt x="2070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2"/>
            <p:cNvSpPr/>
            <p:nvPr/>
          </p:nvSpPr>
          <p:spPr>
            <a:xfrm>
              <a:off x="720027" y="2563069"/>
              <a:ext cx="418425" cy="799189"/>
            </a:xfrm>
            <a:custGeom>
              <a:rect b="b" l="l" r="r" t="t"/>
              <a:pathLst>
                <a:path extrusionOk="0" fill="none" h="39554" w="20709">
                  <a:moveTo>
                    <a:pt x="20708" y="1"/>
                  </a:moveTo>
                  <a:lnTo>
                    <a:pt x="20708" y="1"/>
                  </a:lnTo>
                  <a:lnTo>
                    <a:pt x="20200" y="39"/>
                  </a:lnTo>
                  <a:lnTo>
                    <a:pt x="19673" y="76"/>
                  </a:lnTo>
                  <a:lnTo>
                    <a:pt x="19165" y="152"/>
                  </a:lnTo>
                  <a:lnTo>
                    <a:pt x="18656" y="246"/>
                  </a:lnTo>
                  <a:lnTo>
                    <a:pt x="18167" y="377"/>
                  </a:lnTo>
                  <a:lnTo>
                    <a:pt x="17659" y="509"/>
                  </a:lnTo>
                  <a:lnTo>
                    <a:pt x="17169" y="660"/>
                  </a:lnTo>
                  <a:lnTo>
                    <a:pt x="16699" y="829"/>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0" y="22215"/>
                  </a:lnTo>
                  <a:lnTo>
                    <a:pt x="414" y="22234"/>
                  </a:lnTo>
                  <a:lnTo>
                    <a:pt x="828" y="22253"/>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486" y="19843"/>
                  </a:lnTo>
                  <a:lnTo>
                    <a:pt x="10693" y="18864"/>
                  </a:lnTo>
                  <a:lnTo>
                    <a:pt x="10881" y="17867"/>
                  </a:lnTo>
                  <a:lnTo>
                    <a:pt x="11220" y="15871"/>
                  </a:lnTo>
                  <a:lnTo>
                    <a:pt x="11578" y="13876"/>
                  </a:lnTo>
                  <a:lnTo>
                    <a:pt x="11766" y="12878"/>
                  </a:lnTo>
                  <a:lnTo>
                    <a:pt x="11992" y="11899"/>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539" y="246"/>
                  </a:lnTo>
                  <a:lnTo>
                    <a:pt x="20614" y="152"/>
                  </a:lnTo>
                  <a:lnTo>
                    <a:pt x="20690" y="57"/>
                  </a:lnTo>
                  <a:lnTo>
                    <a:pt x="2070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2"/>
            <p:cNvSpPr/>
            <p:nvPr/>
          </p:nvSpPr>
          <p:spPr>
            <a:xfrm>
              <a:off x="3117879" y="2578667"/>
              <a:ext cx="117937" cy="58231"/>
            </a:xfrm>
            <a:custGeom>
              <a:rect b="b" l="l" r="r" t="t"/>
              <a:pathLst>
                <a:path extrusionOk="0" h="2882" w="5837">
                  <a:moveTo>
                    <a:pt x="2862" y="1733"/>
                  </a:moveTo>
                  <a:lnTo>
                    <a:pt x="2862" y="1733"/>
                  </a:lnTo>
                  <a:lnTo>
                    <a:pt x="2185" y="2109"/>
                  </a:lnTo>
                  <a:lnTo>
                    <a:pt x="1827" y="2298"/>
                  </a:lnTo>
                  <a:lnTo>
                    <a:pt x="1469" y="2467"/>
                  </a:lnTo>
                  <a:lnTo>
                    <a:pt x="1111" y="2618"/>
                  </a:lnTo>
                  <a:lnTo>
                    <a:pt x="754" y="2731"/>
                  </a:lnTo>
                  <a:lnTo>
                    <a:pt x="377" y="2825"/>
                  </a:lnTo>
                  <a:lnTo>
                    <a:pt x="1" y="2881"/>
                  </a:lnTo>
                  <a:lnTo>
                    <a:pt x="1" y="2881"/>
                  </a:lnTo>
                  <a:lnTo>
                    <a:pt x="377" y="2825"/>
                  </a:lnTo>
                  <a:lnTo>
                    <a:pt x="754" y="2731"/>
                  </a:lnTo>
                  <a:lnTo>
                    <a:pt x="1111" y="2618"/>
                  </a:lnTo>
                  <a:lnTo>
                    <a:pt x="1469" y="2467"/>
                  </a:lnTo>
                  <a:lnTo>
                    <a:pt x="1827" y="2298"/>
                  </a:lnTo>
                  <a:lnTo>
                    <a:pt x="2185" y="2109"/>
                  </a:lnTo>
                  <a:lnTo>
                    <a:pt x="2862" y="1733"/>
                  </a:lnTo>
                  <a:close/>
                  <a:moveTo>
                    <a:pt x="5837" y="1"/>
                  </a:moveTo>
                  <a:lnTo>
                    <a:pt x="5837" y="1"/>
                  </a:lnTo>
                  <a:lnTo>
                    <a:pt x="2900" y="1714"/>
                  </a:lnTo>
                  <a:lnTo>
                    <a:pt x="2900" y="1714"/>
                  </a:lnTo>
                  <a:lnTo>
                    <a:pt x="5837" y="1"/>
                  </a:ln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2"/>
            <p:cNvSpPr/>
            <p:nvPr/>
          </p:nvSpPr>
          <p:spPr>
            <a:xfrm>
              <a:off x="3117879" y="2613662"/>
              <a:ext cx="57847" cy="23236"/>
            </a:xfrm>
            <a:custGeom>
              <a:rect b="b" l="l" r="r" t="t"/>
              <a:pathLst>
                <a:path extrusionOk="0" fill="none" h="1150" w="2863">
                  <a:moveTo>
                    <a:pt x="2862" y="1"/>
                  </a:moveTo>
                  <a:lnTo>
                    <a:pt x="2862" y="1"/>
                  </a:lnTo>
                  <a:lnTo>
                    <a:pt x="2185" y="377"/>
                  </a:lnTo>
                  <a:lnTo>
                    <a:pt x="1827" y="566"/>
                  </a:lnTo>
                  <a:lnTo>
                    <a:pt x="1469" y="735"/>
                  </a:lnTo>
                  <a:lnTo>
                    <a:pt x="1111" y="886"/>
                  </a:lnTo>
                  <a:lnTo>
                    <a:pt x="754" y="999"/>
                  </a:lnTo>
                  <a:lnTo>
                    <a:pt x="377" y="1093"/>
                  </a:lnTo>
                  <a:lnTo>
                    <a:pt x="1" y="1149"/>
                  </a:lnTo>
                  <a:lnTo>
                    <a:pt x="1" y="1149"/>
                  </a:lnTo>
                  <a:lnTo>
                    <a:pt x="377" y="1093"/>
                  </a:lnTo>
                  <a:lnTo>
                    <a:pt x="754" y="999"/>
                  </a:lnTo>
                  <a:lnTo>
                    <a:pt x="1111" y="886"/>
                  </a:lnTo>
                  <a:lnTo>
                    <a:pt x="1469" y="735"/>
                  </a:lnTo>
                  <a:lnTo>
                    <a:pt x="1827" y="566"/>
                  </a:lnTo>
                  <a:lnTo>
                    <a:pt x="2185" y="377"/>
                  </a:lnTo>
                  <a:lnTo>
                    <a:pt x="286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2"/>
            <p:cNvSpPr/>
            <p:nvPr/>
          </p:nvSpPr>
          <p:spPr>
            <a:xfrm>
              <a:off x="3176453" y="2578667"/>
              <a:ext cx="59362" cy="34631"/>
            </a:xfrm>
            <a:custGeom>
              <a:rect b="b" l="l" r="r" t="t"/>
              <a:pathLst>
                <a:path extrusionOk="0" fill="none" h="1714" w="2938">
                  <a:moveTo>
                    <a:pt x="2938" y="1"/>
                  </a:moveTo>
                  <a:lnTo>
                    <a:pt x="2938" y="1"/>
                  </a:lnTo>
                  <a:lnTo>
                    <a:pt x="1" y="1714"/>
                  </a:lnTo>
                  <a:lnTo>
                    <a:pt x="1" y="1714"/>
                  </a:lnTo>
                  <a:lnTo>
                    <a:pt x="293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2"/>
            <p:cNvSpPr/>
            <p:nvPr/>
          </p:nvSpPr>
          <p:spPr>
            <a:xfrm>
              <a:off x="3001499" y="2570302"/>
              <a:ext cx="247632" cy="67343"/>
            </a:xfrm>
            <a:custGeom>
              <a:rect b="b" l="l" r="r" t="t"/>
              <a:pathLst>
                <a:path extrusionOk="0" h="3333" w="12256">
                  <a:moveTo>
                    <a:pt x="10034" y="1"/>
                  </a:moveTo>
                  <a:lnTo>
                    <a:pt x="9356" y="19"/>
                  </a:lnTo>
                  <a:lnTo>
                    <a:pt x="8020" y="95"/>
                  </a:lnTo>
                  <a:lnTo>
                    <a:pt x="6683" y="208"/>
                  </a:lnTo>
                  <a:lnTo>
                    <a:pt x="5328" y="358"/>
                  </a:lnTo>
                  <a:lnTo>
                    <a:pt x="3991" y="547"/>
                  </a:lnTo>
                  <a:lnTo>
                    <a:pt x="2655" y="772"/>
                  </a:lnTo>
                  <a:lnTo>
                    <a:pt x="1337" y="1017"/>
                  </a:lnTo>
                  <a:lnTo>
                    <a:pt x="0" y="1300"/>
                  </a:lnTo>
                  <a:lnTo>
                    <a:pt x="113" y="1638"/>
                  </a:lnTo>
                  <a:lnTo>
                    <a:pt x="452" y="1751"/>
                  </a:lnTo>
                  <a:lnTo>
                    <a:pt x="791" y="1864"/>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761" y="3295"/>
                  </a:lnTo>
                  <a:lnTo>
                    <a:pt x="6137" y="3239"/>
                  </a:lnTo>
                  <a:lnTo>
                    <a:pt x="6514" y="3145"/>
                  </a:lnTo>
                  <a:lnTo>
                    <a:pt x="6871" y="3032"/>
                  </a:lnTo>
                  <a:lnTo>
                    <a:pt x="7229" y="2881"/>
                  </a:lnTo>
                  <a:lnTo>
                    <a:pt x="7587" y="2712"/>
                  </a:lnTo>
                  <a:lnTo>
                    <a:pt x="7945" y="2523"/>
                  </a:lnTo>
                  <a:lnTo>
                    <a:pt x="8622" y="2147"/>
                  </a:lnTo>
                  <a:lnTo>
                    <a:pt x="8660" y="2128"/>
                  </a:lnTo>
                  <a:lnTo>
                    <a:pt x="11597" y="415"/>
                  </a:lnTo>
                  <a:lnTo>
                    <a:pt x="12256" y="38"/>
                  </a:lnTo>
                  <a:lnTo>
                    <a:pt x="1148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2"/>
            <p:cNvSpPr/>
            <p:nvPr/>
          </p:nvSpPr>
          <p:spPr>
            <a:xfrm>
              <a:off x="3001499" y="2570302"/>
              <a:ext cx="247632" cy="67343"/>
            </a:xfrm>
            <a:custGeom>
              <a:rect b="b" l="l" r="r" t="t"/>
              <a:pathLst>
                <a:path extrusionOk="0" fill="none" h="3333" w="12256">
                  <a:moveTo>
                    <a:pt x="10712" y="1"/>
                  </a:moveTo>
                  <a:lnTo>
                    <a:pt x="10712" y="1"/>
                  </a:lnTo>
                  <a:lnTo>
                    <a:pt x="10034" y="1"/>
                  </a:lnTo>
                  <a:lnTo>
                    <a:pt x="9356" y="19"/>
                  </a:lnTo>
                  <a:lnTo>
                    <a:pt x="8020" y="95"/>
                  </a:lnTo>
                  <a:lnTo>
                    <a:pt x="6683" y="208"/>
                  </a:lnTo>
                  <a:lnTo>
                    <a:pt x="5328" y="358"/>
                  </a:lnTo>
                  <a:lnTo>
                    <a:pt x="3991" y="547"/>
                  </a:lnTo>
                  <a:lnTo>
                    <a:pt x="2655" y="772"/>
                  </a:lnTo>
                  <a:lnTo>
                    <a:pt x="1337" y="1017"/>
                  </a:lnTo>
                  <a:lnTo>
                    <a:pt x="0" y="1300"/>
                  </a:lnTo>
                  <a:lnTo>
                    <a:pt x="113" y="1638"/>
                  </a:lnTo>
                  <a:lnTo>
                    <a:pt x="113" y="1638"/>
                  </a:lnTo>
                  <a:lnTo>
                    <a:pt x="452" y="1751"/>
                  </a:lnTo>
                  <a:lnTo>
                    <a:pt x="791" y="1864"/>
                  </a:lnTo>
                  <a:lnTo>
                    <a:pt x="1468" y="2128"/>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328" y="3333"/>
                  </a:lnTo>
                  <a:lnTo>
                    <a:pt x="5761" y="3295"/>
                  </a:lnTo>
                  <a:lnTo>
                    <a:pt x="5761" y="3295"/>
                  </a:lnTo>
                  <a:lnTo>
                    <a:pt x="5761" y="3295"/>
                  </a:lnTo>
                  <a:lnTo>
                    <a:pt x="6137" y="3239"/>
                  </a:lnTo>
                  <a:lnTo>
                    <a:pt x="6514" y="3145"/>
                  </a:lnTo>
                  <a:lnTo>
                    <a:pt x="6871" y="3032"/>
                  </a:lnTo>
                  <a:lnTo>
                    <a:pt x="7229" y="2881"/>
                  </a:lnTo>
                  <a:lnTo>
                    <a:pt x="7587" y="2712"/>
                  </a:lnTo>
                  <a:lnTo>
                    <a:pt x="7945" y="2523"/>
                  </a:lnTo>
                  <a:lnTo>
                    <a:pt x="8622" y="2147"/>
                  </a:lnTo>
                  <a:lnTo>
                    <a:pt x="8622" y="2147"/>
                  </a:lnTo>
                  <a:lnTo>
                    <a:pt x="8660" y="2128"/>
                  </a:lnTo>
                  <a:lnTo>
                    <a:pt x="8660" y="2128"/>
                  </a:lnTo>
                  <a:lnTo>
                    <a:pt x="8660" y="2128"/>
                  </a:lnTo>
                  <a:lnTo>
                    <a:pt x="11597" y="415"/>
                  </a:lnTo>
                  <a:lnTo>
                    <a:pt x="11597" y="415"/>
                  </a:lnTo>
                  <a:lnTo>
                    <a:pt x="12256" y="38"/>
                  </a:lnTo>
                  <a:lnTo>
                    <a:pt x="12256" y="38"/>
                  </a:lnTo>
                  <a:lnTo>
                    <a:pt x="11484" y="1"/>
                  </a:lnTo>
                  <a:lnTo>
                    <a:pt x="1071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2"/>
            <p:cNvSpPr/>
            <p:nvPr/>
          </p:nvSpPr>
          <p:spPr>
            <a:xfrm>
              <a:off x="3310734" y="2554704"/>
              <a:ext cx="372014" cy="796905"/>
            </a:xfrm>
            <a:custGeom>
              <a:rect b="b" l="l" r="r" t="t"/>
              <a:pathLst>
                <a:path extrusionOk="0" h="39441" w="18412">
                  <a:moveTo>
                    <a:pt x="0" y="1"/>
                  </a:move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305" y="12783"/>
                  </a:lnTo>
                  <a:lnTo>
                    <a:pt x="7493" y="13781"/>
                  </a:lnTo>
                  <a:lnTo>
                    <a:pt x="7832" y="15777"/>
                  </a:lnTo>
                  <a:lnTo>
                    <a:pt x="8152" y="17753"/>
                  </a:lnTo>
                  <a:lnTo>
                    <a:pt x="8321" y="18751"/>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4952" y="2373"/>
                  </a:lnTo>
                  <a:lnTo>
                    <a:pt x="4688" y="2072"/>
                  </a:lnTo>
                  <a:lnTo>
                    <a:pt x="4424" y="1770"/>
                  </a:lnTo>
                  <a:lnTo>
                    <a:pt x="4161" y="1488"/>
                  </a:lnTo>
                  <a:lnTo>
                    <a:pt x="3671" y="1206"/>
                  </a:lnTo>
                  <a:lnTo>
                    <a:pt x="3163" y="961"/>
                  </a:lnTo>
                  <a:lnTo>
                    <a:pt x="2655" y="735"/>
                  </a:lnTo>
                  <a:lnTo>
                    <a:pt x="2147" y="547"/>
                  </a:lnTo>
                  <a:lnTo>
                    <a:pt x="1619" y="358"/>
                  </a:lnTo>
                  <a:lnTo>
                    <a:pt x="1073" y="227"/>
                  </a:lnTo>
                  <a:lnTo>
                    <a:pt x="528" y="95"/>
                  </a:lnTo>
                  <a:lnTo>
                    <a:pt x="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2"/>
            <p:cNvSpPr/>
            <p:nvPr/>
          </p:nvSpPr>
          <p:spPr>
            <a:xfrm>
              <a:off x="3310734" y="2554704"/>
              <a:ext cx="372014" cy="796905"/>
            </a:xfrm>
            <a:custGeom>
              <a:rect b="b" l="l" r="r" t="t"/>
              <a:pathLst>
                <a:path extrusionOk="0" fill="none" h="39441" w="18412">
                  <a:moveTo>
                    <a:pt x="0" y="1"/>
                  </a:moveTo>
                  <a:lnTo>
                    <a:pt x="57" y="584"/>
                  </a:ln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098" y="11805"/>
                  </a:lnTo>
                  <a:lnTo>
                    <a:pt x="7305" y="12783"/>
                  </a:lnTo>
                  <a:lnTo>
                    <a:pt x="7493" y="13781"/>
                  </a:lnTo>
                  <a:lnTo>
                    <a:pt x="7832" y="15777"/>
                  </a:lnTo>
                  <a:lnTo>
                    <a:pt x="8152" y="17753"/>
                  </a:lnTo>
                  <a:lnTo>
                    <a:pt x="8321" y="18751"/>
                  </a:lnTo>
                  <a:lnTo>
                    <a:pt x="8528" y="19749"/>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5196" y="2693"/>
                  </a:lnTo>
                  <a:lnTo>
                    <a:pt x="4952" y="2373"/>
                  </a:lnTo>
                  <a:lnTo>
                    <a:pt x="4688" y="2072"/>
                  </a:lnTo>
                  <a:lnTo>
                    <a:pt x="4424" y="1770"/>
                  </a:lnTo>
                  <a:lnTo>
                    <a:pt x="4161" y="1488"/>
                  </a:lnTo>
                  <a:lnTo>
                    <a:pt x="4161" y="1488"/>
                  </a:lnTo>
                  <a:lnTo>
                    <a:pt x="3671" y="1206"/>
                  </a:lnTo>
                  <a:lnTo>
                    <a:pt x="3163" y="961"/>
                  </a:lnTo>
                  <a:lnTo>
                    <a:pt x="2655" y="735"/>
                  </a:lnTo>
                  <a:lnTo>
                    <a:pt x="2147" y="547"/>
                  </a:lnTo>
                  <a:lnTo>
                    <a:pt x="1619" y="358"/>
                  </a:lnTo>
                  <a:lnTo>
                    <a:pt x="1073" y="227"/>
                  </a:lnTo>
                  <a:lnTo>
                    <a:pt x="528" y="95"/>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2"/>
            <p:cNvSpPr/>
            <p:nvPr/>
          </p:nvSpPr>
          <p:spPr>
            <a:xfrm>
              <a:off x="1270791" y="3905412"/>
              <a:ext cx="66212" cy="76476"/>
            </a:xfrm>
            <a:custGeom>
              <a:rect b="b" l="l" r="r" t="t"/>
              <a:pathLst>
                <a:path extrusionOk="0" h="3785" w="3277">
                  <a:moveTo>
                    <a:pt x="1" y="0"/>
                  </a:moveTo>
                  <a:lnTo>
                    <a:pt x="227" y="2843"/>
                  </a:lnTo>
                  <a:lnTo>
                    <a:pt x="321" y="3012"/>
                  </a:lnTo>
                  <a:lnTo>
                    <a:pt x="453" y="3163"/>
                  </a:lnTo>
                  <a:lnTo>
                    <a:pt x="584" y="3295"/>
                  </a:lnTo>
                  <a:lnTo>
                    <a:pt x="754" y="3408"/>
                  </a:lnTo>
                  <a:lnTo>
                    <a:pt x="923" y="3502"/>
                  </a:lnTo>
                  <a:lnTo>
                    <a:pt x="1093" y="3577"/>
                  </a:lnTo>
                  <a:lnTo>
                    <a:pt x="1281" y="3652"/>
                  </a:lnTo>
                  <a:lnTo>
                    <a:pt x="1469" y="3690"/>
                  </a:lnTo>
                  <a:lnTo>
                    <a:pt x="1658" y="3728"/>
                  </a:lnTo>
                  <a:lnTo>
                    <a:pt x="1846" y="3765"/>
                  </a:lnTo>
                  <a:lnTo>
                    <a:pt x="2185" y="3784"/>
                  </a:lnTo>
                  <a:lnTo>
                    <a:pt x="2505" y="3765"/>
                  </a:lnTo>
                  <a:lnTo>
                    <a:pt x="2731" y="3709"/>
                  </a:lnTo>
                  <a:lnTo>
                    <a:pt x="3277" y="226"/>
                  </a:lnTo>
                  <a:lnTo>
                    <a:pt x="2881" y="283"/>
                  </a:lnTo>
                  <a:lnTo>
                    <a:pt x="2429" y="320"/>
                  </a:lnTo>
                  <a:lnTo>
                    <a:pt x="1526" y="320"/>
                  </a:lnTo>
                  <a:lnTo>
                    <a:pt x="1074" y="283"/>
                  </a:lnTo>
                  <a:lnTo>
                    <a:pt x="660" y="226"/>
                  </a:lnTo>
                  <a:lnTo>
                    <a:pt x="471" y="188"/>
                  </a:lnTo>
                  <a:lnTo>
                    <a:pt x="302" y="132"/>
                  </a:lnTo>
                  <a:lnTo>
                    <a:pt x="151" y="75"/>
                  </a:lnTo>
                  <a:lnTo>
                    <a:pt x="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2"/>
            <p:cNvSpPr/>
            <p:nvPr/>
          </p:nvSpPr>
          <p:spPr>
            <a:xfrm>
              <a:off x="1255577" y="3960187"/>
              <a:ext cx="145335" cy="77607"/>
            </a:xfrm>
            <a:custGeom>
              <a:rect b="b" l="l" r="r" t="t"/>
              <a:pathLst>
                <a:path extrusionOk="0" h="3841" w="7193">
                  <a:moveTo>
                    <a:pt x="3709" y="0"/>
                  </a:moveTo>
                  <a:lnTo>
                    <a:pt x="3540" y="75"/>
                  </a:lnTo>
                  <a:lnTo>
                    <a:pt x="3427" y="151"/>
                  </a:lnTo>
                  <a:lnTo>
                    <a:pt x="3352" y="245"/>
                  </a:lnTo>
                  <a:lnTo>
                    <a:pt x="3295" y="339"/>
                  </a:lnTo>
                  <a:lnTo>
                    <a:pt x="3239" y="433"/>
                  </a:lnTo>
                  <a:lnTo>
                    <a:pt x="3145" y="527"/>
                  </a:lnTo>
                  <a:lnTo>
                    <a:pt x="3051" y="621"/>
                  </a:lnTo>
                  <a:lnTo>
                    <a:pt x="2881" y="715"/>
                  </a:lnTo>
                  <a:lnTo>
                    <a:pt x="2806" y="734"/>
                  </a:lnTo>
                  <a:lnTo>
                    <a:pt x="2731" y="734"/>
                  </a:lnTo>
                  <a:lnTo>
                    <a:pt x="2636" y="715"/>
                  </a:lnTo>
                  <a:lnTo>
                    <a:pt x="2523" y="697"/>
                  </a:lnTo>
                  <a:lnTo>
                    <a:pt x="2298" y="602"/>
                  </a:lnTo>
                  <a:lnTo>
                    <a:pt x="2034" y="471"/>
                  </a:lnTo>
                  <a:lnTo>
                    <a:pt x="1752" y="358"/>
                  </a:lnTo>
                  <a:lnTo>
                    <a:pt x="1488" y="245"/>
                  </a:lnTo>
                  <a:lnTo>
                    <a:pt x="1224" y="151"/>
                  </a:lnTo>
                  <a:lnTo>
                    <a:pt x="1093" y="132"/>
                  </a:lnTo>
                  <a:lnTo>
                    <a:pt x="980" y="132"/>
                  </a:lnTo>
                  <a:lnTo>
                    <a:pt x="603" y="1073"/>
                  </a:lnTo>
                  <a:lnTo>
                    <a:pt x="283" y="1883"/>
                  </a:lnTo>
                  <a:lnTo>
                    <a:pt x="1" y="2692"/>
                  </a:lnTo>
                  <a:lnTo>
                    <a:pt x="7173" y="3841"/>
                  </a:lnTo>
                  <a:lnTo>
                    <a:pt x="7192" y="3445"/>
                  </a:lnTo>
                  <a:lnTo>
                    <a:pt x="7192" y="3050"/>
                  </a:lnTo>
                  <a:lnTo>
                    <a:pt x="7173" y="2880"/>
                  </a:lnTo>
                  <a:lnTo>
                    <a:pt x="7155" y="2749"/>
                  </a:lnTo>
                  <a:lnTo>
                    <a:pt x="7117" y="2636"/>
                  </a:lnTo>
                  <a:lnTo>
                    <a:pt x="7098" y="2617"/>
                  </a:lnTo>
                  <a:lnTo>
                    <a:pt x="7079" y="2598"/>
                  </a:lnTo>
                  <a:lnTo>
                    <a:pt x="6665" y="2410"/>
                  </a:lnTo>
                  <a:lnTo>
                    <a:pt x="6251" y="2259"/>
                  </a:lnTo>
                  <a:lnTo>
                    <a:pt x="5837" y="2109"/>
                  </a:lnTo>
                  <a:lnTo>
                    <a:pt x="5441" y="1939"/>
                  </a:lnTo>
                  <a:lnTo>
                    <a:pt x="5065" y="1770"/>
                  </a:lnTo>
                  <a:lnTo>
                    <a:pt x="4896" y="1676"/>
                  </a:lnTo>
                  <a:lnTo>
                    <a:pt x="4726" y="1563"/>
                  </a:lnTo>
                  <a:lnTo>
                    <a:pt x="4557" y="1450"/>
                  </a:lnTo>
                  <a:lnTo>
                    <a:pt x="4406" y="1318"/>
                  </a:lnTo>
                  <a:lnTo>
                    <a:pt x="4255" y="1167"/>
                  </a:lnTo>
                  <a:lnTo>
                    <a:pt x="4124" y="1017"/>
                  </a:lnTo>
                  <a:lnTo>
                    <a:pt x="4048" y="885"/>
                  </a:lnTo>
                  <a:lnTo>
                    <a:pt x="4011" y="734"/>
                  </a:lnTo>
                  <a:lnTo>
                    <a:pt x="3973" y="452"/>
                  </a:lnTo>
                  <a:lnTo>
                    <a:pt x="3954" y="320"/>
                  </a:lnTo>
                  <a:lnTo>
                    <a:pt x="3917" y="207"/>
                  </a:lnTo>
                  <a:lnTo>
                    <a:pt x="3822" y="94"/>
                  </a:lnTo>
                  <a:lnTo>
                    <a:pt x="3785" y="57"/>
                  </a:lnTo>
                  <a:lnTo>
                    <a:pt x="37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2"/>
            <p:cNvSpPr/>
            <p:nvPr/>
          </p:nvSpPr>
          <p:spPr>
            <a:xfrm>
              <a:off x="1252546" y="4014578"/>
              <a:ext cx="147981" cy="33096"/>
            </a:xfrm>
            <a:custGeom>
              <a:rect b="b" l="l" r="r" t="t"/>
              <a:pathLst>
                <a:path extrusionOk="0" h="1638" w="7324">
                  <a:moveTo>
                    <a:pt x="151" y="0"/>
                  </a:moveTo>
                  <a:lnTo>
                    <a:pt x="0" y="471"/>
                  </a:lnTo>
                  <a:lnTo>
                    <a:pt x="7323" y="1638"/>
                  </a:lnTo>
                  <a:lnTo>
                    <a:pt x="7323" y="1149"/>
                  </a:lnTo>
                  <a:lnTo>
                    <a:pt x="15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2"/>
            <p:cNvSpPr/>
            <p:nvPr/>
          </p:nvSpPr>
          <p:spPr>
            <a:xfrm>
              <a:off x="958505" y="3851768"/>
              <a:ext cx="76112" cy="83325"/>
            </a:xfrm>
            <a:custGeom>
              <a:rect b="b" l="l" r="r" t="t"/>
              <a:pathLst>
                <a:path extrusionOk="0" h="4124" w="3767">
                  <a:moveTo>
                    <a:pt x="566" y="1"/>
                  </a:moveTo>
                  <a:lnTo>
                    <a:pt x="1" y="3559"/>
                  </a:lnTo>
                  <a:lnTo>
                    <a:pt x="227" y="3691"/>
                  </a:lnTo>
                  <a:lnTo>
                    <a:pt x="547" y="3860"/>
                  </a:lnTo>
                  <a:lnTo>
                    <a:pt x="716" y="3935"/>
                  </a:lnTo>
                  <a:lnTo>
                    <a:pt x="905" y="3992"/>
                  </a:lnTo>
                  <a:lnTo>
                    <a:pt x="1112" y="4048"/>
                  </a:lnTo>
                  <a:lnTo>
                    <a:pt x="1319" y="4105"/>
                  </a:lnTo>
                  <a:lnTo>
                    <a:pt x="1526" y="4124"/>
                  </a:lnTo>
                  <a:lnTo>
                    <a:pt x="1714" y="4124"/>
                  </a:lnTo>
                  <a:lnTo>
                    <a:pt x="1921" y="4105"/>
                  </a:lnTo>
                  <a:lnTo>
                    <a:pt x="2109" y="4048"/>
                  </a:lnTo>
                  <a:lnTo>
                    <a:pt x="2279" y="3954"/>
                  </a:lnTo>
                  <a:lnTo>
                    <a:pt x="2429" y="3822"/>
                  </a:lnTo>
                  <a:lnTo>
                    <a:pt x="2505" y="3747"/>
                  </a:lnTo>
                  <a:lnTo>
                    <a:pt x="2561" y="3653"/>
                  </a:lnTo>
                  <a:lnTo>
                    <a:pt x="2618" y="3559"/>
                  </a:lnTo>
                  <a:lnTo>
                    <a:pt x="2674" y="3427"/>
                  </a:lnTo>
                  <a:lnTo>
                    <a:pt x="3766" y="810"/>
                  </a:lnTo>
                  <a:lnTo>
                    <a:pt x="3615" y="829"/>
                  </a:lnTo>
                  <a:lnTo>
                    <a:pt x="3258" y="829"/>
                  </a:lnTo>
                  <a:lnTo>
                    <a:pt x="3070" y="810"/>
                  </a:lnTo>
                  <a:lnTo>
                    <a:pt x="2655" y="754"/>
                  </a:lnTo>
                  <a:lnTo>
                    <a:pt x="2222" y="641"/>
                  </a:lnTo>
                  <a:lnTo>
                    <a:pt x="1789" y="509"/>
                  </a:lnTo>
                  <a:lnTo>
                    <a:pt x="1356" y="340"/>
                  </a:lnTo>
                  <a:lnTo>
                    <a:pt x="942" y="170"/>
                  </a:lnTo>
                  <a:lnTo>
                    <a:pt x="5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2"/>
            <p:cNvSpPr/>
            <p:nvPr/>
          </p:nvSpPr>
          <p:spPr>
            <a:xfrm>
              <a:off x="870270" y="3901593"/>
              <a:ext cx="145314" cy="74961"/>
            </a:xfrm>
            <a:custGeom>
              <a:rect b="b" l="l" r="r" t="t"/>
              <a:pathLst>
                <a:path extrusionOk="0" h="3710" w="7192">
                  <a:moveTo>
                    <a:pt x="4481" y="1"/>
                  </a:moveTo>
                  <a:lnTo>
                    <a:pt x="4406" y="20"/>
                  </a:lnTo>
                  <a:lnTo>
                    <a:pt x="4330" y="57"/>
                  </a:lnTo>
                  <a:lnTo>
                    <a:pt x="4236" y="133"/>
                  </a:lnTo>
                  <a:lnTo>
                    <a:pt x="4161" y="246"/>
                  </a:lnTo>
                  <a:lnTo>
                    <a:pt x="4086" y="359"/>
                  </a:lnTo>
                  <a:lnTo>
                    <a:pt x="3973" y="603"/>
                  </a:lnTo>
                  <a:lnTo>
                    <a:pt x="3878" y="735"/>
                  </a:lnTo>
                  <a:lnTo>
                    <a:pt x="3765" y="829"/>
                  </a:lnTo>
                  <a:lnTo>
                    <a:pt x="3596" y="942"/>
                  </a:lnTo>
                  <a:lnTo>
                    <a:pt x="3408" y="1036"/>
                  </a:lnTo>
                  <a:lnTo>
                    <a:pt x="3220" y="1112"/>
                  </a:lnTo>
                  <a:lnTo>
                    <a:pt x="3031" y="1168"/>
                  </a:lnTo>
                  <a:lnTo>
                    <a:pt x="2843" y="1225"/>
                  </a:lnTo>
                  <a:lnTo>
                    <a:pt x="2636" y="1262"/>
                  </a:lnTo>
                  <a:lnTo>
                    <a:pt x="2222" y="1319"/>
                  </a:lnTo>
                  <a:lnTo>
                    <a:pt x="1808" y="1338"/>
                  </a:lnTo>
                  <a:lnTo>
                    <a:pt x="1375" y="1356"/>
                  </a:lnTo>
                  <a:lnTo>
                    <a:pt x="923" y="1375"/>
                  </a:lnTo>
                  <a:lnTo>
                    <a:pt x="471" y="1432"/>
                  </a:lnTo>
                  <a:lnTo>
                    <a:pt x="452" y="1432"/>
                  </a:lnTo>
                  <a:lnTo>
                    <a:pt x="414" y="1450"/>
                  </a:lnTo>
                  <a:lnTo>
                    <a:pt x="358" y="1545"/>
                  </a:lnTo>
                  <a:lnTo>
                    <a:pt x="302" y="1676"/>
                  </a:lnTo>
                  <a:lnTo>
                    <a:pt x="245" y="1827"/>
                  </a:lnTo>
                  <a:lnTo>
                    <a:pt x="113" y="2204"/>
                  </a:lnTo>
                  <a:lnTo>
                    <a:pt x="0" y="2580"/>
                  </a:lnTo>
                  <a:lnTo>
                    <a:pt x="7192" y="3710"/>
                  </a:lnTo>
                  <a:lnTo>
                    <a:pt x="7192" y="3710"/>
                  </a:lnTo>
                  <a:lnTo>
                    <a:pt x="7154" y="2862"/>
                  </a:lnTo>
                  <a:lnTo>
                    <a:pt x="7116" y="1978"/>
                  </a:lnTo>
                  <a:lnTo>
                    <a:pt x="7041" y="961"/>
                  </a:lnTo>
                  <a:lnTo>
                    <a:pt x="6928" y="942"/>
                  </a:lnTo>
                  <a:lnTo>
                    <a:pt x="6815" y="923"/>
                  </a:lnTo>
                  <a:lnTo>
                    <a:pt x="6533" y="923"/>
                  </a:lnTo>
                  <a:lnTo>
                    <a:pt x="6232" y="942"/>
                  </a:lnTo>
                  <a:lnTo>
                    <a:pt x="5930" y="980"/>
                  </a:lnTo>
                  <a:lnTo>
                    <a:pt x="5648" y="999"/>
                  </a:lnTo>
                  <a:lnTo>
                    <a:pt x="5403" y="1017"/>
                  </a:lnTo>
                  <a:lnTo>
                    <a:pt x="5290" y="1017"/>
                  </a:lnTo>
                  <a:lnTo>
                    <a:pt x="5196" y="999"/>
                  </a:lnTo>
                  <a:lnTo>
                    <a:pt x="5102" y="980"/>
                  </a:lnTo>
                  <a:lnTo>
                    <a:pt x="5046" y="942"/>
                  </a:lnTo>
                  <a:lnTo>
                    <a:pt x="4933" y="810"/>
                  </a:lnTo>
                  <a:lnTo>
                    <a:pt x="4857" y="679"/>
                  </a:lnTo>
                  <a:lnTo>
                    <a:pt x="4801" y="566"/>
                  </a:lnTo>
                  <a:lnTo>
                    <a:pt x="4782" y="453"/>
                  </a:lnTo>
                  <a:lnTo>
                    <a:pt x="4744" y="340"/>
                  </a:lnTo>
                  <a:lnTo>
                    <a:pt x="4707" y="227"/>
                  </a:lnTo>
                  <a:lnTo>
                    <a:pt x="4613" y="114"/>
                  </a:lnTo>
                  <a:lnTo>
                    <a:pt x="448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2"/>
            <p:cNvSpPr/>
            <p:nvPr/>
          </p:nvSpPr>
          <p:spPr>
            <a:xfrm>
              <a:off x="867603" y="3953721"/>
              <a:ext cx="147981" cy="32732"/>
            </a:xfrm>
            <a:custGeom>
              <a:rect b="b" l="l" r="r" t="t"/>
              <a:pathLst>
                <a:path extrusionOk="0" h="1620" w="7324">
                  <a:moveTo>
                    <a:pt x="132" y="0"/>
                  </a:moveTo>
                  <a:lnTo>
                    <a:pt x="1" y="471"/>
                  </a:lnTo>
                  <a:lnTo>
                    <a:pt x="7324" y="1619"/>
                  </a:lnTo>
                  <a:lnTo>
                    <a:pt x="7324" y="1130"/>
                  </a:lnTo>
                  <a:lnTo>
                    <a:pt x="13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2"/>
            <p:cNvSpPr/>
            <p:nvPr/>
          </p:nvSpPr>
          <p:spPr>
            <a:xfrm>
              <a:off x="937209" y="3297572"/>
              <a:ext cx="432124" cy="656541"/>
            </a:xfrm>
            <a:custGeom>
              <a:rect b="b" l="l" r="r" t="t"/>
              <a:pathLst>
                <a:path extrusionOk="0" h="32494" w="21387">
                  <a:moveTo>
                    <a:pt x="21387" y="1"/>
                  </a:moveTo>
                  <a:lnTo>
                    <a:pt x="8435" y="452"/>
                  </a:lnTo>
                  <a:lnTo>
                    <a:pt x="1" y="29162"/>
                  </a:lnTo>
                  <a:lnTo>
                    <a:pt x="5027" y="29971"/>
                  </a:lnTo>
                  <a:lnTo>
                    <a:pt x="13273" y="10411"/>
                  </a:lnTo>
                  <a:lnTo>
                    <a:pt x="14195" y="10543"/>
                  </a:lnTo>
                  <a:lnTo>
                    <a:pt x="15984" y="31703"/>
                  </a:lnTo>
                  <a:lnTo>
                    <a:pt x="21010" y="32494"/>
                  </a:lnTo>
                  <a:lnTo>
                    <a:pt x="213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2"/>
            <p:cNvSpPr/>
            <p:nvPr/>
          </p:nvSpPr>
          <p:spPr>
            <a:xfrm>
              <a:off x="1351812" y="3297572"/>
              <a:ext cx="17518" cy="656541"/>
            </a:xfrm>
            <a:custGeom>
              <a:rect b="b" l="l" r="r" t="t"/>
              <a:pathLst>
                <a:path extrusionOk="0" h="32494" w="867">
                  <a:moveTo>
                    <a:pt x="867" y="1"/>
                  </a:moveTo>
                  <a:lnTo>
                    <a:pt x="76" y="19"/>
                  </a:lnTo>
                  <a:lnTo>
                    <a:pt x="1" y="32419"/>
                  </a:lnTo>
                  <a:lnTo>
                    <a:pt x="490" y="32494"/>
                  </a:lnTo>
                  <a:lnTo>
                    <a:pt x="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2"/>
            <p:cNvSpPr/>
            <p:nvPr/>
          </p:nvSpPr>
          <p:spPr>
            <a:xfrm>
              <a:off x="937209" y="3305937"/>
              <a:ext cx="191362" cy="582753"/>
            </a:xfrm>
            <a:custGeom>
              <a:rect b="b" l="l" r="r" t="t"/>
              <a:pathLst>
                <a:path extrusionOk="0" h="28842" w="9471">
                  <a:moveTo>
                    <a:pt x="9470" y="1"/>
                  </a:moveTo>
                  <a:lnTo>
                    <a:pt x="8435" y="38"/>
                  </a:lnTo>
                  <a:lnTo>
                    <a:pt x="1" y="28748"/>
                  </a:lnTo>
                  <a:lnTo>
                    <a:pt x="547" y="28842"/>
                  </a:lnTo>
                  <a:lnTo>
                    <a:pt x="947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2"/>
            <p:cNvSpPr/>
            <p:nvPr/>
          </p:nvSpPr>
          <p:spPr>
            <a:xfrm>
              <a:off x="1239231" y="2889820"/>
              <a:ext cx="8385" cy="14083"/>
            </a:xfrm>
            <a:custGeom>
              <a:rect b="b" l="l" r="r" t="t"/>
              <a:pathLst>
                <a:path extrusionOk="0" h="697" w="415">
                  <a:moveTo>
                    <a:pt x="76" y="0"/>
                  </a:moveTo>
                  <a:lnTo>
                    <a:pt x="19" y="38"/>
                  </a:lnTo>
                  <a:lnTo>
                    <a:pt x="0" y="113"/>
                  </a:lnTo>
                  <a:lnTo>
                    <a:pt x="0" y="189"/>
                  </a:lnTo>
                  <a:lnTo>
                    <a:pt x="19" y="358"/>
                  </a:lnTo>
                  <a:lnTo>
                    <a:pt x="38" y="490"/>
                  </a:lnTo>
                  <a:lnTo>
                    <a:pt x="57" y="546"/>
                  </a:lnTo>
                  <a:lnTo>
                    <a:pt x="94" y="622"/>
                  </a:lnTo>
                  <a:lnTo>
                    <a:pt x="170" y="678"/>
                  </a:lnTo>
                  <a:lnTo>
                    <a:pt x="245" y="697"/>
                  </a:lnTo>
                  <a:lnTo>
                    <a:pt x="283" y="678"/>
                  </a:lnTo>
                  <a:lnTo>
                    <a:pt x="339" y="678"/>
                  </a:lnTo>
                  <a:lnTo>
                    <a:pt x="396" y="622"/>
                  </a:lnTo>
                  <a:lnTo>
                    <a:pt x="414" y="546"/>
                  </a:lnTo>
                  <a:lnTo>
                    <a:pt x="414" y="471"/>
                  </a:lnTo>
                  <a:lnTo>
                    <a:pt x="396" y="339"/>
                  </a:lnTo>
                  <a:lnTo>
                    <a:pt x="358" y="207"/>
                  </a:lnTo>
                  <a:lnTo>
                    <a:pt x="320" y="132"/>
                  </a:lnTo>
                  <a:lnTo>
                    <a:pt x="283" y="76"/>
                  </a:lnTo>
                  <a:lnTo>
                    <a:pt x="226" y="19"/>
                  </a:lnTo>
                  <a:lnTo>
                    <a:pt x="151"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2"/>
            <p:cNvSpPr/>
            <p:nvPr/>
          </p:nvSpPr>
          <p:spPr>
            <a:xfrm>
              <a:off x="1301603" y="2892103"/>
              <a:ext cx="8385" cy="14083"/>
            </a:xfrm>
            <a:custGeom>
              <a:rect b="b" l="l" r="r" t="t"/>
              <a:pathLst>
                <a:path extrusionOk="0" h="697" w="415">
                  <a:moveTo>
                    <a:pt x="264" y="0"/>
                  </a:moveTo>
                  <a:lnTo>
                    <a:pt x="189" y="19"/>
                  </a:lnTo>
                  <a:lnTo>
                    <a:pt x="133" y="76"/>
                  </a:lnTo>
                  <a:lnTo>
                    <a:pt x="95" y="132"/>
                  </a:lnTo>
                  <a:lnTo>
                    <a:pt x="57" y="188"/>
                  </a:lnTo>
                  <a:lnTo>
                    <a:pt x="1" y="339"/>
                  </a:lnTo>
                  <a:lnTo>
                    <a:pt x="1" y="471"/>
                  </a:lnTo>
                  <a:lnTo>
                    <a:pt x="1" y="527"/>
                  </a:lnTo>
                  <a:lnTo>
                    <a:pt x="20" y="603"/>
                  </a:lnTo>
                  <a:lnTo>
                    <a:pt x="76" y="659"/>
                  </a:lnTo>
                  <a:lnTo>
                    <a:pt x="114" y="678"/>
                  </a:lnTo>
                  <a:lnTo>
                    <a:pt x="151" y="697"/>
                  </a:lnTo>
                  <a:lnTo>
                    <a:pt x="245" y="659"/>
                  </a:lnTo>
                  <a:lnTo>
                    <a:pt x="302" y="621"/>
                  </a:lnTo>
                  <a:lnTo>
                    <a:pt x="340" y="546"/>
                  </a:lnTo>
                  <a:lnTo>
                    <a:pt x="377" y="490"/>
                  </a:lnTo>
                  <a:lnTo>
                    <a:pt x="396" y="358"/>
                  </a:lnTo>
                  <a:lnTo>
                    <a:pt x="415" y="188"/>
                  </a:lnTo>
                  <a:lnTo>
                    <a:pt x="415" y="113"/>
                  </a:lnTo>
                  <a:lnTo>
                    <a:pt x="396" y="38"/>
                  </a:lnTo>
                  <a:lnTo>
                    <a:pt x="340"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2"/>
            <p:cNvSpPr/>
            <p:nvPr/>
          </p:nvSpPr>
          <p:spPr>
            <a:xfrm>
              <a:off x="1244929" y="2900468"/>
              <a:ext cx="51381" cy="61262"/>
            </a:xfrm>
            <a:custGeom>
              <a:rect b="b" l="l" r="r" t="t"/>
              <a:pathLst>
                <a:path extrusionOk="0" h="3032" w="2543">
                  <a:moveTo>
                    <a:pt x="1055" y="0"/>
                  </a:moveTo>
                  <a:lnTo>
                    <a:pt x="810" y="38"/>
                  </a:lnTo>
                  <a:lnTo>
                    <a:pt x="565" y="95"/>
                  </a:lnTo>
                  <a:lnTo>
                    <a:pt x="358" y="151"/>
                  </a:lnTo>
                  <a:lnTo>
                    <a:pt x="358" y="490"/>
                  </a:lnTo>
                  <a:lnTo>
                    <a:pt x="358" y="829"/>
                  </a:lnTo>
                  <a:lnTo>
                    <a:pt x="340" y="1168"/>
                  </a:lnTo>
                  <a:lnTo>
                    <a:pt x="302" y="1506"/>
                  </a:lnTo>
                  <a:lnTo>
                    <a:pt x="245" y="1864"/>
                  </a:lnTo>
                  <a:lnTo>
                    <a:pt x="170" y="2184"/>
                  </a:lnTo>
                  <a:lnTo>
                    <a:pt x="95" y="2523"/>
                  </a:lnTo>
                  <a:lnTo>
                    <a:pt x="1" y="2843"/>
                  </a:lnTo>
                  <a:lnTo>
                    <a:pt x="95" y="2900"/>
                  </a:lnTo>
                  <a:lnTo>
                    <a:pt x="245" y="2956"/>
                  </a:lnTo>
                  <a:lnTo>
                    <a:pt x="396" y="2994"/>
                  </a:lnTo>
                  <a:lnTo>
                    <a:pt x="584" y="3013"/>
                  </a:lnTo>
                  <a:lnTo>
                    <a:pt x="998" y="3031"/>
                  </a:lnTo>
                  <a:lnTo>
                    <a:pt x="1450" y="3013"/>
                  </a:lnTo>
                  <a:lnTo>
                    <a:pt x="1864" y="2975"/>
                  </a:lnTo>
                  <a:lnTo>
                    <a:pt x="2203" y="2918"/>
                  </a:lnTo>
                  <a:lnTo>
                    <a:pt x="2542" y="2862"/>
                  </a:lnTo>
                  <a:lnTo>
                    <a:pt x="2467" y="2485"/>
                  </a:lnTo>
                  <a:lnTo>
                    <a:pt x="2410" y="2090"/>
                  </a:lnTo>
                  <a:lnTo>
                    <a:pt x="2373" y="1657"/>
                  </a:lnTo>
                  <a:lnTo>
                    <a:pt x="2354" y="1262"/>
                  </a:lnTo>
                  <a:lnTo>
                    <a:pt x="2335" y="622"/>
                  </a:lnTo>
                  <a:lnTo>
                    <a:pt x="2354" y="358"/>
                  </a:lnTo>
                  <a:lnTo>
                    <a:pt x="2222" y="283"/>
                  </a:lnTo>
                  <a:lnTo>
                    <a:pt x="2109" y="207"/>
                  </a:lnTo>
                  <a:lnTo>
                    <a:pt x="1977" y="132"/>
                  </a:lnTo>
                  <a:lnTo>
                    <a:pt x="1846" y="95"/>
                  </a:lnTo>
                  <a:lnTo>
                    <a:pt x="1582" y="19"/>
                  </a:lnTo>
                  <a:lnTo>
                    <a:pt x="1319"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2"/>
            <p:cNvSpPr/>
            <p:nvPr/>
          </p:nvSpPr>
          <p:spPr>
            <a:xfrm>
              <a:off x="1237716" y="2831610"/>
              <a:ext cx="75324" cy="92074"/>
            </a:xfrm>
            <a:custGeom>
              <a:rect b="b" l="l" r="r" t="t"/>
              <a:pathLst>
                <a:path extrusionOk="0" h="4557" w="3728">
                  <a:moveTo>
                    <a:pt x="1563" y="1"/>
                  </a:moveTo>
                  <a:lnTo>
                    <a:pt x="1261" y="39"/>
                  </a:lnTo>
                  <a:lnTo>
                    <a:pt x="979" y="114"/>
                  </a:lnTo>
                  <a:lnTo>
                    <a:pt x="828" y="189"/>
                  </a:lnTo>
                  <a:lnTo>
                    <a:pt x="678" y="264"/>
                  </a:lnTo>
                  <a:lnTo>
                    <a:pt x="546" y="340"/>
                  </a:lnTo>
                  <a:lnTo>
                    <a:pt x="433" y="453"/>
                  </a:lnTo>
                  <a:lnTo>
                    <a:pt x="339" y="547"/>
                  </a:lnTo>
                  <a:lnTo>
                    <a:pt x="264" y="660"/>
                  </a:lnTo>
                  <a:lnTo>
                    <a:pt x="188" y="792"/>
                  </a:lnTo>
                  <a:lnTo>
                    <a:pt x="132" y="923"/>
                  </a:lnTo>
                  <a:lnTo>
                    <a:pt x="75" y="1055"/>
                  </a:lnTo>
                  <a:lnTo>
                    <a:pt x="56" y="1206"/>
                  </a:lnTo>
                  <a:lnTo>
                    <a:pt x="0" y="1488"/>
                  </a:lnTo>
                  <a:lnTo>
                    <a:pt x="0" y="1789"/>
                  </a:lnTo>
                  <a:lnTo>
                    <a:pt x="19" y="2091"/>
                  </a:lnTo>
                  <a:lnTo>
                    <a:pt x="38" y="2373"/>
                  </a:lnTo>
                  <a:lnTo>
                    <a:pt x="94" y="2674"/>
                  </a:lnTo>
                  <a:lnTo>
                    <a:pt x="169" y="2975"/>
                  </a:lnTo>
                  <a:lnTo>
                    <a:pt x="264" y="3277"/>
                  </a:lnTo>
                  <a:lnTo>
                    <a:pt x="471" y="3860"/>
                  </a:lnTo>
                  <a:lnTo>
                    <a:pt x="697" y="4406"/>
                  </a:lnTo>
                  <a:lnTo>
                    <a:pt x="734" y="4463"/>
                  </a:lnTo>
                  <a:lnTo>
                    <a:pt x="810" y="4463"/>
                  </a:lnTo>
                  <a:lnTo>
                    <a:pt x="1261" y="4444"/>
                  </a:lnTo>
                  <a:lnTo>
                    <a:pt x="1694" y="4444"/>
                  </a:lnTo>
                  <a:lnTo>
                    <a:pt x="2146" y="4481"/>
                  </a:lnTo>
                  <a:lnTo>
                    <a:pt x="2579" y="4557"/>
                  </a:lnTo>
                  <a:lnTo>
                    <a:pt x="2654" y="4557"/>
                  </a:lnTo>
                  <a:lnTo>
                    <a:pt x="2692" y="4519"/>
                  </a:lnTo>
                  <a:lnTo>
                    <a:pt x="2937" y="4161"/>
                  </a:lnTo>
                  <a:lnTo>
                    <a:pt x="3163" y="3804"/>
                  </a:lnTo>
                  <a:lnTo>
                    <a:pt x="3276" y="3615"/>
                  </a:lnTo>
                  <a:lnTo>
                    <a:pt x="3370" y="3427"/>
                  </a:lnTo>
                  <a:lnTo>
                    <a:pt x="3445" y="3220"/>
                  </a:lnTo>
                  <a:lnTo>
                    <a:pt x="3502" y="3032"/>
                  </a:lnTo>
                  <a:lnTo>
                    <a:pt x="3577" y="2712"/>
                  </a:lnTo>
                  <a:lnTo>
                    <a:pt x="3652" y="2373"/>
                  </a:lnTo>
                  <a:lnTo>
                    <a:pt x="3709" y="2034"/>
                  </a:lnTo>
                  <a:lnTo>
                    <a:pt x="3728" y="1695"/>
                  </a:lnTo>
                  <a:lnTo>
                    <a:pt x="3728" y="1507"/>
                  </a:lnTo>
                  <a:lnTo>
                    <a:pt x="3709" y="1356"/>
                  </a:lnTo>
                  <a:lnTo>
                    <a:pt x="3671" y="1187"/>
                  </a:lnTo>
                  <a:lnTo>
                    <a:pt x="3633" y="1036"/>
                  </a:lnTo>
                  <a:lnTo>
                    <a:pt x="3577" y="886"/>
                  </a:lnTo>
                  <a:lnTo>
                    <a:pt x="3502" y="735"/>
                  </a:lnTo>
                  <a:lnTo>
                    <a:pt x="3407" y="603"/>
                  </a:lnTo>
                  <a:lnTo>
                    <a:pt x="3295" y="472"/>
                  </a:lnTo>
                  <a:lnTo>
                    <a:pt x="3182" y="396"/>
                  </a:lnTo>
                  <a:lnTo>
                    <a:pt x="3069" y="302"/>
                  </a:lnTo>
                  <a:lnTo>
                    <a:pt x="2937" y="227"/>
                  </a:lnTo>
                  <a:lnTo>
                    <a:pt x="2805" y="170"/>
                  </a:lnTo>
                  <a:lnTo>
                    <a:pt x="2504" y="76"/>
                  </a:lnTo>
                  <a:lnTo>
                    <a:pt x="2203" y="20"/>
                  </a:lnTo>
                  <a:lnTo>
                    <a:pt x="1883" y="1"/>
                  </a:lnTo>
                  <a:close/>
                </a:path>
              </a:pathLst>
            </a:custGeom>
            <a:solidFill>
              <a:srgbClr val="3D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2"/>
            <p:cNvSpPr/>
            <p:nvPr/>
          </p:nvSpPr>
          <p:spPr>
            <a:xfrm>
              <a:off x="1085937" y="2937362"/>
              <a:ext cx="353002" cy="446207"/>
            </a:xfrm>
            <a:custGeom>
              <a:rect b="b" l="l" r="r" t="t"/>
              <a:pathLst>
                <a:path extrusionOk="0" h="22084" w="17471">
                  <a:moveTo>
                    <a:pt x="8792" y="0"/>
                  </a:moveTo>
                  <a:lnTo>
                    <a:pt x="7700" y="19"/>
                  </a:lnTo>
                  <a:lnTo>
                    <a:pt x="6608" y="76"/>
                  </a:lnTo>
                  <a:lnTo>
                    <a:pt x="5498" y="170"/>
                  </a:lnTo>
                  <a:lnTo>
                    <a:pt x="4406" y="283"/>
                  </a:lnTo>
                  <a:lnTo>
                    <a:pt x="3314" y="452"/>
                  </a:lnTo>
                  <a:lnTo>
                    <a:pt x="2222" y="641"/>
                  </a:lnTo>
                  <a:lnTo>
                    <a:pt x="1111" y="885"/>
                  </a:lnTo>
                  <a:lnTo>
                    <a:pt x="1" y="1149"/>
                  </a:lnTo>
                  <a:lnTo>
                    <a:pt x="19" y="2184"/>
                  </a:lnTo>
                  <a:lnTo>
                    <a:pt x="57" y="3239"/>
                  </a:lnTo>
                  <a:lnTo>
                    <a:pt x="132" y="4274"/>
                  </a:lnTo>
                  <a:lnTo>
                    <a:pt x="226" y="5328"/>
                  </a:lnTo>
                  <a:lnTo>
                    <a:pt x="452" y="7456"/>
                  </a:lnTo>
                  <a:lnTo>
                    <a:pt x="565" y="8547"/>
                  </a:lnTo>
                  <a:lnTo>
                    <a:pt x="659" y="9677"/>
                  </a:lnTo>
                  <a:lnTo>
                    <a:pt x="735" y="10825"/>
                  </a:lnTo>
                  <a:lnTo>
                    <a:pt x="791" y="12011"/>
                  </a:lnTo>
                  <a:lnTo>
                    <a:pt x="791" y="13235"/>
                  </a:lnTo>
                  <a:lnTo>
                    <a:pt x="791" y="13875"/>
                  </a:lnTo>
                  <a:lnTo>
                    <a:pt x="772" y="14515"/>
                  </a:lnTo>
                  <a:lnTo>
                    <a:pt x="735" y="15174"/>
                  </a:lnTo>
                  <a:lnTo>
                    <a:pt x="678" y="15852"/>
                  </a:lnTo>
                  <a:lnTo>
                    <a:pt x="622" y="16530"/>
                  </a:lnTo>
                  <a:lnTo>
                    <a:pt x="546" y="17226"/>
                  </a:lnTo>
                  <a:lnTo>
                    <a:pt x="452" y="17941"/>
                  </a:lnTo>
                  <a:lnTo>
                    <a:pt x="339" y="18676"/>
                  </a:lnTo>
                  <a:lnTo>
                    <a:pt x="189" y="19429"/>
                  </a:lnTo>
                  <a:lnTo>
                    <a:pt x="38" y="20201"/>
                  </a:lnTo>
                  <a:lnTo>
                    <a:pt x="415" y="20370"/>
                  </a:lnTo>
                  <a:lnTo>
                    <a:pt x="810" y="20539"/>
                  </a:lnTo>
                  <a:lnTo>
                    <a:pt x="1224" y="20690"/>
                  </a:lnTo>
                  <a:lnTo>
                    <a:pt x="1657" y="20841"/>
                  </a:lnTo>
                  <a:lnTo>
                    <a:pt x="2542" y="21123"/>
                  </a:lnTo>
                  <a:lnTo>
                    <a:pt x="3483" y="21387"/>
                  </a:lnTo>
                  <a:lnTo>
                    <a:pt x="4462" y="21613"/>
                  </a:lnTo>
                  <a:lnTo>
                    <a:pt x="5479" y="21782"/>
                  </a:lnTo>
                  <a:lnTo>
                    <a:pt x="6514" y="21933"/>
                  </a:lnTo>
                  <a:lnTo>
                    <a:pt x="7550" y="22027"/>
                  </a:lnTo>
                  <a:lnTo>
                    <a:pt x="8058" y="22064"/>
                  </a:lnTo>
                  <a:lnTo>
                    <a:pt x="8585" y="22083"/>
                  </a:lnTo>
                  <a:lnTo>
                    <a:pt x="9602" y="22083"/>
                  </a:lnTo>
                  <a:lnTo>
                    <a:pt x="10110" y="22064"/>
                  </a:lnTo>
                  <a:lnTo>
                    <a:pt x="10599" y="22046"/>
                  </a:lnTo>
                  <a:lnTo>
                    <a:pt x="11108" y="21989"/>
                  </a:lnTo>
                  <a:lnTo>
                    <a:pt x="11578" y="21933"/>
                  </a:lnTo>
                  <a:lnTo>
                    <a:pt x="12049" y="21857"/>
                  </a:lnTo>
                  <a:lnTo>
                    <a:pt x="12520" y="21782"/>
                  </a:lnTo>
                  <a:lnTo>
                    <a:pt x="12953" y="21669"/>
                  </a:lnTo>
                  <a:lnTo>
                    <a:pt x="13386" y="21556"/>
                  </a:lnTo>
                  <a:lnTo>
                    <a:pt x="13819" y="21424"/>
                  </a:lnTo>
                  <a:lnTo>
                    <a:pt x="14214" y="21274"/>
                  </a:lnTo>
                  <a:lnTo>
                    <a:pt x="14609" y="21104"/>
                  </a:lnTo>
                  <a:lnTo>
                    <a:pt x="14967" y="20916"/>
                  </a:lnTo>
                  <a:lnTo>
                    <a:pt x="14911" y="20257"/>
                  </a:lnTo>
                  <a:lnTo>
                    <a:pt x="14873" y="19598"/>
                  </a:lnTo>
                  <a:lnTo>
                    <a:pt x="14854" y="18939"/>
                  </a:lnTo>
                  <a:lnTo>
                    <a:pt x="14854" y="18280"/>
                  </a:lnTo>
                  <a:lnTo>
                    <a:pt x="14854" y="17621"/>
                  </a:lnTo>
                  <a:lnTo>
                    <a:pt x="14854" y="16963"/>
                  </a:lnTo>
                  <a:lnTo>
                    <a:pt x="14929" y="15645"/>
                  </a:lnTo>
                  <a:lnTo>
                    <a:pt x="15023" y="14346"/>
                  </a:lnTo>
                  <a:lnTo>
                    <a:pt x="15155" y="13066"/>
                  </a:lnTo>
                  <a:lnTo>
                    <a:pt x="15325" y="11785"/>
                  </a:lnTo>
                  <a:lnTo>
                    <a:pt x="15513" y="10524"/>
                  </a:lnTo>
                  <a:lnTo>
                    <a:pt x="15739" y="9300"/>
                  </a:lnTo>
                  <a:lnTo>
                    <a:pt x="15965" y="8077"/>
                  </a:lnTo>
                  <a:lnTo>
                    <a:pt x="16210" y="6891"/>
                  </a:lnTo>
                  <a:lnTo>
                    <a:pt x="16473" y="5724"/>
                  </a:lnTo>
                  <a:lnTo>
                    <a:pt x="16981" y="3483"/>
                  </a:lnTo>
                  <a:lnTo>
                    <a:pt x="17471" y="1412"/>
                  </a:lnTo>
                  <a:lnTo>
                    <a:pt x="16398" y="1074"/>
                  </a:lnTo>
                  <a:lnTo>
                    <a:pt x="15306" y="791"/>
                  </a:lnTo>
                  <a:lnTo>
                    <a:pt x="14233" y="546"/>
                  </a:lnTo>
                  <a:lnTo>
                    <a:pt x="13141" y="358"/>
                  </a:lnTo>
                  <a:lnTo>
                    <a:pt x="12049" y="208"/>
                  </a:lnTo>
                  <a:lnTo>
                    <a:pt x="10957" y="95"/>
                  </a:lnTo>
                  <a:lnTo>
                    <a:pt x="9884" y="38"/>
                  </a:lnTo>
                  <a:lnTo>
                    <a:pt x="879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2"/>
            <p:cNvSpPr/>
            <p:nvPr/>
          </p:nvSpPr>
          <p:spPr>
            <a:xfrm>
              <a:off x="1461363" y="2571070"/>
              <a:ext cx="32348" cy="19801"/>
            </a:xfrm>
            <a:custGeom>
              <a:rect b="b" l="l" r="r" t="t"/>
              <a:pathLst>
                <a:path extrusionOk="0" h="980" w="1601">
                  <a:moveTo>
                    <a:pt x="471" y="0"/>
                  </a:moveTo>
                  <a:lnTo>
                    <a:pt x="415" y="19"/>
                  </a:lnTo>
                  <a:lnTo>
                    <a:pt x="358" y="38"/>
                  </a:lnTo>
                  <a:lnTo>
                    <a:pt x="321" y="94"/>
                  </a:lnTo>
                  <a:lnTo>
                    <a:pt x="1" y="659"/>
                  </a:lnTo>
                  <a:lnTo>
                    <a:pt x="377" y="791"/>
                  </a:lnTo>
                  <a:lnTo>
                    <a:pt x="772" y="923"/>
                  </a:lnTo>
                  <a:lnTo>
                    <a:pt x="904" y="960"/>
                  </a:lnTo>
                  <a:lnTo>
                    <a:pt x="1036" y="979"/>
                  </a:lnTo>
                  <a:lnTo>
                    <a:pt x="1168" y="960"/>
                  </a:lnTo>
                  <a:lnTo>
                    <a:pt x="1300" y="904"/>
                  </a:lnTo>
                  <a:lnTo>
                    <a:pt x="1412" y="829"/>
                  </a:lnTo>
                  <a:lnTo>
                    <a:pt x="1488" y="753"/>
                  </a:lnTo>
                  <a:lnTo>
                    <a:pt x="1563" y="640"/>
                  </a:lnTo>
                  <a:lnTo>
                    <a:pt x="1601" y="509"/>
                  </a:lnTo>
                  <a:lnTo>
                    <a:pt x="1601" y="490"/>
                  </a:lnTo>
                  <a:lnTo>
                    <a:pt x="528" y="19"/>
                  </a:lnTo>
                  <a:lnTo>
                    <a:pt x="47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2"/>
            <p:cNvSpPr/>
            <p:nvPr/>
          </p:nvSpPr>
          <p:spPr>
            <a:xfrm>
              <a:off x="1416852" y="2578667"/>
              <a:ext cx="92458" cy="219123"/>
            </a:xfrm>
            <a:custGeom>
              <a:rect b="b" l="l" r="r" t="t"/>
              <a:pathLst>
                <a:path extrusionOk="0" h="10845" w="4576">
                  <a:moveTo>
                    <a:pt x="2185" y="1"/>
                  </a:moveTo>
                  <a:lnTo>
                    <a:pt x="2091" y="20"/>
                  </a:lnTo>
                  <a:lnTo>
                    <a:pt x="2034" y="57"/>
                  </a:lnTo>
                  <a:lnTo>
                    <a:pt x="1978" y="151"/>
                  </a:lnTo>
                  <a:lnTo>
                    <a:pt x="1281" y="1977"/>
                  </a:lnTo>
                  <a:lnTo>
                    <a:pt x="2373" y="2655"/>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999"/>
                  </a:lnTo>
                  <a:lnTo>
                    <a:pt x="4500" y="904"/>
                  </a:lnTo>
                  <a:lnTo>
                    <a:pt x="4444" y="829"/>
                  </a:lnTo>
                  <a:lnTo>
                    <a:pt x="4350" y="773"/>
                  </a:lnTo>
                  <a:lnTo>
                    <a:pt x="4180" y="716"/>
                  </a:lnTo>
                  <a:lnTo>
                    <a:pt x="4030" y="660"/>
                  </a:lnTo>
                  <a:lnTo>
                    <a:pt x="3521" y="471"/>
                  </a:lnTo>
                  <a:lnTo>
                    <a:pt x="3390" y="415"/>
                  </a:lnTo>
                  <a:lnTo>
                    <a:pt x="2900" y="245"/>
                  </a:lnTo>
                  <a:lnTo>
                    <a:pt x="2768" y="189"/>
                  </a:lnTo>
                  <a:lnTo>
                    <a:pt x="227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2"/>
            <p:cNvSpPr/>
            <p:nvPr/>
          </p:nvSpPr>
          <p:spPr>
            <a:xfrm>
              <a:off x="1416852" y="2578667"/>
              <a:ext cx="92458" cy="219123"/>
            </a:xfrm>
            <a:custGeom>
              <a:rect b="b" l="l" r="r" t="t"/>
              <a:pathLst>
                <a:path extrusionOk="0" fill="none" h="10845" w="4576">
                  <a:moveTo>
                    <a:pt x="4350" y="773"/>
                  </a:moveTo>
                  <a:lnTo>
                    <a:pt x="4180" y="716"/>
                  </a:lnTo>
                  <a:lnTo>
                    <a:pt x="4030" y="660"/>
                  </a:lnTo>
                  <a:lnTo>
                    <a:pt x="3521" y="471"/>
                  </a:lnTo>
                  <a:lnTo>
                    <a:pt x="3390" y="415"/>
                  </a:lnTo>
                  <a:lnTo>
                    <a:pt x="2900" y="245"/>
                  </a:lnTo>
                  <a:lnTo>
                    <a:pt x="2768" y="189"/>
                  </a:lnTo>
                  <a:lnTo>
                    <a:pt x="2279" y="1"/>
                  </a:lnTo>
                  <a:lnTo>
                    <a:pt x="2279" y="1"/>
                  </a:lnTo>
                  <a:lnTo>
                    <a:pt x="2185" y="1"/>
                  </a:lnTo>
                  <a:lnTo>
                    <a:pt x="2091" y="20"/>
                  </a:lnTo>
                  <a:lnTo>
                    <a:pt x="2034" y="57"/>
                  </a:lnTo>
                  <a:lnTo>
                    <a:pt x="1978" y="151"/>
                  </a:lnTo>
                  <a:lnTo>
                    <a:pt x="1281" y="1977"/>
                  </a:lnTo>
                  <a:lnTo>
                    <a:pt x="2373" y="2655"/>
                  </a:lnTo>
                  <a:lnTo>
                    <a:pt x="208" y="7832"/>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1093"/>
                  </a:lnTo>
                  <a:lnTo>
                    <a:pt x="4538" y="999"/>
                  </a:lnTo>
                  <a:lnTo>
                    <a:pt x="4500" y="904"/>
                  </a:lnTo>
                  <a:lnTo>
                    <a:pt x="4444" y="829"/>
                  </a:lnTo>
                  <a:lnTo>
                    <a:pt x="4350" y="7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2"/>
            <p:cNvSpPr/>
            <p:nvPr/>
          </p:nvSpPr>
          <p:spPr>
            <a:xfrm>
              <a:off x="1462878" y="2582486"/>
              <a:ext cx="12588" cy="24347"/>
            </a:xfrm>
            <a:custGeom>
              <a:rect b="b" l="l" r="r" t="t"/>
              <a:pathLst>
                <a:path extrusionOk="0" h="1205" w="623">
                  <a:moveTo>
                    <a:pt x="490" y="0"/>
                  </a:moveTo>
                  <a:lnTo>
                    <a:pt x="227" y="546"/>
                  </a:lnTo>
                  <a:lnTo>
                    <a:pt x="1" y="1111"/>
                  </a:lnTo>
                  <a:lnTo>
                    <a:pt x="1" y="1148"/>
                  </a:lnTo>
                  <a:lnTo>
                    <a:pt x="20" y="1186"/>
                  </a:lnTo>
                  <a:lnTo>
                    <a:pt x="39" y="1205"/>
                  </a:lnTo>
                  <a:lnTo>
                    <a:pt x="133" y="1205"/>
                  </a:lnTo>
                  <a:lnTo>
                    <a:pt x="151" y="1167"/>
                  </a:lnTo>
                  <a:lnTo>
                    <a:pt x="377" y="602"/>
                  </a:lnTo>
                  <a:lnTo>
                    <a:pt x="622" y="56"/>
                  </a:lnTo>
                  <a:lnTo>
                    <a:pt x="49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2"/>
            <p:cNvSpPr/>
            <p:nvPr/>
          </p:nvSpPr>
          <p:spPr>
            <a:xfrm>
              <a:off x="1485326" y="2587032"/>
              <a:ext cx="2687" cy="1172"/>
            </a:xfrm>
            <a:custGeom>
              <a:rect b="b" l="l" r="r" t="t"/>
              <a:pathLst>
                <a:path extrusionOk="0" h="58" w="133">
                  <a:moveTo>
                    <a:pt x="1" y="1"/>
                  </a:moveTo>
                  <a:lnTo>
                    <a:pt x="1" y="1"/>
                  </a:lnTo>
                  <a:lnTo>
                    <a:pt x="132" y="57"/>
                  </a:lnTo>
                  <a:lnTo>
                    <a:pt x="132" y="57"/>
                  </a:lnTo>
                  <a:lnTo>
                    <a:pt x="132" y="57"/>
                  </a:lnTo>
                  <a:lnTo>
                    <a:pt x="132" y="57"/>
                  </a:lnTo>
                  <a:lnTo>
                    <a:pt x="1" y="1"/>
                  </a:lnTo>
                  <a:close/>
                </a:path>
              </a:pathLst>
            </a:custGeom>
            <a:solidFill>
              <a:srgbClr val="433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2"/>
            <p:cNvSpPr/>
            <p:nvPr/>
          </p:nvSpPr>
          <p:spPr>
            <a:xfrm>
              <a:off x="1485326" y="2587032"/>
              <a:ext cx="2687" cy="1172"/>
            </a:xfrm>
            <a:custGeom>
              <a:rect b="b" l="l" r="r" t="t"/>
              <a:pathLst>
                <a:path extrusionOk="0" fill="none" h="58" w="133">
                  <a:moveTo>
                    <a:pt x="1" y="1"/>
                  </a:moveTo>
                  <a:lnTo>
                    <a:pt x="1" y="1"/>
                  </a:lnTo>
                  <a:lnTo>
                    <a:pt x="132" y="57"/>
                  </a:lnTo>
                  <a:lnTo>
                    <a:pt x="132" y="57"/>
                  </a:lnTo>
                  <a:lnTo>
                    <a:pt x="132" y="57"/>
                  </a:lnTo>
                  <a:lnTo>
                    <a:pt x="132" y="57"/>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2"/>
            <p:cNvSpPr/>
            <p:nvPr/>
          </p:nvSpPr>
          <p:spPr>
            <a:xfrm>
              <a:off x="1475446" y="2587032"/>
              <a:ext cx="12568" cy="24751"/>
            </a:xfrm>
            <a:custGeom>
              <a:rect b="b" l="l" r="r" t="t"/>
              <a:pathLst>
                <a:path extrusionOk="0" h="1225" w="622">
                  <a:moveTo>
                    <a:pt x="490" y="1"/>
                  </a:moveTo>
                  <a:lnTo>
                    <a:pt x="226" y="566"/>
                  </a:lnTo>
                  <a:lnTo>
                    <a:pt x="0" y="1130"/>
                  </a:lnTo>
                  <a:lnTo>
                    <a:pt x="0" y="1168"/>
                  </a:lnTo>
                  <a:lnTo>
                    <a:pt x="19" y="1206"/>
                  </a:lnTo>
                  <a:lnTo>
                    <a:pt x="38" y="1225"/>
                  </a:lnTo>
                  <a:lnTo>
                    <a:pt x="75" y="1225"/>
                  </a:lnTo>
                  <a:lnTo>
                    <a:pt x="132" y="1206"/>
                  </a:lnTo>
                  <a:lnTo>
                    <a:pt x="151" y="1168"/>
                  </a:lnTo>
                  <a:lnTo>
                    <a:pt x="377" y="603"/>
                  </a:lnTo>
                  <a:lnTo>
                    <a:pt x="621" y="57"/>
                  </a:lnTo>
                  <a:lnTo>
                    <a:pt x="49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2"/>
            <p:cNvSpPr/>
            <p:nvPr/>
          </p:nvSpPr>
          <p:spPr>
            <a:xfrm>
              <a:off x="1488761" y="2591982"/>
              <a:ext cx="12568" cy="24367"/>
            </a:xfrm>
            <a:custGeom>
              <a:rect b="b" l="l" r="r" t="t"/>
              <a:pathLst>
                <a:path extrusionOk="0" h="1206" w="622">
                  <a:moveTo>
                    <a:pt x="471" y="1"/>
                  </a:moveTo>
                  <a:lnTo>
                    <a:pt x="226" y="547"/>
                  </a:lnTo>
                  <a:lnTo>
                    <a:pt x="0" y="1111"/>
                  </a:lnTo>
                  <a:lnTo>
                    <a:pt x="0" y="1149"/>
                  </a:lnTo>
                  <a:lnTo>
                    <a:pt x="19" y="1187"/>
                  </a:lnTo>
                  <a:lnTo>
                    <a:pt x="38" y="1206"/>
                  </a:lnTo>
                  <a:lnTo>
                    <a:pt x="113" y="1206"/>
                  </a:lnTo>
                  <a:lnTo>
                    <a:pt x="151" y="1168"/>
                  </a:lnTo>
                  <a:lnTo>
                    <a:pt x="377" y="603"/>
                  </a:lnTo>
                  <a:lnTo>
                    <a:pt x="621" y="57"/>
                  </a:lnTo>
                  <a:lnTo>
                    <a:pt x="4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2"/>
            <p:cNvSpPr/>
            <p:nvPr/>
          </p:nvSpPr>
          <p:spPr>
            <a:xfrm>
              <a:off x="1390990" y="2747558"/>
              <a:ext cx="83709" cy="168146"/>
            </a:xfrm>
            <a:custGeom>
              <a:rect b="b" l="l" r="r" t="t"/>
              <a:pathLst>
                <a:path extrusionOk="0" h="8322" w="4143">
                  <a:moveTo>
                    <a:pt x="1563" y="0"/>
                  </a:moveTo>
                  <a:lnTo>
                    <a:pt x="1356" y="452"/>
                  </a:lnTo>
                  <a:lnTo>
                    <a:pt x="1149" y="942"/>
                  </a:lnTo>
                  <a:lnTo>
                    <a:pt x="942" y="1469"/>
                  </a:lnTo>
                  <a:lnTo>
                    <a:pt x="754" y="2015"/>
                  </a:lnTo>
                  <a:lnTo>
                    <a:pt x="358" y="3107"/>
                  </a:lnTo>
                  <a:lnTo>
                    <a:pt x="189" y="3615"/>
                  </a:lnTo>
                  <a:lnTo>
                    <a:pt x="1" y="4104"/>
                  </a:lnTo>
                  <a:lnTo>
                    <a:pt x="528" y="4632"/>
                  </a:lnTo>
                  <a:lnTo>
                    <a:pt x="999" y="5140"/>
                  </a:lnTo>
                  <a:lnTo>
                    <a:pt x="1413" y="5629"/>
                  </a:lnTo>
                  <a:lnTo>
                    <a:pt x="1827" y="6100"/>
                  </a:lnTo>
                  <a:lnTo>
                    <a:pt x="2203" y="6608"/>
                  </a:lnTo>
                  <a:lnTo>
                    <a:pt x="2580" y="7135"/>
                  </a:lnTo>
                  <a:lnTo>
                    <a:pt x="2956" y="7700"/>
                  </a:lnTo>
                  <a:lnTo>
                    <a:pt x="3352" y="8321"/>
                  </a:lnTo>
                  <a:lnTo>
                    <a:pt x="3484" y="7418"/>
                  </a:lnTo>
                  <a:lnTo>
                    <a:pt x="3634" y="6533"/>
                  </a:lnTo>
                  <a:lnTo>
                    <a:pt x="3785" y="5648"/>
                  </a:lnTo>
                  <a:lnTo>
                    <a:pt x="3917" y="4763"/>
                  </a:lnTo>
                  <a:lnTo>
                    <a:pt x="4030" y="3879"/>
                  </a:lnTo>
                  <a:lnTo>
                    <a:pt x="4105" y="2975"/>
                  </a:lnTo>
                  <a:lnTo>
                    <a:pt x="4142" y="2542"/>
                  </a:lnTo>
                  <a:lnTo>
                    <a:pt x="4142" y="2090"/>
                  </a:lnTo>
                  <a:lnTo>
                    <a:pt x="4142" y="1638"/>
                  </a:lnTo>
                  <a:lnTo>
                    <a:pt x="4124" y="1186"/>
                  </a:lnTo>
                  <a:lnTo>
                    <a:pt x="3879" y="1017"/>
                  </a:lnTo>
                  <a:lnTo>
                    <a:pt x="3578" y="829"/>
                  </a:lnTo>
                  <a:lnTo>
                    <a:pt x="3258" y="659"/>
                  </a:lnTo>
                  <a:lnTo>
                    <a:pt x="2900" y="490"/>
                  </a:lnTo>
                  <a:lnTo>
                    <a:pt x="2542" y="339"/>
                  </a:lnTo>
                  <a:lnTo>
                    <a:pt x="2185" y="208"/>
                  </a:lnTo>
                  <a:lnTo>
                    <a:pt x="1865" y="95"/>
                  </a:lnTo>
                  <a:lnTo>
                    <a:pt x="156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2"/>
            <p:cNvSpPr/>
            <p:nvPr/>
          </p:nvSpPr>
          <p:spPr>
            <a:xfrm>
              <a:off x="1305038" y="2819831"/>
              <a:ext cx="157862" cy="239652"/>
            </a:xfrm>
            <a:custGeom>
              <a:rect b="b" l="l" r="r" t="t"/>
              <a:pathLst>
                <a:path extrusionOk="0" h="11861" w="7813">
                  <a:moveTo>
                    <a:pt x="4255" y="0"/>
                  </a:moveTo>
                  <a:lnTo>
                    <a:pt x="3822" y="1017"/>
                  </a:lnTo>
                  <a:lnTo>
                    <a:pt x="3577" y="1488"/>
                  </a:lnTo>
                  <a:lnTo>
                    <a:pt x="3332" y="1958"/>
                  </a:lnTo>
                  <a:lnTo>
                    <a:pt x="3182" y="2071"/>
                  </a:lnTo>
                  <a:lnTo>
                    <a:pt x="3050" y="2184"/>
                  </a:lnTo>
                  <a:lnTo>
                    <a:pt x="2918" y="2335"/>
                  </a:lnTo>
                  <a:lnTo>
                    <a:pt x="2824" y="2504"/>
                  </a:lnTo>
                  <a:lnTo>
                    <a:pt x="2730" y="2674"/>
                  </a:lnTo>
                  <a:lnTo>
                    <a:pt x="2655" y="2881"/>
                  </a:lnTo>
                  <a:lnTo>
                    <a:pt x="2542" y="3295"/>
                  </a:lnTo>
                  <a:lnTo>
                    <a:pt x="2335" y="4180"/>
                  </a:lnTo>
                  <a:lnTo>
                    <a:pt x="2222" y="4594"/>
                  </a:lnTo>
                  <a:lnTo>
                    <a:pt x="2146" y="4782"/>
                  </a:lnTo>
                  <a:lnTo>
                    <a:pt x="2071" y="4970"/>
                  </a:lnTo>
                  <a:lnTo>
                    <a:pt x="1902" y="5290"/>
                  </a:lnTo>
                  <a:lnTo>
                    <a:pt x="1751" y="5573"/>
                  </a:lnTo>
                  <a:lnTo>
                    <a:pt x="1582" y="5836"/>
                  </a:lnTo>
                  <a:lnTo>
                    <a:pt x="1487" y="5949"/>
                  </a:lnTo>
                  <a:lnTo>
                    <a:pt x="1374" y="6062"/>
                  </a:lnTo>
                  <a:lnTo>
                    <a:pt x="1261" y="6156"/>
                  </a:lnTo>
                  <a:lnTo>
                    <a:pt x="1130" y="6250"/>
                  </a:lnTo>
                  <a:lnTo>
                    <a:pt x="998" y="6345"/>
                  </a:lnTo>
                  <a:lnTo>
                    <a:pt x="829" y="6420"/>
                  </a:lnTo>
                  <a:lnTo>
                    <a:pt x="659" y="6495"/>
                  </a:lnTo>
                  <a:lnTo>
                    <a:pt x="452" y="6552"/>
                  </a:lnTo>
                  <a:lnTo>
                    <a:pt x="245" y="6608"/>
                  </a:lnTo>
                  <a:lnTo>
                    <a:pt x="0" y="6665"/>
                  </a:lnTo>
                  <a:lnTo>
                    <a:pt x="188" y="6740"/>
                  </a:lnTo>
                  <a:lnTo>
                    <a:pt x="358" y="6853"/>
                  </a:lnTo>
                  <a:lnTo>
                    <a:pt x="546" y="6966"/>
                  </a:lnTo>
                  <a:lnTo>
                    <a:pt x="716" y="7098"/>
                  </a:lnTo>
                  <a:lnTo>
                    <a:pt x="1054" y="7380"/>
                  </a:lnTo>
                  <a:lnTo>
                    <a:pt x="1393" y="7700"/>
                  </a:lnTo>
                  <a:lnTo>
                    <a:pt x="1713" y="8077"/>
                  </a:lnTo>
                  <a:lnTo>
                    <a:pt x="2052" y="8453"/>
                  </a:lnTo>
                  <a:lnTo>
                    <a:pt x="2692" y="9263"/>
                  </a:lnTo>
                  <a:lnTo>
                    <a:pt x="3332" y="10072"/>
                  </a:lnTo>
                  <a:lnTo>
                    <a:pt x="3652" y="10449"/>
                  </a:lnTo>
                  <a:lnTo>
                    <a:pt x="3972" y="10825"/>
                  </a:lnTo>
                  <a:lnTo>
                    <a:pt x="4311" y="11145"/>
                  </a:lnTo>
                  <a:lnTo>
                    <a:pt x="4650" y="11428"/>
                  </a:lnTo>
                  <a:lnTo>
                    <a:pt x="4820" y="11559"/>
                  </a:lnTo>
                  <a:lnTo>
                    <a:pt x="5008" y="11672"/>
                  </a:lnTo>
                  <a:lnTo>
                    <a:pt x="5177" y="11785"/>
                  </a:lnTo>
                  <a:lnTo>
                    <a:pt x="5366" y="11861"/>
                  </a:lnTo>
                  <a:lnTo>
                    <a:pt x="6043" y="10072"/>
                  </a:lnTo>
                  <a:lnTo>
                    <a:pt x="6420" y="9074"/>
                  </a:lnTo>
                  <a:lnTo>
                    <a:pt x="6796" y="8058"/>
                  </a:lnTo>
                  <a:lnTo>
                    <a:pt x="7135" y="7060"/>
                  </a:lnTo>
                  <a:lnTo>
                    <a:pt x="7436" y="6119"/>
                  </a:lnTo>
                  <a:lnTo>
                    <a:pt x="7662" y="5290"/>
                  </a:lnTo>
                  <a:lnTo>
                    <a:pt x="7738" y="4914"/>
                  </a:lnTo>
                  <a:lnTo>
                    <a:pt x="7813" y="4594"/>
                  </a:lnTo>
                  <a:lnTo>
                    <a:pt x="7418" y="3973"/>
                  </a:lnTo>
                  <a:lnTo>
                    <a:pt x="7022" y="3370"/>
                  </a:lnTo>
                  <a:lnTo>
                    <a:pt x="6608" y="2768"/>
                  </a:lnTo>
                  <a:lnTo>
                    <a:pt x="6175" y="2203"/>
                  </a:lnTo>
                  <a:lnTo>
                    <a:pt x="5723" y="1638"/>
                  </a:lnTo>
                  <a:lnTo>
                    <a:pt x="5253" y="1073"/>
                  </a:lnTo>
                  <a:lnTo>
                    <a:pt x="4763" y="527"/>
                  </a:lnTo>
                  <a:lnTo>
                    <a:pt x="425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2"/>
            <p:cNvSpPr/>
            <p:nvPr/>
          </p:nvSpPr>
          <p:spPr>
            <a:xfrm>
              <a:off x="1160493" y="2534924"/>
              <a:ext cx="29681" cy="16002"/>
            </a:xfrm>
            <a:custGeom>
              <a:rect b="b" l="l" r="r" t="t"/>
              <a:pathLst>
                <a:path extrusionOk="0" h="792" w="1469">
                  <a:moveTo>
                    <a:pt x="1168" y="1"/>
                  </a:moveTo>
                  <a:lnTo>
                    <a:pt x="0" y="114"/>
                  </a:lnTo>
                  <a:lnTo>
                    <a:pt x="0" y="133"/>
                  </a:lnTo>
                  <a:lnTo>
                    <a:pt x="0" y="264"/>
                  </a:lnTo>
                  <a:lnTo>
                    <a:pt x="19" y="396"/>
                  </a:lnTo>
                  <a:lnTo>
                    <a:pt x="76" y="509"/>
                  </a:lnTo>
                  <a:lnTo>
                    <a:pt x="170" y="603"/>
                  </a:lnTo>
                  <a:lnTo>
                    <a:pt x="264" y="679"/>
                  </a:lnTo>
                  <a:lnTo>
                    <a:pt x="377" y="754"/>
                  </a:lnTo>
                  <a:lnTo>
                    <a:pt x="509" y="773"/>
                  </a:lnTo>
                  <a:lnTo>
                    <a:pt x="640" y="791"/>
                  </a:lnTo>
                  <a:lnTo>
                    <a:pt x="923" y="773"/>
                  </a:lnTo>
                  <a:lnTo>
                    <a:pt x="1469" y="773"/>
                  </a:lnTo>
                  <a:lnTo>
                    <a:pt x="1356" y="133"/>
                  </a:lnTo>
                  <a:lnTo>
                    <a:pt x="1318" y="76"/>
                  </a:lnTo>
                  <a:lnTo>
                    <a:pt x="1281" y="20"/>
                  </a:lnTo>
                  <a:lnTo>
                    <a:pt x="122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2"/>
            <p:cNvSpPr/>
            <p:nvPr/>
          </p:nvSpPr>
          <p:spPr>
            <a:xfrm>
              <a:off x="1112567" y="2544824"/>
              <a:ext cx="84841" cy="212637"/>
            </a:xfrm>
            <a:custGeom>
              <a:rect b="b" l="l" r="r" t="t"/>
              <a:pathLst>
                <a:path extrusionOk="0" h="10524" w="4199">
                  <a:moveTo>
                    <a:pt x="3860" y="0"/>
                  </a:moveTo>
                  <a:lnTo>
                    <a:pt x="3351" y="19"/>
                  </a:lnTo>
                  <a:lnTo>
                    <a:pt x="3182" y="19"/>
                  </a:lnTo>
                  <a:lnTo>
                    <a:pt x="2674" y="38"/>
                  </a:lnTo>
                  <a:lnTo>
                    <a:pt x="2523" y="57"/>
                  </a:lnTo>
                  <a:lnTo>
                    <a:pt x="1977" y="76"/>
                  </a:lnTo>
                  <a:lnTo>
                    <a:pt x="1638" y="76"/>
                  </a:lnTo>
                  <a:lnTo>
                    <a:pt x="1544" y="113"/>
                  </a:lnTo>
                  <a:lnTo>
                    <a:pt x="1450" y="151"/>
                  </a:lnTo>
                  <a:lnTo>
                    <a:pt x="1393" y="226"/>
                  </a:lnTo>
                  <a:lnTo>
                    <a:pt x="1356" y="339"/>
                  </a:lnTo>
                  <a:lnTo>
                    <a:pt x="1262" y="960"/>
                  </a:lnTo>
                  <a:lnTo>
                    <a:pt x="1186" y="1055"/>
                  </a:lnTo>
                  <a:lnTo>
                    <a:pt x="1130" y="1130"/>
                  </a:lnTo>
                  <a:lnTo>
                    <a:pt x="1055" y="1224"/>
                  </a:lnTo>
                  <a:lnTo>
                    <a:pt x="1017" y="1318"/>
                  </a:lnTo>
                  <a:lnTo>
                    <a:pt x="979" y="1431"/>
                  </a:lnTo>
                  <a:lnTo>
                    <a:pt x="942" y="1525"/>
                  </a:lnTo>
                  <a:lnTo>
                    <a:pt x="923" y="1638"/>
                  </a:lnTo>
                  <a:lnTo>
                    <a:pt x="923" y="1751"/>
                  </a:lnTo>
                  <a:lnTo>
                    <a:pt x="1092" y="2429"/>
                  </a:lnTo>
                  <a:lnTo>
                    <a:pt x="19" y="8528"/>
                  </a:lnTo>
                  <a:lnTo>
                    <a:pt x="0" y="8792"/>
                  </a:lnTo>
                  <a:lnTo>
                    <a:pt x="19" y="9055"/>
                  </a:lnTo>
                  <a:lnTo>
                    <a:pt x="57" y="9281"/>
                  </a:lnTo>
                  <a:lnTo>
                    <a:pt x="94" y="9488"/>
                  </a:lnTo>
                  <a:lnTo>
                    <a:pt x="170" y="9677"/>
                  </a:lnTo>
                  <a:lnTo>
                    <a:pt x="264" y="9846"/>
                  </a:lnTo>
                  <a:lnTo>
                    <a:pt x="358" y="10016"/>
                  </a:lnTo>
                  <a:lnTo>
                    <a:pt x="471" y="10129"/>
                  </a:lnTo>
                  <a:lnTo>
                    <a:pt x="603" y="10242"/>
                  </a:lnTo>
                  <a:lnTo>
                    <a:pt x="735" y="10336"/>
                  </a:lnTo>
                  <a:lnTo>
                    <a:pt x="885" y="10411"/>
                  </a:lnTo>
                  <a:lnTo>
                    <a:pt x="1036" y="10467"/>
                  </a:lnTo>
                  <a:lnTo>
                    <a:pt x="1205" y="10505"/>
                  </a:lnTo>
                  <a:lnTo>
                    <a:pt x="1356" y="10524"/>
                  </a:lnTo>
                  <a:lnTo>
                    <a:pt x="1525" y="10524"/>
                  </a:lnTo>
                  <a:lnTo>
                    <a:pt x="1695" y="10505"/>
                  </a:lnTo>
                  <a:lnTo>
                    <a:pt x="1864" y="10467"/>
                  </a:lnTo>
                  <a:lnTo>
                    <a:pt x="2034" y="10430"/>
                  </a:lnTo>
                  <a:lnTo>
                    <a:pt x="2203" y="10354"/>
                  </a:lnTo>
                  <a:lnTo>
                    <a:pt x="2354" y="10260"/>
                  </a:lnTo>
                  <a:lnTo>
                    <a:pt x="2523" y="10166"/>
                  </a:lnTo>
                  <a:lnTo>
                    <a:pt x="2655" y="10053"/>
                  </a:lnTo>
                  <a:lnTo>
                    <a:pt x="2805" y="9921"/>
                  </a:lnTo>
                  <a:lnTo>
                    <a:pt x="2918" y="9771"/>
                  </a:lnTo>
                  <a:lnTo>
                    <a:pt x="3050" y="9601"/>
                  </a:lnTo>
                  <a:lnTo>
                    <a:pt x="3144" y="9432"/>
                  </a:lnTo>
                  <a:lnTo>
                    <a:pt x="3238" y="9244"/>
                  </a:lnTo>
                  <a:lnTo>
                    <a:pt x="3314" y="9037"/>
                  </a:lnTo>
                  <a:lnTo>
                    <a:pt x="3351" y="8811"/>
                  </a:lnTo>
                  <a:lnTo>
                    <a:pt x="3389" y="8585"/>
                  </a:lnTo>
                  <a:lnTo>
                    <a:pt x="3408" y="8340"/>
                  </a:lnTo>
                  <a:lnTo>
                    <a:pt x="3408" y="8077"/>
                  </a:lnTo>
                  <a:lnTo>
                    <a:pt x="2956" y="2485"/>
                  </a:lnTo>
                  <a:lnTo>
                    <a:pt x="4198" y="2165"/>
                  </a:lnTo>
                  <a:lnTo>
                    <a:pt x="4104" y="207"/>
                  </a:lnTo>
                  <a:lnTo>
                    <a:pt x="4086" y="132"/>
                  </a:lnTo>
                  <a:lnTo>
                    <a:pt x="4029" y="57"/>
                  </a:lnTo>
                  <a:lnTo>
                    <a:pt x="39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2"/>
            <p:cNvSpPr/>
            <p:nvPr/>
          </p:nvSpPr>
          <p:spPr>
            <a:xfrm>
              <a:off x="1112567" y="2544824"/>
              <a:ext cx="84841" cy="212637"/>
            </a:xfrm>
            <a:custGeom>
              <a:rect b="b" l="l" r="r" t="t"/>
              <a:pathLst>
                <a:path extrusionOk="0" fill="none" h="10524" w="4199">
                  <a:moveTo>
                    <a:pt x="1638" y="76"/>
                  </a:moveTo>
                  <a:lnTo>
                    <a:pt x="1826" y="76"/>
                  </a:lnTo>
                  <a:lnTo>
                    <a:pt x="1977" y="76"/>
                  </a:lnTo>
                  <a:lnTo>
                    <a:pt x="2523" y="57"/>
                  </a:lnTo>
                  <a:lnTo>
                    <a:pt x="2674" y="38"/>
                  </a:lnTo>
                  <a:lnTo>
                    <a:pt x="3182" y="19"/>
                  </a:lnTo>
                  <a:lnTo>
                    <a:pt x="3351" y="19"/>
                  </a:lnTo>
                  <a:lnTo>
                    <a:pt x="3860" y="0"/>
                  </a:lnTo>
                  <a:lnTo>
                    <a:pt x="3860" y="0"/>
                  </a:lnTo>
                  <a:lnTo>
                    <a:pt x="3954" y="0"/>
                  </a:lnTo>
                  <a:lnTo>
                    <a:pt x="4029" y="57"/>
                  </a:lnTo>
                  <a:lnTo>
                    <a:pt x="4086" y="132"/>
                  </a:lnTo>
                  <a:lnTo>
                    <a:pt x="4104" y="207"/>
                  </a:lnTo>
                  <a:lnTo>
                    <a:pt x="4198" y="2165"/>
                  </a:lnTo>
                  <a:lnTo>
                    <a:pt x="2956" y="2485"/>
                  </a:lnTo>
                  <a:lnTo>
                    <a:pt x="3408" y="8077"/>
                  </a:lnTo>
                  <a:lnTo>
                    <a:pt x="3408" y="8077"/>
                  </a:lnTo>
                  <a:lnTo>
                    <a:pt x="3408" y="8340"/>
                  </a:lnTo>
                  <a:lnTo>
                    <a:pt x="3389" y="8585"/>
                  </a:lnTo>
                  <a:lnTo>
                    <a:pt x="3351" y="8811"/>
                  </a:lnTo>
                  <a:lnTo>
                    <a:pt x="3314" y="9037"/>
                  </a:lnTo>
                  <a:lnTo>
                    <a:pt x="3238" y="9244"/>
                  </a:lnTo>
                  <a:lnTo>
                    <a:pt x="3144" y="9432"/>
                  </a:lnTo>
                  <a:lnTo>
                    <a:pt x="3050" y="9601"/>
                  </a:lnTo>
                  <a:lnTo>
                    <a:pt x="2918" y="9771"/>
                  </a:lnTo>
                  <a:lnTo>
                    <a:pt x="2805" y="9921"/>
                  </a:lnTo>
                  <a:lnTo>
                    <a:pt x="2655" y="10053"/>
                  </a:lnTo>
                  <a:lnTo>
                    <a:pt x="2523" y="10166"/>
                  </a:lnTo>
                  <a:lnTo>
                    <a:pt x="2354" y="10260"/>
                  </a:lnTo>
                  <a:lnTo>
                    <a:pt x="2203" y="10354"/>
                  </a:lnTo>
                  <a:lnTo>
                    <a:pt x="2034" y="10430"/>
                  </a:lnTo>
                  <a:lnTo>
                    <a:pt x="1864" y="10467"/>
                  </a:lnTo>
                  <a:lnTo>
                    <a:pt x="1695" y="10505"/>
                  </a:lnTo>
                  <a:lnTo>
                    <a:pt x="1525" y="10524"/>
                  </a:lnTo>
                  <a:lnTo>
                    <a:pt x="1356" y="10524"/>
                  </a:lnTo>
                  <a:lnTo>
                    <a:pt x="1205" y="10505"/>
                  </a:lnTo>
                  <a:lnTo>
                    <a:pt x="1036" y="10467"/>
                  </a:lnTo>
                  <a:lnTo>
                    <a:pt x="885" y="10411"/>
                  </a:lnTo>
                  <a:lnTo>
                    <a:pt x="735" y="10336"/>
                  </a:lnTo>
                  <a:lnTo>
                    <a:pt x="603" y="10242"/>
                  </a:lnTo>
                  <a:lnTo>
                    <a:pt x="471" y="10129"/>
                  </a:lnTo>
                  <a:lnTo>
                    <a:pt x="358" y="10016"/>
                  </a:lnTo>
                  <a:lnTo>
                    <a:pt x="264" y="9846"/>
                  </a:lnTo>
                  <a:lnTo>
                    <a:pt x="170" y="9677"/>
                  </a:lnTo>
                  <a:lnTo>
                    <a:pt x="94" y="9488"/>
                  </a:lnTo>
                  <a:lnTo>
                    <a:pt x="57" y="9281"/>
                  </a:lnTo>
                  <a:lnTo>
                    <a:pt x="19" y="9055"/>
                  </a:lnTo>
                  <a:lnTo>
                    <a:pt x="0" y="8792"/>
                  </a:lnTo>
                  <a:lnTo>
                    <a:pt x="19" y="8528"/>
                  </a:lnTo>
                  <a:lnTo>
                    <a:pt x="1092" y="2429"/>
                  </a:lnTo>
                  <a:lnTo>
                    <a:pt x="923" y="1751"/>
                  </a:lnTo>
                  <a:lnTo>
                    <a:pt x="923" y="1751"/>
                  </a:lnTo>
                  <a:lnTo>
                    <a:pt x="923" y="1638"/>
                  </a:lnTo>
                  <a:lnTo>
                    <a:pt x="942" y="1525"/>
                  </a:lnTo>
                  <a:lnTo>
                    <a:pt x="979" y="1431"/>
                  </a:lnTo>
                  <a:lnTo>
                    <a:pt x="1017" y="1318"/>
                  </a:lnTo>
                  <a:lnTo>
                    <a:pt x="1055" y="1224"/>
                  </a:lnTo>
                  <a:lnTo>
                    <a:pt x="1130" y="1130"/>
                  </a:lnTo>
                  <a:lnTo>
                    <a:pt x="1186" y="1055"/>
                  </a:lnTo>
                  <a:lnTo>
                    <a:pt x="1262" y="960"/>
                  </a:lnTo>
                  <a:lnTo>
                    <a:pt x="1356" y="339"/>
                  </a:lnTo>
                  <a:lnTo>
                    <a:pt x="1356" y="339"/>
                  </a:lnTo>
                  <a:lnTo>
                    <a:pt x="1393" y="226"/>
                  </a:lnTo>
                  <a:lnTo>
                    <a:pt x="1450" y="151"/>
                  </a:lnTo>
                  <a:lnTo>
                    <a:pt x="1544" y="113"/>
                  </a:lnTo>
                  <a:lnTo>
                    <a:pt x="1638" y="7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2"/>
            <p:cNvSpPr/>
            <p:nvPr/>
          </p:nvSpPr>
          <p:spPr>
            <a:xfrm>
              <a:off x="1176838" y="2545208"/>
              <a:ext cx="5354" cy="25883"/>
            </a:xfrm>
            <a:custGeom>
              <a:rect b="b" l="l" r="r" t="t"/>
              <a:pathLst>
                <a:path extrusionOk="0" h="1281" w="265">
                  <a:moveTo>
                    <a:pt x="1" y="0"/>
                  </a:moveTo>
                  <a:lnTo>
                    <a:pt x="76" y="603"/>
                  </a:lnTo>
                  <a:lnTo>
                    <a:pt x="114" y="1205"/>
                  </a:lnTo>
                  <a:lnTo>
                    <a:pt x="114" y="1243"/>
                  </a:lnTo>
                  <a:lnTo>
                    <a:pt x="133" y="1261"/>
                  </a:lnTo>
                  <a:lnTo>
                    <a:pt x="189" y="1280"/>
                  </a:lnTo>
                  <a:lnTo>
                    <a:pt x="246" y="1261"/>
                  </a:lnTo>
                  <a:lnTo>
                    <a:pt x="264" y="1243"/>
                  </a:lnTo>
                  <a:lnTo>
                    <a:pt x="264" y="1205"/>
                  </a:lnTo>
                  <a:lnTo>
                    <a:pt x="227" y="603"/>
                  </a:lnTo>
                  <a:lnTo>
                    <a:pt x="17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2"/>
            <p:cNvSpPr/>
            <p:nvPr/>
          </p:nvSpPr>
          <p:spPr>
            <a:xfrm>
              <a:off x="1163523" y="2545572"/>
              <a:ext cx="5354" cy="26267"/>
            </a:xfrm>
            <a:custGeom>
              <a:rect b="b" l="l" r="r" t="t"/>
              <a:pathLst>
                <a:path extrusionOk="0" h="1300" w="265">
                  <a:moveTo>
                    <a:pt x="152" y="1"/>
                  </a:moveTo>
                  <a:lnTo>
                    <a:pt x="1" y="20"/>
                  </a:lnTo>
                  <a:lnTo>
                    <a:pt x="76" y="622"/>
                  </a:lnTo>
                  <a:lnTo>
                    <a:pt x="114" y="1225"/>
                  </a:lnTo>
                  <a:lnTo>
                    <a:pt x="114" y="1243"/>
                  </a:lnTo>
                  <a:lnTo>
                    <a:pt x="133" y="1281"/>
                  </a:lnTo>
                  <a:lnTo>
                    <a:pt x="189" y="1300"/>
                  </a:lnTo>
                  <a:lnTo>
                    <a:pt x="246" y="1281"/>
                  </a:lnTo>
                  <a:lnTo>
                    <a:pt x="265" y="1243"/>
                  </a:lnTo>
                  <a:lnTo>
                    <a:pt x="265" y="1225"/>
                  </a:lnTo>
                  <a:lnTo>
                    <a:pt x="227" y="603"/>
                  </a:lnTo>
                  <a:lnTo>
                    <a:pt x="15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2"/>
            <p:cNvSpPr/>
            <p:nvPr/>
          </p:nvSpPr>
          <p:spPr>
            <a:xfrm>
              <a:off x="1149461" y="2546339"/>
              <a:ext cx="3071" cy="20"/>
            </a:xfrm>
            <a:custGeom>
              <a:rect b="b" l="l" r="r" t="t"/>
              <a:pathLst>
                <a:path extrusionOk="0" h="1" w="152">
                  <a:moveTo>
                    <a:pt x="151" y="1"/>
                  </a:moveTo>
                  <a:lnTo>
                    <a:pt x="0" y="1"/>
                  </a:lnTo>
                  <a:lnTo>
                    <a:pt x="0" y="1"/>
                  </a:lnTo>
                  <a:lnTo>
                    <a:pt x="151" y="1"/>
                  </a:lnTo>
                  <a:lnTo>
                    <a:pt x="151" y="1"/>
                  </a:lnTo>
                  <a:lnTo>
                    <a:pt x="151" y="1"/>
                  </a:lnTo>
                  <a:close/>
                </a:path>
              </a:pathLst>
            </a:custGeom>
            <a:solidFill>
              <a:srgbClr val="4F4F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2"/>
            <p:cNvSpPr/>
            <p:nvPr/>
          </p:nvSpPr>
          <p:spPr>
            <a:xfrm>
              <a:off x="1149461" y="2546339"/>
              <a:ext cx="3071" cy="20"/>
            </a:xfrm>
            <a:custGeom>
              <a:rect b="b" l="l" r="r" t="t"/>
              <a:pathLst>
                <a:path extrusionOk="0" fill="none" h="1" w="152">
                  <a:moveTo>
                    <a:pt x="151" y="1"/>
                  </a:moveTo>
                  <a:lnTo>
                    <a:pt x="0" y="1"/>
                  </a:lnTo>
                  <a:lnTo>
                    <a:pt x="0" y="1"/>
                  </a:lnTo>
                  <a:lnTo>
                    <a:pt x="151" y="1"/>
                  </a:lnTo>
                  <a:lnTo>
                    <a:pt x="151" y="1"/>
                  </a:lnTo>
                  <a:lnTo>
                    <a:pt x="15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2"/>
            <p:cNvSpPr/>
            <p:nvPr/>
          </p:nvSpPr>
          <p:spPr>
            <a:xfrm>
              <a:off x="1149461" y="2546339"/>
              <a:ext cx="5334" cy="25883"/>
            </a:xfrm>
            <a:custGeom>
              <a:rect b="b" l="l" r="r" t="t"/>
              <a:pathLst>
                <a:path extrusionOk="0" h="1281" w="264">
                  <a:moveTo>
                    <a:pt x="0" y="1"/>
                  </a:moveTo>
                  <a:lnTo>
                    <a:pt x="76" y="603"/>
                  </a:lnTo>
                  <a:lnTo>
                    <a:pt x="113" y="1205"/>
                  </a:lnTo>
                  <a:lnTo>
                    <a:pt x="113" y="1243"/>
                  </a:lnTo>
                  <a:lnTo>
                    <a:pt x="132" y="1262"/>
                  </a:lnTo>
                  <a:lnTo>
                    <a:pt x="189" y="1281"/>
                  </a:lnTo>
                  <a:lnTo>
                    <a:pt x="245" y="1262"/>
                  </a:lnTo>
                  <a:lnTo>
                    <a:pt x="264" y="1224"/>
                  </a:lnTo>
                  <a:lnTo>
                    <a:pt x="264" y="1205"/>
                  </a:lnTo>
                  <a:lnTo>
                    <a:pt x="226" y="603"/>
                  </a:lnTo>
                  <a:lnTo>
                    <a:pt x="15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2"/>
            <p:cNvSpPr/>
            <p:nvPr/>
          </p:nvSpPr>
          <p:spPr>
            <a:xfrm>
              <a:off x="1090119" y="2717514"/>
              <a:ext cx="90923" cy="148749"/>
            </a:xfrm>
            <a:custGeom>
              <a:rect b="b" l="l" r="r" t="t"/>
              <a:pathLst>
                <a:path extrusionOk="0" h="7362" w="4500">
                  <a:moveTo>
                    <a:pt x="3615" y="0"/>
                  </a:moveTo>
                  <a:lnTo>
                    <a:pt x="3239" y="19"/>
                  </a:lnTo>
                  <a:lnTo>
                    <a:pt x="2862" y="57"/>
                  </a:lnTo>
                  <a:lnTo>
                    <a:pt x="2467" y="113"/>
                  </a:lnTo>
                  <a:lnTo>
                    <a:pt x="2109" y="170"/>
                  </a:lnTo>
                  <a:lnTo>
                    <a:pt x="1770" y="245"/>
                  </a:lnTo>
                  <a:lnTo>
                    <a:pt x="1488" y="358"/>
                  </a:lnTo>
                  <a:lnTo>
                    <a:pt x="1318" y="772"/>
                  </a:lnTo>
                  <a:lnTo>
                    <a:pt x="1187" y="1186"/>
                  </a:lnTo>
                  <a:lnTo>
                    <a:pt x="1055" y="1619"/>
                  </a:lnTo>
                  <a:lnTo>
                    <a:pt x="942" y="2052"/>
                  </a:lnTo>
                  <a:lnTo>
                    <a:pt x="735" y="2918"/>
                  </a:lnTo>
                  <a:lnTo>
                    <a:pt x="565" y="3803"/>
                  </a:lnTo>
                  <a:lnTo>
                    <a:pt x="434" y="4688"/>
                  </a:lnTo>
                  <a:lnTo>
                    <a:pt x="302" y="5573"/>
                  </a:lnTo>
                  <a:lnTo>
                    <a:pt x="170" y="6476"/>
                  </a:lnTo>
                  <a:lnTo>
                    <a:pt x="1" y="7361"/>
                  </a:lnTo>
                  <a:lnTo>
                    <a:pt x="584" y="6890"/>
                  </a:lnTo>
                  <a:lnTo>
                    <a:pt x="1111" y="6476"/>
                  </a:lnTo>
                  <a:lnTo>
                    <a:pt x="1638" y="6100"/>
                  </a:lnTo>
                  <a:lnTo>
                    <a:pt x="2147" y="5742"/>
                  </a:lnTo>
                  <a:lnTo>
                    <a:pt x="2674" y="5403"/>
                  </a:lnTo>
                  <a:lnTo>
                    <a:pt x="3239" y="5064"/>
                  </a:lnTo>
                  <a:lnTo>
                    <a:pt x="3841" y="4725"/>
                  </a:lnTo>
                  <a:lnTo>
                    <a:pt x="4500" y="4387"/>
                  </a:lnTo>
                  <a:lnTo>
                    <a:pt x="4481" y="3878"/>
                  </a:lnTo>
                  <a:lnTo>
                    <a:pt x="4462" y="3332"/>
                  </a:lnTo>
                  <a:lnTo>
                    <a:pt x="4443" y="2165"/>
                  </a:lnTo>
                  <a:lnTo>
                    <a:pt x="4425" y="1600"/>
                  </a:lnTo>
                  <a:lnTo>
                    <a:pt x="4387" y="1036"/>
                  </a:lnTo>
                  <a:lnTo>
                    <a:pt x="4349" y="490"/>
                  </a:lnTo>
                  <a:lnTo>
                    <a:pt x="427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2"/>
            <p:cNvSpPr/>
            <p:nvPr/>
          </p:nvSpPr>
          <p:spPr>
            <a:xfrm>
              <a:off x="1084805" y="2796252"/>
              <a:ext cx="140364" cy="221002"/>
            </a:xfrm>
            <a:custGeom>
              <a:rect b="b" l="l" r="r" t="t"/>
              <a:pathLst>
                <a:path extrusionOk="0" h="10938" w="6947">
                  <a:moveTo>
                    <a:pt x="4914" y="0"/>
                  </a:moveTo>
                  <a:lnTo>
                    <a:pt x="4274" y="339"/>
                  </a:lnTo>
                  <a:lnTo>
                    <a:pt x="3633" y="716"/>
                  </a:lnTo>
                  <a:lnTo>
                    <a:pt x="3031" y="1092"/>
                  </a:lnTo>
                  <a:lnTo>
                    <a:pt x="2429" y="1487"/>
                  </a:lnTo>
                  <a:lnTo>
                    <a:pt x="1826" y="1902"/>
                  </a:lnTo>
                  <a:lnTo>
                    <a:pt x="1261" y="2335"/>
                  </a:lnTo>
                  <a:lnTo>
                    <a:pt x="678" y="2786"/>
                  </a:lnTo>
                  <a:lnTo>
                    <a:pt x="132" y="3257"/>
                  </a:lnTo>
                  <a:lnTo>
                    <a:pt x="94" y="3596"/>
                  </a:lnTo>
                  <a:lnTo>
                    <a:pt x="57" y="3972"/>
                  </a:lnTo>
                  <a:lnTo>
                    <a:pt x="19" y="4838"/>
                  </a:lnTo>
                  <a:lnTo>
                    <a:pt x="0" y="5817"/>
                  </a:lnTo>
                  <a:lnTo>
                    <a:pt x="19" y="6872"/>
                  </a:lnTo>
                  <a:lnTo>
                    <a:pt x="57" y="7945"/>
                  </a:lnTo>
                  <a:lnTo>
                    <a:pt x="113" y="9018"/>
                  </a:lnTo>
                  <a:lnTo>
                    <a:pt x="207" y="10938"/>
                  </a:lnTo>
                  <a:lnTo>
                    <a:pt x="395" y="10900"/>
                  </a:lnTo>
                  <a:lnTo>
                    <a:pt x="602" y="10863"/>
                  </a:lnTo>
                  <a:lnTo>
                    <a:pt x="810" y="10806"/>
                  </a:lnTo>
                  <a:lnTo>
                    <a:pt x="1017" y="10750"/>
                  </a:lnTo>
                  <a:lnTo>
                    <a:pt x="1431" y="10580"/>
                  </a:lnTo>
                  <a:lnTo>
                    <a:pt x="1845" y="10373"/>
                  </a:lnTo>
                  <a:lnTo>
                    <a:pt x="2278" y="10128"/>
                  </a:lnTo>
                  <a:lnTo>
                    <a:pt x="2711" y="9865"/>
                  </a:lnTo>
                  <a:lnTo>
                    <a:pt x="3577" y="9300"/>
                  </a:lnTo>
                  <a:lnTo>
                    <a:pt x="4443" y="8754"/>
                  </a:lnTo>
                  <a:lnTo>
                    <a:pt x="4876" y="8491"/>
                  </a:lnTo>
                  <a:lnTo>
                    <a:pt x="5290" y="8246"/>
                  </a:lnTo>
                  <a:lnTo>
                    <a:pt x="5723" y="8039"/>
                  </a:lnTo>
                  <a:lnTo>
                    <a:pt x="6137" y="7869"/>
                  </a:lnTo>
                  <a:lnTo>
                    <a:pt x="6344" y="7813"/>
                  </a:lnTo>
                  <a:lnTo>
                    <a:pt x="6551" y="7756"/>
                  </a:lnTo>
                  <a:lnTo>
                    <a:pt x="6740" y="7719"/>
                  </a:lnTo>
                  <a:lnTo>
                    <a:pt x="6947" y="7681"/>
                  </a:lnTo>
                  <a:lnTo>
                    <a:pt x="6796" y="7530"/>
                  </a:lnTo>
                  <a:lnTo>
                    <a:pt x="6664" y="7380"/>
                  </a:lnTo>
                  <a:lnTo>
                    <a:pt x="6551" y="7229"/>
                  </a:lnTo>
                  <a:lnTo>
                    <a:pt x="6457" y="7060"/>
                  </a:lnTo>
                  <a:lnTo>
                    <a:pt x="6382" y="6890"/>
                  </a:lnTo>
                  <a:lnTo>
                    <a:pt x="6307" y="6721"/>
                  </a:lnTo>
                  <a:lnTo>
                    <a:pt x="6194" y="6363"/>
                  </a:lnTo>
                  <a:lnTo>
                    <a:pt x="6118" y="6006"/>
                  </a:lnTo>
                  <a:lnTo>
                    <a:pt x="6062" y="5648"/>
                  </a:lnTo>
                  <a:lnTo>
                    <a:pt x="5949" y="4895"/>
                  </a:lnTo>
                  <a:lnTo>
                    <a:pt x="5911" y="4518"/>
                  </a:lnTo>
                  <a:lnTo>
                    <a:pt x="5874" y="4142"/>
                  </a:lnTo>
                  <a:lnTo>
                    <a:pt x="5836" y="3765"/>
                  </a:lnTo>
                  <a:lnTo>
                    <a:pt x="5780" y="3408"/>
                  </a:lnTo>
                  <a:lnTo>
                    <a:pt x="5704" y="3069"/>
                  </a:lnTo>
                  <a:lnTo>
                    <a:pt x="5648" y="2899"/>
                  </a:lnTo>
                  <a:lnTo>
                    <a:pt x="5591" y="2730"/>
                  </a:lnTo>
                  <a:lnTo>
                    <a:pt x="5516" y="2579"/>
                  </a:lnTo>
                  <a:lnTo>
                    <a:pt x="5422" y="2429"/>
                  </a:lnTo>
                  <a:lnTo>
                    <a:pt x="5309" y="2278"/>
                  </a:lnTo>
                  <a:lnTo>
                    <a:pt x="5196" y="2146"/>
                  </a:lnTo>
                  <a:lnTo>
                    <a:pt x="5102" y="1619"/>
                  </a:lnTo>
                  <a:lnTo>
                    <a:pt x="5027" y="1092"/>
                  </a:lnTo>
                  <a:lnTo>
                    <a:pt x="491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2"/>
            <p:cNvSpPr/>
            <p:nvPr/>
          </p:nvSpPr>
          <p:spPr>
            <a:xfrm>
              <a:off x="3047505" y="3900845"/>
              <a:ext cx="66212" cy="73809"/>
            </a:xfrm>
            <a:custGeom>
              <a:rect b="b" l="l" r="r" t="t"/>
              <a:pathLst>
                <a:path extrusionOk="0" h="3653" w="3277">
                  <a:moveTo>
                    <a:pt x="3277" y="0"/>
                  </a:moveTo>
                  <a:lnTo>
                    <a:pt x="3145" y="57"/>
                  </a:lnTo>
                  <a:lnTo>
                    <a:pt x="2975" y="113"/>
                  </a:lnTo>
                  <a:lnTo>
                    <a:pt x="2787" y="151"/>
                  </a:lnTo>
                  <a:lnTo>
                    <a:pt x="2599" y="189"/>
                  </a:lnTo>
                  <a:lnTo>
                    <a:pt x="2185" y="226"/>
                  </a:lnTo>
                  <a:lnTo>
                    <a:pt x="1752" y="245"/>
                  </a:lnTo>
                  <a:lnTo>
                    <a:pt x="1300" y="226"/>
                  </a:lnTo>
                  <a:lnTo>
                    <a:pt x="829" y="189"/>
                  </a:lnTo>
                  <a:lnTo>
                    <a:pt x="396" y="132"/>
                  </a:lnTo>
                  <a:lnTo>
                    <a:pt x="1" y="57"/>
                  </a:lnTo>
                  <a:lnTo>
                    <a:pt x="378" y="3577"/>
                  </a:lnTo>
                  <a:lnTo>
                    <a:pt x="603" y="3634"/>
                  </a:lnTo>
                  <a:lnTo>
                    <a:pt x="905" y="3652"/>
                  </a:lnTo>
                  <a:lnTo>
                    <a:pt x="1262" y="3652"/>
                  </a:lnTo>
                  <a:lnTo>
                    <a:pt x="1451" y="3634"/>
                  </a:lnTo>
                  <a:lnTo>
                    <a:pt x="1639" y="3615"/>
                  </a:lnTo>
                  <a:lnTo>
                    <a:pt x="1827" y="3577"/>
                  </a:lnTo>
                  <a:lnTo>
                    <a:pt x="2015" y="3521"/>
                  </a:lnTo>
                  <a:lnTo>
                    <a:pt x="2204" y="3445"/>
                  </a:lnTo>
                  <a:lnTo>
                    <a:pt x="2373" y="3351"/>
                  </a:lnTo>
                  <a:lnTo>
                    <a:pt x="2542" y="3257"/>
                  </a:lnTo>
                  <a:lnTo>
                    <a:pt x="2674" y="3125"/>
                  </a:lnTo>
                  <a:lnTo>
                    <a:pt x="2806" y="2975"/>
                  </a:lnTo>
                  <a:lnTo>
                    <a:pt x="2919" y="2824"/>
                  </a:lnTo>
                  <a:lnTo>
                    <a:pt x="3277"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2"/>
            <p:cNvSpPr/>
            <p:nvPr/>
          </p:nvSpPr>
          <p:spPr>
            <a:xfrm>
              <a:off x="2977536" y="3952570"/>
              <a:ext cx="146446" cy="73809"/>
            </a:xfrm>
            <a:custGeom>
              <a:rect b="b" l="l" r="r" t="t"/>
              <a:pathLst>
                <a:path extrusionOk="0" h="3653" w="7248">
                  <a:moveTo>
                    <a:pt x="3671" y="1"/>
                  </a:moveTo>
                  <a:lnTo>
                    <a:pt x="3596" y="38"/>
                  </a:lnTo>
                  <a:lnTo>
                    <a:pt x="3539" y="95"/>
                  </a:lnTo>
                  <a:lnTo>
                    <a:pt x="3445" y="189"/>
                  </a:lnTo>
                  <a:lnTo>
                    <a:pt x="3408" y="302"/>
                  </a:lnTo>
                  <a:lnTo>
                    <a:pt x="3370" y="434"/>
                  </a:lnTo>
                  <a:lnTo>
                    <a:pt x="3313" y="716"/>
                  </a:lnTo>
                  <a:lnTo>
                    <a:pt x="3276" y="848"/>
                  </a:lnTo>
                  <a:lnTo>
                    <a:pt x="3200" y="979"/>
                  </a:lnTo>
                  <a:lnTo>
                    <a:pt x="3050" y="1130"/>
                  </a:lnTo>
                  <a:lnTo>
                    <a:pt x="2899" y="1281"/>
                  </a:lnTo>
                  <a:lnTo>
                    <a:pt x="2749" y="1394"/>
                  </a:lnTo>
                  <a:lnTo>
                    <a:pt x="2579" y="1507"/>
                  </a:lnTo>
                  <a:lnTo>
                    <a:pt x="2391" y="1601"/>
                  </a:lnTo>
                  <a:lnTo>
                    <a:pt x="2203" y="1695"/>
                  </a:lnTo>
                  <a:lnTo>
                    <a:pt x="1826" y="1845"/>
                  </a:lnTo>
                  <a:lnTo>
                    <a:pt x="1431" y="1996"/>
                  </a:lnTo>
                  <a:lnTo>
                    <a:pt x="1017" y="2128"/>
                  </a:lnTo>
                  <a:lnTo>
                    <a:pt x="584" y="2260"/>
                  </a:lnTo>
                  <a:lnTo>
                    <a:pt x="169" y="2410"/>
                  </a:lnTo>
                  <a:lnTo>
                    <a:pt x="151" y="2429"/>
                  </a:lnTo>
                  <a:lnTo>
                    <a:pt x="113" y="2467"/>
                  </a:lnTo>
                  <a:lnTo>
                    <a:pt x="94" y="2561"/>
                  </a:lnTo>
                  <a:lnTo>
                    <a:pt x="57" y="2693"/>
                  </a:lnTo>
                  <a:lnTo>
                    <a:pt x="38" y="2862"/>
                  </a:lnTo>
                  <a:lnTo>
                    <a:pt x="19" y="3257"/>
                  </a:lnTo>
                  <a:lnTo>
                    <a:pt x="0" y="3653"/>
                  </a:lnTo>
                  <a:lnTo>
                    <a:pt x="0" y="3653"/>
                  </a:lnTo>
                  <a:lnTo>
                    <a:pt x="7248" y="2881"/>
                  </a:lnTo>
                  <a:lnTo>
                    <a:pt x="6984" y="2053"/>
                  </a:lnTo>
                  <a:lnTo>
                    <a:pt x="6721" y="1205"/>
                  </a:lnTo>
                  <a:lnTo>
                    <a:pt x="6382" y="264"/>
                  </a:lnTo>
                  <a:lnTo>
                    <a:pt x="6137" y="264"/>
                  </a:lnTo>
                  <a:lnTo>
                    <a:pt x="5874" y="339"/>
                  </a:lnTo>
                  <a:lnTo>
                    <a:pt x="5591" y="434"/>
                  </a:lnTo>
                  <a:lnTo>
                    <a:pt x="5309" y="547"/>
                  </a:lnTo>
                  <a:lnTo>
                    <a:pt x="5045" y="659"/>
                  </a:lnTo>
                  <a:lnTo>
                    <a:pt x="4801" y="735"/>
                  </a:lnTo>
                  <a:lnTo>
                    <a:pt x="4706" y="772"/>
                  </a:lnTo>
                  <a:lnTo>
                    <a:pt x="4518" y="772"/>
                  </a:lnTo>
                  <a:lnTo>
                    <a:pt x="4462" y="754"/>
                  </a:lnTo>
                  <a:lnTo>
                    <a:pt x="4292" y="659"/>
                  </a:lnTo>
                  <a:lnTo>
                    <a:pt x="4198" y="547"/>
                  </a:lnTo>
                  <a:lnTo>
                    <a:pt x="4123" y="452"/>
                  </a:lnTo>
                  <a:lnTo>
                    <a:pt x="4066" y="339"/>
                  </a:lnTo>
                  <a:lnTo>
                    <a:pt x="4010" y="245"/>
                  </a:lnTo>
                  <a:lnTo>
                    <a:pt x="3935" y="151"/>
                  </a:lnTo>
                  <a:lnTo>
                    <a:pt x="3822" y="76"/>
                  </a:lnTo>
                  <a:lnTo>
                    <a:pt x="367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2"/>
            <p:cNvSpPr/>
            <p:nvPr/>
          </p:nvSpPr>
          <p:spPr>
            <a:xfrm>
              <a:off x="2977536" y="4010759"/>
              <a:ext cx="148729" cy="25519"/>
            </a:xfrm>
            <a:custGeom>
              <a:rect b="b" l="l" r="r" t="t"/>
              <a:pathLst>
                <a:path extrusionOk="0" h="1263" w="7361">
                  <a:moveTo>
                    <a:pt x="7248" y="1"/>
                  </a:moveTo>
                  <a:lnTo>
                    <a:pt x="0" y="773"/>
                  </a:lnTo>
                  <a:lnTo>
                    <a:pt x="0" y="1262"/>
                  </a:lnTo>
                  <a:lnTo>
                    <a:pt x="7361" y="472"/>
                  </a:lnTo>
                  <a:lnTo>
                    <a:pt x="724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2"/>
            <p:cNvSpPr/>
            <p:nvPr/>
          </p:nvSpPr>
          <p:spPr>
            <a:xfrm>
              <a:off x="3351427" y="3862052"/>
              <a:ext cx="73445" cy="82174"/>
            </a:xfrm>
            <a:custGeom>
              <a:rect b="b" l="l" r="r" t="t"/>
              <a:pathLst>
                <a:path extrusionOk="0" h="4067" w="3635">
                  <a:moveTo>
                    <a:pt x="3239" y="0"/>
                  </a:moveTo>
                  <a:lnTo>
                    <a:pt x="2862" y="151"/>
                  </a:lnTo>
                  <a:lnTo>
                    <a:pt x="2429" y="301"/>
                  </a:lnTo>
                  <a:lnTo>
                    <a:pt x="1996" y="433"/>
                  </a:lnTo>
                  <a:lnTo>
                    <a:pt x="1563" y="546"/>
                  </a:lnTo>
                  <a:lnTo>
                    <a:pt x="1130" y="621"/>
                  </a:lnTo>
                  <a:lnTo>
                    <a:pt x="716" y="678"/>
                  </a:lnTo>
                  <a:lnTo>
                    <a:pt x="340" y="678"/>
                  </a:lnTo>
                  <a:lnTo>
                    <a:pt x="170" y="659"/>
                  </a:lnTo>
                  <a:lnTo>
                    <a:pt x="1" y="640"/>
                  </a:lnTo>
                  <a:lnTo>
                    <a:pt x="961" y="3313"/>
                  </a:lnTo>
                  <a:lnTo>
                    <a:pt x="1017" y="3426"/>
                  </a:lnTo>
                  <a:lnTo>
                    <a:pt x="1074" y="3539"/>
                  </a:lnTo>
                  <a:lnTo>
                    <a:pt x="1130" y="3633"/>
                  </a:lnTo>
                  <a:lnTo>
                    <a:pt x="1187" y="3709"/>
                  </a:lnTo>
                  <a:lnTo>
                    <a:pt x="1337" y="3859"/>
                  </a:lnTo>
                  <a:lnTo>
                    <a:pt x="1507" y="3953"/>
                  </a:lnTo>
                  <a:lnTo>
                    <a:pt x="1695" y="4010"/>
                  </a:lnTo>
                  <a:lnTo>
                    <a:pt x="1883" y="4048"/>
                  </a:lnTo>
                  <a:lnTo>
                    <a:pt x="2090" y="4066"/>
                  </a:lnTo>
                  <a:lnTo>
                    <a:pt x="2298" y="4048"/>
                  </a:lnTo>
                  <a:lnTo>
                    <a:pt x="2505" y="4010"/>
                  </a:lnTo>
                  <a:lnTo>
                    <a:pt x="2712" y="3953"/>
                  </a:lnTo>
                  <a:lnTo>
                    <a:pt x="2900" y="3897"/>
                  </a:lnTo>
                  <a:lnTo>
                    <a:pt x="3088" y="3840"/>
                  </a:lnTo>
                  <a:lnTo>
                    <a:pt x="3408" y="3690"/>
                  </a:lnTo>
                  <a:lnTo>
                    <a:pt x="3634" y="3577"/>
                  </a:lnTo>
                  <a:lnTo>
                    <a:pt x="323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2"/>
            <p:cNvSpPr/>
            <p:nvPr/>
          </p:nvSpPr>
          <p:spPr>
            <a:xfrm>
              <a:off x="3365510" y="3912261"/>
              <a:ext cx="146082" cy="71910"/>
            </a:xfrm>
            <a:custGeom>
              <a:rect b="b" l="l" r="r" t="t"/>
              <a:pathLst>
                <a:path extrusionOk="0" h="3559" w="7230">
                  <a:moveTo>
                    <a:pt x="2881" y="0"/>
                  </a:moveTo>
                  <a:lnTo>
                    <a:pt x="2730" y="94"/>
                  </a:lnTo>
                  <a:lnTo>
                    <a:pt x="2655" y="207"/>
                  </a:lnTo>
                  <a:lnTo>
                    <a:pt x="2598" y="301"/>
                  </a:lnTo>
                  <a:lnTo>
                    <a:pt x="2561" y="414"/>
                  </a:lnTo>
                  <a:lnTo>
                    <a:pt x="2523" y="527"/>
                  </a:lnTo>
                  <a:lnTo>
                    <a:pt x="2466" y="640"/>
                  </a:lnTo>
                  <a:lnTo>
                    <a:pt x="2391" y="772"/>
                  </a:lnTo>
                  <a:lnTo>
                    <a:pt x="2259" y="904"/>
                  </a:lnTo>
                  <a:lnTo>
                    <a:pt x="2203" y="941"/>
                  </a:lnTo>
                  <a:lnTo>
                    <a:pt x="2128" y="960"/>
                  </a:lnTo>
                  <a:lnTo>
                    <a:pt x="1921" y="960"/>
                  </a:lnTo>
                  <a:lnTo>
                    <a:pt x="1657" y="941"/>
                  </a:lnTo>
                  <a:lnTo>
                    <a:pt x="1375" y="885"/>
                  </a:lnTo>
                  <a:lnTo>
                    <a:pt x="1073" y="847"/>
                  </a:lnTo>
                  <a:lnTo>
                    <a:pt x="791" y="810"/>
                  </a:lnTo>
                  <a:lnTo>
                    <a:pt x="509" y="791"/>
                  </a:lnTo>
                  <a:lnTo>
                    <a:pt x="377" y="810"/>
                  </a:lnTo>
                  <a:lnTo>
                    <a:pt x="264" y="828"/>
                  </a:lnTo>
                  <a:lnTo>
                    <a:pt x="151" y="1826"/>
                  </a:lnTo>
                  <a:lnTo>
                    <a:pt x="76" y="2711"/>
                  </a:lnTo>
                  <a:lnTo>
                    <a:pt x="0" y="3558"/>
                  </a:lnTo>
                  <a:lnTo>
                    <a:pt x="7229" y="2786"/>
                  </a:lnTo>
                  <a:lnTo>
                    <a:pt x="7135" y="2391"/>
                  </a:lnTo>
                  <a:lnTo>
                    <a:pt x="7022" y="2014"/>
                  </a:lnTo>
                  <a:lnTo>
                    <a:pt x="6966" y="1864"/>
                  </a:lnTo>
                  <a:lnTo>
                    <a:pt x="6909" y="1732"/>
                  </a:lnTo>
                  <a:lnTo>
                    <a:pt x="6853" y="1638"/>
                  </a:lnTo>
                  <a:lnTo>
                    <a:pt x="6834" y="1619"/>
                  </a:lnTo>
                  <a:lnTo>
                    <a:pt x="6815" y="1600"/>
                  </a:lnTo>
                  <a:lnTo>
                    <a:pt x="6363" y="1544"/>
                  </a:lnTo>
                  <a:lnTo>
                    <a:pt x="5930" y="1506"/>
                  </a:lnTo>
                  <a:lnTo>
                    <a:pt x="5479" y="1468"/>
                  </a:lnTo>
                  <a:lnTo>
                    <a:pt x="5064" y="1412"/>
                  </a:lnTo>
                  <a:lnTo>
                    <a:pt x="4650" y="1337"/>
                  </a:lnTo>
                  <a:lnTo>
                    <a:pt x="4462" y="1280"/>
                  </a:lnTo>
                  <a:lnTo>
                    <a:pt x="4255" y="1224"/>
                  </a:lnTo>
                  <a:lnTo>
                    <a:pt x="4067" y="1167"/>
                  </a:lnTo>
                  <a:lnTo>
                    <a:pt x="3897" y="1073"/>
                  </a:lnTo>
                  <a:lnTo>
                    <a:pt x="3709" y="979"/>
                  </a:lnTo>
                  <a:lnTo>
                    <a:pt x="3540" y="847"/>
                  </a:lnTo>
                  <a:lnTo>
                    <a:pt x="3445" y="734"/>
                  </a:lnTo>
                  <a:lnTo>
                    <a:pt x="3370" y="621"/>
                  </a:lnTo>
                  <a:lnTo>
                    <a:pt x="3257" y="358"/>
                  </a:lnTo>
                  <a:lnTo>
                    <a:pt x="3201" y="245"/>
                  </a:lnTo>
                  <a:lnTo>
                    <a:pt x="3125" y="132"/>
                  </a:lnTo>
                  <a:lnTo>
                    <a:pt x="3012" y="56"/>
                  </a:lnTo>
                  <a:lnTo>
                    <a:pt x="2956" y="19"/>
                  </a:lnTo>
                  <a:lnTo>
                    <a:pt x="288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2"/>
            <p:cNvSpPr/>
            <p:nvPr/>
          </p:nvSpPr>
          <p:spPr>
            <a:xfrm>
              <a:off x="3365126" y="3968552"/>
              <a:ext cx="148749" cy="25499"/>
            </a:xfrm>
            <a:custGeom>
              <a:rect b="b" l="l" r="r" t="t"/>
              <a:pathLst>
                <a:path extrusionOk="0" h="1262" w="7362">
                  <a:moveTo>
                    <a:pt x="7248" y="0"/>
                  </a:moveTo>
                  <a:lnTo>
                    <a:pt x="19" y="772"/>
                  </a:lnTo>
                  <a:lnTo>
                    <a:pt x="0" y="1262"/>
                  </a:lnTo>
                  <a:lnTo>
                    <a:pt x="7361" y="471"/>
                  </a:lnTo>
                  <a:lnTo>
                    <a:pt x="7248"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2"/>
            <p:cNvSpPr/>
            <p:nvPr/>
          </p:nvSpPr>
          <p:spPr>
            <a:xfrm>
              <a:off x="3020512" y="3288823"/>
              <a:ext cx="427558" cy="656178"/>
            </a:xfrm>
            <a:custGeom>
              <a:rect b="b" l="l" r="r" t="t"/>
              <a:pathLst>
                <a:path extrusionOk="0" h="32476" w="21161">
                  <a:moveTo>
                    <a:pt x="1224" y="1"/>
                  </a:moveTo>
                  <a:lnTo>
                    <a:pt x="0" y="32475"/>
                  </a:lnTo>
                  <a:lnTo>
                    <a:pt x="0" y="32475"/>
                  </a:lnTo>
                  <a:lnTo>
                    <a:pt x="5064" y="31929"/>
                  </a:lnTo>
                  <a:lnTo>
                    <a:pt x="7888" y="10882"/>
                  </a:lnTo>
                  <a:lnTo>
                    <a:pt x="8811" y="10788"/>
                  </a:lnTo>
                  <a:lnTo>
                    <a:pt x="16096" y="30724"/>
                  </a:lnTo>
                  <a:lnTo>
                    <a:pt x="21161" y="30178"/>
                  </a:lnTo>
                  <a:lnTo>
                    <a:pt x="14139" y="1074"/>
                  </a:lnTo>
                  <a:lnTo>
                    <a:pt x="122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2"/>
            <p:cNvSpPr/>
            <p:nvPr/>
          </p:nvSpPr>
          <p:spPr>
            <a:xfrm>
              <a:off x="3020512" y="3288823"/>
              <a:ext cx="40329" cy="656178"/>
            </a:xfrm>
            <a:custGeom>
              <a:rect b="b" l="l" r="r" t="t"/>
              <a:pathLst>
                <a:path extrusionOk="0" h="32476" w="1996">
                  <a:moveTo>
                    <a:pt x="1224" y="1"/>
                  </a:moveTo>
                  <a:lnTo>
                    <a:pt x="0" y="32475"/>
                  </a:lnTo>
                  <a:lnTo>
                    <a:pt x="490" y="32419"/>
                  </a:lnTo>
                  <a:lnTo>
                    <a:pt x="1996" y="57"/>
                  </a:lnTo>
                  <a:lnTo>
                    <a:pt x="122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2"/>
            <p:cNvSpPr/>
            <p:nvPr/>
          </p:nvSpPr>
          <p:spPr>
            <a:xfrm>
              <a:off x="3285256" y="3308604"/>
              <a:ext cx="162812" cy="591117"/>
            </a:xfrm>
            <a:custGeom>
              <a:rect b="b" l="l" r="r" t="t"/>
              <a:pathLst>
                <a:path extrusionOk="0" h="29256" w="8058">
                  <a:moveTo>
                    <a:pt x="0" y="0"/>
                  </a:moveTo>
                  <a:lnTo>
                    <a:pt x="7512" y="29256"/>
                  </a:lnTo>
                  <a:lnTo>
                    <a:pt x="8058" y="29199"/>
                  </a:lnTo>
                  <a:lnTo>
                    <a:pt x="1036" y="95"/>
                  </a:lnTo>
                  <a:lnTo>
                    <a:pt x="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2"/>
            <p:cNvSpPr/>
            <p:nvPr/>
          </p:nvSpPr>
          <p:spPr>
            <a:xfrm>
              <a:off x="3186353" y="2887537"/>
              <a:ext cx="8769" cy="14083"/>
            </a:xfrm>
            <a:custGeom>
              <a:rect b="b" l="l" r="r" t="t"/>
              <a:pathLst>
                <a:path extrusionOk="0" h="697" w="434">
                  <a:moveTo>
                    <a:pt x="283" y="0"/>
                  </a:moveTo>
                  <a:lnTo>
                    <a:pt x="207" y="38"/>
                  </a:lnTo>
                  <a:lnTo>
                    <a:pt x="151" y="76"/>
                  </a:lnTo>
                  <a:lnTo>
                    <a:pt x="95" y="132"/>
                  </a:lnTo>
                  <a:lnTo>
                    <a:pt x="57" y="189"/>
                  </a:lnTo>
                  <a:lnTo>
                    <a:pt x="0" y="339"/>
                  </a:lnTo>
                  <a:lnTo>
                    <a:pt x="0" y="471"/>
                  </a:lnTo>
                  <a:lnTo>
                    <a:pt x="0" y="527"/>
                  </a:lnTo>
                  <a:lnTo>
                    <a:pt x="19" y="603"/>
                  </a:lnTo>
                  <a:lnTo>
                    <a:pt x="57" y="659"/>
                  </a:lnTo>
                  <a:lnTo>
                    <a:pt x="113" y="678"/>
                  </a:lnTo>
                  <a:lnTo>
                    <a:pt x="151" y="697"/>
                  </a:lnTo>
                  <a:lnTo>
                    <a:pt x="226" y="678"/>
                  </a:lnTo>
                  <a:lnTo>
                    <a:pt x="302" y="622"/>
                  </a:lnTo>
                  <a:lnTo>
                    <a:pt x="339" y="565"/>
                  </a:lnTo>
                  <a:lnTo>
                    <a:pt x="358" y="490"/>
                  </a:lnTo>
                  <a:lnTo>
                    <a:pt x="396" y="377"/>
                  </a:lnTo>
                  <a:lnTo>
                    <a:pt x="433" y="207"/>
                  </a:lnTo>
                  <a:lnTo>
                    <a:pt x="415" y="132"/>
                  </a:lnTo>
                  <a:lnTo>
                    <a:pt x="396" y="57"/>
                  </a:lnTo>
                  <a:lnTo>
                    <a:pt x="358" y="19"/>
                  </a:lnTo>
                  <a:lnTo>
                    <a:pt x="283" y="0"/>
                  </a:lnTo>
                  <a:close/>
                </a:path>
              </a:pathLst>
            </a:custGeom>
            <a:solidFill>
              <a:srgbClr val="C68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2"/>
            <p:cNvSpPr/>
            <p:nvPr/>
          </p:nvSpPr>
          <p:spPr>
            <a:xfrm>
              <a:off x="3123961" y="2886769"/>
              <a:ext cx="8405" cy="14103"/>
            </a:xfrm>
            <a:custGeom>
              <a:rect b="b" l="l" r="r" t="t"/>
              <a:pathLst>
                <a:path extrusionOk="0" h="698" w="416">
                  <a:moveTo>
                    <a:pt x="76" y="1"/>
                  </a:moveTo>
                  <a:lnTo>
                    <a:pt x="39" y="38"/>
                  </a:lnTo>
                  <a:lnTo>
                    <a:pt x="1" y="95"/>
                  </a:lnTo>
                  <a:lnTo>
                    <a:pt x="1" y="189"/>
                  </a:lnTo>
                  <a:lnTo>
                    <a:pt x="20" y="358"/>
                  </a:lnTo>
                  <a:lnTo>
                    <a:pt x="39" y="471"/>
                  </a:lnTo>
                  <a:lnTo>
                    <a:pt x="57" y="547"/>
                  </a:lnTo>
                  <a:lnTo>
                    <a:pt x="95" y="622"/>
                  </a:lnTo>
                  <a:lnTo>
                    <a:pt x="152" y="678"/>
                  </a:lnTo>
                  <a:lnTo>
                    <a:pt x="227" y="697"/>
                  </a:lnTo>
                  <a:lnTo>
                    <a:pt x="283" y="697"/>
                  </a:lnTo>
                  <a:lnTo>
                    <a:pt x="321" y="678"/>
                  </a:lnTo>
                  <a:lnTo>
                    <a:pt x="377" y="622"/>
                  </a:lnTo>
                  <a:lnTo>
                    <a:pt x="396" y="547"/>
                  </a:lnTo>
                  <a:lnTo>
                    <a:pt x="415" y="471"/>
                  </a:lnTo>
                  <a:lnTo>
                    <a:pt x="396" y="358"/>
                  </a:lnTo>
                  <a:lnTo>
                    <a:pt x="359" y="208"/>
                  </a:lnTo>
                  <a:lnTo>
                    <a:pt x="340" y="132"/>
                  </a:lnTo>
                  <a:lnTo>
                    <a:pt x="283" y="76"/>
                  </a:lnTo>
                  <a:lnTo>
                    <a:pt x="227" y="19"/>
                  </a:lnTo>
                  <a:lnTo>
                    <a:pt x="152" y="1"/>
                  </a:lnTo>
                  <a:close/>
                </a:path>
              </a:pathLst>
            </a:custGeom>
            <a:solidFill>
              <a:srgbClr val="C68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2"/>
            <p:cNvSpPr/>
            <p:nvPr/>
          </p:nvSpPr>
          <p:spPr>
            <a:xfrm>
              <a:off x="3134629" y="2897033"/>
              <a:ext cx="51361" cy="61262"/>
            </a:xfrm>
            <a:custGeom>
              <a:rect b="b" l="l" r="r" t="t"/>
              <a:pathLst>
                <a:path extrusionOk="0" h="3032" w="2542">
                  <a:moveTo>
                    <a:pt x="1092" y="1"/>
                  </a:moveTo>
                  <a:lnTo>
                    <a:pt x="828" y="57"/>
                  </a:lnTo>
                  <a:lnTo>
                    <a:pt x="697" y="95"/>
                  </a:lnTo>
                  <a:lnTo>
                    <a:pt x="565" y="152"/>
                  </a:lnTo>
                  <a:lnTo>
                    <a:pt x="452" y="227"/>
                  </a:lnTo>
                  <a:lnTo>
                    <a:pt x="320" y="302"/>
                  </a:lnTo>
                  <a:lnTo>
                    <a:pt x="301" y="566"/>
                  </a:lnTo>
                  <a:lnTo>
                    <a:pt x="264" y="1206"/>
                  </a:lnTo>
                  <a:lnTo>
                    <a:pt x="226" y="1601"/>
                  </a:lnTo>
                  <a:lnTo>
                    <a:pt x="170" y="2015"/>
                  </a:lnTo>
                  <a:lnTo>
                    <a:pt x="94" y="2429"/>
                  </a:lnTo>
                  <a:lnTo>
                    <a:pt x="0" y="2806"/>
                  </a:lnTo>
                  <a:lnTo>
                    <a:pt x="339" y="2862"/>
                  </a:lnTo>
                  <a:lnTo>
                    <a:pt x="678" y="2919"/>
                  </a:lnTo>
                  <a:lnTo>
                    <a:pt x="1092" y="2994"/>
                  </a:lnTo>
                  <a:lnTo>
                    <a:pt x="1525" y="3032"/>
                  </a:lnTo>
                  <a:lnTo>
                    <a:pt x="2127" y="3032"/>
                  </a:lnTo>
                  <a:lnTo>
                    <a:pt x="2297" y="2994"/>
                  </a:lnTo>
                  <a:lnTo>
                    <a:pt x="2447" y="2957"/>
                  </a:lnTo>
                  <a:lnTo>
                    <a:pt x="2542" y="2900"/>
                  </a:lnTo>
                  <a:lnTo>
                    <a:pt x="2466" y="2561"/>
                  </a:lnTo>
                  <a:lnTo>
                    <a:pt x="2391" y="2241"/>
                  </a:lnTo>
                  <a:lnTo>
                    <a:pt x="2353" y="1902"/>
                  </a:lnTo>
                  <a:lnTo>
                    <a:pt x="2316" y="1563"/>
                  </a:lnTo>
                  <a:lnTo>
                    <a:pt x="2297" y="1206"/>
                  </a:lnTo>
                  <a:lnTo>
                    <a:pt x="2297" y="867"/>
                  </a:lnTo>
                  <a:lnTo>
                    <a:pt x="2297" y="528"/>
                  </a:lnTo>
                  <a:lnTo>
                    <a:pt x="2316" y="189"/>
                  </a:lnTo>
                  <a:lnTo>
                    <a:pt x="2109" y="114"/>
                  </a:lnTo>
                  <a:lnTo>
                    <a:pt x="1864" y="57"/>
                  </a:lnTo>
                  <a:lnTo>
                    <a:pt x="1619" y="20"/>
                  </a:lnTo>
                  <a:lnTo>
                    <a:pt x="137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2"/>
            <p:cNvSpPr/>
            <p:nvPr/>
          </p:nvSpPr>
          <p:spPr>
            <a:xfrm>
              <a:off x="3113313" y="2814113"/>
              <a:ext cx="91327" cy="105005"/>
            </a:xfrm>
            <a:custGeom>
              <a:rect b="b" l="l" r="r" t="t"/>
              <a:pathLst>
                <a:path extrusionOk="0" h="5197" w="4520">
                  <a:moveTo>
                    <a:pt x="2053" y="1"/>
                  </a:moveTo>
                  <a:lnTo>
                    <a:pt x="1902" y="20"/>
                  </a:lnTo>
                  <a:lnTo>
                    <a:pt x="1770" y="39"/>
                  </a:lnTo>
                  <a:lnTo>
                    <a:pt x="1639" y="76"/>
                  </a:lnTo>
                  <a:lnTo>
                    <a:pt x="1526" y="114"/>
                  </a:lnTo>
                  <a:lnTo>
                    <a:pt x="1413" y="170"/>
                  </a:lnTo>
                  <a:lnTo>
                    <a:pt x="1225" y="283"/>
                  </a:lnTo>
                  <a:lnTo>
                    <a:pt x="1074" y="434"/>
                  </a:lnTo>
                  <a:lnTo>
                    <a:pt x="942" y="603"/>
                  </a:lnTo>
                  <a:lnTo>
                    <a:pt x="848" y="754"/>
                  </a:lnTo>
                  <a:lnTo>
                    <a:pt x="773" y="923"/>
                  </a:lnTo>
                  <a:lnTo>
                    <a:pt x="716" y="1074"/>
                  </a:lnTo>
                  <a:lnTo>
                    <a:pt x="622" y="1319"/>
                  </a:lnTo>
                  <a:lnTo>
                    <a:pt x="566" y="1394"/>
                  </a:lnTo>
                  <a:lnTo>
                    <a:pt x="547" y="1413"/>
                  </a:lnTo>
                  <a:lnTo>
                    <a:pt x="528" y="1413"/>
                  </a:lnTo>
                  <a:lnTo>
                    <a:pt x="377" y="1432"/>
                  </a:lnTo>
                  <a:lnTo>
                    <a:pt x="246" y="1488"/>
                  </a:lnTo>
                  <a:lnTo>
                    <a:pt x="151" y="1563"/>
                  </a:lnTo>
                  <a:lnTo>
                    <a:pt x="76" y="1658"/>
                  </a:lnTo>
                  <a:lnTo>
                    <a:pt x="38" y="1789"/>
                  </a:lnTo>
                  <a:lnTo>
                    <a:pt x="1" y="1940"/>
                  </a:lnTo>
                  <a:lnTo>
                    <a:pt x="1" y="2109"/>
                  </a:lnTo>
                  <a:lnTo>
                    <a:pt x="1" y="2279"/>
                  </a:lnTo>
                  <a:lnTo>
                    <a:pt x="38" y="2467"/>
                  </a:lnTo>
                  <a:lnTo>
                    <a:pt x="76" y="2637"/>
                  </a:lnTo>
                  <a:lnTo>
                    <a:pt x="133" y="2825"/>
                  </a:lnTo>
                  <a:lnTo>
                    <a:pt x="189" y="3013"/>
                  </a:lnTo>
                  <a:lnTo>
                    <a:pt x="359" y="3352"/>
                  </a:lnTo>
                  <a:lnTo>
                    <a:pt x="434" y="3503"/>
                  </a:lnTo>
                  <a:lnTo>
                    <a:pt x="528" y="3634"/>
                  </a:lnTo>
                  <a:lnTo>
                    <a:pt x="641" y="3804"/>
                  </a:lnTo>
                  <a:lnTo>
                    <a:pt x="754" y="3992"/>
                  </a:lnTo>
                  <a:lnTo>
                    <a:pt x="942" y="4387"/>
                  </a:lnTo>
                  <a:lnTo>
                    <a:pt x="1149" y="4783"/>
                  </a:lnTo>
                  <a:lnTo>
                    <a:pt x="1337" y="5159"/>
                  </a:lnTo>
                  <a:lnTo>
                    <a:pt x="1394" y="5197"/>
                  </a:lnTo>
                  <a:lnTo>
                    <a:pt x="1450" y="5197"/>
                  </a:lnTo>
                  <a:lnTo>
                    <a:pt x="1902" y="5140"/>
                  </a:lnTo>
                  <a:lnTo>
                    <a:pt x="2354" y="5122"/>
                  </a:lnTo>
                  <a:lnTo>
                    <a:pt x="2787" y="5140"/>
                  </a:lnTo>
                  <a:lnTo>
                    <a:pt x="3239" y="5197"/>
                  </a:lnTo>
                  <a:lnTo>
                    <a:pt x="3314" y="5178"/>
                  </a:lnTo>
                  <a:lnTo>
                    <a:pt x="3352" y="5140"/>
                  </a:lnTo>
                  <a:lnTo>
                    <a:pt x="3484" y="4877"/>
                  </a:lnTo>
                  <a:lnTo>
                    <a:pt x="3597" y="4594"/>
                  </a:lnTo>
                  <a:lnTo>
                    <a:pt x="3822" y="4011"/>
                  </a:lnTo>
                  <a:lnTo>
                    <a:pt x="4048" y="3408"/>
                  </a:lnTo>
                  <a:lnTo>
                    <a:pt x="4180" y="3145"/>
                  </a:lnTo>
                  <a:lnTo>
                    <a:pt x="4312" y="2881"/>
                  </a:lnTo>
                  <a:lnTo>
                    <a:pt x="4387" y="2749"/>
                  </a:lnTo>
                  <a:lnTo>
                    <a:pt x="4444" y="2599"/>
                  </a:lnTo>
                  <a:lnTo>
                    <a:pt x="4481" y="2429"/>
                  </a:lnTo>
                  <a:lnTo>
                    <a:pt x="4519" y="2260"/>
                  </a:lnTo>
                  <a:lnTo>
                    <a:pt x="4519" y="2091"/>
                  </a:lnTo>
                  <a:lnTo>
                    <a:pt x="4519" y="1902"/>
                  </a:lnTo>
                  <a:lnTo>
                    <a:pt x="4519" y="1714"/>
                  </a:lnTo>
                  <a:lnTo>
                    <a:pt x="4481" y="1526"/>
                  </a:lnTo>
                  <a:lnTo>
                    <a:pt x="4425" y="1356"/>
                  </a:lnTo>
                  <a:lnTo>
                    <a:pt x="4368" y="1168"/>
                  </a:lnTo>
                  <a:lnTo>
                    <a:pt x="4274" y="999"/>
                  </a:lnTo>
                  <a:lnTo>
                    <a:pt x="4161" y="848"/>
                  </a:lnTo>
                  <a:lnTo>
                    <a:pt x="4048" y="697"/>
                  </a:lnTo>
                  <a:lnTo>
                    <a:pt x="3898" y="566"/>
                  </a:lnTo>
                  <a:lnTo>
                    <a:pt x="3728" y="453"/>
                  </a:lnTo>
                  <a:lnTo>
                    <a:pt x="3540" y="359"/>
                  </a:lnTo>
                  <a:lnTo>
                    <a:pt x="3277" y="264"/>
                  </a:lnTo>
                  <a:lnTo>
                    <a:pt x="3032" y="170"/>
                  </a:lnTo>
                  <a:lnTo>
                    <a:pt x="2806" y="114"/>
                  </a:lnTo>
                  <a:lnTo>
                    <a:pt x="2599" y="57"/>
                  </a:lnTo>
                  <a:lnTo>
                    <a:pt x="2411" y="20"/>
                  </a:lnTo>
                  <a:lnTo>
                    <a:pt x="2222" y="1"/>
                  </a:lnTo>
                  <a:close/>
                </a:path>
              </a:pathLst>
            </a:custGeom>
            <a:solidFill>
              <a:srgbClr val="3D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2"/>
            <p:cNvSpPr/>
            <p:nvPr/>
          </p:nvSpPr>
          <p:spPr>
            <a:xfrm>
              <a:off x="2955836" y="2558139"/>
              <a:ext cx="32368" cy="19033"/>
            </a:xfrm>
            <a:custGeom>
              <a:rect b="b" l="l" r="r" t="t"/>
              <a:pathLst>
                <a:path extrusionOk="0" h="942" w="1602">
                  <a:moveTo>
                    <a:pt x="1168" y="0"/>
                  </a:moveTo>
                  <a:lnTo>
                    <a:pt x="1093" y="19"/>
                  </a:lnTo>
                  <a:lnTo>
                    <a:pt x="1" y="433"/>
                  </a:lnTo>
                  <a:lnTo>
                    <a:pt x="1" y="452"/>
                  </a:lnTo>
                  <a:lnTo>
                    <a:pt x="39" y="584"/>
                  </a:lnTo>
                  <a:lnTo>
                    <a:pt x="95" y="697"/>
                  </a:lnTo>
                  <a:lnTo>
                    <a:pt x="189" y="791"/>
                  </a:lnTo>
                  <a:lnTo>
                    <a:pt x="283" y="866"/>
                  </a:lnTo>
                  <a:lnTo>
                    <a:pt x="415" y="923"/>
                  </a:lnTo>
                  <a:lnTo>
                    <a:pt x="528" y="941"/>
                  </a:lnTo>
                  <a:lnTo>
                    <a:pt x="679" y="941"/>
                  </a:lnTo>
                  <a:lnTo>
                    <a:pt x="810" y="923"/>
                  </a:lnTo>
                  <a:lnTo>
                    <a:pt x="1206" y="791"/>
                  </a:lnTo>
                  <a:lnTo>
                    <a:pt x="1601" y="697"/>
                  </a:lnTo>
                  <a:lnTo>
                    <a:pt x="1319" y="94"/>
                  </a:lnTo>
                  <a:lnTo>
                    <a:pt x="1281" y="38"/>
                  </a:lnTo>
                  <a:lnTo>
                    <a:pt x="1225" y="19"/>
                  </a:lnTo>
                  <a:lnTo>
                    <a:pt x="116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2"/>
            <p:cNvSpPr/>
            <p:nvPr/>
          </p:nvSpPr>
          <p:spPr>
            <a:xfrm>
              <a:off x="2938338" y="2566120"/>
              <a:ext cx="85609" cy="219487"/>
            </a:xfrm>
            <a:custGeom>
              <a:rect b="b" l="l" r="r" t="t"/>
              <a:pathLst>
                <a:path extrusionOk="0" h="10863" w="4237">
                  <a:moveTo>
                    <a:pt x="2392" y="1"/>
                  </a:moveTo>
                  <a:lnTo>
                    <a:pt x="1902" y="170"/>
                  </a:lnTo>
                  <a:lnTo>
                    <a:pt x="1771" y="208"/>
                  </a:lnTo>
                  <a:lnTo>
                    <a:pt x="1281" y="358"/>
                  </a:lnTo>
                  <a:lnTo>
                    <a:pt x="1131" y="415"/>
                  </a:lnTo>
                  <a:lnTo>
                    <a:pt x="603" y="565"/>
                  </a:lnTo>
                  <a:lnTo>
                    <a:pt x="472" y="622"/>
                  </a:lnTo>
                  <a:lnTo>
                    <a:pt x="283" y="678"/>
                  </a:lnTo>
                  <a:lnTo>
                    <a:pt x="189" y="716"/>
                  </a:lnTo>
                  <a:lnTo>
                    <a:pt x="133" y="791"/>
                  </a:lnTo>
                  <a:lnTo>
                    <a:pt x="95" y="885"/>
                  </a:lnTo>
                  <a:lnTo>
                    <a:pt x="76" y="979"/>
                  </a:lnTo>
                  <a:lnTo>
                    <a:pt x="152" y="1620"/>
                  </a:lnTo>
                  <a:lnTo>
                    <a:pt x="95" y="1714"/>
                  </a:lnTo>
                  <a:lnTo>
                    <a:pt x="57" y="1827"/>
                  </a:lnTo>
                  <a:lnTo>
                    <a:pt x="20" y="1921"/>
                  </a:lnTo>
                  <a:lnTo>
                    <a:pt x="1" y="2034"/>
                  </a:lnTo>
                  <a:lnTo>
                    <a:pt x="1" y="2147"/>
                  </a:lnTo>
                  <a:lnTo>
                    <a:pt x="1" y="2260"/>
                  </a:lnTo>
                  <a:lnTo>
                    <a:pt x="1" y="2373"/>
                  </a:lnTo>
                  <a:lnTo>
                    <a:pt x="20" y="2467"/>
                  </a:lnTo>
                  <a:lnTo>
                    <a:pt x="378" y="3088"/>
                  </a:lnTo>
                  <a:lnTo>
                    <a:pt x="942" y="9244"/>
                  </a:lnTo>
                  <a:lnTo>
                    <a:pt x="999" y="9508"/>
                  </a:lnTo>
                  <a:lnTo>
                    <a:pt x="1074" y="9752"/>
                  </a:lnTo>
                  <a:lnTo>
                    <a:pt x="1168" y="9978"/>
                  </a:lnTo>
                  <a:lnTo>
                    <a:pt x="1262" y="10166"/>
                  </a:lnTo>
                  <a:lnTo>
                    <a:pt x="1394" y="10317"/>
                  </a:lnTo>
                  <a:lnTo>
                    <a:pt x="1507" y="10468"/>
                  </a:lnTo>
                  <a:lnTo>
                    <a:pt x="1658" y="10581"/>
                  </a:lnTo>
                  <a:lnTo>
                    <a:pt x="1789" y="10675"/>
                  </a:lnTo>
                  <a:lnTo>
                    <a:pt x="1959" y="10750"/>
                  </a:lnTo>
                  <a:lnTo>
                    <a:pt x="2109" y="10807"/>
                  </a:lnTo>
                  <a:lnTo>
                    <a:pt x="2260" y="10844"/>
                  </a:lnTo>
                  <a:lnTo>
                    <a:pt x="2430" y="10863"/>
                  </a:lnTo>
                  <a:lnTo>
                    <a:pt x="2599" y="10844"/>
                  </a:lnTo>
                  <a:lnTo>
                    <a:pt x="2750" y="10825"/>
                  </a:lnTo>
                  <a:lnTo>
                    <a:pt x="2919" y="10788"/>
                  </a:lnTo>
                  <a:lnTo>
                    <a:pt x="3070" y="10712"/>
                  </a:lnTo>
                  <a:lnTo>
                    <a:pt x="3239" y="10637"/>
                  </a:lnTo>
                  <a:lnTo>
                    <a:pt x="3371" y="10543"/>
                  </a:lnTo>
                  <a:lnTo>
                    <a:pt x="3521" y="10430"/>
                  </a:lnTo>
                  <a:lnTo>
                    <a:pt x="3653" y="10317"/>
                  </a:lnTo>
                  <a:lnTo>
                    <a:pt x="3766" y="10185"/>
                  </a:lnTo>
                  <a:lnTo>
                    <a:pt x="3879" y="10035"/>
                  </a:lnTo>
                  <a:lnTo>
                    <a:pt x="3992" y="9865"/>
                  </a:lnTo>
                  <a:lnTo>
                    <a:pt x="4067" y="9696"/>
                  </a:lnTo>
                  <a:lnTo>
                    <a:pt x="4143" y="9508"/>
                  </a:lnTo>
                  <a:lnTo>
                    <a:pt x="4199" y="9300"/>
                  </a:lnTo>
                  <a:lnTo>
                    <a:pt x="4218" y="9093"/>
                  </a:lnTo>
                  <a:lnTo>
                    <a:pt x="4237" y="8867"/>
                  </a:lnTo>
                  <a:lnTo>
                    <a:pt x="4237" y="8642"/>
                  </a:lnTo>
                  <a:lnTo>
                    <a:pt x="4199" y="8416"/>
                  </a:lnTo>
                  <a:lnTo>
                    <a:pt x="4161" y="8171"/>
                  </a:lnTo>
                  <a:lnTo>
                    <a:pt x="4086" y="7926"/>
                  </a:lnTo>
                  <a:lnTo>
                    <a:pt x="2185" y="2636"/>
                  </a:lnTo>
                  <a:lnTo>
                    <a:pt x="3296" y="2015"/>
                  </a:lnTo>
                  <a:lnTo>
                    <a:pt x="2693" y="151"/>
                  </a:lnTo>
                  <a:lnTo>
                    <a:pt x="2655" y="76"/>
                  </a:lnTo>
                  <a:lnTo>
                    <a:pt x="2580" y="19"/>
                  </a:lnTo>
                  <a:lnTo>
                    <a:pt x="248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2"/>
            <p:cNvSpPr/>
            <p:nvPr/>
          </p:nvSpPr>
          <p:spPr>
            <a:xfrm>
              <a:off x="2938338" y="2566120"/>
              <a:ext cx="85609" cy="219487"/>
            </a:xfrm>
            <a:custGeom>
              <a:rect b="b" l="l" r="r" t="t"/>
              <a:pathLst>
                <a:path extrusionOk="0" fill="none" h="10863" w="4237">
                  <a:moveTo>
                    <a:pt x="283" y="678"/>
                  </a:moveTo>
                  <a:lnTo>
                    <a:pt x="472" y="622"/>
                  </a:lnTo>
                  <a:lnTo>
                    <a:pt x="603" y="565"/>
                  </a:lnTo>
                  <a:lnTo>
                    <a:pt x="1131" y="415"/>
                  </a:lnTo>
                  <a:lnTo>
                    <a:pt x="1281" y="358"/>
                  </a:lnTo>
                  <a:lnTo>
                    <a:pt x="1771" y="208"/>
                  </a:lnTo>
                  <a:lnTo>
                    <a:pt x="1902" y="170"/>
                  </a:lnTo>
                  <a:lnTo>
                    <a:pt x="2392" y="1"/>
                  </a:lnTo>
                  <a:lnTo>
                    <a:pt x="2392" y="1"/>
                  </a:lnTo>
                  <a:lnTo>
                    <a:pt x="2486" y="1"/>
                  </a:lnTo>
                  <a:lnTo>
                    <a:pt x="2580" y="19"/>
                  </a:lnTo>
                  <a:lnTo>
                    <a:pt x="2655" y="76"/>
                  </a:lnTo>
                  <a:lnTo>
                    <a:pt x="2693" y="151"/>
                  </a:lnTo>
                  <a:lnTo>
                    <a:pt x="3296" y="2015"/>
                  </a:lnTo>
                  <a:lnTo>
                    <a:pt x="2185" y="2636"/>
                  </a:lnTo>
                  <a:lnTo>
                    <a:pt x="4086" y="7926"/>
                  </a:lnTo>
                  <a:lnTo>
                    <a:pt x="4086" y="7926"/>
                  </a:lnTo>
                  <a:lnTo>
                    <a:pt x="4161" y="8171"/>
                  </a:lnTo>
                  <a:lnTo>
                    <a:pt x="4199" y="8416"/>
                  </a:lnTo>
                  <a:lnTo>
                    <a:pt x="4237" y="8642"/>
                  </a:lnTo>
                  <a:lnTo>
                    <a:pt x="4237" y="8867"/>
                  </a:lnTo>
                  <a:lnTo>
                    <a:pt x="4218" y="9093"/>
                  </a:lnTo>
                  <a:lnTo>
                    <a:pt x="4199" y="9300"/>
                  </a:lnTo>
                  <a:lnTo>
                    <a:pt x="4143" y="9508"/>
                  </a:lnTo>
                  <a:lnTo>
                    <a:pt x="4067" y="9696"/>
                  </a:lnTo>
                  <a:lnTo>
                    <a:pt x="3992" y="9865"/>
                  </a:lnTo>
                  <a:lnTo>
                    <a:pt x="3879" y="10035"/>
                  </a:lnTo>
                  <a:lnTo>
                    <a:pt x="3766" y="10185"/>
                  </a:lnTo>
                  <a:lnTo>
                    <a:pt x="3653" y="10317"/>
                  </a:lnTo>
                  <a:lnTo>
                    <a:pt x="3521" y="10430"/>
                  </a:lnTo>
                  <a:lnTo>
                    <a:pt x="3371" y="10543"/>
                  </a:lnTo>
                  <a:lnTo>
                    <a:pt x="3239" y="10637"/>
                  </a:lnTo>
                  <a:lnTo>
                    <a:pt x="3070" y="10712"/>
                  </a:lnTo>
                  <a:lnTo>
                    <a:pt x="2919" y="10788"/>
                  </a:lnTo>
                  <a:lnTo>
                    <a:pt x="2750" y="10825"/>
                  </a:lnTo>
                  <a:lnTo>
                    <a:pt x="2599" y="10844"/>
                  </a:lnTo>
                  <a:lnTo>
                    <a:pt x="2430" y="10863"/>
                  </a:lnTo>
                  <a:lnTo>
                    <a:pt x="2260" y="10844"/>
                  </a:lnTo>
                  <a:lnTo>
                    <a:pt x="2109" y="10807"/>
                  </a:lnTo>
                  <a:lnTo>
                    <a:pt x="1959" y="10750"/>
                  </a:lnTo>
                  <a:lnTo>
                    <a:pt x="1789" y="10675"/>
                  </a:lnTo>
                  <a:lnTo>
                    <a:pt x="1658" y="10581"/>
                  </a:lnTo>
                  <a:lnTo>
                    <a:pt x="1507" y="10468"/>
                  </a:lnTo>
                  <a:lnTo>
                    <a:pt x="1394" y="10317"/>
                  </a:lnTo>
                  <a:lnTo>
                    <a:pt x="1262" y="10166"/>
                  </a:lnTo>
                  <a:lnTo>
                    <a:pt x="1168" y="9978"/>
                  </a:lnTo>
                  <a:lnTo>
                    <a:pt x="1074" y="9752"/>
                  </a:lnTo>
                  <a:lnTo>
                    <a:pt x="999" y="9508"/>
                  </a:lnTo>
                  <a:lnTo>
                    <a:pt x="942" y="9244"/>
                  </a:lnTo>
                  <a:lnTo>
                    <a:pt x="378" y="3088"/>
                  </a:lnTo>
                  <a:lnTo>
                    <a:pt x="20" y="2467"/>
                  </a:lnTo>
                  <a:lnTo>
                    <a:pt x="20" y="2467"/>
                  </a:lnTo>
                  <a:lnTo>
                    <a:pt x="1" y="2373"/>
                  </a:lnTo>
                  <a:lnTo>
                    <a:pt x="1" y="2260"/>
                  </a:lnTo>
                  <a:lnTo>
                    <a:pt x="1" y="2147"/>
                  </a:lnTo>
                  <a:lnTo>
                    <a:pt x="1" y="2034"/>
                  </a:lnTo>
                  <a:lnTo>
                    <a:pt x="20" y="1921"/>
                  </a:lnTo>
                  <a:lnTo>
                    <a:pt x="57" y="1827"/>
                  </a:lnTo>
                  <a:lnTo>
                    <a:pt x="95" y="1714"/>
                  </a:lnTo>
                  <a:lnTo>
                    <a:pt x="152" y="1620"/>
                  </a:lnTo>
                  <a:lnTo>
                    <a:pt x="76" y="979"/>
                  </a:lnTo>
                  <a:lnTo>
                    <a:pt x="76" y="979"/>
                  </a:lnTo>
                  <a:lnTo>
                    <a:pt x="95" y="885"/>
                  </a:lnTo>
                  <a:lnTo>
                    <a:pt x="133" y="791"/>
                  </a:lnTo>
                  <a:lnTo>
                    <a:pt x="189" y="716"/>
                  </a:lnTo>
                  <a:lnTo>
                    <a:pt x="283" y="6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2"/>
            <p:cNvSpPr/>
            <p:nvPr/>
          </p:nvSpPr>
          <p:spPr>
            <a:xfrm>
              <a:off x="2974101" y="2569534"/>
              <a:ext cx="2687" cy="788"/>
            </a:xfrm>
            <a:custGeom>
              <a:rect b="b" l="l" r="r" t="t"/>
              <a:pathLst>
                <a:path extrusionOk="0" h="39" w="133">
                  <a:moveTo>
                    <a:pt x="132" y="1"/>
                  </a:moveTo>
                  <a:lnTo>
                    <a:pt x="1" y="39"/>
                  </a:lnTo>
                  <a:lnTo>
                    <a:pt x="1" y="39"/>
                  </a:lnTo>
                  <a:lnTo>
                    <a:pt x="1" y="39"/>
                  </a:lnTo>
                  <a:lnTo>
                    <a:pt x="132" y="1"/>
                  </a:lnTo>
                  <a:lnTo>
                    <a:pt x="132" y="1"/>
                  </a:lnTo>
                  <a:close/>
                </a:path>
              </a:pathLst>
            </a:custGeom>
            <a:solidFill>
              <a:srgbClr val="3922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2"/>
            <p:cNvSpPr/>
            <p:nvPr/>
          </p:nvSpPr>
          <p:spPr>
            <a:xfrm>
              <a:off x="2974101" y="2569534"/>
              <a:ext cx="2687" cy="788"/>
            </a:xfrm>
            <a:custGeom>
              <a:rect b="b" l="l" r="r" t="t"/>
              <a:pathLst>
                <a:path extrusionOk="0" fill="none" h="39" w="133">
                  <a:moveTo>
                    <a:pt x="132" y="1"/>
                  </a:moveTo>
                  <a:lnTo>
                    <a:pt x="1" y="39"/>
                  </a:lnTo>
                  <a:lnTo>
                    <a:pt x="1" y="39"/>
                  </a:lnTo>
                  <a:lnTo>
                    <a:pt x="1" y="39"/>
                  </a:lnTo>
                  <a:lnTo>
                    <a:pt x="132" y="1"/>
                  </a:lnTo>
                  <a:lnTo>
                    <a:pt x="13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2"/>
            <p:cNvSpPr/>
            <p:nvPr/>
          </p:nvSpPr>
          <p:spPr>
            <a:xfrm>
              <a:off x="2974101" y="2569534"/>
              <a:ext cx="11436" cy="24751"/>
            </a:xfrm>
            <a:custGeom>
              <a:rect b="b" l="l" r="r" t="t"/>
              <a:pathLst>
                <a:path extrusionOk="0" h="1225" w="566">
                  <a:moveTo>
                    <a:pt x="132" y="1"/>
                  </a:moveTo>
                  <a:lnTo>
                    <a:pt x="1" y="39"/>
                  </a:lnTo>
                  <a:lnTo>
                    <a:pt x="208" y="603"/>
                  </a:lnTo>
                  <a:lnTo>
                    <a:pt x="415" y="1168"/>
                  </a:lnTo>
                  <a:lnTo>
                    <a:pt x="434" y="1206"/>
                  </a:lnTo>
                  <a:lnTo>
                    <a:pt x="490" y="1225"/>
                  </a:lnTo>
                  <a:lnTo>
                    <a:pt x="509" y="1225"/>
                  </a:lnTo>
                  <a:lnTo>
                    <a:pt x="547" y="1206"/>
                  </a:lnTo>
                  <a:lnTo>
                    <a:pt x="565" y="1168"/>
                  </a:lnTo>
                  <a:lnTo>
                    <a:pt x="565" y="1130"/>
                  </a:lnTo>
                  <a:lnTo>
                    <a:pt x="358" y="547"/>
                  </a:lnTo>
                  <a:lnTo>
                    <a:pt x="13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2"/>
            <p:cNvSpPr/>
            <p:nvPr/>
          </p:nvSpPr>
          <p:spPr>
            <a:xfrm>
              <a:off x="2961170" y="2573353"/>
              <a:ext cx="11436" cy="25115"/>
            </a:xfrm>
            <a:custGeom>
              <a:rect b="b" l="l" r="r" t="t"/>
              <a:pathLst>
                <a:path extrusionOk="0" h="1243" w="566">
                  <a:moveTo>
                    <a:pt x="151" y="0"/>
                  </a:moveTo>
                  <a:lnTo>
                    <a:pt x="1" y="57"/>
                  </a:lnTo>
                  <a:lnTo>
                    <a:pt x="226" y="621"/>
                  </a:lnTo>
                  <a:lnTo>
                    <a:pt x="415" y="1186"/>
                  </a:lnTo>
                  <a:lnTo>
                    <a:pt x="452" y="1224"/>
                  </a:lnTo>
                  <a:lnTo>
                    <a:pt x="490" y="1243"/>
                  </a:lnTo>
                  <a:lnTo>
                    <a:pt x="528" y="1243"/>
                  </a:lnTo>
                  <a:lnTo>
                    <a:pt x="546" y="1224"/>
                  </a:lnTo>
                  <a:lnTo>
                    <a:pt x="565" y="1186"/>
                  </a:lnTo>
                  <a:lnTo>
                    <a:pt x="565" y="1149"/>
                  </a:lnTo>
                  <a:lnTo>
                    <a:pt x="377" y="565"/>
                  </a:lnTo>
                  <a:lnTo>
                    <a:pt x="15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2"/>
            <p:cNvSpPr/>
            <p:nvPr/>
          </p:nvSpPr>
          <p:spPr>
            <a:xfrm>
              <a:off x="2947855" y="2577536"/>
              <a:ext cx="11436" cy="25115"/>
            </a:xfrm>
            <a:custGeom>
              <a:rect b="b" l="l" r="r" t="t"/>
              <a:pathLst>
                <a:path extrusionOk="0" h="1243" w="566">
                  <a:moveTo>
                    <a:pt x="132" y="0"/>
                  </a:moveTo>
                  <a:lnTo>
                    <a:pt x="1" y="57"/>
                  </a:lnTo>
                  <a:lnTo>
                    <a:pt x="208" y="622"/>
                  </a:lnTo>
                  <a:lnTo>
                    <a:pt x="415" y="1186"/>
                  </a:lnTo>
                  <a:lnTo>
                    <a:pt x="434" y="1224"/>
                  </a:lnTo>
                  <a:lnTo>
                    <a:pt x="490" y="1243"/>
                  </a:lnTo>
                  <a:lnTo>
                    <a:pt x="509" y="1224"/>
                  </a:lnTo>
                  <a:lnTo>
                    <a:pt x="547" y="1205"/>
                  </a:lnTo>
                  <a:lnTo>
                    <a:pt x="565" y="1186"/>
                  </a:lnTo>
                  <a:lnTo>
                    <a:pt x="565" y="1149"/>
                  </a:lnTo>
                  <a:lnTo>
                    <a:pt x="358" y="565"/>
                  </a:lnTo>
                  <a:lnTo>
                    <a:pt x="13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2"/>
            <p:cNvSpPr/>
            <p:nvPr/>
          </p:nvSpPr>
          <p:spPr>
            <a:xfrm>
              <a:off x="2984749" y="2872323"/>
              <a:ext cx="97772" cy="94357"/>
            </a:xfrm>
            <a:custGeom>
              <a:rect b="b" l="l" r="r" t="t"/>
              <a:pathLst>
                <a:path extrusionOk="0" h="4670" w="4839">
                  <a:moveTo>
                    <a:pt x="3841" y="0"/>
                  </a:moveTo>
                  <a:lnTo>
                    <a:pt x="3333" y="151"/>
                  </a:lnTo>
                  <a:lnTo>
                    <a:pt x="2843" y="320"/>
                  </a:lnTo>
                  <a:lnTo>
                    <a:pt x="2354" y="509"/>
                  </a:lnTo>
                  <a:lnTo>
                    <a:pt x="1864" y="716"/>
                  </a:lnTo>
                  <a:lnTo>
                    <a:pt x="1394" y="923"/>
                  </a:lnTo>
                  <a:lnTo>
                    <a:pt x="923" y="1149"/>
                  </a:lnTo>
                  <a:lnTo>
                    <a:pt x="453" y="1393"/>
                  </a:lnTo>
                  <a:lnTo>
                    <a:pt x="1" y="1657"/>
                  </a:lnTo>
                  <a:lnTo>
                    <a:pt x="208" y="2956"/>
                  </a:lnTo>
                  <a:lnTo>
                    <a:pt x="283" y="3521"/>
                  </a:lnTo>
                  <a:lnTo>
                    <a:pt x="340" y="4029"/>
                  </a:lnTo>
                  <a:lnTo>
                    <a:pt x="434" y="4142"/>
                  </a:lnTo>
                  <a:lnTo>
                    <a:pt x="528" y="4236"/>
                  </a:lnTo>
                  <a:lnTo>
                    <a:pt x="622" y="4330"/>
                  </a:lnTo>
                  <a:lnTo>
                    <a:pt x="735" y="4406"/>
                  </a:lnTo>
                  <a:lnTo>
                    <a:pt x="961" y="4518"/>
                  </a:lnTo>
                  <a:lnTo>
                    <a:pt x="1206" y="4594"/>
                  </a:lnTo>
                  <a:lnTo>
                    <a:pt x="1469" y="4650"/>
                  </a:lnTo>
                  <a:lnTo>
                    <a:pt x="1752" y="4669"/>
                  </a:lnTo>
                  <a:lnTo>
                    <a:pt x="2053" y="4650"/>
                  </a:lnTo>
                  <a:lnTo>
                    <a:pt x="2354" y="4594"/>
                  </a:lnTo>
                  <a:lnTo>
                    <a:pt x="2655" y="4518"/>
                  </a:lnTo>
                  <a:lnTo>
                    <a:pt x="2975" y="4406"/>
                  </a:lnTo>
                  <a:lnTo>
                    <a:pt x="3295" y="4255"/>
                  </a:lnTo>
                  <a:lnTo>
                    <a:pt x="3615" y="4104"/>
                  </a:lnTo>
                  <a:lnTo>
                    <a:pt x="3916" y="3916"/>
                  </a:lnTo>
                  <a:lnTo>
                    <a:pt x="4237" y="3709"/>
                  </a:lnTo>
                  <a:lnTo>
                    <a:pt x="4538" y="3483"/>
                  </a:lnTo>
                  <a:lnTo>
                    <a:pt x="4839" y="3219"/>
                  </a:lnTo>
                  <a:lnTo>
                    <a:pt x="4444" y="2015"/>
                  </a:lnTo>
                  <a:lnTo>
                    <a:pt x="384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2"/>
            <p:cNvSpPr/>
            <p:nvPr/>
          </p:nvSpPr>
          <p:spPr>
            <a:xfrm>
              <a:off x="2965352" y="2736911"/>
              <a:ext cx="97024" cy="168894"/>
            </a:xfrm>
            <a:custGeom>
              <a:rect b="b" l="l" r="r" t="t"/>
              <a:pathLst>
                <a:path extrusionOk="0" h="8359" w="4802">
                  <a:moveTo>
                    <a:pt x="2636" y="0"/>
                  </a:moveTo>
                  <a:lnTo>
                    <a:pt x="2354" y="76"/>
                  </a:lnTo>
                  <a:lnTo>
                    <a:pt x="2015" y="170"/>
                  </a:lnTo>
                  <a:lnTo>
                    <a:pt x="1657" y="283"/>
                  </a:lnTo>
                  <a:lnTo>
                    <a:pt x="1281" y="414"/>
                  </a:lnTo>
                  <a:lnTo>
                    <a:pt x="923" y="565"/>
                  </a:lnTo>
                  <a:lnTo>
                    <a:pt x="584" y="716"/>
                  </a:lnTo>
                  <a:lnTo>
                    <a:pt x="283" y="885"/>
                  </a:lnTo>
                  <a:lnTo>
                    <a:pt x="38" y="1055"/>
                  </a:lnTo>
                  <a:lnTo>
                    <a:pt x="19" y="1393"/>
                  </a:lnTo>
                  <a:lnTo>
                    <a:pt x="1" y="1770"/>
                  </a:lnTo>
                  <a:lnTo>
                    <a:pt x="1" y="2165"/>
                  </a:lnTo>
                  <a:lnTo>
                    <a:pt x="38" y="2579"/>
                  </a:lnTo>
                  <a:lnTo>
                    <a:pt x="76" y="3031"/>
                  </a:lnTo>
                  <a:lnTo>
                    <a:pt x="114" y="3483"/>
                  </a:lnTo>
                  <a:lnTo>
                    <a:pt x="245" y="4443"/>
                  </a:lnTo>
                  <a:lnTo>
                    <a:pt x="415" y="5422"/>
                  </a:lnTo>
                  <a:lnTo>
                    <a:pt x="584" y="6420"/>
                  </a:lnTo>
                  <a:lnTo>
                    <a:pt x="961" y="8359"/>
                  </a:lnTo>
                  <a:lnTo>
                    <a:pt x="1413" y="8095"/>
                  </a:lnTo>
                  <a:lnTo>
                    <a:pt x="1883" y="7851"/>
                  </a:lnTo>
                  <a:lnTo>
                    <a:pt x="2354" y="7625"/>
                  </a:lnTo>
                  <a:lnTo>
                    <a:pt x="2824" y="7418"/>
                  </a:lnTo>
                  <a:lnTo>
                    <a:pt x="3314" y="7211"/>
                  </a:lnTo>
                  <a:lnTo>
                    <a:pt x="3803" y="7022"/>
                  </a:lnTo>
                  <a:lnTo>
                    <a:pt x="4293" y="6853"/>
                  </a:lnTo>
                  <a:lnTo>
                    <a:pt x="4801" y="6702"/>
                  </a:lnTo>
                  <a:lnTo>
                    <a:pt x="4180" y="4650"/>
                  </a:lnTo>
                  <a:lnTo>
                    <a:pt x="3559" y="2636"/>
                  </a:lnTo>
                  <a:lnTo>
                    <a:pt x="3013" y="979"/>
                  </a:lnTo>
                  <a:lnTo>
                    <a:pt x="2806" y="377"/>
                  </a:lnTo>
                  <a:lnTo>
                    <a:pt x="263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2"/>
            <p:cNvSpPr/>
            <p:nvPr/>
          </p:nvSpPr>
          <p:spPr>
            <a:xfrm>
              <a:off x="3260525" y="2536075"/>
              <a:ext cx="30449" cy="16366"/>
            </a:xfrm>
            <a:custGeom>
              <a:rect b="b" l="l" r="r" t="t"/>
              <a:pathLst>
                <a:path extrusionOk="0" h="810" w="1507">
                  <a:moveTo>
                    <a:pt x="283" y="0"/>
                  </a:moveTo>
                  <a:lnTo>
                    <a:pt x="226" y="19"/>
                  </a:lnTo>
                  <a:lnTo>
                    <a:pt x="189" y="57"/>
                  </a:lnTo>
                  <a:lnTo>
                    <a:pt x="151" y="113"/>
                  </a:lnTo>
                  <a:lnTo>
                    <a:pt x="0" y="753"/>
                  </a:lnTo>
                  <a:lnTo>
                    <a:pt x="415" y="772"/>
                  </a:lnTo>
                  <a:lnTo>
                    <a:pt x="829" y="810"/>
                  </a:lnTo>
                  <a:lnTo>
                    <a:pt x="961" y="810"/>
                  </a:lnTo>
                  <a:lnTo>
                    <a:pt x="1092" y="772"/>
                  </a:lnTo>
                  <a:lnTo>
                    <a:pt x="1205" y="734"/>
                  </a:lnTo>
                  <a:lnTo>
                    <a:pt x="1318" y="659"/>
                  </a:lnTo>
                  <a:lnTo>
                    <a:pt x="1412" y="546"/>
                  </a:lnTo>
                  <a:lnTo>
                    <a:pt x="1469" y="433"/>
                  </a:lnTo>
                  <a:lnTo>
                    <a:pt x="1506" y="320"/>
                  </a:lnTo>
                  <a:lnTo>
                    <a:pt x="1506" y="170"/>
                  </a:lnTo>
                  <a:lnTo>
                    <a:pt x="33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2"/>
            <p:cNvSpPr/>
            <p:nvPr/>
          </p:nvSpPr>
          <p:spPr>
            <a:xfrm>
              <a:off x="3251393" y="2545572"/>
              <a:ext cx="78375" cy="214941"/>
            </a:xfrm>
            <a:custGeom>
              <a:rect b="b" l="l" r="r" t="t"/>
              <a:pathLst>
                <a:path extrusionOk="0" h="10638" w="3879">
                  <a:moveTo>
                    <a:pt x="358" y="1"/>
                  </a:moveTo>
                  <a:lnTo>
                    <a:pt x="283" y="39"/>
                  </a:lnTo>
                  <a:lnTo>
                    <a:pt x="227" y="114"/>
                  </a:lnTo>
                  <a:lnTo>
                    <a:pt x="208" y="208"/>
                  </a:lnTo>
                  <a:lnTo>
                    <a:pt x="1" y="2147"/>
                  </a:lnTo>
                  <a:lnTo>
                    <a:pt x="1243" y="2524"/>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00" y="359"/>
                  </a:lnTo>
                  <a:lnTo>
                    <a:pt x="2843" y="283"/>
                  </a:lnTo>
                  <a:lnTo>
                    <a:pt x="2768" y="227"/>
                  </a:lnTo>
                  <a:lnTo>
                    <a:pt x="2674" y="189"/>
                  </a:lnTo>
                  <a:lnTo>
                    <a:pt x="2467" y="170"/>
                  </a:lnTo>
                  <a:lnTo>
                    <a:pt x="2316" y="170"/>
                  </a:lnTo>
                  <a:lnTo>
                    <a:pt x="1789" y="114"/>
                  </a:lnTo>
                  <a:lnTo>
                    <a:pt x="1638" y="95"/>
                  </a:lnTo>
                  <a:lnTo>
                    <a:pt x="1111" y="57"/>
                  </a:lnTo>
                  <a:lnTo>
                    <a:pt x="961" y="39"/>
                  </a:lnTo>
                  <a:lnTo>
                    <a:pt x="45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2"/>
            <p:cNvSpPr/>
            <p:nvPr/>
          </p:nvSpPr>
          <p:spPr>
            <a:xfrm>
              <a:off x="3251393" y="2545572"/>
              <a:ext cx="78375" cy="214941"/>
            </a:xfrm>
            <a:custGeom>
              <a:rect b="b" l="l" r="r" t="t"/>
              <a:pathLst>
                <a:path extrusionOk="0" fill="none" h="10638" w="3879">
                  <a:moveTo>
                    <a:pt x="2674" y="189"/>
                  </a:moveTo>
                  <a:lnTo>
                    <a:pt x="2467" y="170"/>
                  </a:lnTo>
                  <a:lnTo>
                    <a:pt x="2316" y="170"/>
                  </a:lnTo>
                  <a:lnTo>
                    <a:pt x="1789" y="114"/>
                  </a:lnTo>
                  <a:lnTo>
                    <a:pt x="1638" y="95"/>
                  </a:lnTo>
                  <a:lnTo>
                    <a:pt x="1111" y="57"/>
                  </a:lnTo>
                  <a:lnTo>
                    <a:pt x="961" y="39"/>
                  </a:lnTo>
                  <a:lnTo>
                    <a:pt x="452" y="1"/>
                  </a:lnTo>
                  <a:lnTo>
                    <a:pt x="452" y="1"/>
                  </a:lnTo>
                  <a:lnTo>
                    <a:pt x="358" y="1"/>
                  </a:lnTo>
                  <a:lnTo>
                    <a:pt x="283" y="39"/>
                  </a:lnTo>
                  <a:lnTo>
                    <a:pt x="227" y="114"/>
                  </a:lnTo>
                  <a:lnTo>
                    <a:pt x="208" y="208"/>
                  </a:lnTo>
                  <a:lnTo>
                    <a:pt x="1" y="2147"/>
                  </a:lnTo>
                  <a:lnTo>
                    <a:pt x="1243" y="2524"/>
                  </a:lnTo>
                  <a:lnTo>
                    <a:pt x="509" y="8077"/>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37" y="453"/>
                  </a:lnTo>
                  <a:lnTo>
                    <a:pt x="2900" y="359"/>
                  </a:lnTo>
                  <a:lnTo>
                    <a:pt x="2843" y="283"/>
                  </a:lnTo>
                  <a:lnTo>
                    <a:pt x="2768" y="227"/>
                  </a:lnTo>
                  <a:lnTo>
                    <a:pt x="2674" y="18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2"/>
            <p:cNvSpPr/>
            <p:nvPr/>
          </p:nvSpPr>
          <p:spPr>
            <a:xfrm>
              <a:off x="3267375" y="2546339"/>
              <a:ext cx="6486" cy="25883"/>
            </a:xfrm>
            <a:custGeom>
              <a:rect b="b" l="l" r="r" t="t"/>
              <a:pathLst>
                <a:path extrusionOk="0" h="1281" w="321">
                  <a:moveTo>
                    <a:pt x="170" y="1"/>
                  </a:moveTo>
                  <a:lnTo>
                    <a:pt x="76" y="603"/>
                  </a:lnTo>
                  <a:lnTo>
                    <a:pt x="0" y="1205"/>
                  </a:lnTo>
                  <a:lnTo>
                    <a:pt x="19" y="1243"/>
                  </a:lnTo>
                  <a:lnTo>
                    <a:pt x="38" y="1262"/>
                  </a:lnTo>
                  <a:lnTo>
                    <a:pt x="76" y="1281"/>
                  </a:lnTo>
                  <a:lnTo>
                    <a:pt x="132" y="1262"/>
                  </a:lnTo>
                  <a:lnTo>
                    <a:pt x="151" y="1243"/>
                  </a:lnTo>
                  <a:lnTo>
                    <a:pt x="170" y="1205"/>
                  </a:lnTo>
                  <a:lnTo>
                    <a:pt x="226" y="622"/>
                  </a:lnTo>
                  <a:lnTo>
                    <a:pt x="320" y="19"/>
                  </a:lnTo>
                  <a:lnTo>
                    <a:pt x="17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2"/>
            <p:cNvSpPr/>
            <p:nvPr/>
          </p:nvSpPr>
          <p:spPr>
            <a:xfrm>
              <a:off x="3281074" y="2547491"/>
              <a:ext cx="6486" cy="26267"/>
            </a:xfrm>
            <a:custGeom>
              <a:rect b="b" l="l" r="r" t="t"/>
              <a:pathLst>
                <a:path extrusionOk="0" h="1300" w="321">
                  <a:moveTo>
                    <a:pt x="169" y="0"/>
                  </a:moveTo>
                  <a:lnTo>
                    <a:pt x="56" y="602"/>
                  </a:lnTo>
                  <a:lnTo>
                    <a:pt x="0" y="1205"/>
                  </a:lnTo>
                  <a:lnTo>
                    <a:pt x="0" y="1243"/>
                  </a:lnTo>
                  <a:lnTo>
                    <a:pt x="19" y="1280"/>
                  </a:lnTo>
                  <a:lnTo>
                    <a:pt x="75" y="1299"/>
                  </a:lnTo>
                  <a:lnTo>
                    <a:pt x="113" y="1280"/>
                  </a:lnTo>
                  <a:lnTo>
                    <a:pt x="132" y="1261"/>
                  </a:lnTo>
                  <a:lnTo>
                    <a:pt x="151" y="1224"/>
                  </a:lnTo>
                  <a:lnTo>
                    <a:pt x="207" y="621"/>
                  </a:lnTo>
                  <a:lnTo>
                    <a:pt x="320" y="19"/>
                  </a:lnTo>
                  <a:lnTo>
                    <a:pt x="16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2"/>
            <p:cNvSpPr/>
            <p:nvPr/>
          </p:nvSpPr>
          <p:spPr>
            <a:xfrm>
              <a:off x="3295136" y="2549006"/>
              <a:ext cx="6102" cy="25499"/>
            </a:xfrm>
            <a:custGeom>
              <a:rect b="b" l="l" r="r" t="t"/>
              <a:pathLst>
                <a:path extrusionOk="0" h="1262" w="302">
                  <a:moveTo>
                    <a:pt x="151" y="0"/>
                  </a:moveTo>
                  <a:lnTo>
                    <a:pt x="57" y="584"/>
                  </a:lnTo>
                  <a:lnTo>
                    <a:pt x="1" y="1186"/>
                  </a:lnTo>
                  <a:lnTo>
                    <a:pt x="1" y="1224"/>
                  </a:lnTo>
                  <a:lnTo>
                    <a:pt x="19" y="1243"/>
                  </a:lnTo>
                  <a:lnTo>
                    <a:pt x="76" y="1262"/>
                  </a:lnTo>
                  <a:lnTo>
                    <a:pt x="114" y="1262"/>
                  </a:lnTo>
                  <a:lnTo>
                    <a:pt x="132" y="1224"/>
                  </a:lnTo>
                  <a:lnTo>
                    <a:pt x="151" y="1205"/>
                  </a:lnTo>
                  <a:lnTo>
                    <a:pt x="208" y="603"/>
                  </a:lnTo>
                  <a:lnTo>
                    <a:pt x="30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2"/>
            <p:cNvSpPr/>
            <p:nvPr/>
          </p:nvSpPr>
          <p:spPr>
            <a:xfrm>
              <a:off x="3246826" y="2862422"/>
              <a:ext cx="93590" cy="102338"/>
            </a:xfrm>
            <a:custGeom>
              <a:rect b="b" l="l" r="r" t="t"/>
              <a:pathLst>
                <a:path extrusionOk="0" h="5065" w="4632">
                  <a:moveTo>
                    <a:pt x="321" y="1"/>
                  </a:moveTo>
                  <a:lnTo>
                    <a:pt x="132" y="2486"/>
                  </a:lnTo>
                  <a:lnTo>
                    <a:pt x="57" y="3389"/>
                  </a:lnTo>
                  <a:lnTo>
                    <a:pt x="1" y="3973"/>
                  </a:lnTo>
                  <a:lnTo>
                    <a:pt x="340" y="4142"/>
                  </a:lnTo>
                  <a:lnTo>
                    <a:pt x="660" y="4312"/>
                  </a:lnTo>
                  <a:lnTo>
                    <a:pt x="980" y="4444"/>
                  </a:lnTo>
                  <a:lnTo>
                    <a:pt x="1281" y="4575"/>
                  </a:lnTo>
                  <a:lnTo>
                    <a:pt x="1582" y="4688"/>
                  </a:lnTo>
                  <a:lnTo>
                    <a:pt x="1883" y="4783"/>
                  </a:lnTo>
                  <a:lnTo>
                    <a:pt x="2166" y="4858"/>
                  </a:lnTo>
                  <a:lnTo>
                    <a:pt x="2429" y="4933"/>
                  </a:lnTo>
                  <a:lnTo>
                    <a:pt x="2712" y="4971"/>
                  </a:lnTo>
                  <a:lnTo>
                    <a:pt x="2975" y="5008"/>
                  </a:lnTo>
                  <a:lnTo>
                    <a:pt x="3502" y="5065"/>
                  </a:lnTo>
                  <a:lnTo>
                    <a:pt x="4011" y="5065"/>
                  </a:lnTo>
                  <a:lnTo>
                    <a:pt x="4519" y="5027"/>
                  </a:lnTo>
                  <a:lnTo>
                    <a:pt x="4575" y="4161"/>
                  </a:lnTo>
                  <a:lnTo>
                    <a:pt x="4613" y="3164"/>
                  </a:lnTo>
                  <a:lnTo>
                    <a:pt x="4632" y="2109"/>
                  </a:lnTo>
                  <a:lnTo>
                    <a:pt x="4613" y="980"/>
                  </a:lnTo>
                  <a:lnTo>
                    <a:pt x="3559" y="679"/>
                  </a:lnTo>
                  <a:lnTo>
                    <a:pt x="2486" y="415"/>
                  </a:lnTo>
                  <a:lnTo>
                    <a:pt x="1394" y="189"/>
                  </a:lnTo>
                  <a:lnTo>
                    <a:pt x="32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2"/>
            <p:cNvSpPr/>
            <p:nvPr/>
          </p:nvSpPr>
          <p:spPr>
            <a:xfrm>
              <a:off x="3253292" y="2719029"/>
              <a:ext cx="86740" cy="163196"/>
            </a:xfrm>
            <a:custGeom>
              <a:rect b="b" l="l" r="r" t="t"/>
              <a:pathLst>
                <a:path extrusionOk="0" h="8077" w="4293">
                  <a:moveTo>
                    <a:pt x="641" y="0"/>
                  </a:moveTo>
                  <a:lnTo>
                    <a:pt x="565" y="396"/>
                  </a:lnTo>
                  <a:lnTo>
                    <a:pt x="490" y="1017"/>
                  </a:lnTo>
                  <a:lnTo>
                    <a:pt x="321" y="2749"/>
                  </a:lnTo>
                  <a:lnTo>
                    <a:pt x="151" y="4876"/>
                  </a:lnTo>
                  <a:lnTo>
                    <a:pt x="1" y="7098"/>
                  </a:lnTo>
                  <a:lnTo>
                    <a:pt x="1074" y="7286"/>
                  </a:lnTo>
                  <a:lnTo>
                    <a:pt x="2166" y="7512"/>
                  </a:lnTo>
                  <a:lnTo>
                    <a:pt x="3239" y="7776"/>
                  </a:lnTo>
                  <a:lnTo>
                    <a:pt x="4293" y="8077"/>
                  </a:lnTo>
                  <a:lnTo>
                    <a:pt x="4255" y="6966"/>
                  </a:lnTo>
                  <a:lnTo>
                    <a:pt x="4199" y="5874"/>
                  </a:lnTo>
                  <a:lnTo>
                    <a:pt x="4124" y="4782"/>
                  </a:lnTo>
                  <a:lnTo>
                    <a:pt x="4011" y="3747"/>
                  </a:lnTo>
                  <a:lnTo>
                    <a:pt x="3898" y="2768"/>
                  </a:lnTo>
                  <a:lnTo>
                    <a:pt x="3747" y="1883"/>
                  </a:lnTo>
                  <a:lnTo>
                    <a:pt x="3672" y="1469"/>
                  </a:lnTo>
                  <a:lnTo>
                    <a:pt x="3578" y="1111"/>
                  </a:lnTo>
                  <a:lnTo>
                    <a:pt x="3502" y="772"/>
                  </a:lnTo>
                  <a:lnTo>
                    <a:pt x="3408" y="471"/>
                  </a:lnTo>
                  <a:lnTo>
                    <a:pt x="3126" y="358"/>
                  </a:lnTo>
                  <a:lnTo>
                    <a:pt x="2787" y="264"/>
                  </a:lnTo>
                  <a:lnTo>
                    <a:pt x="2429" y="189"/>
                  </a:lnTo>
                  <a:lnTo>
                    <a:pt x="2053" y="113"/>
                  </a:lnTo>
                  <a:lnTo>
                    <a:pt x="1657" y="57"/>
                  </a:lnTo>
                  <a:lnTo>
                    <a:pt x="1281" y="19"/>
                  </a:lnTo>
                  <a:lnTo>
                    <a:pt x="94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2"/>
            <p:cNvSpPr/>
            <p:nvPr/>
          </p:nvSpPr>
          <p:spPr>
            <a:xfrm>
              <a:off x="2991598" y="2932796"/>
              <a:ext cx="346920" cy="447339"/>
            </a:xfrm>
            <a:custGeom>
              <a:rect b="b" l="l" r="r" t="t"/>
              <a:pathLst>
                <a:path extrusionOk="0" h="22140" w="17170">
                  <a:moveTo>
                    <a:pt x="7550" y="1"/>
                  </a:moveTo>
                  <a:lnTo>
                    <a:pt x="6477" y="19"/>
                  </a:lnTo>
                  <a:lnTo>
                    <a:pt x="5404" y="95"/>
                  </a:lnTo>
                  <a:lnTo>
                    <a:pt x="4349" y="189"/>
                  </a:lnTo>
                  <a:lnTo>
                    <a:pt x="3276" y="339"/>
                  </a:lnTo>
                  <a:lnTo>
                    <a:pt x="2184" y="528"/>
                  </a:lnTo>
                  <a:lnTo>
                    <a:pt x="1092" y="772"/>
                  </a:lnTo>
                  <a:lnTo>
                    <a:pt x="1" y="1036"/>
                  </a:lnTo>
                  <a:lnTo>
                    <a:pt x="396" y="3144"/>
                  </a:lnTo>
                  <a:lnTo>
                    <a:pt x="810" y="5404"/>
                  </a:lnTo>
                  <a:lnTo>
                    <a:pt x="998" y="6571"/>
                  </a:lnTo>
                  <a:lnTo>
                    <a:pt x="1187" y="7776"/>
                  </a:lnTo>
                  <a:lnTo>
                    <a:pt x="1356" y="8999"/>
                  </a:lnTo>
                  <a:lnTo>
                    <a:pt x="1525" y="10261"/>
                  </a:lnTo>
                  <a:lnTo>
                    <a:pt x="1638" y="11522"/>
                  </a:lnTo>
                  <a:lnTo>
                    <a:pt x="1751" y="12802"/>
                  </a:lnTo>
                  <a:lnTo>
                    <a:pt x="1827" y="14101"/>
                  </a:lnTo>
                  <a:lnTo>
                    <a:pt x="1864" y="15400"/>
                  </a:lnTo>
                  <a:lnTo>
                    <a:pt x="1864" y="16699"/>
                  </a:lnTo>
                  <a:lnTo>
                    <a:pt x="1846" y="17358"/>
                  </a:lnTo>
                  <a:lnTo>
                    <a:pt x="1808" y="18017"/>
                  </a:lnTo>
                  <a:lnTo>
                    <a:pt x="1770" y="18676"/>
                  </a:lnTo>
                  <a:lnTo>
                    <a:pt x="1714" y="19335"/>
                  </a:lnTo>
                  <a:lnTo>
                    <a:pt x="1638" y="19994"/>
                  </a:lnTo>
                  <a:lnTo>
                    <a:pt x="1563" y="20652"/>
                  </a:lnTo>
                  <a:lnTo>
                    <a:pt x="1921" y="20860"/>
                  </a:lnTo>
                  <a:lnTo>
                    <a:pt x="2297" y="21048"/>
                  </a:lnTo>
                  <a:lnTo>
                    <a:pt x="2693" y="21217"/>
                  </a:lnTo>
                  <a:lnTo>
                    <a:pt x="3107" y="21368"/>
                  </a:lnTo>
                  <a:lnTo>
                    <a:pt x="3521" y="21500"/>
                  </a:lnTo>
                  <a:lnTo>
                    <a:pt x="3973" y="21631"/>
                  </a:lnTo>
                  <a:lnTo>
                    <a:pt x="4425" y="21744"/>
                  </a:lnTo>
                  <a:lnTo>
                    <a:pt x="4895" y="21839"/>
                  </a:lnTo>
                  <a:lnTo>
                    <a:pt x="5366" y="21914"/>
                  </a:lnTo>
                  <a:lnTo>
                    <a:pt x="5855" y="21989"/>
                  </a:lnTo>
                  <a:lnTo>
                    <a:pt x="6345" y="22046"/>
                  </a:lnTo>
                  <a:lnTo>
                    <a:pt x="6853" y="22083"/>
                  </a:lnTo>
                  <a:lnTo>
                    <a:pt x="7361" y="22121"/>
                  </a:lnTo>
                  <a:lnTo>
                    <a:pt x="7889" y="22140"/>
                  </a:lnTo>
                  <a:lnTo>
                    <a:pt x="8397" y="22140"/>
                  </a:lnTo>
                  <a:lnTo>
                    <a:pt x="8924" y="22121"/>
                  </a:lnTo>
                  <a:lnTo>
                    <a:pt x="9959" y="22083"/>
                  </a:lnTo>
                  <a:lnTo>
                    <a:pt x="10995" y="21989"/>
                  </a:lnTo>
                  <a:lnTo>
                    <a:pt x="12011" y="21857"/>
                  </a:lnTo>
                  <a:lnTo>
                    <a:pt x="13009" y="21688"/>
                  </a:lnTo>
                  <a:lnTo>
                    <a:pt x="13950" y="21481"/>
                  </a:lnTo>
                  <a:lnTo>
                    <a:pt x="14854" y="21236"/>
                  </a:lnTo>
                  <a:lnTo>
                    <a:pt x="15306" y="21104"/>
                  </a:lnTo>
                  <a:lnTo>
                    <a:pt x="15720" y="20954"/>
                  </a:lnTo>
                  <a:lnTo>
                    <a:pt x="16115" y="20822"/>
                  </a:lnTo>
                  <a:lnTo>
                    <a:pt x="16492" y="20671"/>
                  </a:lnTo>
                  <a:lnTo>
                    <a:pt x="16379" y="19899"/>
                  </a:lnTo>
                  <a:lnTo>
                    <a:pt x="16285" y="19146"/>
                  </a:lnTo>
                  <a:lnTo>
                    <a:pt x="16210" y="18412"/>
                  </a:lnTo>
                  <a:lnTo>
                    <a:pt x="16153" y="17716"/>
                  </a:lnTo>
                  <a:lnTo>
                    <a:pt x="16115" y="17019"/>
                  </a:lnTo>
                  <a:lnTo>
                    <a:pt x="16078" y="16360"/>
                  </a:lnTo>
                  <a:lnTo>
                    <a:pt x="16059" y="15701"/>
                  </a:lnTo>
                  <a:lnTo>
                    <a:pt x="16059" y="15061"/>
                  </a:lnTo>
                  <a:lnTo>
                    <a:pt x="16078" y="14440"/>
                  </a:lnTo>
                  <a:lnTo>
                    <a:pt x="16097" y="13838"/>
                  </a:lnTo>
                  <a:lnTo>
                    <a:pt x="16172" y="12652"/>
                  </a:lnTo>
                  <a:lnTo>
                    <a:pt x="16266" y="11503"/>
                  </a:lnTo>
                  <a:lnTo>
                    <a:pt x="16398" y="10392"/>
                  </a:lnTo>
                  <a:lnTo>
                    <a:pt x="16680" y="8227"/>
                  </a:lnTo>
                  <a:lnTo>
                    <a:pt x="16812" y="7154"/>
                  </a:lnTo>
                  <a:lnTo>
                    <a:pt x="16944" y="6081"/>
                  </a:lnTo>
                  <a:lnTo>
                    <a:pt x="17057" y="4989"/>
                  </a:lnTo>
                  <a:lnTo>
                    <a:pt x="17132" y="3879"/>
                  </a:lnTo>
                  <a:lnTo>
                    <a:pt x="17151" y="3295"/>
                  </a:lnTo>
                  <a:lnTo>
                    <a:pt x="17170" y="2730"/>
                  </a:lnTo>
                  <a:lnTo>
                    <a:pt x="17170" y="2147"/>
                  </a:lnTo>
                  <a:lnTo>
                    <a:pt x="17151" y="1544"/>
                  </a:lnTo>
                  <a:lnTo>
                    <a:pt x="16078" y="1224"/>
                  </a:lnTo>
                  <a:lnTo>
                    <a:pt x="14986" y="942"/>
                  </a:lnTo>
                  <a:lnTo>
                    <a:pt x="13913" y="697"/>
                  </a:lnTo>
                  <a:lnTo>
                    <a:pt x="12859" y="490"/>
                  </a:lnTo>
                  <a:lnTo>
                    <a:pt x="11786" y="321"/>
                  </a:lnTo>
                  <a:lnTo>
                    <a:pt x="10731" y="170"/>
                  </a:lnTo>
                  <a:lnTo>
                    <a:pt x="9658" y="76"/>
                  </a:lnTo>
                  <a:lnTo>
                    <a:pt x="8604" y="19"/>
                  </a:lnTo>
                  <a:lnTo>
                    <a:pt x="755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91" name="Google Shape;2191;p42"/>
          <p:cNvSpPr txBox="1"/>
          <p:nvPr/>
        </p:nvSpPr>
        <p:spPr>
          <a:xfrm>
            <a:off x="441625" y="415625"/>
            <a:ext cx="2532900" cy="209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t>Slide 1 — Introduction to Türkiye</a:t>
            </a:r>
            <a:endParaRPr b="1" sz="1300"/>
          </a:p>
          <a:p>
            <a:pPr indent="-298450" lvl="0" marL="457200" rtl="0" algn="l">
              <a:lnSpc>
                <a:spcPct val="115000"/>
              </a:lnSpc>
              <a:spcBef>
                <a:spcPts val="1200"/>
              </a:spcBef>
              <a:spcAft>
                <a:spcPts val="0"/>
              </a:spcAft>
              <a:buSzPts val="1100"/>
              <a:buAutoNum type="arabicPeriod"/>
            </a:pPr>
            <a:r>
              <a:rPr lang="en" sz="1100" u="sng">
                <a:hlinkClick r:id="rId3"/>
              </a:rPr>
              <a:t>Wikipedia – Türkiye</a:t>
            </a:r>
            <a:endParaRPr sz="1100" u="sng"/>
          </a:p>
          <a:p>
            <a:pPr indent="-298450" lvl="0" marL="457200" rtl="0" algn="l">
              <a:lnSpc>
                <a:spcPct val="115000"/>
              </a:lnSpc>
              <a:spcBef>
                <a:spcPts val="0"/>
              </a:spcBef>
              <a:spcAft>
                <a:spcPts val="0"/>
              </a:spcAft>
              <a:buSzPts val="1100"/>
              <a:buAutoNum type="arabicPeriod"/>
            </a:pPr>
            <a:r>
              <a:rPr lang="en" sz="1100" u="sng">
                <a:solidFill>
                  <a:schemeClr val="hlink"/>
                </a:solidFill>
                <a:hlinkClick r:id="rId4"/>
              </a:rPr>
              <a:t>Britannica – Turkey Facts &amp; Geography</a:t>
            </a:r>
            <a:endParaRPr sz="1100" u="sng">
              <a:solidFill>
                <a:schemeClr val="hlink"/>
              </a:solidFill>
            </a:endParaRPr>
          </a:p>
          <a:p>
            <a:pPr indent="0" lvl="0" marL="0" rtl="0" algn="l">
              <a:spcBef>
                <a:spcPts val="1200"/>
              </a:spcBef>
              <a:spcAft>
                <a:spcPts val="0"/>
              </a:spcAft>
              <a:buNone/>
            </a:pPr>
            <a:r>
              <a:t/>
            </a:r>
            <a:endParaRPr>
              <a:solidFill>
                <a:schemeClr val="lt1"/>
              </a:solidFill>
              <a:latin typeface="Mallanna"/>
              <a:ea typeface="Mallanna"/>
              <a:cs typeface="Mallanna"/>
              <a:sym typeface="Mallanna"/>
            </a:endParaRPr>
          </a:p>
        </p:txBody>
      </p:sp>
      <p:sp>
        <p:nvSpPr>
          <p:cNvPr id="2192" name="Google Shape;2192;p42"/>
          <p:cNvSpPr txBox="1"/>
          <p:nvPr/>
        </p:nvSpPr>
        <p:spPr>
          <a:xfrm>
            <a:off x="441625" y="2506925"/>
            <a:ext cx="2805600" cy="15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b="1" lang="en" sz="1700"/>
              <a:t>Slide 2 —3  Introduction to Türkiye</a:t>
            </a:r>
            <a:endParaRPr b="1" sz="1300"/>
          </a:p>
          <a:p>
            <a:pPr indent="-317500" lvl="0" marL="457200" rtl="0" algn="l">
              <a:spcBef>
                <a:spcPts val="0"/>
              </a:spcBef>
              <a:spcAft>
                <a:spcPts val="0"/>
              </a:spcAft>
              <a:buSzPts val="1400"/>
              <a:buAutoNum type="arabicPeriod"/>
            </a:pPr>
            <a:r>
              <a:rPr lang="en"/>
              <a:t> </a:t>
            </a:r>
            <a:r>
              <a:rPr lang="en" u="sng">
                <a:solidFill>
                  <a:schemeClr val="hlink"/>
                </a:solidFill>
                <a:latin typeface="Mallanna"/>
                <a:ea typeface="Mallanna"/>
                <a:cs typeface="Mallanna"/>
                <a:sym typeface="Mallanna"/>
                <a:hlinkClick r:id="rId5"/>
              </a:rPr>
              <a:t>UNDP Türkiye – Climate Change and Environment</a:t>
            </a:r>
            <a:endParaRPr>
              <a:solidFill>
                <a:schemeClr val="lt1"/>
              </a:solidFill>
              <a:latin typeface="Mallanna"/>
              <a:ea typeface="Mallanna"/>
              <a:cs typeface="Mallanna"/>
              <a:sym typeface="Mallanna"/>
            </a:endParaRPr>
          </a:p>
        </p:txBody>
      </p:sp>
      <p:sp>
        <p:nvSpPr>
          <p:cNvPr id="2193" name="Google Shape;2193;p42"/>
          <p:cNvSpPr txBox="1"/>
          <p:nvPr/>
        </p:nvSpPr>
        <p:spPr>
          <a:xfrm>
            <a:off x="3472400" y="415625"/>
            <a:ext cx="3291600" cy="9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allanna"/>
                <a:ea typeface="Mallanna"/>
                <a:cs typeface="Mallanna"/>
                <a:sym typeface="Mallanna"/>
              </a:rPr>
              <a:t>I</a:t>
            </a:r>
            <a:r>
              <a:rPr b="1" lang="en" sz="1700"/>
              <a:t>Slide 4 — Introduction to Türkiye</a:t>
            </a:r>
            <a:endParaRPr b="1" sz="1300"/>
          </a:p>
          <a:p>
            <a:pPr indent="0" lvl="0" marL="0" rtl="0" algn="l">
              <a:spcBef>
                <a:spcPts val="0"/>
              </a:spcBef>
              <a:spcAft>
                <a:spcPts val="0"/>
              </a:spcAft>
              <a:buNone/>
            </a:pPr>
            <a:r>
              <a:rPr lang="en" u="sng">
                <a:solidFill>
                  <a:schemeClr val="hlink"/>
                </a:solidFill>
                <a:latin typeface="Mallanna"/>
                <a:ea typeface="Mallanna"/>
                <a:cs typeface="Mallanna"/>
                <a:sym typeface="Mallanna"/>
                <a:hlinkClick r:id="rId6"/>
              </a:rPr>
              <a:t>https://www.iea.org/countries/turkiye?utm_source=chatgpt.com</a:t>
            </a:r>
            <a:endParaRPr>
              <a:solidFill>
                <a:schemeClr val="lt1"/>
              </a:solidFill>
              <a:latin typeface="Mallanna"/>
              <a:ea typeface="Mallanna"/>
              <a:cs typeface="Mallanna"/>
              <a:sym typeface="Mallanna"/>
            </a:endParaRPr>
          </a:p>
        </p:txBody>
      </p:sp>
      <p:sp>
        <p:nvSpPr>
          <p:cNvPr id="2194" name="Google Shape;2194;p42"/>
          <p:cNvSpPr txBox="1"/>
          <p:nvPr/>
        </p:nvSpPr>
        <p:spPr>
          <a:xfrm>
            <a:off x="3641200" y="1953225"/>
            <a:ext cx="3508500" cy="10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allanna"/>
                <a:ea typeface="Mallanna"/>
                <a:cs typeface="Mallanna"/>
                <a:sym typeface="Mallanna"/>
              </a:rPr>
              <a:t>I</a:t>
            </a:r>
            <a:r>
              <a:rPr b="1" lang="en" sz="1700"/>
              <a:t>Slide 5 — Introduction to Türkiye</a:t>
            </a:r>
            <a:endParaRPr b="1" sz="1700"/>
          </a:p>
          <a:p>
            <a:pPr indent="0" lvl="0" marL="0" rtl="0" algn="l">
              <a:spcBef>
                <a:spcPts val="0"/>
              </a:spcBef>
              <a:spcAft>
                <a:spcPts val="0"/>
              </a:spcAft>
              <a:buNone/>
            </a:pPr>
            <a:r>
              <a:rPr lang="en" sz="1700" u="sng">
                <a:solidFill>
                  <a:schemeClr val="hlink"/>
                </a:solidFill>
                <a:hlinkClick r:id="rId7"/>
              </a:rPr>
              <a:t>https://sdgs.un.org/goals?utm_source=chatgpt.com</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public Day of Turkey by Slidesgo">
  <a:themeElements>
    <a:clrScheme name="Simple Light">
      <a:dk1>
        <a:srgbClr val="D50000"/>
      </a:dk1>
      <a:lt1>
        <a:srgbClr val="272327"/>
      </a:lt1>
      <a:dk2>
        <a:srgbClr val="FDF2C7"/>
      </a:dk2>
      <a:lt2>
        <a:srgbClr val="E8D79F"/>
      </a:lt2>
      <a:accent1>
        <a:srgbClr val="584E4D"/>
      </a:accent1>
      <a:accent2>
        <a:srgbClr val="960707"/>
      </a:accent2>
      <a:accent3>
        <a:srgbClr val="FFFFFF"/>
      </a:accent3>
      <a:accent4>
        <a:srgbClr val="CCDFAE"/>
      </a:accent4>
      <a:accent5>
        <a:srgbClr val="A56937"/>
      </a:accent5>
      <a:accent6>
        <a:srgbClr val="684121"/>
      </a:accent6>
      <a:hlink>
        <a:srgbClr val="27232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