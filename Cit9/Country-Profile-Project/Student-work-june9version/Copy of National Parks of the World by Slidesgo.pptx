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Cabin"/>
      <p:regular r:id="rId17"/>
      <p:bold r:id="rId18"/>
      <p:italic r:id="rId19"/>
      <p:boldItalic r:id="rId20"/>
    </p:embeddedFont>
    <p:embeddedFont>
      <p:font typeface="Cabin Medium"/>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abin-boldItalic.fntdata"/><Relationship Id="rId22" Type="http://schemas.openxmlformats.org/officeDocument/2006/relationships/font" Target="fonts/CabinMedium-bold.fntdata"/><Relationship Id="rId21" Type="http://schemas.openxmlformats.org/officeDocument/2006/relationships/font" Target="fonts/CabinMedium-regular.fntdata"/><Relationship Id="rId24" Type="http://schemas.openxmlformats.org/officeDocument/2006/relationships/font" Target="fonts/CabinMedium-boldItalic.fntdata"/><Relationship Id="rId23" Type="http://schemas.openxmlformats.org/officeDocument/2006/relationships/font" Target="fonts/CabinMedium-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Cabin-regular.fntdata"/><Relationship Id="rId16" Type="http://schemas.openxmlformats.org/officeDocument/2006/relationships/slide" Target="slides/slide12.xml"/><Relationship Id="rId19" Type="http://schemas.openxmlformats.org/officeDocument/2006/relationships/font" Target="fonts/Cabin-italic.fntdata"/><Relationship Id="rId18" Type="http://schemas.openxmlformats.org/officeDocument/2006/relationships/font" Target="fonts/Cabin-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58daf4ce9a_1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58daf4ce9a_1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a16530b6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a16530b6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5a1164c1c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5a1164c1c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e8bcbfd222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e8bcbfd222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ea16530b6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ea16530b6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a16530b6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ea16530b6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e4dab5290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e4dab5290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58daf4ce9a_1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58daf4ce9a_1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ea16530b6d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ea16530b6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5a1164c1c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5a1164c1c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5a1164c1c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5a1164c1c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4573200" y="2191894"/>
            <a:ext cx="3429000" cy="12843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SzPts val="5200"/>
              <a:buNone/>
              <a:defRPr sz="4000">
                <a:latin typeface="Cabin Medium"/>
                <a:ea typeface="Cabin Medium"/>
                <a:cs typeface="Cabin Medium"/>
                <a:sym typeface="Cabin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4573200" y="1201606"/>
            <a:ext cx="3429000" cy="685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ph idx="2" type="pic"/>
          </p:nvPr>
        </p:nvSpPr>
        <p:spPr>
          <a:xfrm>
            <a:off x="0" y="125"/>
            <a:ext cx="3429000" cy="51435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1143000" y="2228850"/>
            <a:ext cx="3429000" cy="7992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1143000" y="1429650"/>
            <a:ext cx="3429000" cy="799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000" u="sng">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5" name="Google Shape;15;p3"/>
          <p:cNvSpPr txBox="1"/>
          <p:nvPr>
            <p:ph idx="1" type="subTitle"/>
          </p:nvPr>
        </p:nvSpPr>
        <p:spPr>
          <a:xfrm>
            <a:off x="1143000" y="3028050"/>
            <a:ext cx="3429000" cy="68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 name="Google Shape;16;p3"/>
          <p:cNvSpPr/>
          <p:nvPr>
            <p:ph idx="3" type="pic"/>
          </p:nvPr>
        </p:nvSpPr>
        <p:spPr>
          <a:xfrm>
            <a:off x="5715000" y="125"/>
            <a:ext cx="3429000" cy="51435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0" y="535000"/>
            <a:ext cx="3856800" cy="10908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19" name="Google Shape;19;p4"/>
          <p:cNvSpPr txBox="1"/>
          <p:nvPr>
            <p:ph idx="1" type="body"/>
          </p:nvPr>
        </p:nvSpPr>
        <p:spPr>
          <a:xfrm>
            <a:off x="4572000" y="1778200"/>
            <a:ext cx="3856800" cy="2299500"/>
          </a:xfrm>
          <a:prstGeom prst="rect">
            <a:avLst/>
          </a:prstGeom>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indent="-317500" lvl="1" marL="914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2pPr>
            <a:lvl3pPr indent="-317500" lvl="2" marL="1371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3pPr>
            <a:lvl4pPr indent="-317500" lvl="3" marL="1828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4pPr>
            <a:lvl5pPr indent="-317500" lvl="4" marL="22860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5pPr>
            <a:lvl6pPr indent="-317500" lvl="5" marL="27432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6pPr>
            <a:lvl7pPr indent="-317500" lvl="6" marL="3200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7pPr>
            <a:lvl8pPr indent="-317500" lvl="7" marL="3657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8pPr>
            <a:lvl9pPr indent="-317500" lvl="8" marL="4114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9pPr>
          </a:lstStyle>
          <a:p/>
        </p:txBody>
      </p:sp>
      <p:sp>
        <p:nvSpPr>
          <p:cNvPr id="20" name="Google Shape;20;p4"/>
          <p:cNvSpPr/>
          <p:nvPr>
            <p:ph idx="2" type="pic"/>
          </p:nvPr>
        </p:nvSpPr>
        <p:spPr>
          <a:xfrm>
            <a:off x="0" y="125"/>
            <a:ext cx="34290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1"/>
        </a:solidFill>
      </p:bgPr>
    </p:bg>
    <p:spTree>
      <p:nvGrpSpPr>
        <p:cNvPr id="21" name="Shape 21"/>
        <p:cNvGrpSpPr/>
        <p:nvPr/>
      </p:nvGrpSpPr>
      <p:grpSpPr>
        <a:xfrm>
          <a:off x="0" y="0"/>
          <a:ext cx="0" cy="0"/>
          <a:chOff x="0" y="0"/>
          <a:chExt cx="0" cy="0"/>
        </a:xfrm>
      </p:grpSpPr>
      <p:sp>
        <p:nvSpPr>
          <p:cNvPr id="22" name="Google Shape;22;p5"/>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a:buNone/>
              <a:defRPr sz="3000">
                <a:solidFill>
                  <a:schemeClr val="lt1"/>
                </a:solidFill>
              </a:defRPr>
            </a:lvl1pPr>
            <a:lvl2pPr lvl="1"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2pPr>
            <a:lvl3pPr lvl="2"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3pPr>
            <a:lvl4pPr lvl="3"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4pPr>
            <a:lvl5pPr lvl="4"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5pPr>
            <a:lvl6pPr lvl="5"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6pPr>
            <a:lvl7pPr lvl="6"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7pPr>
            <a:lvl8pPr lvl="7"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8pPr>
            <a:lvl9pPr lvl="8"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9pPr>
          </a:lstStyle>
          <a:p/>
        </p:txBody>
      </p:sp>
      <p:sp>
        <p:nvSpPr>
          <p:cNvPr id="23" name="Google Shape;23;p5"/>
          <p:cNvSpPr txBox="1"/>
          <p:nvPr>
            <p:ph idx="1" type="body"/>
          </p:nvPr>
        </p:nvSpPr>
        <p:spPr>
          <a:xfrm>
            <a:off x="715100" y="1804725"/>
            <a:ext cx="3856800" cy="2081100"/>
          </a:xfrm>
          <a:prstGeom prst="rect">
            <a:avLst/>
          </a:prstGeom>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1pPr>
            <a:lvl2pPr indent="-317500" lvl="1" marL="914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2pPr>
            <a:lvl3pPr indent="-317500" lvl="2" marL="1371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3pPr>
            <a:lvl4pPr indent="-317500" lvl="3" marL="1828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4pPr>
            <a:lvl5pPr indent="-317500" lvl="4" marL="22860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5pPr>
            <a:lvl6pPr indent="-317500" lvl="5" marL="2743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6pPr>
            <a:lvl7pPr indent="-317500" lvl="6" marL="3200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7pPr>
            <a:lvl8pPr indent="-317500" lvl="7" marL="3657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8pPr>
            <a:lvl9pPr indent="-317500" lvl="8" marL="4114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9pPr>
          </a:lstStyle>
          <a:p/>
        </p:txBody>
      </p:sp>
      <p:sp>
        <p:nvSpPr>
          <p:cNvPr id="24" name="Google Shape;24;p5"/>
          <p:cNvSpPr txBox="1"/>
          <p:nvPr>
            <p:ph idx="2" type="body"/>
          </p:nvPr>
        </p:nvSpPr>
        <p:spPr>
          <a:xfrm>
            <a:off x="4571900" y="1804725"/>
            <a:ext cx="3856800" cy="2081100"/>
          </a:xfrm>
          <a:prstGeom prst="rect">
            <a:avLst/>
          </a:prstGeom>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1pPr>
            <a:lvl2pPr indent="-317500" lvl="1" marL="914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2pPr>
            <a:lvl3pPr indent="-317500" lvl="2" marL="1371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3pPr>
            <a:lvl4pPr indent="-317500" lvl="3" marL="1828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4pPr>
            <a:lvl5pPr indent="-317500" lvl="4" marL="22860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5pPr>
            <a:lvl6pPr indent="-317500" lvl="5" marL="2743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6pPr>
            <a:lvl7pPr indent="-317500" lvl="6" marL="3200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7pPr>
            <a:lvl8pPr indent="-317500" lvl="7" marL="3657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8pPr>
            <a:lvl9pPr indent="-317500" lvl="8" marL="4114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25" name="Shape 25"/>
        <p:cNvGrpSpPr/>
        <p:nvPr/>
      </p:nvGrpSpPr>
      <p:grpSpPr>
        <a:xfrm>
          <a:off x="0" y="0"/>
          <a:ext cx="0" cy="0"/>
          <a:chOff x="0" y="0"/>
          <a:chExt cx="0" cy="0"/>
        </a:xfrm>
      </p:grpSpPr>
      <p:sp>
        <p:nvSpPr>
          <p:cNvPr id="26" name="Google Shape;26;p6"/>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27" name="Shape 27"/>
        <p:cNvGrpSpPr/>
        <p:nvPr/>
      </p:nvGrpSpPr>
      <p:grpSpPr>
        <a:xfrm>
          <a:off x="0" y="0"/>
          <a:ext cx="0" cy="0"/>
          <a:chOff x="0" y="0"/>
          <a:chExt cx="0" cy="0"/>
        </a:xfrm>
      </p:grpSpPr>
      <p:sp>
        <p:nvSpPr>
          <p:cNvPr id="28" name="Google Shape;28;p7"/>
          <p:cNvSpPr txBox="1"/>
          <p:nvPr>
            <p:ph type="title"/>
          </p:nvPr>
        </p:nvSpPr>
        <p:spPr>
          <a:xfrm>
            <a:off x="4572000" y="1379100"/>
            <a:ext cx="3429000" cy="15594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29" name="Google Shape;29;p7"/>
          <p:cNvSpPr txBox="1"/>
          <p:nvPr>
            <p:ph idx="1" type="body"/>
          </p:nvPr>
        </p:nvSpPr>
        <p:spPr>
          <a:xfrm>
            <a:off x="4572000" y="2938500"/>
            <a:ext cx="3429000" cy="8259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indent="-317500" lvl="1" marL="914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2pPr>
            <a:lvl3pPr indent="-317500" lvl="2" marL="1371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3pPr>
            <a:lvl4pPr indent="-317500" lvl="3" marL="1828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4pPr>
            <a:lvl5pPr indent="-317500" lvl="4" marL="22860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5pPr>
            <a:lvl6pPr indent="-317500" lvl="5" marL="27432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6pPr>
            <a:lvl7pPr indent="-317500" lvl="6" marL="3200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7pPr>
            <a:lvl8pPr indent="-317500" lvl="7" marL="3657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8pPr>
            <a:lvl9pPr indent="-317500" lvl="8" marL="4114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9pPr>
          </a:lstStyle>
          <a:p/>
        </p:txBody>
      </p:sp>
      <p:sp>
        <p:nvSpPr>
          <p:cNvPr id="30" name="Google Shape;30;p7"/>
          <p:cNvSpPr/>
          <p:nvPr>
            <p:ph idx="2" type="pic"/>
          </p:nvPr>
        </p:nvSpPr>
        <p:spPr>
          <a:xfrm>
            <a:off x="0" y="125"/>
            <a:ext cx="34290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31" name="Shape 31"/>
        <p:cNvGrpSpPr/>
        <p:nvPr/>
      </p:nvGrpSpPr>
      <p:grpSpPr>
        <a:xfrm>
          <a:off x="0" y="0"/>
          <a:ext cx="0" cy="0"/>
          <a:chOff x="0" y="0"/>
          <a:chExt cx="0" cy="0"/>
        </a:xfrm>
      </p:grpSpPr>
      <p:sp>
        <p:nvSpPr>
          <p:cNvPr id="32" name="Google Shape;32;p8"/>
          <p:cNvSpPr txBox="1"/>
          <p:nvPr>
            <p:ph type="title"/>
          </p:nvPr>
        </p:nvSpPr>
        <p:spPr>
          <a:xfrm>
            <a:off x="4572000" y="1574100"/>
            <a:ext cx="3429000" cy="1995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lt1"/>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33" name="Google Shape;33;p8"/>
          <p:cNvSpPr/>
          <p:nvPr>
            <p:ph idx="2" type="pic"/>
          </p:nvPr>
        </p:nvSpPr>
        <p:spPr>
          <a:xfrm>
            <a:off x="0" y="125"/>
            <a:ext cx="3429000" cy="51435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lt1"/>
        </a:solidFill>
      </p:bgPr>
    </p:bg>
    <p:spTree>
      <p:nvGrpSpPr>
        <p:cNvPr id="34" name="Shape 34"/>
        <p:cNvGrpSpPr/>
        <p:nvPr/>
      </p:nvGrpSpPr>
      <p:grpSpPr>
        <a:xfrm>
          <a:off x="0" y="0"/>
          <a:ext cx="0" cy="0"/>
          <a:chOff x="0" y="0"/>
          <a:chExt cx="0" cy="0"/>
        </a:xfrm>
      </p:grpSpPr>
      <p:sp>
        <p:nvSpPr>
          <p:cNvPr id="35" name="Google Shape;35;p9"/>
          <p:cNvSpPr txBox="1"/>
          <p:nvPr>
            <p:ph type="title"/>
          </p:nvPr>
        </p:nvSpPr>
        <p:spPr>
          <a:xfrm>
            <a:off x="2241388" y="1556700"/>
            <a:ext cx="4661100" cy="84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6" name="Google Shape;36;p9"/>
          <p:cNvSpPr txBox="1"/>
          <p:nvPr>
            <p:ph idx="1" type="subTitle"/>
          </p:nvPr>
        </p:nvSpPr>
        <p:spPr>
          <a:xfrm>
            <a:off x="2241513" y="2398500"/>
            <a:ext cx="4661100" cy="1188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 name="Shape 37"/>
        <p:cNvGrpSpPr/>
        <p:nvPr/>
      </p:nvGrpSpPr>
      <p:grpSpPr>
        <a:xfrm>
          <a:off x="0" y="0"/>
          <a:ext cx="0" cy="0"/>
          <a:chOff x="0" y="0"/>
          <a:chExt cx="0" cy="0"/>
        </a:xfrm>
      </p:grpSpPr>
      <p:sp>
        <p:nvSpPr>
          <p:cNvPr id="38" name="Google Shape;38;p10"/>
          <p:cNvSpPr/>
          <p:nvPr>
            <p:ph idx="2" type="pic"/>
          </p:nvPr>
        </p:nvSpPr>
        <p:spPr>
          <a:xfrm>
            <a:off x="0" y="0"/>
            <a:ext cx="9144000" cy="5143500"/>
          </a:xfrm>
          <a:prstGeom prst="rect">
            <a:avLst/>
          </a:prstGeom>
          <a:noFill/>
          <a:ln>
            <a:noFill/>
          </a:ln>
        </p:spPr>
      </p:sp>
      <p:sp>
        <p:nvSpPr>
          <p:cNvPr id="39" name="Google Shape;39;p10"/>
          <p:cNvSpPr txBox="1"/>
          <p:nvPr>
            <p:ph type="title"/>
          </p:nvPr>
        </p:nvSpPr>
        <p:spPr>
          <a:xfrm>
            <a:off x="715100" y="3968300"/>
            <a:ext cx="7713600" cy="6402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40" name="Shape 40"/>
        <p:cNvGrpSpPr/>
        <p:nvPr/>
      </p:nvGrpSpPr>
      <p:grpSpPr>
        <a:xfrm>
          <a:off x="0" y="0"/>
          <a:ext cx="0" cy="0"/>
          <a:chOff x="0" y="0"/>
          <a:chExt cx="0" cy="0"/>
        </a:xfrm>
      </p:grpSpPr>
      <p:sp>
        <p:nvSpPr>
          <p:cNvPr id="41" name="Google Shape;41;p11"/>
          <p:cNvSpPr txBox="1"/>
          <p:nvPr>
            <p:ph hasCustomPrompt="1" type="title"/>
          </p:nvPr>
        </p:nvSpPr>
        <p:spPr>
          <a:xfrm>
            <a:off x="1143000" y="1447650"/>
            <a:ext cx="3429000" cy="1405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9600"/>
              <a:buNone/>
              <a:defRPr sz="80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42" name="Google Shape;42;p11"/>
          <p:cNvSpPr txBox="1"/>
          <p:nvPr>
            <p:ph idx="1" type="subTitle"/>
          </p:nvPr>
        </p:nvSpPr>
        <p:spPr>
          <a:xfrm>
            <a:off x="1143000" y="2852850"/>
            <a:ext cx="3429000" cy="690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sp>
        <p:nvSpPr>
          <p:cNvPr id="43" name="Google Shape;43;p11"/>
          <p:cNvSpPr/>
          <p:nvPr>
            <p:ph idx="2" type="pic"/>
          </p:nvPr>
        </p:nvSpPr>
        <p:spPr>
          <a:xfrm>
            <a:off x="5715000" y="125"/>
            <a:ext cx="3429000" cy="5143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solidFill>
          <a:schemeClr val="dk1"/>
        </a:solidFill>
      </p:bgPr>
    </p:bg>
    <p:spTree>
      <p:nvGrpSpPr>
        <p:cNvPr id="45" name="Shape 45"/>
        <p:cNvGrpSpPr/>
        <p:nvPr/>
      </p:nvGrpSpPr>
      <p:grpSpPr>
        <a:xfrm>
          <a:off x="0" y="0"/>
          <a:ext cx="0" cy="0"/>
          <a:chOff x="0" y="0"/>
          <a:chExt cx="0" cy="0"/>
        </a:xfrm>
      </p:grpSpPr>
      <p:sp>
        <p:nvSpPr>
          <p:cNvPr id="46" name="Google Shape;46;p13"/>
          <p:cNvSpPr txBox="1"/>
          <p:nvPr>
            <p:ph hasCustomPrompt="1" type="title"/>
          </p:nvPr>
        </p:nvSpPr>
        <p:spPr>
          <a:xfrm>
            <a:off x="715100" y="1804725"/>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47" name="Google Shape;47;p13"/>
          <p:cNvSpPr txBox="1"/>
          <p:nvPr>
            <p:ph idx="1" type="subTitle"/>
          </p:nvPr>
        </p:nvSpPr>
        <p:spPr>
          <a:xfrm>
            <a:off x="1209207" y="1804725"/>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48" name="Google Shape;48;p13"/>
          <p:cNvSpPr txBox="1"/>
          <p:nvPr>
            <p:ph idx="2" type="title"/>
          </p:nvPr>
        </p:nvSpPr>
        <p:spPr>
          <a:xfrm>
            <a:off x="715100" y="535000"/>
            <a:ext cx="47370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p:txBody>
      </p:sp>
      <p:sp>
        <p:nvSpPr>
          <p:cNvPr id="49" name="Google Shape;49;p13"/>
          <p:cNvSpPr txBox="1"/>
          <p:nvPr>
            <p:ph hasCustomPrompt="1" idx="3" type="title"/>
          </p:nvPr>
        </p:nvSpPr>
        <p:spPr>
          <a:xfrm>
            <a:off x="715100" y="2264992"/>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0" name="Google Shape;50;p13"/>
          <p:cNvSpPr txBox="1"/>
          <p:nvPr>
            <p:ph idx="4" type="subTitle"/>
          </p:nvPr>
        </p:nvSpPr>
        <p:spPr>
          <a:xfrm>
            <a:off x="1209207" y="2264989"/>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1" name="Google Shape;51;p13"/>
          <p:cNvSpPr txBox="1"/>
          <p:nvPr>
            <p:ph hasCustomPrompt="1" idx="5" type="title"/>
          </p:nvPr>
        </p:nvSpPr>
        <p:spPr>
          <a:xfrm>
            <a:off x="715100" y="2725258"/>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2" name="Google Shape;52;p13"/>
          <p:cNvSpPr txBox="1"/>
          <p:nvPr>
            <p:ph idx="6" type="subTitle"/>
          </p:nvPr>
        </p:nvSpPr>
        <p:spPr>
          <a:xfrm>
            <a:off x="1209207" y="2725253"/>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3" name="Google Shape;53;p13"/>
          <p:cNvSpPr txBox="1"/>
          <p:nvPr>
            <p:ph hasCustomPrompt="1" idx="7" type="title"/>
          </p:nvPr>
        </p:nvSpPr>
        <p:spPr>
          <a:xfrm>
            <a:off x="715100" y="3185525"/>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4" name="Google Shape;54;p13"/>
          <p:cNvSpPr txBox="1"/>
          <p:nvPr>
            <p:ph idx="8" type="subTitle"/>
          </p:nvPr>
        </p:nvSpPr>
        <p:spPr>
          <a:xfrm>
            <a:off x="1209207" y="3185517"/>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5" name="Google Shape;55;p13"/>
          <p:cNvSpPr txBox="1"/>
          <p:nvPr>
            <p:ph hasCustomPrompt="1" idx="9" type="title"/>
          </p:nvPr>
        </p:nvSpPr>
        <p:spPr>
          <a:xfrm>
            <a:off x="3083601" y="1804725"/>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6" name="Google Shape;56;p13"/>
          <p:cNvSpPr txBox="1"/>
          <p:nvPr>
            <p:ph idx="13" type="subTitle"/>
          </p:nvPr>
        </p:nvSpPr>
        <p:spPr>
          <a:xfrm>
            <a:off x="3577711" y="1804725"/>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7" name="Google Shape;57;p13"/>
          <p:cNvSpPr txBox="1"/>
          <p:nvPr>
            <p:ph hasCustomPrompt="1" idx="14" type="title"/>
          </p:nvPr>
        </p:nvSpPr>
        <p:spPr>
          <a:xfrm>
            <a:off x="3083601" y="2264991"/>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8" name="Google Shape;58;p13"/>
          <p:cNvSpPr txBox="1"/>
          <p:nvPr>
            <p:ph idx="15" type="subTitle"/>
          </p:nvPr>
        </p:nvSpPr>
        <p:spPr>
          <a:xfrm>
            <a:off x="3577711" y="2264989"/>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9" name="Google Shape;59;p13"/>
          <p:cNvSpPr txBox="1"/>
          <p:nvPr>
            <p:ph hasCustomPrompt="1" idx="16" type="title"/>
          </p:nvPr>
        </p:nvSpPr>
        <p:spPr>
          <a:xfrm>
            <a:off x="3083601" y="2725257"/>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60" name="Google Shape;60;p13"/>
          <p:cNvSpPr txBox="1"/>
          <p:nvPr>
            <p:ph idx="17" type="subTitle"/>
          </p:nvPr>
        </p:nvSpPr>
        <p:spPr>
          <a:xfrm>
            <a:off x="3577711" y="2725253"/>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61" name="Google Shape;61;p13"/>
          <p:cNvSpPr txBox="1"/>
          <p:nvPr>
            <p:ph hasCustomPrompt="1" idx="18" type="title"/>
          </p:nvPr>
        </p:nvSpPr>
        <p:spPr>
          <a:xfrm>
            <a:off x="3083601" y="3185523"/>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62" name="Google Shape;62;p13"/>
          <p:cNvSpPr txBox="1"/>
          <p:nvPr>
            <p:ph idx="19" type="subTitle"/>
          </p:nvPr>
        </p:nvSpPr>
        <p:spPr>
          <a:xfrm>
            <a:off x="3577711" y="3185517"/>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63" name="Google Shape;63;p13"/>
          <p:cNvSpPr/>
          <p:nvPr>
            <p:ph idx="20" type="pic"/>
          </p:nvPr>
        </p:nvSpPr>
        <p:spPr>
          <a:xfrm>
            <a:off x="5715000" y="125"/>
            <a:ext cx="3429000" cy="51435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lt1"/>
        </a:solidFill>
      </p:bgPr>
    </p:bg>
    <p:spTree>
      <p:nvGrpSpPr>
        <p:cNvPr id="64" name="Shape 64"/>
        <p:cNvGrpSpPr/>
        <p:nvPr/>
      </p:nvGrpSpPr>
      <p:grpSpPr>
        <a:xfrm>
          <a:off x="0" y="0"/>
          <a:ext cx="0" cy="0"/>
          <a:chOff x="0" y="0"/>
          <a:chExt cx="0" cy="0"/>
        </a:xfrm>
      </p:grpSpPr>
      <p:sp>
        <p:nvSpPr>
          <p:cNvPr id="65" name="Google Shape;65;p14"/>
          <p:cNvSpPr txBox="1"/>
          <p:nvPr>
            <p:ph idx="1" type="subTitle"/>
          </p:nvPr>
        </p:nvSpPr>
        <p:spPr>
          <a:xfrm>
            <a:off x="1143000" y="1102275"/>
            <a:ext cx="3429000" cy="2173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500"/>
              <a:buNone/>
              <a:defRPr sz="26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66" name="Google Shape;66;p14"/>
          <p:cNvSpPr/>
          <p:nvPr>
            <p:ph idx="2" type="pic"/>
          </p:nvPr>
        </p:nvSpPr>
        <p:spPr>
          <a:xfrm>
            <a:off x="5715000" y="125"/>
            <a:ext cx="3429000" cy="5143500"/>
          </a:xfrm>
          <a:prstGeom prst="rect">
            <a:avLst/>
          </a:prstGeom>
          <a:noFill/>
          <a:ln>
            <a:noFill/>
          </a:ln>
        </p:spPr>
      </p:sp>
      <p:sp>
        <p:nvSpPr>
          <p:cNvPr id="67" name="Google Shape;67;p14"/>
          <p:cNvSpPr txBox="1"/>
          <p:nvPr>
            <p:ph idx="3" type="subTitle"/>
          </p:nvPr>
        </p:nvSpPr>
        <p:spPr>
          <a:xfrm>
            <a:off x="1143000" y="3428650"/>
            <a:ext cx="3429000" cy="460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bg>
      <p:bgPr>
        <a:solidFill>
          <a:schemeClr val="lt1"/>
        </a:soli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4572000" y="1306625"/>
            <a:ext cx="3429000" cy="13953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chemeClr val="dk1"/>
              </a:buClr>
              <a:buSzPts val="3000"/>
              <a:buFont typeface="Cabin Medium"/>
              <a:buNone/>
              <a:defRPr sz="8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70" name="Google Shape;70;p15"/>
          <p:cNvSpPr txBox="1"/>
          <p:nvPr>
            <p:ph idx="1" type="body"/>
          </p:nvPr>
        </p:nvSpPr>
        <p:spPr>
          <a:xfrm>
            <a:off x="4572000" y="2701825"/>
            <a:ext cx="3429000" cy="9318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Clr>
                <a:schemeClr val="dk1"/>
              </a:buClr>
              <a:buSzPts val="1400"/>
              <a:buFont typeface="Cabin"/>
              <a:buChar char="●"/>
              <a:defRPr sz="1600">
                <a:solidFill>
                  <a:schemeClr val="dk1"/>
                </a:solidFill>
                <a:latin typeface="Cabin"/>
                <a:ea typeface="Cabin"/>
                <a:cs typeface="Cabin"/>
                <a:sym typeface="Cabin"/>
              </a:defRPr>
            </a:lvl1pPr>
            <a:lvl2pPr indent="-317500" lvl="1" marL="914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2pPr>
            <a:lvl3pPr indent="-317500" lvl="2" marL="1371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3pPr>
            <a:lvl4pPr indent="-317500" lvl="3" marL="1828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4pPr>
            <a:lvl5pPr indent="-317500" lvl="4" marL="22860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5pPr>
            <a:lvl6pPr indent="-317500" lvl="5" marL="27432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6pPr>
            <a:lvl7pPr indent="-317500" lvl="6" marL="3200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7pPr>
            <a:lvl8pPr indent="-317500" lvl="7" marL="3657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8pPr>
            <a:lvl9pPr indent="-317500" lvl="8" marL="4114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9pPr>
          </a:lstStyle>
          <a:p/>
        </p:txBody>
      </p:sp>
      <p:sp>
        <p:nvSpPr>
          <p:cNvPr id="71" name="Google Shape;71;p15"/>
          <p:cNvSpPr/>
          <p:nvPr>
            <p:ph idx="2" type="pic"/>
          </p:nvPr>
        </p:nvSpPr>
        <p:spPr>
          <a:xfrm>
            <a:off x="0" y="125"/>
            <a:ext cx="3429000" cy="5143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
    <p:bg>
      <p:bgPr>
        <a:solidFill>
          <a:schemeClr val="dk1"/>
        </a:solid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852855" y="1766850"/>
            <a:ext cx="3429000" cy="6402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74" name="Google Shape;74;p16"/>
          <p:cNvSpPr txBox="1"/>
          <p:nvPr>
            <p:ph idx="1" type="body"/>
          </p:nvPr>
        </p:nvSpPr>
        <p:spPr>
          <a:xfrm>
            <a:off x="852855" y="2407050"/>
            <a:ext cx="3429000" cy="8172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1pPr>
            <a:lvl2pPr indent="-317500" lvl="1" marL="914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2pPr>
            <a:lvl3pPr indent="-317500" lvl="2" marL="1371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3pPr>
            <a:lvl4pPr indent="-317500" lvl="3" marL="1828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4pPr>
            <a:lvl5pPr indent="-317500" lvl="4" marL="22860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5pPr>
            <a:lvl6pPr indent="-317500" lvl="5" marL="2743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6pPr>
            <a:lvl7pPr indent="-317500" lvl="6" marL="3200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7pPr>
            <a:lvl8pPr indent="-317500" lvl="7" marL="3657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8pPr>
            <a:lvl9pPr indent="-317500" lvl="8" marL="4114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
    <p:bg>
      <p:bgPr>
        <a:solidFill>
          <a:schemeClr val="lt1"/>
        </a:solidFill>
      </p:bgPr>
    </p:bg>
    <p:spTree>
      <p:nvGrpSpPr>
        <p:cNvPr id="75" name="Shape 75"/>
        <p:cNvGrpSpPr/>
        <p:nvPr/>
      </p:nvGrpSpPr>
      <p:grpSpPr>
        <a:xfrm>
          <a:off x="0" y="0"/>
          <a:ext cx="0" cy="0"/>
          <a:chOff x="0" y="0"/>
          <a:chExt cx="0" cy="0"/>
        </a:xfrm>
      </p:grpSpPr>
      <p:sp>
        <p:nvSpPr>
          <p:cNvPr id="76" name="Google Shape;76;p17"/>
          <p:cNvSpPr txBox="1"/>
          <p:nvPr>
            <p:ph type="title"/>
          </p:nvPr>
        </p:nvSpPr>
        <p:spPr>
          <a:xfrm>
            <a:off x="4464505" y="1766850"/>
            <a:ext cx="3429000" cy="6402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3000"/>
              <a:buFont typeface="Cabin Medium"/>
              <a:buNone/>
              <a:defRPr sz="3000">
                <a:latin typeface="Cabin Medium"/>
                <a:ea typeface="Cabin Medium"/>
                <a:cs typeface="Cabin Medium"/>
                <a:sym typeface="Cabin Medium"/>
              </a:defRPr>
            </a:lvl1pPr>
            <a:lvl2pPr lvl="1" rtl="0">
              <a:spcBef>
                <a:spcPts val="0"/>
              </a:spcBef>
              <a:spcAft>
                <a:spcPts val="0"/>
              </a:spcAft>
              <a:buSzPts val="3000"/>
              <a:buFont typeface="Cabin Medium"/>
              <a:buNone/>
              <a:defRPr sz="3000">
                <a:latin typeface="Cabin Medium"/>
                <a:ea typeface="Cabin Medium"/>
                <a:cs typeface="Cabin Medium"/>
                <a:sym typeface="Cabin Medium"/>
              </a:defRPr>
            </a:lvl2pPr>
            <a:lvl3pPr lvl="2" rtl="0">
              <a:spcBef>
                <a:spcPts val="0"/>
              </a:spcBef>
              <a:spcAft>
                <a:spcPts val="0"/>
              </a:spcAft>
              <a:buSzPts val="3000"/>
              <a:buFont typeface="Cabin Medium"/>
              <a:buNone/>
              <a:defRPr sz="3000">
                <a:latin typeface="Cabin Medium"/>
                <a:ea typeface="Cabin Medium"/>
                <a:cs typeface="Cabin Medium"/>
                <a:sym typeface="Cabin Medium"/>
              </a:defRPr>
            </a:lvl3pPr>
            <a:lvl4pPr lvl="3" rtl="0">
              <a:spcBef>
                <a:spcPts val="0"/>
              </a:spcBef>
              <a:spcAft>
                <a:spcPts val="0"/>
              </a:spcAft>
              <a:buSzPts val="3000"/>
              <a:buFont typeface="Cabin Medium"/>
              <a:buNone/>
              <a:defRPr sz="3000">
                <a:latin typeface="Cabin Medium"/>
                <a:ea typeface="Cabin Medium"/>
                <a:cs typeface="Cabin Medium"/>
                <a:sym typeface="Cabin Medium"/>
              </a:defRPr>
            </a:lvl4pPr>
            <a:lvl5pPr lvl="4" rtl="0">
              <a:spcBef>
                <a:spcPts val="0"/>
              </a:spcBef>
              <a:spcAft>
                <a:spcPts val="0"/>
              </a:spcAft>
              <a:buSzPts val="3000"/>
              <a:buFont typeface="Cabin Medium"/>
              <a:buNone/>
              <a:defRPr sz="3000">
                <a:latin typeface="Cabin Medium"/>
                <a:ea typeface="Cabin Medium"/>
                <a:cs typeface="Cabin Medium"/>
                <a:sym typeface="Cabin Medium"/>
              </a:defRPr>
            </a:lvl5pPr>
            <a:lvl6pPr lvl="5" rtl="0">
              <a:spcBef>
                <a:spcPts val="0"/>
              </a:spcBef>
              <a:spcAft>
                <a:spcPts val="0"/>
              </a:spcAft>
              <a:buSzPts val="3000"/>
              <a:buFont typeface="Cabin Medium"/>
              <a:buNone/>
              <a:defRPr sz="3000">
                <a:latin typeface="Cabin Medium"/>
                <a:ea typeface="Cabin Medium"/>
                <a:cs typeface="Cabin Medium"/>
                <a:sym typeface="Cabin Medium"/>
              </a:defRPr>
            </a:lvl6pPr>
            <a:lvl7pPr lvl="6" rtl="0">
              <a:spcBef>
                <a:spcPts val="0"/>
              </a:spcBef>
              <a:spcAft>
                <a:spcPts val="0"/>
              </a:spcAft>
              <a:buSzPts val="3000"/>
              <a:buFont typeface="Cabin Medium"/>
              <a:buNone/>
              <a:defRPr sz="3000">
                <a:latin typeface="Cabin Medium"/>
                <a:ea typeface="Cabin Medium"/>
                <a:cs typeface="Cabin Medium"/>
                <a:sym typeface="Cabin Medium"/>
              </a:defRPr>
            </a:lvl7pPr>
            <a:lvl8pPr lvl="7" rtl="0">
              <a:spcBef>
                <a:spcPts val="0"/>
              </a:spcBef>
              <a:spcAft>
                <a:spcPts val="0"/>
              </a:spcAft>
              <a:buSzPts val="3000"/>
              <a:buFont typeface="Cabin Medium"/>
              <a:buNone/>
              <a:defRPr sz="3000">
                <a:latin typeface="Cabin Medium"/>
                <a:ea typeface="Cabin Medium"/>
                <a:cs typeface="Cabin Medium"/>
                <a:sym typeface="Cabin Medium"/>
              </a:defRPr>
            </a:lvl8pPr>
            <a:lvl9pPr lvl="8" rtl="0">
              <a:spcBef>
                <a:spcPts val="0"/>
              </a:spcBef>
              <a:spcAft>
                <a:spcPts val="0"/>
              </a:spcAft>
              <a:buSzPts val="3000"/>
              <a:buFont typeface="Cabin Medium"/>
              <a:buNone/>
              <a:defRPr sz="3000">
                <a:latin typeface="Cabin Medium"/>
                <a:ea typeface="Cabin Medium"/>
                <a:cs typeface="Cabin Medium"/>
                <a:sym typeface="Cabin Medium"/>
              </a:defRPr>
            </a:lvl9pPr>
          </a:lstStyle>
          <a:p/>
        </p:txBody>
      </p:sp>
      <p:sp>
        <p:nvSpPr>
          <p:cNvPr id="77" name="Google Shape;77;p17"/>
          <p:cNvSpPr txBox="1"/>
          <p:nvPr>
            <p:ph idx="1" type="body"/>
          </p:nvPr>
        </p:nvSpPr>
        <p:spPr>
          <a:xfrm>
            <a:off x="4464505" y="2407050"/>
            <a:ext cx="3429000" cy="8172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Font typeface="Cabin"/>
              <a:buChar char="●"/>
              <a:defRPr>
                <a:latin typeface="Cabin"/>
                <a:ea typeface="Cabin"/>
                <a:cs typeface="Cabin"/>
                <a:sym typeface="Cabin"/>
              </a:defRPr>
            </a:lvl1pPr>
            <a:lvl2pPr indent="-317500" lvl="1" marL="914400" rtl="0">
              <a:lnSpc>
                <a:spcPct val="100000"/>
              </a:lnSpc>
              <a:spcBef>
                <a:spcPts val="0"/>
              </a:spcBef>
              <a:spcAft>
                <a:spcPts val="0"/>
              </a:spcAft>
              <a:buSzPts val="1400"/>
              <a:buFont typeface="Cabin"/>
              <a:buChar char="○"/>
              <a:defRPr>
                <a:latin typeface="Cabin"/>
                <a:ea typeface="Cabin"/>
                <a:cs typeface="Cabin"/>
                <a:sym typeface="Cabin"/>
              </a:defRPr>
            </a:lvl2pPr>
            <a:lvl3pPr indent="-317500" lvl="2" marL="1371600" rtl="0">
              <a:lnSpc>
                <a:spcPct val="100000"/>
              </a:lnSpc>
              <a:spcBef>
                <a:spcPts val="0"/>
              </a:spcBef>
              <a:spcAft>
                <a:spcPts val="0"/>
              </a:spcAft>
              <a:buSzPts val="1400"/>
              <a:buFont typeface="Cabin"/>
              <a:buChar char="■"/>
              <a:defRPr>
                <a:latin typeface="Cabin"/>
                <a:ea typeface="Cabin"/>
                <a:cs typeface="Cabin"/>
                <a:sym typeface="Cabin"/>
              </a:defRPr>
            </a:lvl3pPr>
            <a:lvl4pPr indent="-317500" lvl="3" marL="1828800" rtl="0">
              <a:lnSpc>
                <a:spcPct val="100000"/>
              </a:lnSpc>
              <a:spcBef>
                <a:spcPts val="0"/>
              </a:spcBef>
              <a:spcAft>
                <a:spcPts val="0"/>
              </a:spcAft>
              <a:buSzPts val="1400"/>
              <a:buFont typeface="Cabin"/>
              <a:buChar char="●"/>
              <a:defRPr>
                <a:latin typeface="Cabin"/>
                <a:ea typeface="Cabin"/>
                <a:cs typeface="Cabin"/>
                <a:sym typeface="Cabin"/>
              </a:defRPr>
            </a:lvl4pPr>
            <a:lvl5pPr indent="-317500" lvl="4" marL="2286000" rtl="0">
              <a:lnSpc>
                <a:spcPct val="100000"/>
              </a:lnSpc>
              <a:spcBef>
                <a:spcPts val="0"/>
              </a:spcBef>
              <a:spcAft>
                <a:spcPts val="0"/>
              </a:spcAft>
              <a:buSzPts val="1400"/>
              <a:buFont typeface="Cabin"/>
              <a:buChar char="○"/>
              <a:defRPr>
                <a:latin typeface="Cabin"/>
                <a:ea typeface="Cabin"/>
                <a:cs typeface="Cabin"/>
                <a:sym typeface="Cabin"/>
              </a:defRPr>
            </a:lvl5pPr>
            <a:lvl6pPr indent="-317500" lvl="5" marL="2743200" rtl="0">
              <a:lnSpc>
                <a:spcPct val="100000"/>
              </a:lnSpc>
              <a:spcBef>
                <a:spcPts val="0"/>
              </a:spcBef>
              <a:spcAft>
                <a:spcPts val="0"/>
              </a:spcAft>
              <a:buSzPts val="1400"/>
              <a:buFont typeface="Cabin"/>
              <a:buChar char="■"/>
              <a:defRPr>
                <a:latin typeface="Cabin"/>
                <a:ea typeface="Cabin"/>
                <a:cs typeface="Cabin"/>
                <a:sym typeface="Cabin"/>
              </a:defRPr>
            </a:lvl6pPr>
            <a:lvl7pPr indent="-317500" lvl="6" marL="3200400" rtl="0">
              <a:lnSpc>
                <a:spcPct val="100000"/>
              </a:lnSpc>
              <a:spcBef>
                <a:spcPts val="0"/>
              </a:spcBef>
              <a:spcAft>
                <a:spcPts val="0"/>
              </a:spcAft>
              <a:buSzPts val="1400"/>
              <a:buFont typeface="Cabin"/>
              <a:buChar char="●"/>
              <a:defRPr>
                <a:latin typeface="Cabin"/>
                <a:ea typeface="Cabin"/>
                <a:cs typeface="Cabin"/>
                <a:sym typeface="Cabin"/>
              </a:defRPr>
            </a:lvl7pPr>
            <a:lvl8pPr indent="-317500" lvl="7" marL="3657600" rtl="0">
              <a:lnSpc>
                <a:spcPct val="100000"/>
              </a:lnSpc>
              <a:spcBef>
                <a:spcPts val="0"/>
              </a:spcBef>
              <a:spcAft>
                <a:spcPts val="0"/>
              </a:spcAft>
              <a:buSzPts val="1400"/>
              <a:buFont typeface="Cabin"/>
              <a:buChar char="○"/>
              <a:defRPr>
                <a:latin typeface="Cabin"/>
                <a:ea typeface="Cabin"/>
                <a:cs typeface="Cabin"/>
                <a:sym typeface="Cabin"/>
              </a:defRPr>
            </a:lvl8pPr>
            <a:lvl9pPr indent="-317500" lvl="8" marL="4114800" rtl="0">
              <a:lnSpc>
                <a:spcPct val="100000"/>
              </a:lnSpc>
              <a:spcBef>
                <a:spcPts val="0"/>
              </a:spcBef>
              <a:spcAft>
                <a:spcPts val="0"/>
              </a:spcAft>
              <a:buSzPts val="1400"/>
              <a:buFont typeface="Cabin"/>
              <a:buChar char="■"/>
              <a:defRPr>
                <a:latin typeface="Cabin"/>
                <a:ea typeface="Cabin"/>
                <a:cs typeface="Cabin"/>
                <a:sym typeface="Cabin"/>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
    <p:bg>
      <p:bgPr>
        <a:solidFill>
          <a:schemeClr val="dk1"/>
        </a:solidFill>
      </p:bgPr>
    </p:bg>
    <p:spTree>
      <p:nvGrpSpPr>
        <p:cNvPr id="78" name="Shape 78"/>
        <p:cNvGrpSpPr/>
        <p:nvPr/>
      </p:nvGrpSpPr>
      <p:grpSpPr>
        <a:xfrm>
          <a:off x="0" y="0"/>
          <a:ext cx="0" cy="0"/>
          <a:chOff x="0" y="0"/>
          <a:chExt cx="0" cy="0"/>
        </a:xfrm>
      </p:grpSpPr>
      <p:sp>
        <p:nvSpPr>
          <p:cNvPr id="79" name="Google Shape;79;p18"/>
          <p:cNvSpPr txBox="1"/>
          <p:nvPr>
            <p:ph type="title"/>
          </p:nvPr>
        </p:nvSpPr>
        <p:spPr>
          <a:xfrm>
            <a:off x="1142994" y="1766850"/>
            <a:ext cx="3429000" cy="6402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80" name="Google Shape;80;p18"/>
          <p:cNvSpPr txBox="1"/>
          <p:nvPr>
            <p:ph idx="1" type="body"/>
          </p:nvPr>
        </p:nvSpPr>
        <p:spPr>
          <a:xfrm>
            <a:off x="1142994" y="2407050"/>
            <a:ext cx="3429000" cy="8172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1pPr>
            <a:lvl2pPr indent="-317500" lvl="1" marL="914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2pPr>
            <a:lvl3pPr indent="-317500" lvl="2" marL="1371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3pPr>
            <a:lvl4pPr indent="-317500" lvl="3" marL="1828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4pPr>
            <a:lvl5pPr indent="-317500" lvl="4" marL="22860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5pPr>
            <a:lvl6pPr indent="-317500" lvl="5" marL="2743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6pPr>
            <a:lvl7pPr indent="-317500" lvl="6" marL="3200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7pPr>
            <a:lvl8pPr indent="-317500" lvl="7" marL="3657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8pPr>
            <a:lvl9pPr indent="-317500" lvl="8" marL="4114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solidFill>
          <a:schemeClr val="lt1"/>
        </a:solidFill>
      </p:bgPr>
    </p:bg>
    <p:spTree>
      <p:nvGrpSpPr>
        <p:cNvPr id="81" name="Shape 81"/>
        <p:cNvGrpSpPr/>
        <p:nvPr/>
      </p:nvGrpSpPr>
      <p:grpSpPr>
        <a:xfrm>
          <a:off x="0" y="0"/>
          <a:ext cx="0" cy="0"/>
          <a:chOff x="0" y="0"/>
          <a:chExt cx="0" cy="0"/>
        </a:xfrm>
      </p:grpSpPr>
      <p:sp>
        <p:nvSpPr>
          <p:cNvPr id="82" name="Google Shape;82;p19"/>
          <p:cNvSpPr txBox="1"/>
          <p:nvPr>
            <p:ph idx="1" type="subTitle"/>
          </p:nvPr>
        </p:nvSpPr>
        <p:spPr>
          <a:xfrm>
            <a:off x="715100" y="2037825"/>
            <a:ext cx="77139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9"/>
          <p:cNvSpPr txBox="1"/>
          <p:nvPr>
            <p:ph idx="2" type="subTitle"/>
          </p:nvPr>
        </p:nvSpPr>
        <p:spPr>
          <a:xfrm>
            <a:off x="715100" y="3341025"/>
            <a:ext cx="77139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 name="Google Shape;84;p19"/>
          <p:cNvSpPr txBox="1"/>
          <p:nvPr>
            <p:ph idx="3" type="subTitle"/>
          </p:nvPr>
        </p:nvSpPr>
        <p:spPr>
          <a:xfrm>
            <a:off x="715100" y="1653825"/>
            <a:ext cx="77139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85" name="Google Shape;85;p19"/>
          <p:cNvSpPr txBox="1"/>
          <p:nvPr>
            <p:ph idx="4" type="subTitle"/>
          </p:nvPr>
        </p:nvSpPr>
        <p:spPr>
          <a:xfrm>
            <a:off x="715100" y="2957025"/>
            <a:ext cx="77139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86" name="Google Shape;86;p19"/>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solidFill>
          <a:schemeClr val="dk1"/>
        </a:solidFill>
      </p:bgPr>
    </p:bg>
    <p:spTree>
      <p:nvGrpSpPr>
        <p:cNvPr id="87" name="Shape 87"/>
        <p:cNvGrpSpPr/>
        <p:nvPr/>
      </p:nvGrpSpPr>
      <p:grpSpPr>
        <a:xfrm>
          <a:off x="0" y="0"/>
          <a:ext cx="0" cy="0"/>
          <a:chOff x="0" y="0"/>
          <a:chExt cx="0" cy="0"/>
        </a:xfrm>
      </p:grpSpPr>
      <p:sp>
        <p:nvSpPr>
          <p:cNvPr id="88" name="Google Shape;88;p20"/>
          <p:cNvSpPr txBox="1"/>
          <p:nvPr>
            <p:ph idx="1" type="subTitle"/>
          </p:nvPr>
        </p:nvSpPr>
        <p:spPr>
          <a:xfrm>
            <a:off x="715100" y="1860375"/>
            <a:ext cx="3856800" cy="399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89" name="Google Shape;89;p20"/>
          <p:cNvSpPr txBox="1"/>
          <p:nvPr>
            <p:ph idx="2" type="subTitle"/>
          </p:nvPr>
        </p:nvSpPr>
        <p:spPr>
          <a:xfrm>
            <a:off x="715100" y="147637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90" name="Google Shape;90;p20"/>
          <p:cNvSpPr txBox="1"/>
          <p:nvPr>
            <p:ph type="title"/>
          </p:nvPr>
        </p:nvSpPr>
        <p:spPr>
          <a:xfrm>
            <a:off x="715100" y="535000"/>
            <a:ext cx="38568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91" name="Google Shape;91;p20"/>
          <p:cNvSpPr txBox="1"/>
          <p:nvPr>
            <p:ph idx="3" type="subTitle"/>
          </p:nvPr>
        </p:nvSpPr>
        <p:spPr>
          <a:xfrm>
            <a:off x="715100" y="2796675"/>
            <a:ext cx="3856800" cy="399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92" name="Google Shape;92;p20"/>
          <p:cNvSpPr txBox="1"/>
          <p:nvPr>
            <p:ph idx="4" type="subTitle"/>
          </p:nvPr>
        </p:nvSpPr>
        <p:spPr>
          <a:xfrm>
            <a:off x="715100" y="241267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93" name="Google Shape;93;p20"/>
          <p:cNvSpPr txBox="1"/>
          <p:nvPr>
            <p:ph idx="5" type="subTitle"/>
          </p:nvPr>
        </p:nvSpPr>
        <p:spPr>
          <a:xfrm>
            <a:off x="715100" y="3732975"/>
            <a:ext cx="3856800" cy="399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94" name="Google Shape;94;p20"/>
          <p:cNvSpPr txBox="1"/>
          <p:nvPr>
            <p:ph idx="6" type="subTitle"/>
          </p:nvPr>
        </p:nvSpPr>
        <p:spPr>
          <a:xfrm>
            <a:off x="715100" y="334897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95" name="Google Shape;95;p20"/>
          <p:cNvSpPr/>
          <p:nvPr>
            <p:ph idx="7" type="pic"/>
          </p:nvPr>
        </p:nvSpPr>
        <p:spPr>
          <a:xfrm>
            <a:off x="5715000" y="125"/>
            <a:ext cx="3429000" cy="51435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bg>
      <p:bgPr>
        <a:solidFill>
          <a:schemeClr val="dk1"/>
        </a:solidFill>
      </p:bgPr>
    </p:bg>
    <p:spTree>
      <p:nvGrpSpPr>
        <p:cNvPr id="96" name="Shape 96"/>
        <p:cNvGrpSpPr/>
        <p:nvPr/>
      </p:nvGrpSpPr>
      <p:grpSpPr>
        <a:xfrm>
          <a:off x="0" y="0"/>
          <a:ext cx="0" cy="0"/>
          <a:chOff x="0" y="0"/>
          <a:chExt cx="0" cy="0"/>
        </a:xfrm>
      </p:grpSpPr>
      <p:sp>
        <p:nvSpPr>
          <p:cNvPr id="97" name="Google Shape;97;p21"/>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98" name="Google Shape;98;p21"/>
          <p:cNvSpPr txBox="1"/>
          <p:nvPr>
            <p:ph idx="1" type="subTitle"/>
          </p:nvPr>
        </p:nvSpPr>
        <p:spPr>
          <a:xfrm>
            <a:off x="715100" y="3206625"/>
            <a:ext cx="2268000" cy="61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99" name="Google Shape;99;p21"/>
          <p:cNvSpPr txBox="1"/>
          <p:nvPr>
            <p:ph idx="2" type="subTitle"/>
          </p:nvPr>
        </p:nvSpPr>
        <p:spPr>
          <a:xfrm>
            <a:off x="715100" y="2822625"/>
            <a:ext cx="2268000" cy="460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00" name="Google Shape;100;p21"/>
          <p:cNvSpPr txBox="1"/>
          <p:nvPr>
            <p:ph idx="3" type="subTitle"/>
          </p:nvPr>
        </p:nvSpPr>
        <p:spPr>
          <a:xfrm>
            <a:off x="3438000" y="3206625"/>
            <a:ext cx="2268000" cy="61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01" name="Google Shape;101;p21"/>
          <p:cNvSpPr txBox="1"/>
          <p:nvPr>
            <p:ph idx="4" type="subTitle"/>
          </p:nvPr>
        </p:nvSpPr>
        <p:spPr>
          <a:xfrm>
            <a:off x="3438000" y="2822625"/>
            <a:ext cx="2268000" cy="460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02" name="Google Shape;102;p21"/>
          <p:cNvSpPr txBox="1"/>
          <p:nvPr>
            <p:ph idx="5" type="subTitle"/>
          </p:nvPr>
        </p:nvSpPr>
        <p:spPr>
          <a:xfrm>
            <a:off x="6160900" y="3206625"/>
            <a:ext cx="2268000" cy="61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03" name="Google Shape;103;p21"/>
          <p:cNvSpPr txBox="1"/>
          <p:nvPr>
            <p:ph idx="6" type="subTitle"/>
          </p:nvPr>
        </p:nvSpPr>
        <p:spPr>
          <a:xfrm>
            <a:off x="6160900" y="2822625"/>
            <a:ext cx="2268000" cy="460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bg>
      <p:bgPr>
        <a:solidFill>
          <a:schemeClr val="lt1"/>
        </a:solidFill>
      </p:bgPr>
    </p:bg>
    <p:spTree>
      <p:nvGrpSpPr>
        <p:cNvPr id="104" name="Shape 104"/>
        <p:cNvGrpSpPr/>
        <p:nvPr/>
      </p:nvGrpSpPr>
      <p:grpSpPr>
        <a:xfrm>
          <a:off x="0" y="0"/>
          <a:ext cx="0" cy="0"/>
          <a:chOff x="0" y="0"/>
          <a:chExt cx="0" cy="0"/>
        </a:xfrm>
      </p:grpSpPr>
      <p:sp>
        <p:nvSpPr>
          <p:cNvPr id="105" name="Google Shape;105;p22"/>
          <p:cNvSpPr txBox="1"/>
          <p:nvPr>
            <p:ph idx="1" type="subTitle"/>
          </p:nvPr>
        </p:nvSpPr>
        <p:spPr>
          <a:xfrm>
            <a:off x="715100" y="2037825"/>
            <a:ext cx="38568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 name="Google Shape;106;p22"/>
          <p:cNvSpPr txBox="1"/>
          <p:nvPr>
            <p:ph idx="2" type="subTitle"/>
          </p:nvPr>
        </p:nvSpPr>
        <p:spPr>
          <a:xfrm>
            <a:off x="715100" y="3341025"/>
            <a:ext cx="38568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22"/>
          <p:cNvSpPr txBox="1"/>
          <p:nvPr>
            <p:ph idx="3" type="subTitle"/>
          </p:nvPr>
        </p:nvSpPr>
        <p:spPr>
          <a:xfrm>
            <a:off x="715100" y="165382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08" name="Google Shape;108;p22"/>
          <p:cNvSpPr txBox="1"/>
          <p:nvPr>
            <p:ph idx="4" type="subTitle"/>
          </p:nvPr>
        </p:nvSpPr>
        <p:spPr>
          <a:xfrm>
            <a:off x="715100" y="295702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09" name="Google Shape;109;p22"/>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110" name="Google Shape;110;p22"/>
          <p:cNvSpPr txBox="1"/>
          <p:nvPr>
            <p:ph idx="5" type="subTitle"/>
          </p:nvPr>
        </p:nvSpPr>
        <p:spPr>
          <a:xfrm>
            <a:off x="4572000" y="2037825"/>
            <a:ext cx="38568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 name="Google Shape;111;p22"/>
          <p:cNvSpPr txBox="1"/>
          <p:nvPr>
            <p:ph idx="6" type="subTitle"/>
          </p:nvPr>
        </p:nvSpPr>
        <p:spPr>
          <a:xfrm>
            <a:off x="4572000" y="3341025"/>
            <a:ext cx="38568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2" name="Google Shape;112;p22"/>
          <p:cNvSpPr txBox="1"/>
          <p:nvPr>
            <p:ph idx="7" type="subTitle"/>
          </p:nvPr>
        </p:nvSpPr>
        <p:spPr>
          <a:xfrm>
            <a:off x="4572000" y="165382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13" name="Google Shape;113;p22"/>
          <p:cNvSpPr txBox="1"/>
          <p:nvPr>
            <p:ph idx="8" type="subTitle"/>
          </p:nvPr>
        </p:nvSpPr>
        <p:spPr>
          <a:xfrm>
            <a:off x="4572000" y="295702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bg>
      <p:bgPr>
        <a:solidFill>
          <a:schemeClr val="dk1"/>
        </a:solidFill>
      </p:bgPr>
    </p:bg>
    <p:spTree>
      <p:nvGrpSpPr>
        <p:cNvPr id="114" name="Shape 114"/>
        <p:cNvGrpSpPr/>
        <p:nvPr/>
      </p:nvGrpSpPr>
      <p:grpSpPr>
        <a:xfrm>
          <a:off x="0" y="0"/>
          <a:ext cx="0" cy="0"/>
          <a:chOff x="0" y="0"/>
          <a:chExt cx="0" cy="0"/>
        </a:xfrm>
      </p:grpSpPr>
      <p:sp>
        <p:nvSpPr>
          <p:cNvPr id="115" name="Google Shape;115;p23"/>
          <p:cNvSpPr txBox="1"/>
          <p:nvPr>
            <p:ph idx="1" type="subTitle"/>
          </p:nvPr>
        </p:nvSpPr>
        <p:spPr>
          <a:xfrm>
            <a:off x="715100" y="20378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16" name="Google Shape;116;p23"/>
          <p:cNvSpPr txBox="1"/>
          <p:nvPr>
            <p:ph idx="2" type="subTitle"/>
          </p:nvPr>
        </p:nvSpPr>
        <p:spPr>
          <a:xfrm>
            <a:off x="715100" y="33410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17" name="Google Shape;117;p23"/>
          <p:cNvSpPr txBox="1"/>
          <p:nvPr>
            <p:ph idx="3" type="subTitle"/>
          </p:nvPr>
        </p:nvSpPr>
        <p:spPr>
          <a:xfrm>
            <a:off x="715100" y="16538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18" name="Google Shape;118;p23"/>
          <p:cNvSpPr txBox="1"/>
          <p:nvPr>
            <p:ph idx="4" type="subTitle"/>
          </p:nvPr>
        </p:nvSpPr>
        <p:spPr>
          <a:xfrm>
            <a:off x="715100" y="29570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19" name="Google Shape;119;p23"/>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120" name="Google Shape;120;p23"/>
          <p:cNvSpPr txBox="1"/>
          <p:nvPr>
            <p:ph idx="5" type="subTitle"/>
          </p:nvPr>
        </p:nvSpPr>
        <p:spPr>
          <a:xfrm>
            <a:off x="3286422" y="20378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21" name="Google Shape;121;p23"/>
          <p:cNvSpPr txBox="1"/>
          <p:nvPr>
            <p:ph idx="6" type="subTitle"/>
          </p:nvPr>
        </p:nvSpPr>
        <p:spPr>
          <a:xfrm>
            <a:off x="3286422" y="33410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22" name="Google Shape;122;p23"/>
          <p:cNvSpPr txBox="1"/>
          <p:nvPr>
            <p:ph idx="7" type="subTitle"/>
          </p:nvPr>
        </p:nvSpPr>
        <p:spPr>
          <a:xfrm>
            <a:off x="3286422" y="16538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23" name="Google Shape;123;p23"/>
          <p:cNvSpPr txBox="1"/>
          <p:nvPr>
            <p:ph idx="8" type="subTitle"/>
          </p:nvPr>
        </p:nvSpPr>
        <p:spPr>
          <a:xfrm>
            <a:off x="3286422" y="29570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24" name="Google Shape;124;p23"/>
          <p:cNvSpPr txBox="1"/>
          <p:nvPr>
            <p:ph idx="9" type="subTitle"/>
          </p:nvPr>
        </p:nvSpPr>
        <p:spPr>
          <a:xfrm>
            <a:off x="5857711" y="20378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25" name="Google Shape;125;p23"/>
          <p:cNvSpPr txBox="1"/>
          <p:nvPr>
            <p:ph idx="13" type="subTitle"/>
          </p:nvPr>
        </p:nvSpPr>
        <p:spPr>
          <a:xfrm>
            <a:off x="5857711" y="33410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26" name="Google Shape;126;p23"/>
          <p:cNvSpPr txBox="1"/>
          <p:nvPr>
            <p:ph idx="14" type="subTitle"/>
          </p:nvPr>
        </p:nvSpPr>
        <p:spPr>
          <a:xfrm>
            <a:off x="5857711" y="16538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27" name="Google Shape;127;p23"/>
          <p:cNvSpPr txBox="1"/>
          <p:nvPr>
            <p:ph idx="15" type="subTitle"/>
          </p:nvPr>
        </p:nvSpPr>
        <p:spPr>
          <a:xfrm>
            <a:off x="5857711" y="29570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chemeClr val="lt1"/>
        </a:solidFill>
      </p:bgPr>
    </p:bg>
    <p:spTree>
      <p:nvGrpSpPr>
        <p:cNvPr id="128" name="Shape 128"/>
        <p:cNvGrpSpPr/>
        <p:nvPr/>
      </p:nvGrpSpPr>
      <p:grpSpPr>
        <a:xfrm>
          <a:off x="0" y="0"/>
          <a:ext cx="0" cy="0"/>
          <a:chOff x="0" y="0"/>
          <a:chExt cx="0" cy="0"/>
        </a:xfrm>
      </p:grpSpPr>
      <p:sp>
        <p:nvSpPr>
          <p:cNvPr id="129" name="Google Shape;129;p24"/>
          <p:cNvSpPr txBox="1"/>
          <p:nvPr>
            <p:ph hasCustomPrompt="1" type="title"/>
          </p:nvPr>
        </p:nvSpPr>
        <p:spPr>
          <a:xfrm>
            <a:off x="4572000" y="535000"/>
            <a:ext cx="3429000" cy="8283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0" name="Google Shape;130;p24"/>
          <p:cNvSpPr txBox="1"/>
          <p:nvPr>
            <p:ph idx="1" type="subTitle"/>
          </p:nvPr>
        </p:nvSpPr>
        <p:spPr>
          <a:xfrm>
            <a:off x="4572000" y="1287100"/>
            <a:ext cx="3429000" cy="445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1" name="Google Shape;131;p24"/>
          <p:cNvSpPr txBox="1"/>
          <p:nvPr>
            <p:ph hasCustomPrompt="1" idx="2" type="title"/>
          </p:nvPr>
        </p:nvSpPr>
        <p:spPr>
          <a:xfrm>
            <a:off x="4572000" y="1973100"/>
            <a:ext cx="3429000" cy="8283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2" name="Google Shape;132;p24"/>
          <p:cNvSpPr txBox="1"/>
          <p:nvPr>
            <p:ph idx="3" type="subTitle"/>
          </p:nvPr>
        </p:nvSpPr>
        <p:spPr>
          <a:xfrm>
            <a:off x="4572000" y="2725200"/>
            <a:ext cx="3429000" cy="445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3" name="Google Shape;133;p24"/>
          <p:cNvSpPr txBox="1"/>
          <p:nvPr>
            <p:ph hasCustomPrompt="1" idx="4" type="title"/>
          </p:nvPr>
        </p:nvSpPr>
        <p:spPr>
          <a:xfrm>
            <a:off x="4572000" y="3411200"/>
            <a:ext cx="3429000" cy="8283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4" name="Google Shape;134;p24"/>
          <p:cNvSpPr txBox="1"/>
          <p:nvPr>
            <p:ph idx="5" type="subTitle"/>
          </p:nvPr>
        </p:nvSpPr>
        <p:spPr>
          <a:xfrm>
            <a:off x="4572000" y="4163300"/>
            <a:ext cx="3429000" cy="445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5" name="Google Shape;135;p24"/>
          <p:cNvSpPr/>
          <p:nvPr>
            <p:ph idx="6" type="pic"/>
          </p:nvPr>
        </p:nvSpPr>
        <p:spPr>
          <a:xfrm>
            <a:off x="0" y="125"/>
            <a:ext cx="3429000" cy="51435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1_1_1_3">
    <p:bg>
      <p:bgPr>
        <a:solidFill>
          <a:schemeClr val="lt1"/>
        </a:solidFill>
      </p:bgPr>
    </p:bg>
    <p:spTree>
      <p:nvGrpSpPr>
        <p:cNvPr id="136" name="Shape 136"/>
        <p:cNvGrpSpPr/>
        <p:nvPr/>
      </p:nvGrpSpPr>
      <p:grpSpPr>
        <a:xfrm>
          <a:off x="0" y="0"/>
          <a:ext cx="0" cy="0"/>
          <a:chOff x="0" y="0"/>
          <a:chExt cx="0" cy="0"/>
        </a:xfrm>
      </p:grpSpPr>
      <p:sp>
        <p:nvSpPr>
          <p:cNvPr id="137" name="Google Shape;137;p25"/>
          <p:cNvSpPr txBox="1"/>
          <p:nvPr>
            <p:ph idx="1" type="subTitle"/>
          </p:nvPr>
        </p:nvSpPr>
        <p:spPr>
          <a:xfrm>
            <a:off x="715100" y="3339225"/>
            <a:ext cx="24735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8" name="Google Shape;138;p25"/>
          <p:cNvSpPr txBox="1"/>
          <p:nvPr>
            <p:ph idx="2" type="subTitle"/>
          </p:nvPr>
        </p:nvSpPr>
        <p:spPr>
          <a:xfrm>
            <a:off x="715100" y="2955225"/>
            <a:ext cx="24735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39" name="Google Shape;139;p25"/>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Font typeface="Cabin Medium"/>
              <a:buNone/>
              <a:defRPr sz="3000">
                <a:latin typeface="Cabin Medium"/>
                <a:ea typeface="Cabin Medium"/>
                <a:cs typeface="Cabin Medium"/>
                <a:sym typeface="Cabin Medium"/>
              </a:defRPr>
            </a:lvl1pPr>
            <a:lvl2pPr lvl="1" rtl="0">
              <a:spcBef>
                <a:spcPts val="0"/>
              </a:spcBef>
              <a:spcAft>
                <a:spcPts val="0"/>
              </a:spcAft>
              <a:buSzPts val="3000"/>
              <a:buFont typeface="Cabin Medium"/>
              <a:buNone/>
              <a:defRPr sz="3000">
                <a:latin typeface="Cabin Medium"/>
                <a:ea typeface="Cabin Medium"/>
                <a:cs typeface="Cabin Medium"/>
                <a:sym typeface="Cabin Medium"/>
              </a:defRPr>
            </a:lvl2pPr>
            <a:lvl3pPr lvl="2" rtl="0">
              <a:spcBef>
                <a:spcPts val="0"/>
              </a:spcBef>
              <a:spcAft>
                <a:spcPts val="0"/>
              </a:spcAft>
              <a:buSzPts val="3000"/>
              <a:buFont typeface="Cabin Medium"/>
              <a:buNone/>
              <a:defRPr sz="3000">
                <a:latin typeface="Cabin Medium"/>
                <a:ea typeface="Cabin Medium"/>
                <a:cs typeface="Cabin Medium"/>
                <a:sym typeface="Cabin Medium"/>
              </a:defRPr>
            </a:lvl3pPr>
            <a:lvl4pPr lvl="3" rtl="0">
              <a:spcBef>
                <a:spcPts val="0"/>
              </a:spcBef>
              <a:spcAft>
                <a:spcPts val="0"/>
              </a:spcAft>
              <a:buSzPts val="3000"/>
              <a:buFont typeface="Cabin Medium"/>
              <a:buNone/>
              <a:defRPr sz="3000">
                <a:latin typeface="Cabin Medium"/>
                <a:ea typeface="Cabin Medium"/>
                <a:cs typeface="Cabin Medium"/>
                <a:sym typeface="Cabin Medium"/>
              </a:defRPr>
            </a:lvl4pPr>
            <a:lvl5pPr lvl="4" rtl="0">
              <a:spcBef>
                <a:spcPts val="0"/>
              </a:spcBef>
              <a:spcAft>
                <a:spcPts val="0"/>
              </a:spcAft>
              <a:buSzPts val="3000"/>
              <a:buFont typeface="Cabin Medium"/>
              <a:buNone/>
              <a:defRPr sz="3000">
                <a:latin typeface="Cabin Medium"/>
                <a:ea typeface="Cabin Medium"/>
                <a:cs typeface="Cabin Medium"/>
                <a:sym typeface="Cabin Medium"/>
              </a:defRPr>
            </a:lvl5pPr>
            <a:lvl6pPr lvl="5" rtl="0">
              <a:spcBef>
                <a:spcPts val="0"/>
              </a:spcBef>
              <a:spcAft>
                <a:spcPts val="0"/>
              </a:spcAft>
              <a:buSzPts val="3000"/>
              <a:buFont typeface="Cabin Medium"/>
              <a:buNone/>
              <a:defRPr sz="3000">
                <a:latin typeface="Cabin Medium"/>
                <a:ea typeface="Cabin Medium"/>
                <a:cs typeface="Cabin Medium"/>
                <a:sym typeface="Cabin Medium"/>
              </a:defRPr>
            </a:lvl6pPr>
            <a:lvl7pPr lvl="6" rtl="0">
              <a:spcBef>
                <a:spcPts val="0"/>
              </a:spcBef>
              <a:spcAft>
                <a:spcPts val="0"/>
              </a:spcAft>
              <a:buSzPts val="3000"/>
              <a:buFont typeface="Cabin Medium"/>
              <a:buNone/>
              <a:defRPr sz="3000">
                <a:latin typeface="Cabin Medium"/>
                <a:ea typeface="Cabin Medium"/>
                <a:cs typeface="Cabin Medium"/>
                <a:sym typeface="Cabin Medium"/>
              </a:defRPr>
            </a:lvl7pPr>
            <a:lvl8pPr lvl="7" rtl="0">
              <a:spcBef>
                <a:spcPts val="0"/>
              </a:spcBef>
              <a:spcAft>
                <a:spcPts val="0"/>
              </a:spcAft>
              <a:buSzPts val="3000"/>
              <a:buFont typeface="Cabin Medium"/>
              <a:buNone/>
              <a:defRPr sz="3000">
                <a:latin typeface="Cabin Medium"/>
                <a:ea typeface="Cabin Medium"/>
                <a:cs typeface="Cabin Medium"/>
                <a:sym typeface="Cabin Medium"/>
              </a:defRPr>
            </a:lvl8pPr>
            <a:lvl9pPr lvl="8" rtl="0">
              <a:spcBef>
                <a:spcPts val="0"/>
              </a:spcBef>
              <a:spcAft>
                <a:spcPts val="0"/>
              </a:spcAft>
              <a:buSzPts val="3000"/>
              <a:buFont typeface="Cabin Medium"/>
              <a:buNone/>
              <a:defRPr sz="3000">
                <a:latin typeface="Cabin Medium"/>
                <a:ea typeface="Cabin Medium"/>
                <a:cs typeface="Cabin Medium"/>
                <a:sym typeface="Cabin Medium"/>
              </a:defRPr>
            </a:lvl9pPr>
          </a:lstStyle>
          <a:p/>
        </p:txBody>
      </p:sp>
      <p:sp>
        <p:nvSpPr>
          <p:cNvPr id="140" name="Google Shape;140;p25"/>
          <p:cNvSpPr txBox="1"/>
          <p:nvPr>
            <p:ph idx="3" type="subTitle"/>
          </p:nvPr>
        </p:nvSpPr>
        <p:spPr>
          <a:xfrm>
            <a:off x="3335296" y="3339225"/>
            <a:ext cx="24735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1" name="Google Shape;141;p25"/>
          <p:cNvSpPr txBox="1"/>
          <p:nvPr>
            <p:ph idx="4" type="subTitle"/>
          </p:nvPr>
        </p:nvSpPr>
        <p:spPr>
          <a:xfrm>
            <a:off x="3335296" y="2955225"/>
            <a:ext cx="24735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42" name="Google Shape;142;p25"/>
          <p:cNvSpPr txBox="1"/>
          <p:nvPr>
            <p:ph idx="5" type="subTitle"/>
          </p:nvPr>
        </p:nvSpPr>
        <p:spPr>
          <a:xfrm>
            <a:off x="5955460" y="3339225"/>
            <a:ext cx="24735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3" name="Google Shape;143;p25"/>
          <p:cNvSpPr txBox="1"/>
          <p:nvPr>
            <p:ph idx="6" type="subTitle"/>
          </p:nvPr>
        </p:nvSpPr>
        <p:spPr>
          <a:xfrm>
            <a:off x="5955460" y="2955225"/>
            <a:ext cx="24735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44" name="Google Shape;144;p25"/>
          <p:cNvSpPr txBox="1"/>
          <p:nvPr>
            <p:ph hasCustomPrompt="1" idx="7" type="title"/>
          </p:nvPr>
        </p:nvSpPr>
        <p:spPr>
          <a:xfrm>
            <a:off x="715100" y="1653825"/>
            <a:ext cx="2473500" cy="4602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400" u="sng">
                <a:latin typeface="Cabin Medium"/>
                <a:ea typeface="Cabin Medium"/>
                <a:cs typeface="Cabin Medium"/>
                <a:sym typeface="Cabin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5" name="Google Shape;145;p25"/>
          <p:cNvSpPr txBox="1"/>
          <p:nvPr>
            <p:ph hasCustomPrompt="1" idx="8" type="title"/>
          </p:nvPr>
        </p:nvSpPr>
        <p:spPr>
          <a:xfrm>
            <a:off x="3335299" y="1653825"/>
            <a:ext cx="2473500" cy="4602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400" u="sng">
                <a:latin typeface="Cabin Medium"/>
                <a:ea typeface="Cabin Medium"/>
                <a:cs typeface="Cabin Medium"/>
                <a:sym typeface="Cabin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6" name="Google Shape;146;p25"/>
          <p:cNvSpPr txBox="1"/>
          <p:nvPr>
            <p:ph hasCustomPrompt="1" idx="9" type="title"/>
          </p:nvPr>
        </p:nvSpPr>
        <p:spPr>
          <a:xfrm>
            <a:off x="5955449" y="1653825"/>
            <a:ext cx="2473500" cy="4602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400" u="sng">
                <a:latin typeface="Cabin Medium"/>
                <a:ea typeface="Cabin Medium"/>
                <a:cs typeface="Cabin Medium"/>
                <a:sym typeface="Cabin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bg>
      <p:bgPr>
        <a:solidFill>
          <a:schemeClr val="dk1"/>
        </a:solidFill>
      </p:bgPr>
    </p:bg>
    <p:spTree>
      <p:nvGrpSpPr>
        <p:cNvPr id="147" name="Shape 147"/>
        <p:cNvGrpSpPr/>
        <p:nvPr/>
      </p:nvGrpSpPr>
      <p:grpSpPr>
        <a:xfrm>
          <a:off x="0" y="0"/>
          <a:ext cx="0" cy="0"/>
          <a:chOff x="0" y="0"/>
          <a:chExt cx="0" cy="0"/>
        </a:xfrm>
      </p:grpSpPr>
      <p:sp>
        <p:nvSpPr>
          <p:cNvPr id="148" name="Google Shape;148;p26"/>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solidFill>
          <a:schemeClr val="lt1"/>
        </a:solidFill>
      </p:bgPr>
    </p:bg>
    <p:spTree>
      <p:nvGrpSpPr>
        <p:cNvPr id="149" name="Shape 149"/>
        <p:cNvGrpSpPr/>
        <p:nvPr/>
      </p:nvGrpSpPr>
      <p:grpSpPr>
        <a:xfrm>
          <a:off x="0" y="0"/>
          <a:ext cx="0" cy="0"/>
          <a:chOff x="0" y="0"/>
          <a:chExt cx="0" cy="0"/>
        </a:xfrm>
      </p:grpSpPr>
      <p:sp>
        <p:nvSpPr>
          <p:cNvPr id="150" name="Google Shape;150;p27"/>
          <p:cNvSpPr txBox="1"/>
          <p:nvPr>
            <p:ph type="ctrTitle"/>
          </p:nvPr>
        </p:nvSpPr>
        <p:spPr>
          <a:xfrm>
            <a:off x="1143000" y="773900"/>
            <a:ext cx="3429000" cy="99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1" name="Google Shape;151;p27"/>
          <p:cNvSpPr txBox="1"/>
          <p:nvPr>
            <p:ph idx="1" type="subTitle"/>
          </p:nvPr>
        </p:nvSpPr>
        <p:spPr>
          <a:xfrm>
            <a:off x="1143000" y="1695500"/>
            <a:ext cx="3429000" cy="131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52" name="Google Shape;152;p27"/>
          <p:cNvSpPr/>
          <p:nvPr>
            <p:ph idx="2" type="pic"/>
          </p:nvPr>
        </p:nvSpPr>
        <p:spPr>
          <a:xfrm>
            <a:off x="5715000" y="125"/>
            <a:ext cx="3429000" cy="5143500"/>
          </a:xfrm>
          <a:prstGeom prst="rect">
            <a:avLst/>
          </a:prstGeom>
          <a:noFill/>
          <a:ln>
            <a:noFill/>
          </a:ln>
        </p:spPr>
      </p:sp>
      <p:sp>
        <p:nvSpPr>
          <p:cNvPr id="153" name="Google Shape;153;p27"/>
          <p:cNvSpPr txBox="1"/>
          <p:nvPr/>
        </p:nvSpPr>
        <p:spPr>
          <a:xfrm>
            <a:off x="1143000" y="3358800"/>
            <a:ext cx="3429000" cy="61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solidFill>
                  <a:schemeClr val="dk1"/>
                </a:solidFill>
                <a:latin typeface="Cabin"/>
                <a:ea typeface="Cabin"/>
                <a:cs typeface="Cabin"/>
                <a:sym typeface="Cabin"/>
              </a:rPr>
              <a:t>CREDITS: This presentation template was created by </a:t>
            </a:r>
            <a:r>
              <a:rPr b="1" lang="en" sz="1000">
                <a:solidFill>
                  <a:schemeClr val="dk1"/>
                </a:solidFill>
                <a:uFill>
                  <a:noFill/>
                </a:uFill>
                <a:latin typeface="Cabin"/>
                <a:ea typeface="Cabin"/>
                <a:cs typeface="Cabin"/>
                <a:sym typeface="Cabin"/>
                <a:hlinkClick r:id="rId2">
                  <a:extLst>
                    <a:ext uri="{A12FA001-AC4F-418D-AE19-62706E023703}">
                      <ahyp:hlinkClr val="tx"/>
                    </a:ext>
                  </a:extLst>
                </a:hlinkClick>
              </a:rPr>
              <a:t>Slidesgo</a:t>
            </a:r>
            <a:r>
              <a:rPr lang="en" sz="1000">
                <a:solidFill>
                  <a:schemeClr val="dk1"/>
                </a:solidFill>
                <a:latin typeface="Cabin"/>
                <a:ea typeface="Cabin"/>
                <a:cs typeface="Cabin"/>
                <a:sym typeface="Cabin"/>
              </a:rPr>
              <a:t>, and includes icons by </a:t>
            </a:r>
            <a:r>
              <a:rPr b="1" lang="en" sz="1000">
                <a:solidFill>
                  <a:schemeClr val="dk1"/>
                </a:solidFill>
                <a:uFill>
                  <a:noFill/>
                </a:uFill>
                <a:latin typeface="Cabin"/>
                <a:ea typeface="Cabin"/>
                <a:cs typeface="Cabin"/>
                <a:sym typeface="Cabin"/>
                <a:hlinkClick r:id="rId3">
                  <a:extLst>
                    <a:ext uri="{A12FA001-AC4F-418D-AE19-62706E023703}">
                      <ahyp:hlinkClr val="tx"/>
                    </a:ext>
                  </a:extLst>
                </a:hlinkClick>
              </a:rPr>
              <a:t>Flaticon</a:t>
            </a:r>
            <a:r>
              <a:rPr lang="en" sz="1000">
                <a:solidFill>
                  <a:schemeClr val="dk1"/>
                </a:solidFill>
                <a:latin typeface="Cabin"/>
                <a:ea typeface="Cabin"/>
                <a:cs typeface="Cabin"/>
                <a:sym typeface="Cabin"/>
              </a:rPr>
              <a:t> and infographics</a:t>
            </a:r>
            <a:endParaRPr sz="1000">
              <a:solidFill>
                <a:schemeClr val="dk1"/>
              </a:solidFill>
              <a:latin typeface="Cabin"/>
              <a:ea typeface="Cabin"/>
              <a:cs typeface="Cabin"/>
              <a:sym typeface="Cabin"/>
            </a:endParaRPr>
          </a:p>
          <a:p>
            <a:pPr indent="0" lvl="0" marL="0" rtl="0" algn="ctr">
              <a:lnSpc>
                <a:spcPct val="100000"/>
              </a:lnSpc>
              <a:spcBef>
                <a:spcPts val="0"/>
              </a:spcBef>
              <a:spcAft>
                <a:spcPts val="0"/>
              </a:spcAft>
              <a:buNone/>
            </a:pPr>
            <a:r>
              <a:rPr lang="en" sz="1000">
                <a:solidFill>
                  <a:schemeClr val="dk1"/>
                </a:solidFill>
                <a:latin typeface="Cabin"/>
                <a:ea typeface="Cabin"/>
                <a:cs typeface="Cabin"/>
                <a:sym typeface="Cabin"/>
              </a:rPr>
              <a:t>&amp; images by </a:t>
            </a:r>
            <a:r>
              <a:rPr b="1" lang="en" sz="1000">
                <a:solidFill>
                  <a:schemeClr val="dk1"/>
                </a:solidFill>
                <a:uFill>
                  <a:noFill/>
                </a:uFill>
                <a:latin typeface="Cabin"/>
                <a:ea typeface="Cabin"/>
                <a:cs typeface="Cabin"/>
                <a:sym typeface="Cabin"/>
                <a:hlinkClick r:id="rId4">
                  <a:extLst>
                    <a:ext uri="{A12FA001-AC4F-418D-AE19-62706E023703}">
                      <ahyp:hlinkClr val="tx"/>
                    </a:ext>
                  </a:extLst>
                </a:hlinkClick>
              </a:rPr>
              <a:t>Freepik</a:t>
            </a:r>
            <a:endParaRPr b="1" sz="1000">
              <a:solidFill>
                <a:schemeClr val="dk1"/>
              </a:solidFill>
              <a:latin typeface="Cabin"/>
              <a:ea typeface="Cabin"/>
              <a:cs typeface="Cabin"/>
              <a:sym typeface="Cabin"/>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solidFill>
          <a:schemeClr val="lt1"/>
        </a:solidFill>
      </p:bgPr>
    </p:bg>
    <p:spTree>
      <p:nvGrpSpPr>
        <p:cNvPr id="154" name="Shape 15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2"/>
        </a:solidFill>
      </p:bgPr>
    </p:bg>
    <p:spTree>
      <p:nvGrpSpPr>
        <p:cNvPr id="155" name="Shape 1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7" name="Google Shape;7;p1"/>
          <p:cNvSpPr txBox="1"/>
          <p:nvPr>
            <p:ph idx="1" type="body"/>
          </p:nvPr>
        </p:nvSpPr>
        <p:spPr>
          <a:xfrm>
            <a:off x="715100" y="1175200"/>
            <a:ext cx="7713900" cy="34332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indent="-317500" lvl="1" marL="9144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2pPr>
            <a:lvl3pPr indent="-317500" lvl="2" marL="13716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3pPr>
            <a:lvl4pPr indent="-317500" lvl="3" marL="18288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4pPr>
            <a:lvl5pPr indent="-317500" lvl="4" marL="22860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5pPr>
            <a:lvl6pPr indent="-317500" lvl="5" marL="27432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6pPr>
            <a:lvl7pPr indent="-317500" lvl="6" marL="32004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7pPr>
            <a:lvl8pPr indent="-317500" lvl="7" marL="36576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8pPr>
            <a:lvl9pPr indent="-317500" lvl="8" marL="41148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1.png"/><Relationship Id="rId5"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eastasiaforum.org/2025/10/15/climate-resilience-in-the-philippines-starts-with-accountability/" TargetMode="External"/><Relationship Id="rId4" Type="http://schemas.openxmlformats.org/officeDocument/2006/relationships/hyperlink" Target="https://eastasiaforum.org/2025/10/15/climate-resilience-in-the-philippines-starts-with-accountability/" TargetMode="External"/><Relationship Id="rId9" Type="http://schemas.openxmlformats.org/officeDocument/2006/relationships/image" Target="../media/image6.jpg"/><Relationship Id="rId5" Type="http://schemas.openxmlformats.org/officeDocument/2006/relationships/hyperlink" Target="https://eastasiaforum.org/2025/10/15/climate-resilience-in-the-philippines-starts-with-accountability/" TargetMode="External"/><Relationship Id="rId6" Type="http://schemas.openxmlformats.org/officeDocument/2006/relationships/hyperlink" Target="https://www.gfdrr.org/en/feature-story/protecting-lives-and-property-disaster-risk-philippines" TargetMode="External"/><Relationship Id="rId7" Type="http://schemas.openxmlformats.org/officeDocument/2006/relationships/hyperlink" Target="https://www.gfdrr.org/en/feature-story/protecting-lives-and-property-disaster-risk-philippines" TargetMode="External"/><Relationship Id="rId8" Type="http://schemas.openxmlformats.org/officeDocument/2006/relationships/hyperlink" Target="https://www.climaterealityproject.org/blog/how-climate-change-affecting-philippin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hyperlink" Target="https://www.climateimpactstracker.com/climate-change-in-the-philippines-causes-effects-and-solutions/" TargetMode="External"/><Relationship Id="rId9" Type="http://schemas.openxmlformats.org/officeDocument/2006/relationships/image" Target="../media/image5.gif"/><Relationship Id="rId5" Type="http://schemas.openxmlformats.org/officeDocument/2006/relationships/hyperlink" Target="https://www.climateimpactstracker.com/climate-change-in-the-philippines-causes-effects-and-solutions/" TargetMode="External"/><Relationship Id="rId6" Type="http://schemas.openxmlformats.org/officeDocument/2006/relationships/hyperlink" Target="https://www.climateimpactstracker.com/climate-change-in-the-philippines-causes-effects-and-solutions/" TargetMode="External"/><Relationship Id="rId7" Type="http://schemas.openxmlformats.org/officeDocument/2006/relationships/hyperlink" Target="https://www.climateimpactstracker.com/climate-change-in-the-philippines-causes-effects-and-solutions/" TargetMode="External"/><Relationship Id="rId8" Type="http://schemas.openxmlformats.org/officeDocument/2006/relationships/hyperlink" Target="https://www.climateimpactstracker.com/climate-change-in-the-philippines-causes-effects-and-solutions/" TargetMode="External"/><Relationship Id="rId11" Type="http://schemas.openxmlformats.org/officeDocument/2006/relationships/image" Target="../media/image8.gif"/><Relationship Id="rId10" Type="http://schemas.openxmlformats.org/officeDocument/2006/relationships/image" Target="../media/image9.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hyperlink" Target="https://eastasiaforum.org/2025/10/15/climate-resilience-in-the-philippines-starts-with-accountability/" TargetMode="External"/><Relationship Id="rId4" Type="http://schemas.openxmlformats.org/officeDocument/2006/relationships/hyperlink" Target="https://eastasiaforum.org/2025/10/15/climate-resilience-in-the-philippines-starts-with-accountability/" TargetMode="External"/><Relationship Id="rId5" Type="http://schemas.openxmlformats.org/officeDocument/2006/relationships/hyperlink" Target="https://eastasiaforum.org/2025/10/15/climate-resilience-in-the-philippines-starts-with-accountability/" TargetMode="External"/><Relationship Id="rId6"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issuances-library.senate.gov.ph/legislative-issuance/republic-act-no-12287" TargetMode="External"/><Relationship Id="rId4" Type="http://schemas.openxmlformats.org/officeDocument/2006/relationships/hyperlink" Target="https://drm.dswd.gov.ph/emergency-cash-transfer/" TargetMode="External"/><Relationship Id="rId5" Type="http://schemas.openxmlformats.org/officeDocument/2006/relationships/hyperlink" Target="https://downloads.caraga.dilg.gov.ph/Disaster%20Preparedness/DRRM%20Act%20Primer.pdf" TargetMode="External"/><Relationship Id="rId6" Type="http://schemas.openxmlformats.org/officeDocument/2006/relationships/hyperlink" Target="https://downloads.caraga.dilg.gov.ph/Disaster%20Preparedness/DRRM%20Act%20Primer.pdf" TargetMode="External"/><Relationship Id="rId7"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jpg"/><Relationship Id="rId4" Type="http://schemas.openxmlformats.org/officeDocument/2006/relationships/image" Target="../media/image14.gif"/><Relationship Id="rId5" Type="http://schemas.openxmlformats.org/officeDocument/2006/relationships/image" Target="../media/image4.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D4CC"/>
        </a:solidFill>
      </p:bgPr>
    </p:bg>
    <p:spTree>
      <p:nvGrpSpPr>
        <p:cNvPr id="159" name="Shape 159"/>
        <p:cNvGrpSpPr/>
        <p:nvPr/>
      </p:nvGrpSpPr>
      <p:grpSpPr>
        <a:xfrm>
          <a:off x="0" y="0"/>
          <a:ext cx="0" cy="0"/>
          <a:chOff x="0" y="0"/>
          <a:chExt cx="0" cy="0"/>
        </a:xfrm>
      </p:grpSpPr>
      <p:sp>
        <p:nvSpPr>
          <p:cNvPr id="160" name="Google Shape;160;p30"/>
          <p:cNvSpPr txBox="1"/>
          <p:nvPr>
            <p:ph type="ctrTitle"/>
          </p:nvPr>
        </p:nvSpPr>
        <p:spPr>
          <a:xfrm>
            <a:off x="4504000" y="1707544"/>
            <a:ext cx="3429000" cy="128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500"/>
              <a:t>PHILIPPINES</a:t>
            </a:r>
            <a:endParaRPr sz="4500"/>
          </a:p>
        </p:txBody>
      </p:sp>
      <p:sp>
        <p:nvSpPr>
          <p:cNvPr id="161" name="Google Shape;161;p30"/>
          <p:cNvSpPr txBox="1"/>
          <p:nvPr>
            <p:ph idx="1" type="subTitle"/>
          </p:nvPr>
        </p:nvSpPr>
        <p:spPr>
          <a:xfrm>
            <a:off x="4573200" y="1201606"/>
            <a:ext cx="3429000" cy="68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Here is where your</a:t>
            </a:r>
            <a:br>
              <a:rPr lang="en"/>
            </a:br>
            <a:r>
              <a:rPr b="1" lang="en"/>
              <a:t>presentation begins</a:t>
            </a:r>
            <a:endParaRPr b="1"/>
          </a:p>
        </p:txBody>
      </p:sp>
      <p:cxnSp>
        <p:nvCxnSpPr>
          <p:cNvPr id="162" name="Google Shape;162;p30"/>
          <p:cNvCxnSpPr/>
          <p:nvPr/>
        </p:nvCxnSpPr>
        <p:spPr>
          <a:xfrm>
            <a:off x="5998050" y="3941894"/>
            <a:ext cx="579300" cy="0"/>
          </a:xfrm>
          <a:prstGeom prst="straightConnector1">
            <a:avLst/>
          </a:prstGeom>
          <a:noFill/>
          <a:ln cap="flat" cmpd="sng" w="38100">
            <a:solidFill>
              <a:schemeClr val="dk2"/>
            </a:solidFill>
            <a:prstDash val="solid"/>
            <a:round/>
            <a:headEnd len="med" w="med" type="none"/>
            <a:tailEnd len="med" w="med" type="none"/>
          </a:ln>
        </p:spPr>
      </p:cxnSp>
      <p:pic>
        <p:nvPicPr>
          <p:cNvPr descr="Waterfalls landscape in the Philippines image - Free stock photo ..." id="163" name="Google Shape;163;p30"/>
          <p:cNvPicPr preferRelativeResize="0"/>
          <p:nvPr>
            <p:ph idx="2" type="pic"/>
          </p:nvPr>
        </p:nvPicPr>
        <p:blipFill rotWithShape="1">
          <a:blip r:embed="rId3">
            <a:alphaModFix/>
          </a:blip>
          <a:srcRect b="0" l="25000" r="25000" t="0"/>
          <a:stretch/>
        </p:blipFill>
        <p:spPr>
          <a:xfrm>
            <a:off x="0" y="125"/>
            <a:ext cx="3428951" cy="5143500"/>
          </a:xfrm>
          <a:prstGeom prst="rect">
            <a:avLst/>
          </a:prstGeom>
        </p:spPr>
      </p:pic>
      <p:pic>
        <p:nvPicPr>
          <p:cNvPr descr="File:Philippine territorial map 1880.PNG - Wikimedia Commons" id="164" name="Google Shape;164;p30"/>
          <p:cNvPicPr preferRelativeResize="0"/>
          <p:nvPr/>
        </p:nvPicPr>
        <p:blipFill>
          <a:blip r:embed="rId4">
            <a:alphaModFix/>
          </a:blip>
          <a:stretch>
            <a:fillRect/>
          </a:stretch>
        </p:blipFill>
        <p:spPr>
          <a:xfrm>
            <a:off x="7419075" y="-12"/>
            <a:ext cx="1724923" cy="2319974"/>
          </a:xfrm>
          <a:prstGeom prst="rect">
            <a:avLst/>
          </a:prstGeom>
          <a:noFill/>
          <a:ln>
            <a:noFill/>
          </a:ln>
        </p:spPr>
      </p:pic>
      <p:pic>
        <p:nvPicPr>
          <p:cNvPr descr="a fist is holding up a flag with the sun on it (Provided by Tenor)" id="165" name="Google Shape;165;p30"/>
          <p:cNvPicPr preferRelativeResize="0"/>
          <p:nvPr/>
        </p:nvPicPr>
        <p:blipFill>
          <a:blip r:embed="rId5">
            <a:alphaModFix/>
          </a:blip>
          <a:stretch>
            <a:fillRect/>
          </a:stretch>
        </p:blipFill>
        <p:spPr>
          <a:xfrm>
            <a:off x="3428948" y="3123000"/>
            <a:ext cx="2038725" cy="2034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idx="2" type="title"/>
          </p:nvPr>
        </p:nvSpPr>
        <p:spPr>
          <a:xfrm>
            <a:off x="715100" y="535000"/>
            <a:ext cx="47370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Philippines Introduction</a:t>
            </a:r>
            <a:endParaRPr/>
          </a:p>
        </p:txBody>
      </p:sp>
      <p:pic>
        <p:nvPicPr>
          <p:cNvPr descr="HD wallpaper: Philippines, Waterfall, Nature, landscape, rock ..." id="171" name="Google Shape;171;p31"/>
          <p:cNvPicPr preferRelativeResize="0"/>
          <p:nvPr>
            <p:ph idx="20" type="pic"/>
          </p:nvPr>
        </p:nvPicPr>
        <p:blipFill rotWithShape="1">
          <a:blip r:embed="rId3">
            <a:alphaModFix/>
          </a:blip>
          <a:srcRect b="0" l="5572" r="5563" t="0"/>
          <a:stretch/>
        </p:blipFill>
        <p:spPr>
          <a:xfrm>
            <a:off x="5715000" y="125"/>
            <a:ext cx="3429001" cy="5143499"/>
          </a:xfrm>
          <a:prstGeom prst="rect">
            <a:avLst/>
          </a:prstGeom>
        </p:spPr>
      </p:pic>
      <p:pic>
        <p:nvPicPr>
          <p:cNvPr descr="a red white and blue flag with a yellow sun and stars (Provided by Tenor)" id="172" name="Google Shape;172;p31"/>
          <p:cNvPicPr preferRelativeResize="0"/>
          <p:nvPr/>
        </p:nvPicPr>
        <p:blipFill>
          <a:blip r:embed="rId4">
            <a:alphaModFix/>
          </a:blip>
          <a:stretch>
            <a:fillRect/>
          </a:stretch>
        </p:blipFill>
        <p:spPr>
          <a:xfrm>
            <a:off x="0" y="3904025"/>
            <a:ext cx="1239599" cy="1239599"/>
          </a:xfrm>
          <a:prstGeom prst="rect">
            <a:avLst/>
          </a:prstGeom>
          <a:noFill/>
          <a:ln>
            <a:noFill/>
          </a:ln>
        </p:spPr>
      </p:pic>
      <p:sp>
        <p:nvSpPr>
          <p:cNvPr id="173" name="Google Shape;173;p31"/>
          <p:cNvSpPr txBox="1"/>
          <p:nvPr>
            <p:ph idx="4294967295" type="subTitle"/>
          </p:nvPr>
        </p:nvSpPr>
        <p:spPr>
          <a:xfrm>
            <a:off x="565100" y="1058300"/>
            <a:ext cx="4806000" cy="369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The philippines is a group of islands in </a:t>
            </a:r>
            <a:r>
              <a:rPr lang="en">
                <a:solidFill>
                  <a:schemeClr val="lt1"/>
                </a:solidFill>
              </a:rPr>
              <a:t>southeast</a:t>
            </a:r>
            <a:r>
              <a:rPr lang="en">
                <a:solidFill>
                  <a:schemeClr val="lt1"/>
                </a:solidFill>
              </a:rPr>
              <a:t> asia</a:t>
            </a:r>
            <a:endParaRPr>
              <a:solidFill>
                <a:schemeClr val="lt1"/>
              </a:solidFill>
            </a:endParaRPr>
          </a:p>
          <a:p>
            <a:pPr indent="-336550" lvl="0" marL="457200" rtl="0" algn="l">
              <a:lnSpc>
                <a:spcPct val="115000"/>
              </a:lnSpc>
              <a:spcBef>
                <a:spcPts val="1700"/>
              </a:spcBef>
              <a:spcAft>
                <a:spcPts val="0"/>
              </a:spcAft>
              <a:buClr>
                <a:srgbClr val="0F172A"/>
              </a:buClr>
              <a:buSzPts val="1700"/>
              <a:buFont typeface="Arial"/>
              <a:buChar char="●"/>
            </a:pPr>
            <a:r>
              <a:rPr lang="en" sz="1700">
                <a:solidFill>
                  <a:srgbClr val="0F172A"/>
                </a:solidFill>
                <a:latin typeface="Arial"/>
                <a:ea typeface="Arial"/>
                <a:cs typeface="Arial"/>
                <a:sym typeface="Arial"/>
              </a:rPr>
              <a:t>Where is the country located? (continent, region, climate)</a:t>
            </a:r>
            <a:endParaRPr sz="1700">
              <a:solidFill>
                <a:srgbClr val="0F172A"/>
              </a:solidFill>
              <a:latin typeface="Arial"/>
              <a:ea typeface="Arial"/>
              <a:cs typeface="Arial"/>
              <a:sym typeface="Arial"/>
            </a:endParaRPr>
          </a:p>
          <a:p>
            <a:pPr indent="-336550" lvl="0" marL="457200" rtl="0" algn="l">
              <a:lnSpc>
                <a:spcPct val="115000"/>
              </a:lnSpc>
              <a:spcBef>
                <a:spcPts val="0"/>
              </a:spcBef>
              <a:spcAft>
                <a:spcPts val="0"/>
              </a:spcAft>
              <a:buClr>
                <a:srgbClr val="0F172A"/>
              </a:buClr>
              <a:buSzPts val="1700"/>
              <a:buFont typeface="Arial"/>
              <a:buChar char="●"/>
            </a:pPr>
            <a:r>
              <a:rPr lang="en" sz="1700">
                <a:solidFill>
                  <a:srgbClr val="0F172A"/>
                </a:solidFill>
                <a:latin typeface="Arial"/>
                <a:ea typeface="Arial"/>
                <a:cs typeface="Arial"/>
                <a:sym typeface="Arial"/>
              </a:rPr>
              <a:t>What is the population and main cultural traditions?</a:t>
            </a:r>
            <a:endParaRPr sz="1700">
              <a:solidFill>
                <a:srgbClr val="0F172A"/>
              </a:solidFill>
              <a:latin typeface="Arial"/>
              <a:ea typeface="Arial"/>
              <a:cs typeface="Arial"/>
              <a:sym typeface="Arial"/>
            </a:endParaRPr>
          </a:p>
          <a:p>
            <a:pPr indent="-336550" lvl="0" marL="457200" rtl="0" algn="l">
              <a:lnSpc>
                <a:spcPct val="115000"/>
              </a:lnSpc>
              <a:spcBef>
                <a:spcPts val="0"/>
              </a:spcBef>
              <a:spcAft>
                <a:spcPts val="0"/>
              </a:spcAft>
              <a:buClr>
                <a:srgbClr val="0F172A"/>
              </a:buClr>
              <a:buSzPts val="1700"/>
              <a:buFont typeface="Arial"/>
              <a:buChar char="●"/>
            </a:pPr>
            <a:r>
              <a:rPr lang="en" sz="1700">
                <a:solidFill>
                  <a:srgbClr val="0F172A"/>
                </a:solidFill>
                <a:latin typeface="Arial"/>
                <a:ea typeface="Arial"/>
                <a:cs typeface="Arial"/>
                <a:sym typeface="Arial"/>
              </a:rPr>
              <a:t>What language is spoken and what is the government type?</a:t>
            </a:r>
            <a:endParaRPr sz="1700">
              <a:solidFill>
                <a:srgbClr val="0F172A"/>
              </a:solidFill>
              <a:latin typeface="Arial"/>
              <a:ea typeface="Arial"/>
              <a:cs typeface="Arial"/>
              <a:sym typeface="Arial"/>
            </a:endParaRPr>
          </a:p>
          <a:p>
            <a:pPr indent="0" lvl="0" marL="0" rtl="0" algn="l">
              <a:spcBef>
                <a:spcPts val="1700"/>
              </a:spcBef>
              <a:spcAft>
                <a:spcPts val="0"/>
              </a:spcAft>
              <a:buNone/>
            </a:pPr>
            <a:r>
              <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715100" y="1804725"/>
            <a:ext cx="494100" cy="4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32"/>
          <p:cNvSpPr txBox="1"/>
          <p:nvPr>
            <p:ph idx="1" type="subTitle"/>
          </p:nvPr>
        </p:nvSpPr>
        <p:spPr>
          <a:xfrm>
            <a:off x="1209207" y="1804725"/>
            <a:ext cx="1874400" cy="4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2"/>
          <p:cNvSpPr txBox="1"/>
          <p:nvPr>
            <p:ph idx="2" type="title"/>
          </p:nvPr>
        </p:nvSpPr>
        <p:spPr>
          <a:xfrm>
            <a:off x="715100" y="535000"/>
            <a:ext cx="47370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2"/>
          <p:cNvSpPr txBox="1"/>
          <p:nvPr>
            <p:ph idx="3" type="title"/>
          </p:nvPr>
        </p:nvSpPr>
        <p:spPr>
          <a:xfrm>
            <a:off x="715100" y="2264992"/>
            <a:ext cx="494100" cy="4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32"/>
          <p:cNvSpPr txBox="1"/>
          <p:nvPr>
            <p:ph idx="4" type="subTitle"/>
          </p:nvPr>
        </p:nvSpPr>
        <p:spPr>
          <a:xfrm>
            <a:off x="1209207" y="2264989"/>
            <a:ext cx="1874400" cy="4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2"/>
          <p:cNvSpPr txBox="1"/>
          <p:nvPr>
            <p:ph idx="5" type="title"/>
          </p:nvPr>
        </p:nvSpPr>
        <p:spPr>
          <a:xfrm>
            <a:off x="715100" y="2725258"/>
            <a:ext cx="494100" cy="4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32"/>
          <p:cNvSpPr txBox="1"/>
          <p:nvPr>
            <p:ph idx="6" type="subTitle"/>
          </p:nvPr>
        </p:nvSpPr>
        <p:spPr>
          <a:xfrm>
            <a:off x="1209207" y="2725253"/>
            <a:ext cx="1874400" cy="4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2"/>
          <p:cNvSpPr txBox="1"/>
          <p:nvPr>
            <p:ph idx="7" type="title"/>
          </p:nvPr>
        </p:nvSpPr>
        <p:spPr>
          <a:xfrm>
            <a:off x="715100" y="3185525"/>
            <a:ext cx="494100" cy="4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32"/>
          <p:cNvSpPr txBox="1"/>
          <p:nvPr>
            <p:ph idx="8" type="subTitle"/>
          </p:nvPr>
        </p:nvSpPr>
        <p:spPr>
          <a:xfrm>
            <a:off x="1209207" y="3185517"/>
            <a:ext cx="1874400" cy="4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2"/>
          <p:cNvSpPr txBox="1"/>
          <p:nvPr>
            <p:ph idx="9" type="title"/>
          </p:nvPr>
        </p:nvSpPr>
        <p:spPr>
          <a:xfrm>
            <a:off x="3083601" y="1804725"/>
            <a:ext cx="494100" cy="4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32"/>
          <p:cNvSpPr txBox="1"/>
          <p:nvPr>
            <p:ph idx="13" type="subTitle"/>
          </p:nvPr>
        </p:nvSpPr>
        <p:spPr>
          <a:xfrm>
            <a:off x="3577711" y="1804725"/>
            <a:ext cx="1874400" cy="4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2"/>
          <p:cNvSpPr txBox="1"/>
          <p:nvPr>
            <p:ph idx="14" type="title"/>
          </p:nvPr>
        </p:nvSpPr>
        <p:spPr>
          <a:xfrm>
            <a:off x="3083601" y="2264991"/>
            <a:ext cx="494100" cy="4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32"/>
          <p:cNvSpPr txBox="1"/>
          <p:nvPr>
            <p:ph idx="15" type="subTitle"/>
          </p:nvPr>
        </p:nvSpPr>
        <p:spPr>
          <a:xfrm>
            <a:off x="3577711" y="2264989"/>
            <a:ext cx="1874400" cy="4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2"/>
          <p:cNvSpPr txBox="1"/>
          <p:nvPr>
            <p:ph idx="16" type="title"/>
          </p:nvPr>
        </p:nvSpPr>
        <p:spPr>
          <a:xfrm>
            <a:off x="3083601" y="2725257"/>
            <a:ext cx="494100" cy="4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32"/>
          <p:cNvSpPr txBox="1"/>
          <p:nvPr>
            <p:ph idx="17" type="subTitle"/>
          </p:nvPr>
        </p:nvSpPr>
        <p:spPr>
          <a:xfrm>
            <a:off x="3577711" y="2725253"/>
            <a:ext cx="1874400" cy="4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2"/>
          <p:cNvSpPr txBox="1"/>
          <p:nvPr>
            <p:ph idx="18" type="title"/>
          </p:nvPr>
        </p:nvSpPr>
        <p:spPr>
          <a:xfrm>
            <a:off x="3083601" y="3185523"/>
            <a:ext cx="494100" cy="46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32"/>
          <p:cNvSpPr txBox="1"/>
          <p:nvPr>
            <p:ph idx="19" type="subTitle"/>
          </p:nvPr>
        </p:nvSpPr>
        <p:spPr>
          <a:xfrm>
            <a:off x="3577711" y="3185517"/>
            <a:ext cx="1874400" cy="46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2"/>
          <p:cNvSpPr/>
          <p:nvPr>
            <p:ph idx="20" type="pic"/>
          </p:nvPr>
        </p:nvSpPr>
        <p:spPr>
          <a:xfrm>
            <a:off x="5715000" y="125"/>
            <a:ext cx="3429000" cy="5143500"/>
          </a:xfrm>
          <a:prstGeom prst="rect">
            <a:avLst/>
          </a:prstGeom>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3574275" y="356650"/>
            <a:ext cx="3429000" cy="6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Philippines Issue</a:t>
            </a:r>
            <a:endParaRPr sz="3600"/>
          </a:p>
        </p:txBody>
      </p:sp>
      <p:sp>
        <p:nvSpPr>
          <p:cNvPr id="201" name="Google Shape;201;p33"/>
          <p:cNvSpPr txBox="1"/>
          <p:nvPr>
            <p:ph idx="1" type="body"/>
          </p:nvPr>
        </p:nvSpPr>
        <p:spPr>
          <a:xfrm>
            <a:off x="3659325" y="1013350"/>
            <a:ext cx="5479800" cy="413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Natural Disasters &amp; Climate Resilience is a huge problem within Philippines. </a:t>
            </a:r>
            <a:r>
              <a:rPr lang="en" sz="1500" u="sng">
                <a:solidFill>
                  <a:schemeClr val="hlink"/>
                </a:solidFill>
                <a:hlinkClick r:id="rId3"/>
              </a:rPr>
              <a:t>Philippines is highly </a:t>
            </a:r>
            <a:r>
              <a:rPr lang="en" sz="1500" u="sng">
                <a:solidFill>
                  <a:schemeClr val="hlink"/>
                </a:solidFill>
                <a:hlinkClick r:id="rId4"/>
              </a:rPr>
              <a:t>vulnerable to typhoons,monsoon rain, sea-level rise, and persistent flooding.</a:t>
            </a:r>
            <a:r>
              <a:rPr lang="en" sz="1500" u="sng">
                <a:solidFill>
                  <a:schemeClr val="hlink"/>
                </a:solidFill>
                <a:hlinkClick r:id="rId5"/>
              </a:rPr>
              <a:t> </a:t>
            </a:r>
            <a:r>
              <a:rPr lang="en" sz="1500"/>
              <a:t>T</a:t>
            </a:r>
            <a:r>
              <a:rPr lang="en" sz="1500" u="sng">
                <a:solidFill>
                  <a:schemeClr val="hlink"/>
                </a:solidFill>
                <a:hlinkClick r:id="rId6"/>
              </a:rPr>
              <a:t>he Philippines is </a:t>
            </a:r>
            <a:r>
              <a:rPr lang="en" sz="1500" u="sng">
                <a:solidFill>
                  <a:schemeClr val="hlink"/>
                </a:solidFill>
                <a:hlinkClick r:id="rId7"/>
              </a:rPr>
              <a:t>among the countries with the greatest exposure to natural disaster risk worldwide. </a:t>
            </a:r>
            <a:r>
              <a:rPr lang="en" sz="1500"/>
              <a:t>The philippines is located in the western Pacific Ocean( Most tropical cyclone region on earth), it’s surrounded by warm waters that are getting warmer as sea temperatures rise. It’s also located in the ring of fire and the typhoon belt, it which creates more earthquakes, typhoons, and volcanic eruptions. These are the most common disasters in the Philippines.</a:t>
            </a:r>
            <a:r>
              <a:rPr lang="en" sz="1500" u="sng">
                <a:solidFill>
                  <a:schemeClr val="hlink"/>
                </a:solidFill>
                <a:hlinkClick r:id="rId8"/>
              </a:rPr>
              <a:t>Since the Philippines is an archipelago, it lacks a natural barriers between the islands and the sea.</a:t>
            </a:r>
            <a:r>
              <a:rPr lang="en" sz="1500"/>
              <a:t> The role geography plays is that the philippines has tectonic island arcs, (The country is located on boundary of major tectonic plates), Narrow coastal plains, and it being lined by coral reefs, seagrass meadows, and mangrove forests. </a:t>
            </a:r>
            <a:endParaRPr sz="1500"/>
          </a:p>
        </p:txBody>
      </p:sp>
      <p:pic>
        <p:nvPicPr>
          <p:cNvPr descr="island hopping, tropics, philippines, palawan, beach, tropical ..." id="202" name="Google Shape;202;p33"/>
          <p:cNvPicPr preferRelativeResize="0"/>
          <p:nvPr>
            <p:ph idx="2" type="pic"/>
          </p:nvPr>
        </p:nvPicPr>
        <p:blipFill rotWithShape="1">
          <a:blip r:embed="rId9">
            <a:alphaModFix/>
          </a:blip>
          <a:srcRect b="0" l="5524" r="5524" t="0"/>
          <a:stretch/>
        </p:blipFill>
        <p:spPr>
          <a:xfrm>
            <a:off x="0" y="125"/>
            <a:ext cx="3429000" cy="5143499"/>
          </a:xfrm>
          <a:prstGeom prst="rect">
            <a:avLst/>
          </a:prstGeom>
        </p:spPr>
      </p:pic>
      <p:grpSp>
        <p:nvGrpSpPr>
          <p:cNvPr id="203" name="Google Shape;203;p33"/>
          <p:cNvGrpSpPr/>
          <p:nvPr/>
        </p:nvGrpSpPr>
        <p:grpSpPr>
          <a:xfrm rot="-109024">
            <a:off x="7405449" y="27143"/>
            <a:ext cx="1717371" cy="1063002"/>
            <a:chOff x="4762375" y="2628450"/>
            <a:chExt cx="1785425" cy="1105125"/>
          </a:xfrm>
        </p:grpSpPr>
        <p:sp>
          <p:nvSpPr>
            <p:cNvPr id="204" name="Google Shape;204;p33"/>
            <p:cNvSpPr/>
            <p:nvPr/>
          </p:nvSpPr>
          <p:spPr>
            <a:xfrm>
              <a:off x="4762375" y="2628450"/>
              <a:ext cx="956350" cy="646050"/>
            </a:xfrm>
            <a:custGeom>
              <a:rect b="b" l="l" r="r" t="t"/>
              <a:pathLst>
                <a:path extrusionOk="0" h="25842" w="38254">
                  <a:moveTo>
                    <a:pt x="28661" y="0"/>
                  </a:moveTo>
                  <a:lnTo>
                    <a:pt x="27448" y="78"/>
                  </a:lnTo>
                  <a:lnTo>
                    <a:pt x="26155" y="196"/>
                  </a:lnTo>
                  <a:lnTo>
                    <a:pt x="24785" y="392"/>
                  </a:lnTo>
                  <a:lnTo>
                    <a:pt x="23336" y="627"/>
                  </a:lnTo>
                  <a:lnTo>
                    <a:pt x="21809" y="940"/>
                  </a:lnTo>
                  <a:lnTo>
                    <a:pt x="20165" y="1331"/>
                  </a:lnTo>
                  <a:lnTo>
                    <a:pt x="17072" y="2193"/>
                  </a:lnTo>
                  <a:lnTo>
                    <a:pt x="14331" y="3015"/>
                  </a:lnTo>
                  <a:lnTo>
                    <a:pt x="11982" y="3798"/>
                  </a:lnTo>
                  <a:lnTo>
                    <a:pt x="9907" y="4503"/>
                  </a:lnTo>
                  <a:lnTo>
                    <a:pt x="8145" y="5168"/>
                  </a:lnTo>
                  <a:lnTo>
                    <a:pt x="6657" y="5756"/>
                  </a:lnTo>
                  <a:lnTo>
                    <a:pt x="5326" y="6265"/>
                  </a:lnTo>
                  <a:lnTo>
                    <a:pt x="4229" y="6656"/>
                  </a:lnTo>
                  <a:lnTo>
                    <a:pt x="3211" y="6969"/>
                  </a:lnTo>
                  <a:lnTo>
                    <a:pt x="2389" y="7165"/>
                  </a:lnTo>
                  <a:lnTo>
                    <a:pt x="1645" y="7322"/>
                  </a:lnTo>
                  <a:lnTo>
                    <a:pt x="1058" y="7400"/>
                  </a:lnTo>
                  <a:lnTo>
                    <a:pt x="588" y="7478"/>
                  </a:lnTo>
                  <a:lnTo>
                    <a:pt x="1" y="7478"/>
                  </a:lnTo>
                  <a:lnTo>
                    <a:pt x="1959" y="25607"/>
                  </a:lnTo>
                  <a:lnTo>
                    <a:pt x="1959" y="25646"/>
                  </a:lnTo>
                  <a:lnTo>
                    <a:pt x="2037" y="25724"/>
                  </a:lnTo>
                  <a:lnTo>
                    <a:pt x="2233" y="25802"/>
                  </a:lnTo>
                  <a:lnTo>
                    <a:pt x="2507" y="25841"/>
                  </a:lnTo>
                  <a:lnTo>
                    <a:pt x="2937" y="25841"/>
                  </a:lnTo>
                  <a:lnTo>
                    <a:pt x="3564" y="25802"/>
                  </a:lnTo>
                  <a:lnTo>
                    <a:pt x="4425" y="25646"/>
                  </a:lnTo>
                  <a:lnTo>
                    <a:pt x="5522" y="25372"/>
                  </a:lnTo>
                  <a:lnTo>
                    <a:pt x="7988" y="24667"/>
                  </a:lnTo>
                  <a:lnTo>
                    <a:pt x="10455" y="23845"/>
                  </a:lnTo>
                  <a:lnTo>
                    <a:pt x="15192" y="22239"/>
                  </a:lnTo>
                  <a:lnTo>
                    <a:pt x="17307" y="21574"/>
                  </a:lnTo>
                  <a:lnTo>
                    <a:pt x="19499" y="20869"/>
                  </a:lnTo>
                  <a:lnTo>
                    <a:pt x="26860" y="18637"/>
                  </a:lnTo>
                  <a:lnTo>
                    <a:pt x="28191" y="18246"/>
                  </a:lnTo>
                  <a:lnTo>
                    <a:pt x="29405" y="17972"/>
                  </a:lnTo>
                  <a:lnTo>
                    <a:pt x="30580" y="17776"/>
                  </a:lnTo>
                  <a:lnTo>
                    <a:pt x="31676" y="17619"/>
                  </a:lnTo>
                  <a:lnTo>
                    <a:pt x="32694" y="17541"/>
                  </a:lnTo>
                  <a:lnTo>
                    <a:pt x="33634" y="17502"/>
                  </a:lnTo>
                  <a:lnTo>
                    <a:pt x="34495" y="17502"/>
                  </a:lnTo>
                  <a:lnTo>
                    <a:pt x="35239" y="17541"/>
                  </a:lnTo>
                  <a:lnTo>
                    <a:pt x="35944" y="17580"/>
                  </a:lnTo>
                  <a:lnTo>
                    <a:pt x="36570" y="17658"/>
                  </a:lnTo>
                  <a:lnTo>
                    <a:pt x="37510" y="17854"/>
                  </a:lnTo>
                  <a:lnTo>
                    <a:pt x="38058" y="18011"/>
                  </a:lnTo>
                  <a:lnTo>
                    <a:pt x="38254" y="18050"/>
                  </a:lnTo>
                  <a:lnTo>
                    <a:pt x="38254" y="18050"/>
                  </a:lnTo>
                  <a:lnTo>
                    <a:pt x="38215" y="17697"/>
                  </a:lnTo>
                  <a:lnTo>
                    <a:pt x="38097" y="16562"/>
                  </a:lnTo>
                  <a:lnTo>
                    <a:pt x="37941" y="14526"/>
                  </a:lnTo>
                  <a:lnTo>
                    <a:pt x="37784" y="11590"/>
                  </a:lnTo>
                  <a:lnTo>
                    <a:pt x="37745" y="9906"/>
                  </a:lnTo>
                  <a:lnTo>
                    <a:pt x="37706" y="8418"/>
                  </a:lnTo>
                  <a:lnTo>
                    <a:pt x="37745" y="5951"/>
                  </a:lnTo>
                  <a:lnTo>
                    <a:pt x="37823" y="4385"/>
                  </a:lnTo>
                  <a:lnTo>
                    <a:pt x="37862" y="3798"/>
                  </a:lnTo>
                  <a:lnTo>
                    <a:pt x="37902" y="3367"/>
                  </a:lnTo>
                  <a:lnTo>
                    <a:pt x="37941" y="2937"/>
                  </a:lnTo>
                  <a:lnTo>
                    <a:pt x="37941" y="2584"/>
                  </a:lnTo>
                  <a:lnTo>
                    <a:pt x="37902" y="2193"/>
                  </a:lnTo>
                  <a:lnTo>
                    <a:pt x="37862" y="1997"/>
                  </a:lnTo>
                  <a:lnTo>
                    <a:pt x="37745" y="1762"/>
                  </a:lnTo>
                  <a:lnTo>
                    <a:pt x="37510" y="1527"/>
                  </a:lnTo>
                  <a:lnTo>
                    <a:pt x="37236" y="1292"/>
                  </a:lnTo>
                  <a:lnTo>
                    <a:pt x="36805" y="1096"/>
                  </a:lnTo>
                  <a:lnTo>
                    <a:pt x="36218" y="861"/>
                  </a:lnTo>
                  <a:lnTo>
                    <a:pt x="35396" y="627"/>
                  </a:lnTo>
                  <a:lnTo>
                    <a:pt x="34221" y="352"/>
                  </a:lnTo>
                  <a:lnTo>
                    <a:pt x="33516" y="235"/>
                  </a:lnTo>
                  <a:lnTo>
                    <a:pt x="32694" y="157"/>
                  </a:lnTo>
                  <a:lnTo>
                    <a:pt x="31833" y="78"/>
                  </a:lnTo>
                  <a:lnTo>
                    <a:pt x="30854" y="0"/>
                  </a:lnTo>
                  <a:close/>
                </a:path>
              </a:pathLst>
            </a:custGeom>
            <a:solidFill>
              <a:srgbClr val="1B61A6"/>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5" name="Google Shape;205;p33"/>
            <p:cNvSpPr/>
            <p:nvPr/>
          </p:nvSpPr>
          <p:spPr>
            <a:xfrm>
              <a:off x="4811325" y="3060100"/>
              <a:ext cx="984750" cy="673475"/>
            </a:xfrm>
            <a:custGeom>
              <a:rect b="b" l="l" r="r" t="t"/>
              <a:pathLst>
                <a:path extrusionOk="0" h="26939" w="39390">
                  <a:moveTo>
                    <a:pt x="31754" y="1"/>
                  </a:moveTo>
                  <a:lnTo>
                    <a:pt x="30619" y="40"/>
                  </a:lnTo>
                  <a:lnTo>
                    <a:pt x="29483" y="157"/>
                  </a:lnTo>
                  <a:lnTo>
                    <a:pt x="28348" y="353"/>
                  </a:lnTo>
                  <a:lnTo>
                    <a:pt x="27212" y="588"/>
                  </a:lnTo>
                  <a:lnTo>
                    <a:pt x="26116" y="862"/>
                  </a:lnTo>
                  <a:lnTo>
                    <a:pt x="25020" y="1136"/>
                  </a:lnTo>
                  <a:lnTo>
                    <a:pt x="22984" y="1802"/>
                  </a:lnTo>
                  <a:lnTo>
                    <a:pt x="21065" y="2467"/>
                  </a:lnTo>
                  <a:lnTo>
                    <a:pt x="19342" y="3055"/>
                  </a:lnTo>
                  <a:lnTo>
                    <a:pt x="15427" y="4269"/>
                  </a:lnTo>
                  <a:lnTo>
                    <a:pt x="10807" y="5796"/>
                  </a:lnTo>
                  <a:lnTo>
                    <a:pt x="6461" y="7205"/>
                  </a:lnTo>
                  <a:lnTo>
                    <a:pt x="3564" y="8106"/>
                  </a:lnTo>
                  <a:lnTo>
                    <a:pt x="2702" y="8341"/>
                  </a:lnTo>
                  <a:lnTo>
                    <a:pt x="1958" y="8458"/>
                  </a:lnTo>
                  <a:lnTo>
                    <a:pt x="1332" y="8497"/>
                  </a:lnTo>
                  <a:lnTo>
                    <a:pt x="823" y="8497"/>
                  </a:lnTo>
                  <a:lnTo>
                    <a:pt x="470" y="8458"/>
                  </a:lnTo>
                  <a:lnTo>
                    <a:pt x="196" y="8419"/>
                  </a:lnTo>
                  <a:lnTo>
                    <a:pt x="1" y="8341"/>
                  </a:lnTo>
                  <a:lnTo>
                    <a:pt x="1" y="8341"/>
                  </a:lnTo>
                  <a:lnTo>
                    <a:pt x="1802" y="26938"/>
                  </a:lnTo>
                  <a:lnTo>
                    <a:pt x="2115" y="26860"/>
                  </a:lnTo>
                  <a:lnTo>
                    <a:pt x="2585" y="26743"/>
                  </a:lnTo>
                  <a:lnTo>
                    <a:pt x="3211" y="26547"/>
                  </a:lnTo>
                  <a:lnTo>
                    <a:pt x="4112" y="26273"/>
                  </a:lnTo>
                  <a:lnTo>
                    <a:pt x="5208" y="25842"/>
                  </a:lnTo>
                  <a:lnTo>
                    <a:pt x="6618" y="25294"/>
                  </a:lnTo>
                  <a:lnTo>
                    <a:pt x="8262" y="24589"/>
                  </a:lnTo>
                  <a:lnTo>
                    <a:pt x="9162" y="24198"/>
                  </a:lnTo>
                  <a:lnTo>
                    <a:pt x="10024" y="23767"/>
                  </a:lnTo>
                  <a:lnTo>
                    <a:pt x="11747" y="22906"/>
                  </a:lnTo>
                  <a:lnTo>
                    <a:pt x="13469" y="22005"/>
                  </a:lnTo>
                  <a:lnTo>
                    <a:pt x="15349" y="21065"/>
                  </a:lnTo>
                  <a:lnTo>
                    <a:pt x="16367" y="20596"/>
                  </a:lnTo>
                  <a:lnTo>
                    <a:pt x="17463" y="20087"/>
                  </a:lnTo>
                  <a:lnTo>
                    <a:pt x="18638" y="19617"/>
                  </a:lnTo>
                  <a:lnTo>
                    <a:pt x="19930" y="19108"/>
                  </a:lnTo>
                  <a:lnTo>
                    <a:pt x="21339" y="18599"/>
                  </a:lnTo>
                  <a:lnTo>
                    <a:pt x="22866" y="18090"/>
                  </a:lnTo>
                  <a:lnTo>
                    <a:pt x="24511" y="17581"/>
                  </a:lnTo>
                  <a:lnTo>
                    <a:pt x="26312" y="17072"/>
                  </a:lnTo>
                  <a:lnTo>
                    <a:pt x="27251" y="16798"/>
                  </a:lnTo>
                  <a:lnTo>
                    <a:pt x="28113" y="16602"/>
                  </a:lnTo>
                  <a:lnTo>
                    <a:pt x="28974" y="16445"/>
                  </a:lnTo>
                  <a:lnTo>
                    <a:pt x="29757" y="16289"/>
                  </a:lnTo>
                  <a:lnTo>
                    <a:pt x="30540" y="16210"/>
                  </a:lnTo>
                  <a:lnTo>
                    <a:pt x="31284" y="16132"/>
                  </a:lnTo>
                  <a:lnTo>
                    <a:pt x="31950" y="16054"/>
                  </a:lnTo>
                  <a:lnTo>
                    <a:pt x="33829" y="16054"/>
                  </a:lnTo>
                  <a:lnTo>
                    <a:pt x="34886" y="16132"/>
                  </a:lnTo>
                  <a:lnTo>
                    <a:pt x="35826" y="16289"/>
                  </a:lnTo>
                  <a:lnTo>
                    <a:pt x="36648" y="16524"/>
                  </a:lnTo>
                  <a:lnTo>
                    <a:pt x="37314" y="16759"/>
                  </a:lnTo>
                  <a:lnTo>
                    <a:pt x="37901" y="16993"/>
                  </a:lnTo>
                  <a:lnTo>
                    <a:pt x="38410" y="17228"/>
                  </a:lnTo>
                  <a:lnTo>
                    <a:pt x="38763" y="17502"/>
                  </a:lnTo>
                  <a:lnTo>
                    <a:pt x="39037" y="17698"/>
                  </a:lnTo>
                  <a:lnTo>
                    <a:pt x="39232" y="17894"/>
                  </a:lnTo>
                  <a:lnTo>
                    <a:pt x="39389" y="18051"/>
                  </a:lnTo>
                  <a:lnTo>
                    <a:pt x="39389" y="18051"/>
                  </a:lnTo>
                  <a:lnTo>
                    <a:pt x="39193" y="17268"/>
                  </a:lnTo>
                  <a:lnTo>
                    <a:pt x="38645" y="15271"/>
                  </a:lnTo>
                  <a:lnTo>
                    <a:pt x="37979" y="12491"/>
                  </a:lnTo>
                  <a:lnTo>
                    <a:pt x="37627" y="10925"/>
                  </a:lnTo>
                  <a:lnTo>
                    <a:pt x="37314" y="9319"/>
                  </a:lnTo>
                  <a:lnTo>
                    <a:pt x="37040" y="7753"/>
                  </a:lnTo>
                  <a:lnTo>
                    <a:pt x="36805" y="6226"/>
                  </a:lnTo>
                  <a:lnTo>
                    <a:pt x="36648" y="4778"/>
                  </a:lnTo>
                  <a:lnTo>
                    <a:pt x="36492" y="3485"/>
                  </a:lnTo>
                  <a:lnTo>
                    <a:pt x="36335" y="1528"/>
                  </a:lnTo>
                  <a:lnTo>
                    <a:pt x="36296" y="784"/>
                  </a:lnTo>
                  <a:lnTo>
                    <a:pt x="35748" y="588"/>
                  </a:lnTo>
                  <a:lnTo>
                    <a:pt x="35200" y="431"/>
                  </a:lnTo>
                  <a:lnTo>
                    <a:pt x="34612" y="275"/>
                  </a:lnTo>
                  <a:lnTo>
                    <a:pt x="34064" y="197"/>
                  </a:lnTo>
                  <a:lnTo>
                    <a:pt x="33477" y="79"/>
                  </a:lnTo>
                  <a:lnTo>
                    <a:pt x="32929" y="40"/>
                  </a:lnTo>
                  <a:lnTo>
                    <a:pt x="31754" y="1"/>
                  </a:lnTo>
                  <a:close/>
                </a:path>
              </a:pathLst>
            </a:custGeom>
            <a:solidFill>
              <a:srgbClr val="F50244"/>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6" name="Google Shape;206;p33"/>
            <p:cNvSpPr/>
            <p:nvPr/>
          </p:nvSpPr>
          <p:spPr>
            <a:xfrm>
              <a:off x="5724575" y="2654875"/>
              <a:ext cx="751775" cy="543275"/>
            </a:xfrm>
            <a:custGeom>
              <a:rect b="b" l="l" r="r" t="t"/>
              <a:pathLst>
                <a:path extrusionOk="0" h="21731" w="30071">
                  <a:moveTo>
                    <a:pt x="21692" y="0"/>
                  </a:moveTo>
                  <a:lnTo>
                    <a:pt x="20439" y="39"/>
                  </a:lnTo>
                  <a:lnTo>
                    <a:pt x="19069" y="79"/>
                  </a:lnTo>
                  <a:lnTo>
                    <a:pt x="17620" y="157"/>
                  </a:lnTo>
                  <a:lnTo>
                    <a:pt x="16093" y="235"/>
                  </a:lnTo>
                  <a:lnTo>
                    <a:pt x="14488" y="392"/>
                  </a:lnTo>
                  <a:lnTo>
                    <a:pt x="12921" y="548"/>
                  </a:lnTo>
                  <a:lnTo>
                    <a:pt x="9985" y="901"/>
                  </a:lnTo>
                  <a:lnTo>
                    <a:pt x="7283" y="1331"/>
                  </a:lnTo>
                  <a:lnTo>
                    <a:pt x="4895" y="1723"/>
                  </a:lnTo>
                  <a:lnTo>
                    <a:pt x="2937" y="2115"/>
                  </a:lnTo>
                  <a:lnTo>
                    <a:pt x="1449" y="2467"/>
                  </a:lnTo>
                  <a:lnTo>
                    <a:pt x="157" y="2741"/>
                  </a:lnTo>
                  <a:lnTo>
                    <a:pt x="1" y="7400"/>
                  </a:lnTo>
                  <a:lnTo>
                    <a:pt x="1" y="8340"/>
                  </a:lnTo>
                  <a:lnTo>
                    <a:pt x="1" y="9358"/>
                  </a:lnTo>
                  <a:lnTo>
                    <a:pt x="118" y="11629"/>
                  </a:lnTo>
                  <a:lnTo>
                    <a:pt x="236" y="13978"/>
                  </a:lnTo>
                  <a:lnTo>
                    <a:pt x="432" y="16327"/>
                  </a:lnTo>
                  <a:lnTo>
                    <a:pt x="784" y="20164"/>
                  </a:lnTo>
                  <a:lnTo>
                    <a:pt x="980" y="21730"/>
                  </a:lnTo>
                  <a:lnTo>
                    <a:pt x="1645" y="21574"/>
                  </a:lnTo>
                  <a:lnTo>
                    <a:pt x="2546" y="21378"/>
                  </a:lnTo>
                  <a:lnTo>
                    <a:pt x="3838" y="21104"/>
                  </a:lnTo>
                  <a:lnTo>
                    <a:pt x="5600" y="20830"/>
                  </a:lnTo>
                  <a:lnTo>
                    <a:pt x="7832" y="20438"/>
                  </a:lnTo>
                  <a:lnTo>
                    <a:pt x="10611" y="20047"/>
                  </a:lnTo>
                  <a:lnTo>
                    <a:pt x="13939" y="19655"/>
                  </a:lnTo>
                  <a:lnTo>
                    <a:pt x="15701" y="19460"/>
                  </a:lnTo>
                  <a:lnTo>
                    <a:pt x="17346" y="19264"/>
                  </a:lnTo>
                  <a:lnTo>
                    <a:pt x="20400" y="19029"/>
                  </a:lnTo>
                  <a:lnTo>
                    <a:pt x="22984" y="18911"/>
                  </a:lnTo>
                  <a:lnTo>
                    <a:pt x="25177" y="18872"/>
                  </a:lnTo>
                  <a:lnTo>
                    <a:pt x="26899" y="18833"/>
                  </a:lnTo>
                  <a:lnTo>
                    <a:pt x="28191" y="18872"/>
                  </a:lnTo>
                  <a:lnTo>
                    <a:pt x="29209" y="18911"/>
                  </a:lnTo>
                  <a:lnTo>
                    <a:pt x="29131" y="16719"/>
                  </a:lnTo>
                  <a:lnTo>
                    <a:pt x="29092" y="14644"/>
                  </a:lnTo>
                  <a:lnTo>
                    <a:pt x="29092" y="12725"/>
                  </a:lnTo>
                  <a:lnTo>
                    <a:pt x="29131" y="10963"/>
                  </a:lnTo>
                  <a:lnTo>
                    <a:pt x="29170" y="9358"/>
                  </a:lnTo>
                  <a:lnTo>
                    <a:pt x="29249" y="7909"/>
                  </a:lnTo>
                  <a:lnTo>
                    <a:pt x="29327" y="6617"/>
                  </a:lnTo>
                  <a:lnTo>
                    <a:pt x="29444" y="5443"/>
                  </a:lnTo>
                  <a:lnTo>
                    <a:pt x="29640" y="3524"/>
                  </a:lnTo>
                  <a:lnTo>
                    <a:pt x="29836" y="2193"/>
                  </a:lnTo>
                  <a:lnTo>
                    <a:pt x="29992" y="1410"/>
                  </a:lnTo>
                  <a:lnTo>
                    <a:pt x="30071" y="1136"/>
                  </a:lnTo>
                  <a:lnTo>
                    <a:pt x="29405" y="862"/>
                  </a:lnTo>
                  <a:lnTo>
                    <a:pt x="28465" y="627"/>
                  </a:lnTo>
                  <a:lnTo>
                    <a:pt x="27291" y="392"/>
                  </a:lnTo>
                  <a:lnTo>
                    <a:pt x="26547" y="274"/>
                  </a:lnTo>
                  <a:lnTo>
                    <a:pt x="25764" y="196"/>
                  </a:lnTo>
                  <a:lnTo>
                    <a:pt x="24863" y="118"/>
                  </a:lnTo>
                  <a:lnTo>
                    <a:pt x="23884" y="79"/>
                  </a:lnTo>
                  <a:lnTo>
                    <a:pt x="22827" y="39"/>
                  </a:lnTo>
                  <a:lnTo>
                    <a:pt x="21692" y="0"/>
                  </a:lnTo>
                  <a:close/>
                </a:path>
              </a:pathLst>
            </a:custGeom>
            <a:solidFill>
              <a:srgbClr val="1B61A6"/>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7" name="Google Shape;207;p33"/>
            <p:cNvSpPr/>
            <p:nvPr/>
          </p:nvSpPr>
          <p:spPr>
            <a:xfrm>
              <a:off x="5551325" y="3119825"/>
              <a:ext cx="996475" cy="579500"/>
            </a:xfrm>
            <a:custGeom>
              <a:rect b="b" l="l" r="r" t="t"/>
              <a:pathLst>
                <a:path extrusionOk="0" h="23180" w="39859">
                  <a:moveTo>
                    <a:pt x="29718" y="0"/>
                  </a:moveTo>
                  <a:lnTo>
                    <a:pt x="27995" y="39"/>
                  </a:lnTo>
                  <a:lnTo>
                    <a:pt x="26116" y="118"/>
                  </a:lnTo>
                  <a:lnTo>
                    <a:pt x="24002" y="274"/>
                  </a:lnTo>
                  <a:lnTo>
                    <a:pt x="21653" y="470"/>
                  </a:lnTo>
                  <a:lnTo>
                    <a:pt x="19147" y="783"/>
                  </a:lnTo>
                  <a:lnTo>
                    <a:pt x="16445" y="1214"/>
                  </a:lnTo>
                  <a:lnTo>
                    <a:pt x="13509" y="1723"/>
                  </a:lnTo>
                  <a:lnTo>
                    <a:pt x="10415" y="2349"/>
                  </a:lnTo>
                  <a:lnTo>
                    <a:pt x="8810" y="2741"/>
                  </a:lnTo>
                  <a:lnTo>
                    <a:pt x="7127" y="3132"/>
                  </a:lnTo>
                  <a:lnTo>
                    <a:pt x="157" y="4503"/>
                  </a:lnTo>
                  <a:lnTo>
                    <a:pt x="1" y="22083"/>
                  </a:lnTo>
                  <a:lnTo>
                    <a:pt x="40" y="22161"/>
                  </a:lnTo>
                  <a:lnTo>
                    <a:pt x="236" y="22357"/>
                  </a:lnTo>
                  <a:lnTo>
                    <a:pt x="588" y="22592"/>
                  </a:lnTo>
                  <a:lnTo>
                    <a:pt x="823" y="22748"/>
                  </a:lnTo>
                  <a:lnTo>
                    <a:pt x="1097" y="22866"/>
                  </a:lnTo>
                  <a:lnTo>
                    <a:pt x="1410" y="22983"/>
                  </a:lnTo>
                  <a:lnTo>
                    <a:pt x="1802" y="23062"/>
                  </a:lnTo>
                  <a:lnTo>
                    <a:pt x="2232" y="23140"/>
                  </a:lnTo>
                  <a:lnTo>
                    <a:pt x="2702" y="23179"/>
                  </a:lnTo>
                  <a:lnTo>
                    <a:pt x="3211" y="23179"/>
                  </a:lnTo>
                  <a:lnTo>
                    <a:pt x="3799" y="23101"/>
                  </a:lnTo>
                  <a:lnTo>
                    <a:pt x="4464" y="23022"/>
                  </a:lnTo>
                  <a:lnTo>
                    <a:pt x="5169" y="22827"/>
                  </a:lnTo>
                  <a:lnTo>
                    <a:pt x="5913" y="22592"/>
                  </a:lnTo>
                  <a:lnTo>
                    <a:pt x="6657" y="22357"/>
                  </a:lnTo>
                  <a:lnTo>
                    <a:pt x="8184" y="21770"/>
                  </a:lnTo>
                  <a:lnTo>
                    <a:pt x="9906" y="21104"/>
                  </a:lnTo>
                  <a:lnTo>
                    <a:pt x="10846" y="20791"/>
                  </a:lnTo>
                  <a:lnTo>
                    <a:pt x="11903" y="20438"/>
                  </a:lnTo>
                  <a:lnTo>
                    <a:pt x="13039" y="20086"/>
                  </a:lnTo>
                  <a:lnTo>
                    <a:pt x="14292" y="19734"/>
                  </a:lnTo>
                  <a:lnTo>
                    <a:pt x="15662" y="19420"/>
                  </a:lnTo>
                  <a:lnTo>
                    <a:pt x="17189" y="19107"/>
                  </a:lnTo>
                  <a:lnTo>
                    <a:pt x="18873" y="18833"/>
                  </a:lnTo>
                  <a:lnTo>
                    <a:pt x="20713" y="18559"/>
                  </a:lnTo>
                  <a:lnTo>
                    <a:pt x="22749" y="18324"/>
                  </a:lnTo>
                  <a:lnTo>
                    <a:pt x="25020" y="18128"/>
                  </a:lnTo>
                  <a:lnTo>
                    <a:pt x="29209" y="17815"/>
                  </a:lnTo>
                  <a:lnTo>
                    <a:pt x="32576" y="17658"/>
                  </a:lnTo>
                  <a:lnTo>
                    <a:pt x="35200" y="17619"/>
                  </a:lnTo>
                  <a:lnTo>
                    <a:pt x="37118" y="17619"/>
                  </a:lnTo>
                  <a:lnTo>
                    <a:pt x="38449" y="17698"/>
                  </a:lnTo>
                  <a:lnTo>
                    <a:pt x="39311" y="17776"/>
                  </a:lnTo>
                  <a:lnTo>
                    <a:pt x="39741" y="17854"/>
                  </a:lnTo>
                  <a:lnTo>
                    <a:pt x="39859" y="17893"/>
                  </a:lnTo>
                  <a:lnTo>
                    <a:pt x="39859" y="17893"/>
                  </a:lnTo>
                  <a:lnTo>
                    <a:pt x="39702" y="17619"/>
                  </a:lnTo>
                  <a:lnTo>
                    <a:pt x="39350" y="16758"/>
                  </a:lnTo>
                  <a:lnTo>
                    <a:pt x="38763" y="15388"/>
                  </a:lnTo>
                  <a:lnTo>
                    <a:pt x="38449" y="14487"/>
                  </a:lnTo>
                  <a:lnTo>
                    <a:pt x="38097" y="13430"/>
                  </a:lnTo>
                  <a:lnTo>
                    <a:pt x="37705" y="12255"/>
                  </a:lnTo>
                  <a:lnTo>
                    <a:pt x="37353" y="10963"/>
                  </a:lnTo>
                  <a:lnTo>
                    <a:pt x="36962" y="9514"/>
                  </a:lnTo>
                  <a:lnTo>
                    <a:pt x="36609" y="7948"/>
                  </a:lnTo>
                  <a:lnTo>
                    <a:pt x="36257" y="6226"/>
                  </a:lnTo>
                  <a:lnTo>
                    <a:pt x="35904" y="4385"/>
                  </a:lnTo>
                  <a:lnTo>
                    <a:pt x="35630" y="2428"/>
                  </a:lnTo>
                  <a:lnTo>
                    <a:pt x="35356" y="313"/>
                  </a:lnTo>
                  <a:lnTo>
                    <a:pt x="34886" y="274"/>
                  </a:lnTo>
                  <a:lnTo>
                    <a:pt x="33477" y="118"/>
                  </a:lnTo>
                  <a:lnTo>
                    <a:pt x="32459" y="78"/>
                  </a:lnTo>
                  <a:lnTo>
                    <a:pt x="31167" y="39"/>
                  </a:lnTo>
                  <a:lnTo>
                    <a:pt x="29718" y="0"/>
                  </a:lnTo>
                  <a:close/>
                </a:path>
              </a:pathLst>
            </a:custGeom>
            <a:solidFill>
              <a:srgbClr val="F50244"/>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8" name="Google Shape;208;p33"/>
            <p:cNvSpPr/>
            <p:nvPr/>
          </p:nvSpPr>
          <p:spPr>
            <a:xfrm>
              <a:off x="5531750" y="3459475"/>
              <a:ext cx="265300" cy="212425"/>
            </a:xfrm>
            <a:custGeom>
              <a:rect b="b" l="l" r="r" t="t"/>
              <a:pathLst>
                <a:path extrusionOk="0" h="8497" w="10612">
                  <a:moveTo>
                    <a:pt x="4621" y="0"/>
                  </a:moveTo>
                  <a:lnTo>
                    <a:pt x="3485" y="40"/>
                  </a:lnTo>
                  <a:lnTo>
                    <a:pt x="2232" y="157"/>
                  </a:lnTo>
                  <a:lnTo>
                    <a:pt x="862" y="353"/>
                  </a:lnTo>
                  <a:lnTo>
                    <a:pt x="744" y="627"/>
                  </a:lnTo>
                  <a:lnTo>
                    <a:pt x="588" y="940"/>
                  </a:lnTo>
                  <a:lnTo>
                    <a:pt x="431" y="1449"/>
                  </a:lnTo>
                  <a:lnTo>
                    <a:pt x="275" y="2036"/>
                  </a:lnTo>
                  <a:lnTo>
                    <a:pt x="157" y="2780"/>
                  </a:lnTo>
                  <a:lnTo>
                    <a:pt x="40" y="3642"/>
                  </a:lnTo>
                  <a:lnTo>
                    <a:pt x="1" y="4660"/>
                  </a:lnTo>
                  <a:lnTo>
                    <a:pt x="1" y="5639"/>
                  </a:lnTo>
                  <a:lnTo>
                    <a:pt x="79" y="6461"/>
                  </a:lnTo>
                  <a:lnTo>
                    <a:pt x="196" y="7126"/>
                  </a:lnTo>
                  <a:lnTo>
                    <a:pt x="353" y="7635"/>
                  </a:lnTo>
                  <a:lnTo>
                    <a:pt x="510" y="8027"/>
                  </a:lnTo>
                  <a:lnTo>
                    <a:pt x="627" y="8301"/>
                  </a:lnTo>
                  <a:lnTo>
                    <a:pt x="784" y="8497"/>
                  </a:lnTo>
                  <a:lnTo>
                    <a:pt x="784" y="8379"/>
                  </a:lnTo>
                  <a:lnTo>
                    <a:pt x="784" y="8144"/>
                  </a:lnTo>
                  <a:lnTo>
                    <a:pt x="862" y="7753"/>
                  </a:lnTo>
                  <a:lnTo>
                    <a:pt x="940" y="7518"/>
                  </a:lnTo>
                  <a:lnTo>
                    <a:pt x="1097" y="7244"/>
                  </a:lnTo>
                  <a:lnTo>
                    <a:pt x="1293" y="6970"/>
                  </a:lnTo>
                  <a:lnTo>
                    <a:pt x="1528" y="6696"/>
                  </a:lnTo>
                  <a:lnTo>
                    <a:pt x="1841" y="6422"/>
                  </a:lnTo>
                  <a:lnTo>
                    <a:pt x="2232" y="6108"/>
                  </a:lnTo>
                  <a:lnTo>
                    <a:pt x="2702" y="5834"/>
                  </a:lnTo>
                  <a:lnTo>
                    <a:pt x="3250" y="5521"/>
                  </a:lnTo>
                  <a:lnTo>
                    <a:pt x="3916" y="5247"/>
                  </a:lnTo>
                  <a:lnTo>
                    <a:pt x="4660" y="4973"/>
                  </a:lnTo>
                  <a:lnTo>
                    <a:pt x="7440" y="4112"/>
                  </a:lnTo>
                  <a:lnTo>
                    <a:pt x="8536" y="3759"/>
                  </a:lnTo>
                  <a:lnTo>
                    <a:pt x="9358" y="3446"/>
                  </a:lnTo>
                  <a:lnTo>
                    <a:pt x="9711" y="3289"/>
                  </a:lnTo>
                  <a:lnTo>
                    <a:pt x="9985" y="3133"/>
                  </a:lnTo>
                  <a:lnTo>
                    <a:pt x="10220" y="2976"/>
                  </a:lnTo>
                  <a:lnTo>
                    <a:pt x="10415" y="2820"/>
                  </a:lnTo>
                  <a:lnTo>
                    <a:pt x="10533" y="2663"/>
                  </a:lnTo>
                  <a:lnTo>
                    <a:pt x="10611" y="2467"/>
                  </a:lnTo>
                  <a:lnTo>
                    <a:pt x="10611" y="2271"/>
                  </a:lnTo>
                  <a:lnTo>
                    <a:pt x="10572" y="2076"/>
                  </a:lnTo>
                  <a:lnTo>
                    <a:pt x="10494" y="1919"/>
                  </a:lnTo>
                  <a:lnTo>
                    <a:pt x="10141" y="1606"/>
                  </a:lnTo>
                  <a:lnTo>
                    <a:pt x="9867" y="1410"/>
                  </a:lnTo>
                  <a:lnTo>
                    <a:pt x="9554" y="1175"/>
                  </a:lnTo>
                  <a:lnTo>
                    <a:pt x="9123" y="940"/>
                  </a:lnTo>
                  <a:lnTo>
                    <a:pt x="8614" y="705"/>
                  </a:lnTo>
                  <a:lnTo>
                    <a:pt x="8027" y="509"/>
                  </a:lnTo>
                  <a:lnTo>
                    <a:pt x="7322" y="314"/>
                  </a:lnTo>
                  <a:lnTo>
                    <a:pt x="6539" y="157"/>
                  </a:lnTo>
                  <a:lnTo>
                    <a:pt x="5639" y="40"/>
                  </a:lnTo>
                  <a:lnTo>
                    <a:pt x="4621" y="0"/>
                  </a:lnTo>
                  <a:close/>
                </a:path>
              </a:pathLst>
            </a:custGeom>
            <a:solidFill>
              <a:srgbClr val="96263D"/>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9" name="Google Shape;209;p33"/>
            <p:cNvSpPr/>
            <p:nvPr/>
          </p:nvSpPr>
          <p:spPr>
            <a:xfrm>
              <a:off x="4762375" y="2815400"/>
              <a:ext cx="564825" cy="918175"/>
            </a:xfrm>
            <a:custGeom>
              <a:rect b="b" l="l" r="r" t="t"/>
              <a:pathLst>
                <a:path extrusionOk="0" h="36727" w="22593">
                  <a:moveTo>
                    <a:pt x="1" y="0"/>
                  </a:moveTo>
                  <a:lnTo>
                    <a:pt x="3760" y="36726"/>
                  </a:lnTo>
                  <a:lnTo>
                    <a:pt x="4308" y="35904"/>
                  </a:lnTo>
                  <a:lnTo>
                    <a:pt x="4934" y="34925"/>
                  </a:lnTo>
                  <a:lnTo>
                    <a:pt x="5796" y="33712"/>
                  </a:lnTo>
                  <a:lnTo>
                    <a:pt x="6814" y="32263"/>
                  </a:lnTo>
                  <a:lnTo>
                    <a:pt x="8027" y="30658"/>
                  </a:lnTo>
                  <a:lnTo>
                    <a:pt x="9359" y="28935"/>
                  </a:lnTo>
                  <a:lnTo>
                    <a:pt x="10846" y="27212"/>
                  </a:lnTo>
                  <a:lnTo>
                    <a:pt x="12530" y="25215"/>
                  </a:lnTo>
                  <a:lnTo>
                    <a:pt x="14409" y="22905"/>
                  </a:lnTo>
                  <a:lnTo>
                    <a:pt x="16367" y="20439"/>
                  </a:lnTo>
                  <a:lnTo>
                    <a:pt x="18246" y="18050"/>
                  </a:lnTo>
                  <a:lnTo>
                    <a:pt x="21340" y="14057"/>
                  </a:lnTo>
                  <a:lnTo>
                    <a:pt x="22592" y="12412"/>
                  </a:lnTo>
                  <a:lnTo>
                    <a:pt x="1" y="0"/>
                  </a:lnTo>
                  <a:close/>
                </a:path>
              </a:pathLst>
            </a:custGeom>
            <a:solidFill>
              <a:srgbClr val="FFFFFF"/>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0" name="Google Shape;210;p33"/>
            <p:cNvSpPr/>
            <p:nvPr/>
          </p:nvSpPr>
          <p:spPr>
            <a:xfrm>
              <a:off x="4783925" y="2876075"/>
              <a:ext cx="72450" cy="73450"/>
            </a:xfrm>
            <a:custGeom>
              <a:rect b="b" l="l" r="r" t="t"/>
              <a:pathLst>
                <a:path extrusionOk="0" h="2938" w="2898">
                  <a:moveTo>
                    <a:pt x="1214" y="1"/>
                  </a:moveTo>
                  <a:lnTo>
                    <a:pt x="1097" y="1136"/>
                  </a:lnTo>
                  <a:lnTo>
                    <a:pt x="0" y="1371"/>
                  </a:lnTo>
                  <a:lnTo>
                    <a:pt x="1018" y="1802"/>
                  </a:lnTo>
                  <a:lnTo>
                    <a:pt x="901" y="2937"/>
                  </a:lnTo>
                  <a:lnTo>
                    <a:pt x="1684" y="2115"/>
                  </a:lnTo>
                  <a:lnTo>
                    <a:pt x="2702" y="2546"/>
                  </a:lnTo>
                  <a:lnTo>
                    <a:pt x="2154" y="1567"/>
                  </a:lnTo>
                  <a:lnTo>
                    <a:pt x="2898" y="745"/>
                  </a:lnTo>
                  <a:lnTo>
                    <a:pt x="1801" y="980"/>
                  </a:lnTo>
                  <a:lnTo>
                    <a:pt x="1214"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1" name="Google Shape;211;p33"/>
            <p:cNvSpPr/>
            <p:nvPr/>
          </p:nvSpPr>
          <p:spPr>
            <a:xfrm>
              <a:off x="5217550" y="3098275"/>
              <a:ext cx="72450" cy="74425"/>
            </a:xfrm>
            <a:custGeom>
              <a:rect b="b" l="l" r="r" t="t"/>
              <a:pathLst>
                <a:path extrusionOk="0" h="2977" w="2898">
                  <a:moveTo>
                    <a:pt x="1214" y="1"/>
                  </a:moveTo>
                  <a:lnTo>
                    <a:pt x="1097" y="1136"/>
                  </a:lnTo>
                  <a:lnTo>
                    <a:pt x="0" y="1371"/>
                  </a:lnTo>
                  <a:lnTo>
                    <a:pt x="1018" y="1841"/>
                  </a:lnTo>
                  <a:lnTo>
                    <a:pt x="901" y="2976"/>
                  </a:lnTo>
                  <a:lnTo>
                    <a:pt x="1684" y="2115"/>
                  </a:lnTo>
                  <a:lnTo>
                    <a:pt x="2702" y="2585"/>
                  </a:lnTo>
                  <a:lnTo>
                    <a:pt x="2702" y="2585"/>
                  </a:lnTo>
                  <a:lnTo>
                    <a:pt x="2154" y="1606"/>
                  </a:lnTo>
                  <a:lnTo>
                    <a:pt x="2898" y="745"/>
                  </a:lnTo>
                  <a:lnTo>
                    <a:pt x="1801" y="980"/>
                  </a:lnTo>
                  <a:lnTo>
                    <a:pt x="1214"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2" name="Google Shape;212;p33"/>
            <p:cNvSpPr/>
            <p:nvPr/>
          </p:nvSpPr>
          <p:spPr>
            <a:xfrm>
              <a:off x="4861250" y="3544625"/>
              <a:ext cx="73425" cy="74425"/>
            </a:xfrm>
            <a:custGeom>
              <a:rect b="b" l="l" r="r" t="t"/>
              <a:pathLst>
                <a:path extrusionOk="0" h="2977" w="2937">
                  <a:moveTo>
                    <a:pt x="1253" y="1"/>
                  </a:moveTo>
                  <a:lnTo>
                    <a:pt x="1136" y="1136"/>
                  </a:lnTo>
                  <a:lnTo>
                    <a:pt x="0" y="1371"/>
                  </a:lnTo>
                  <a:lnTo>
                    <a:pt x="1058" y="1841"/>
                  </a:lnTo>
                  <a:lnTo>
                    <a:pt x="940" y="2976"/>
                  </a:lnTo>
                  <a:lnTo>
                    <a:pt x="1684" y="2115"/>
                  </a:lnTo>
                  <a:lnTo>
                    <a:pt x="2741" y="2585"/>
                  </a:lnTo>
                  <a:lnTo>
                    <a:pt x="2154" y="1606"/>
                  </a:lnTo>
                  <a:lnTo>
                    <a:pt x="2937" y="745"/>
                  </a:lnTo>
                  <a:lnTo>
                    <a:pt x="1801" y="980"/>
                  </a:lnTo>
                  <a:lnTo>
                    <a:pt x="1253"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3" name="Google Shape;213;p33"/>
            <p:cNvSpPr/>
            <p:nvPr/>
          </p:nvSpPr>
          <p:spPr>
            <a:xfrm>
              <a:off x="4940525" y="3004325"/>
              <a:ext cx="43100" cy="106700"/>
            </a:xfrm>
            <a:custGeom>
              <a:rect b="b" l="l" r="r" t="t"/>
              <a:pathLst>
                <a:path extrusionOk="0" h="4268" w="1724">
                  <a:moveTo>
                    <a:pt x="745" y="0"/>
                  </a:moveTo>
                  <a:lnTo>
                    <a:pt x="1" y="705"/>
                  </a:lnTo>
                  <a:lnTo>
                    <a:pt x="1097" y="4268"/>
                  </a:lnTo>
                  <a:lnTo>
                    <a:pt x="1410" y="4189"/>
                  </a:lnTo>
                  <a:lnTo>
                    <a:pt x="1724" y="4111"/>
                  </a:lnTo>
                  <a:lnTo>
                    <a:pt x="1645" y="352"/>
                  </a:lnTo>
                  <a:lnTo>
                    <a:pt x="745"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4" name="Google Shape;214;p33"/>
            <p:cNvSpPr/>
            <p:nvPr/>
          </p:nvSpPr>
          <p:spPr>
            <a:xfrm>
              <a:off x="4985550" y="3220625"/>
              <a:ext cx="48000" cy="124350"/>
            </a:xfrm>
            <a:custGeom>
              <a:rect b="b" l="l" r="r" t="t"/>
              <a:pathLst>
                <a:path extrusionOk="0" h="4974" w="1920">
                  <a:moveTo>
                    <a:pt x="667" y="1"/>
                  </a:moveTo>
                  <a:lnTo>
                    <a:pt x="353" y="79"/>
                  </a:lnTo>
                  <a:lnTo>
                    <a:pt x="314" y="79"/>
                  </a:lnTo>
                  <a:lnTo>
                    <a:pt x="1" y="158"/>
                  </a:lnTo>
                  <a:lnTo>
                    <a:pt x="79" y="4504"/>
                  </a:lnTo>
                  <a:lnTo>
                    <a:pt x="1097" y="4973"/>
                  </a:lnTo>
                  <a:lnTo>
                    <a:pt x="1919" y="4112"/>
                  </a:lnTo>
                  <a:lnTo>
                    <a:pt x="667"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5" name="Google Shape;215;p33"/>
            <p:cNvSpPr/>
            <p:nvPr/>
          </p:nvSpPr>
          <p:spPr>
            <a:xfrm>
              <a:off x="4987525" y="3016050"/>
              <a:ext cx="19600" cy="85200"/>
            </a:xfrm>
            <a:custGeom>
              <a:rect b="b" l="l" r="r" t="t"/>
              <a:pathLst>
                <a:path extrusionOk="0" h="3408" w="784">
                  <a:moveTo>
                    <a:pt x="157" y="1"/>
                  </a:moveTo>
                  <a:lnTo>
                    <a:pt x="0" y="3407"/>
                  </a:lnTo>
                  <a:lnTo>
                    <a:pt x="274" y="3407"/>
                  </a:lnTo>
                  <a:lnTo>
                    <a:pt x="783" y="275"/>
                  </a:lnTo>
                  <a:lnTo>
                    <a:pt x="157"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6" name="Google Shape;216;p33"/>
            <p:cNvSpPr/>
            <p:nvPr/>
          </p:nvSpPr>
          <p:spPr>
            <a:xfrm>
              <a:off x="4920950" y="3029775"/>
              <a:ext cx="42125" cy="80275"/>
            </a:xfrm>
            <a:custGeom>
              <a:rect b="b" l="l" r="r" t="t"/>
              <a:pathLst>
                <a:path extrusionOk="0" h="3211" w="1685">
                  <a:moveTo>
                    <a:pt x="510" y="0"/>
                  </a:moveTo>
                  <a:lnTo>
                    <a:pt x="1" y="509"/>
                  </a:lnTo>
                  <a:lnTo>
                    <a:pt x="1449" y="3211"/>
                  </a:lnTo>
                  <a:lnTo>
                    <a:pt x="1684" y="3093"/>
                  </a:lnTo>
                  <a:lnTo>
                    <a:pt x="510"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7" name="Google Shape;217;p33"/>
            <p:cNvSpPr/>
            <p:nvPr/>
          </p:nvSpPr>
          <p:spPr>
            <a:xfrm>
              <a:off x="4960100" y="3231400"/>
              <a:ext cx="21575" cy="97925"/>
            </a:xfrm>
            <a:custGeom>
              <a:rect b="b" l="l" r="r" t="t"/>
              <a:pathLst>
                <a:path extrusionOk="0" h="3917" w="863">
                  <a:moveTo>
                    <a:pt x="588" y="1"/>
                  </a:moveTo>
                  <a:lnTo>
                    <a:pt x="1" y="3564"/>
                  </a:lnTo>
                  <a:lnTo>
                    <a:pt x="706" y="3916"/>
                  </a:lnTo>
                  <a:lnTo>
                    <a:pt x="862"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8" name="Google Shape;218;p33"/>
            <p:cNvSpPr/>
            <p:nvPr/>
          </p:nvSpPr>
          <p:spPr>
            <a:xfrm>
              <a:off x="5008075" y="3222600"/>
              <a:ext cx="47975" cy="93000"/>
            </a:xfrm>
            <a:custGeom>
              <a:rect b="b" l="l" r="r" t="t"/>
              <a:pathLst>
                <a:path extrusionOk="0" h="3720" w="1919">
                  <a:moveTo>
                    <a:pt x="235" y="0"/>
                  </a:moveTo>
                  <a:lnTo>
                    <a:pt x="0" y="118"/>
                  </a:lnTo>
                  <a:lnTo>
                    <a:pt x="1371" y="3720"/>
                  </a:lnTo>
                  <a:lnTo>
                    <a:pt x="1919" y="3093"/>
                  </a:lnTo>
                  <a:lnTo>
                    <a:pt x="235"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9" name="Google Shape;219;p33"/>
            <p:cNvSpPr/>
            <p:nvPr/>
          </p:nvSpPr>
          <p:spPr>
            <a:xfrm>
              <a:off x="5038425" y="3110025"/>
              <a:ext cx="113550" cy="50925"/>
            </a:xfrm>
            <a:custGeom>
              <a:rect b="b" l="l" r="r" t="t"/>
              <a:pathLst>
                <a:path extrusionOk="0" h="2037" w="4542">
                  <a:moveTo>
                    <a:pt x="3759" y="1"/>
                  </a:moveTo>
                  <a:lnTo>
                    <a:pt x="0" y="1371"/>
                  </a:lnTo>
                  <a:lnTo>
                    <a:pt x="78" y="1723"/>
                  </a:lnTo>
                  <a:lnTo>
                    <a:pt x="118" y="2037"/>
                  </a:lnTo>
                  <a:lnTo>
                    <a:pt x="4150" y="1763"/>
                  </a:lnTo>
                  <a:lnTo>
                    <a:pt x="4542" y="745"/>
                  </a:lnTo>
                  <a:lnTo>
                    <a:pt x="4503" y="745"/>
                  </a:lnTo>
                  <a:lnTo>
                    <a:pt x="3759"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0" name="Google Shape;220;p33"/>
            <p:cNvSpPr/>
            <p:nvPr/>
          </p:nvSpPr>
          <p:spPr>
            <a:xfrm>
              <a:off x="4819150" y="3168750"/>
              <a:ext cx="110650" cy="51900"/>
            </a:xfrm>
            <a:custGeom>
              <a:rect b="b" l="l" r="r" t="t"/>
              <a:pathLst>
                <a:path extrusionOk="0" h="2076" w="4426">
                  <a:moveTo>
                    <a:pt x="4347" y="1"/>
                  </a:moveTo>
                  <a:lnTo>
                    <a:pt x="471" y="275"/>
                  </a:lnTo>
                  <a:lnTo>
                    <a:pt x="1" y="1254"/>
                  </a:lnTo>
                  <a:lnTo>
                    <a:pt x="1" y="1293"/>
                  </a:lnTo>
                  <a:lnTo>
                    <a:pt x="666" y="2076"/>
                  </a:lnTo>
                  <a:lnTo>
                    <a:pt x="4425" y="666"/>
                  </a:lnTo>
                  <a:lnTo>
                    <a:pt x="4386" y="353"/>
                  </a:lnTo>
                  <a:lnTo>
                    <a:pt x="4386" y="314"/>
                  </a:lnTo>
                  <a:lnTo>
                    <a:pt x="4347"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1" name="Google Shape;221;p33"/>
            <p:cNvSpPr/>
            <p:nvPr/>
          </p:nvSpPr>
          <p:spPr>
            <a:xfrm>
              <a:off x="5048200" y="3164850"/>
              <a:ext cx="90075" cy="17625"/>
            </a:xfrm>
            <a:custGeom>
              <a:rect b="b" l="l" r="r" t="t"/>
              <a:pathLst>
                <a:path extrusionOk="0" h="705" w="3603">
                  <a:moveTo>
                    <a:pt x="1" y="0"/>
                  </a:moveTo>
                  <a:lnTo>
                    <a:pt x="1" y="274"/>
                  </a:lnTo>
                  <a:lnTo>
                    <a:pt x="3290" y="705"/>
                  </a:lnTo>
                  <a:lnTo>
                    <a:pt x="3603"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2" name="Google Shape;222;p33"/>
            <p:cNvSpPr/>
            <p:nvPr/>
          </p:nvSpPr>
          <p:spPr>
            <a:xfrm>
              <a:off x="5041350" y="3090450"/>
              <a:ext cx="84200" cy="48000"/>
            </a:xfrm>
            <a:custGeom>
              <a:rect b="b" l="l" r="r" t="t"/>
              <a:pathLst>
                <a:path extrusionOk="0" h="1920" w="3368">
                  <a:moveTo>
                    <a:pt x="2820" y="1"/>
                  </a:moveTo>
                  <a:lnTo>
                    <a:pt x="1" y="1684"/>
                  </a:lnTo>
                  <a:lnTo>
                    <a:pt x="79" y="1919"/>
                  </a:lnTo>
                  <a:lnTo>
                    <a:pt x="3368" y="470"/>
                  </a:lnTo>
                  <a:lnTo>
                    <a:pt x="2820"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3" name="Google Shape;223;p33"/>
            <p:cNvSpPr/>
            <p:nvPr/>
          </p:nvSpPr>
          <p:spPr>
            <a:xfrm>
              <a:off x="4835800" y="3148200"/>
              <a:ext cx="87150" cy="17650"/>
            </a:xfrm>
            <a:custGeom>
              <a:rect b="b" l="l" r="r" t="t"/>
              <a:pathLst>
                <a:path extrusionOk="0" h="706" w="3486">
                  <a:moveTo>
                    <a:pt x="353" y="1"/>
                  </a:moveTo>
                  <a:lnTo>
                    <a:pt x="0" y="705"/>
                  </a:lnTo>
                  <a:lnTo>
                    <a:pt x="0" y="705"/>
                  </a:lnTo>
                  <a:lnTo>
                    <a:pt x="3446" y="666"/>
                  </a:lnTo>
                  <a:lnTo>
                    <a:pt x="3485" y="431"/>
                  </a:lnTo>
                  <a:lnTo>
                    <a:pt x="353"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4" name="Google Shape;224;p33"/>
            <p:cNvSpPr/>
            <p:nvPr/>
          </p:nvSpPr>
          <p:spPr>
            <a:xfrm>
              <a:off x="4842650" y="3191275"/>
              <a:ext cx="85175" cy="50925"/>
            </a:xfrm>
            <a:custGeom>
              <a:rect b="b" l="l" r="r" t="t"/>
              <a:pathLst>
                <a:path extrusionOk="0" h="2037" w="3407">
                  <a:moveTo>
                    <a:pt x="3329" y="0"/>
                  </a:moveTo>
                  <a:lnTo>
                    <a:pt x="0" y="1488"/>
                  </a:lnTo>
                  <a:lnTo>
                    <a:pt x="509" y="2036"/>
                  </a:lnTo>
                  <a:lnTo>
                    <a:pt x="3407" y="235"/>
                  </a:lnTo>
                  <a:lnTo>
                    <a:pt x="3329"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5" name="Google Shape;225;p33"/>
            <p:cNvSpPr/>
            <p:nvPr/>
          </p:nvSpPr>
          <p:spPr>
            <a:xfrm>
              <a:off x="5011000" y="3024875"/>
              <a:ext cx="78350" cy="96925"/>
            </a:xfrm>
            <a:custGeom>
              <a:rect b="b" l="l" r="r" t="t"/>
              <a:pathLst>
                <a:path extrusionOk="0" h="3877" w="3134">
                  <a:moveTo>
                    <a:pt x="1724" y="0"/>
                  </a:moveTo>
                  <a:lnTo>
                    <a:pt x="1" y="3485"/>
                  </a:lnTo>
                  <a:lnTo>
                    <a:pt x="236" y="3681"/>
                  </a:lnTo>
                  <a:lnTo>
                    <a:pt x="275" y="3681"/>
                  </a:lnTo>
                  <a:lnTo>
                    <a:pt x="510" y="3876"/>
                  </a:lnTo>
                  <a:lnTo>
                    <a:pt x="3133" y="901"/>
                  </a:lnTo>
                  <a:lnTo>
                    <a:pt x="2742"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6" name="Google Shape;226;p33"/>
            <p:cNvSpPr/>
            <p:nvPr/>
          </p:nvSpPr>
          <p:spPr>
            <a:xfrm>
              <a:off x="4873975" y="3209875"/>
              <a:ext cx="84200" cy="106725"/>
            </a:xfrm>
            <a:custGeom>
              <a:rect b="b" l="l" r="r" t="t"/>
              <a:pathLst>
                <a:path extrusionOk="0" h="4269" w="3368">
                  <a:moveTo>
                    <a:pt x="2819" y="0"/>
                  </a:moveTo>
                  <a:lnTo>
                    <a:pt x="0" y="3172"/>
                  </a:lnTo>
                  <a:lnTo>
                    <a:pt x="314" y="4229"/>
                  </a:lnTo>
                  <a:lnTo>
                    <a:pt x="314" y="4268"/>
                  </a:lnTo>
                  <a:lnTo>
                    <a:pt x="353" y="4229"/>
                  </a:lnTo>
                  <a:lnTo>
                    <a:pt x="1410" y="4268"/>
                  </a:lnTo>
                  <a:lnTo>
                    <a:pt x="3368" y="353"/>
                  </a:lnTo>
                  <a:lnTo>
                    <a:pt x="3094" y="196"/>
                  </a:lnTo>
                  <a:lnTo>
                    <a:pt x="3094" y="157"/>
                  </a:lnTo>
                  <a:lnTo>
                    <a:pt x="2819"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7" name="Google Shape;227;p33"/>
            <p:cNvSpPr/>
            <p:nvPr/>
          </p:nvSpPr>
          <p:spPr>
            <a:xfrm>
              <a:off x="5030575" y="3057175"/>
              <a:ext cx="70525" cy="67550"/>
            </a:xfrm>
            <a:custGeom>
              <a:rect b="b" l="l" r="r" t="t"/>
              <a:pathLst>
                <a:path extrusionOk="0" h="2702" w="2821">
                  <a:moveTo>
                    <a:pt x="2546" y="0"/>
                  </a:moveTo>
                  <a:lnTo>
                    <a:pt x="1" y="2506"/>
                  </a:lnTo>
                  <a:lnTo>
                    <a:pt x="197" y="2702"/>
                  </a:lnTo>
                  <a:lnTo>
                    <a:pt x="2820" y="666"/>
                  </a:lnTo>
                  <a:lnTo>
                    <a:pt x="2546"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8" name="Google Shape;228;p33"/>
            <p:cNvSpPr/>
            <p:nvPr/>
          </p:nvSpPr>
          <p:spPr>
            <a:xfrm>
              <a:off x="5004150" y="3024875"/>
              <a:ext cx="40175" cy="80275"/>
            </a:xfrm>
            <a:custGeom>
              <a:rect b="b" l="l" r="r" t="t"/>
              <a:pathLst>
                <a:path extrusionOk="0" h="3211" w="1607">
                  <a:moveTo>
                    <a:pt x="1606" y="0"/>
                  </a:moveTo>
                  <a:lnTo>
                    <a:pt x="862" y="39"/>
                  </a:lnTo>
                  <a:lnTo>
                    <a:pt x="1" y="3133"/>
                  </a:lnTo>
                  <a:lnTo>
                    <a:pt x="236" y="3211"/>
                  </a:lnTo>
                  <a:lnTo>
                    <a:pt x="1606"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9" name="Google Shape;229;p33"/>
            <p:cNvSpPr/>
            <p:nvPr/>
          </p:nvSpPr>
          <p:spPr>
            <a:xfrm>
              <a:off x="4865175" y="3206925"/>
              <a:ext cx="72450" cy="71500"/>
            </a:xfrm>
            <a:custGeom>
              <a:rect b="b" l="l" r="r" t="t"/>
              <a:pathLst>
                <a:path extrusionOk="0" h="2860" w="2898">
                  <a:moveTo>
                    <a:pt x="2741" y="1"/>
                  </a:moveTo>
                  <a:lnTo>
                    <a:pt x="0" y="2115"/>
                  </a:lnTo>
                  <a:lnTo>
                    <a:pt x="196" y="2859"/>
                  </a:lnTo>
                  <a:lnTo>
                    <a:pt x="2897" y="197"/>
                  </a:lnTo>
                  <a:lnTo>
                    <a:pt x="2741"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0" name="Google Shape;230;p33"/>
            <p:cNvSpPr/>
            <p:nvPr/>
          </p:nvSpPr>
          <p:spPr>
            <a:xfrm>
              <a:off x="4920950" y="3226500"/>
              <a:ext cx="44075" cy="90100"/>
            </a:xfrm>
            <a:custGeom>
              <a:rect b="b" l="l" r="r" t="t"/>
              <a:pathLst>
                <a:path extrusionOk="0" h="3604" w="1763">
                  <a:moveTo>
                    <a:pt x="1528" y="1"/>
                  </a:moveTo>
                  <a:lnTo>
                    <a:pt x="1" y="3603"/>
                  </a:lnTo>
                  <a:lnTo>
                    <a:pt x="745" y="3603"/>
                  </a:lnTo>
                  <a:lnTo>
                    <a:pt x="1763" y="118"/>
                  </a:lnTo>
                  <a:lnTo>
                    <a:pt x="1528"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1" name="Google Shape;231;p33"/>
            <p:cNvSpPr/>
            <p:nvPr/>
          </p:nvSpPr>
          <p:spPr>
            <a:xfrm>
              <a:off x="4851450" y="3064025"/>
              <a:ext cx="93025" cy="76375"/>
            </a:xfrm>
            <a:custGeom>
              <a:rect b="b" l="l" r="r" t="t"/>
              <a:pathLst>
                <a:path extrusionOk="0" h="3055" w="3721">
                  <a:moveTo>
                    <a:pt x="1058" y="0"/>
                  </a:moveTo>
                  <a:lnTo>
                    <a:pt x="118" y="392"/>
                  </a:lnTo>
                  <a:lnTo>
                    <a:pt x="79" y="392"/>
                  </a:lnTo>
                  <a:lnTo>
                    <a:pt x="79" y="431"/>
                  </a:lnTo>
                  <a:lnTo>
                    <a:pt x="1" y="1449"/>
                  </a:lnTo>
                  <a:lnTo>
                    <a:pt x="3329" y="3054"/>
                  </a:lnTo>
                  <a:lnTo>
                    <a:pt x="3525" y="2780"/>
                  </a:lnTo>
                  <a:lnTo>
                    <a:pt x="3720" y="2506"/>
                  </a:lnTo>
                  <a:lnTo>
                    <a:pt x="1058"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2" name="Google Shape;232;p33"/>
            <p:cNvSpPr/>
            <p:nvPr/>
          </p:nvSpPr>
          <p:spPr>
            <a:xfrm>
              <a:off x="5026675" y="3190300"/>
              <a:ext cx="100850" cy="85175"/>
            </a:xfrm>
            <a:custGeom>
              <a:rect b="b" l="l" r="r" t="t"/>
              <a:pathLst>
                <a:path extrusionOk="0" h="3407" w="4034">
                  <a:moveTo>
                    <a:pt x="353" y="0"/>
                  </a:moveTo>
                  <a:lnTo>
                    <a:pt x="196" y="274"/>
                  </a:lnTo>
                  <a:lnTo>
                    <a:pt x="157" y="274"/>
                  </a:lnTo>
                  <a:lnTo>
                    <a:pt x="0" y="548"/>
                  </a:lnTo>
                  <a:lnTo>
                    <a:pt x="3015" y="3407"/>
                  </a:lnTo>
                  <a:lnTo>
                    <a:pt x="4033" y="2937"/>
                  </a:lnTo>
                  <a:lnTo>
                    <a:pt x="4033" y="1762"/>
                  </a:lnTo>
                  <a:lnTo>
                    <a:pt x="353"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3" name="Google Shape;233;p33"/>
            <p:cNvSpPr/>
            <p:nvPr/>
          </p:nvSpPr>
          <p:spPr>
            <a:xfrm>
              <a:off x="4887675" y="3053250"/>
              <a:ext cx="60725" cy="66600"/>
            </a:xfrm>
            <a:custGeom>
              <a:rect b="b" l="l" r="r" t="t"/>
              <a:pathLst>
                <a:path extrusionOk="0" h="2664" w="2429">
                  <a:moveTo>
                    <a:pt x="666" y="1"/>
                  </a:moveTo>
                  <a:lnTo>
                    <a:pt x="1" y="275"/>
                  </a:lnTo>
                  <a:lnTo>
                    <a:pt x="2232" y="2663"/>
                  </a:lnTo>
                  <a:lnTo>
                    <a:pt x="2428" y="2507"/>
                  </a:lnTo>
                  <a:lnTo>
                    <a:pt x="666"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4" name="Google Shape;234;p33"/>
            <p:cNvSpPr/>
            <p:nvPr/>
          </p:nvSpPr>
          <p:spPr>
            <a:xfrm>
              <a:off x="4849500" y="3110025"/>
              <a:ext cx="78325" cy="38200"/>
            </a:xfrm>
            <a:custGeom>
              <a:rect b="b" l="l" r="r" t="t"/>
              <a:pathLst>
                <a:path extrusionOk="0" h="1528" w="3133">
                  <a:moveTo>
                    <a:pt x="40" y="1"/>
                  </a:moveTo>
                  <a:lnTo>
                    <a:pt x="1" y="745"/>
                  </a:lnTo>
                  <a:lnTo>
                    <a:pt x="3055" y="1528"/>
                  </a:lnTo>
                  <a:lnTo>
                    <a:pt x="3133" y="1293"/>
                  </a:lnTo>
                  <a:lnTo>
                    <a:pt x="40"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5" name="Google Shape;235;p33"/>
            <p:cNvSpPr/>
            <p:nvPr/>
          </p:nvSpPr>
          <p:spPr>
            <a:xfrm>
              <a:off x="5022750" y="3211825"/>
              <a:ext cx="68550" cy="76375"/>
            </a:xfrm>
            <a:custGeom>
              <a:rect b="b" l="l" r="r" t="t"/>
              <a:pathLst>
                <a:path extrusionOk="0" h="3055" w="2742">
                  <a:moveTo>
                    <a:pt x="197" y="1"/>
                  </a:moveTo>
                  <a:lnTo>
                    <a:pt x="1" y="196"/>
                  </a:lnTo>
                  <a:lnTo>
                    <a:pt x="2037" y="3055"/>
                  </a:lnTo>
                  <a:lnTo>
                    <a:pt x="2741" y="2741"/>
                  </a:lnTo>
                  <a:lnTo>
                    <a:pt x="197"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6" name="Google Shape;236;p33"/>
            <p:cNvSpPr/>
            <p:nvPr/>
          </p:nvSpPr>
          <p:spPr>
            <a:xfrm>
              <a:off x="5043300" y="3182450"/>
              <a:ext cx="84225" cy="41150"/>
            </a:xfrm>
            <a:custGeom>
              <a:rect b="b" l="l" r="r" t="t"/>
              <a:pathLst>
                <a:path extrusionOk="0" h="1646" w="3369">
                  <a:moveTo>
                    <a:pt x="79" y="1"/>
                  </a:moveTo>
                  <a:lnTo>
                    <a:pt x="1" y="236"/>
                  </a:lnTo>
                  <a:lnTo>
                    <a:pt x="3368" y="1645"/>
                  </a:lnTo>
                  <a:lnTo>
                    <a:pt x="3329" y="823"/>
                  </a:lnTo>
                  <a:lnTo>
                    <a:pt x="79"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7" name="Google Shape;237;p33"/>
            <p:cNvSpPr/>
            <p:nvPr/>
          </p:nvSpPr>
          <p:spPr>
            <a:xfrm>
              <a:off x="4912150" y="3093400"/>
              <a:ext cx="142925" cy="146850"/>
            </a:xfrm>
            <a:custGeom>
              <a:rect b="b" l="l" r="r" t="t"/>
              <a:pathLst>
                <a:path extrusionOk="0" h="5874" w="5717">
                  <a:moveTo>
                    <a:pt x="2702" y="0"/>
                  </a:moveTo>
                  <a:lnTo>
                    <a:pt x="2389" y="78"/>
                  </a:lnTo>
                  <a:lnTo>
                    <a:pt x="2115" y="157"/>
                  </a:lnTo>
                  <a:lnTo>
                    <a:pt x="1841" y="235"/>
                  </a:lnTo>
                  <a:lnTo>
                    <a:pt x="1606" y="352"/>
                  </a:lnTo>
                  <a:lnTo>
                    <a:pt x="1371" y="509"/>
                  </a:lnTo>
                  <a:lnTo>
                    <a:pt x="1136" y="705"/>
                  </a:lnTo>
                  <a:lnTo>
                    <a:pt x="940" y="861"/>
                  </a:lnTo>
                  <a:lnTo>
                    <a:pt x="744" y="1096"/>
                  </a:lnTo>
                  <a:lnTo>
                    <a:pt x="588" y="1292"/>
                  </a:lnTo>
                  <a:lnTo>
                    <a:pt x="431" y="1527"/>
                  </a:lnTo>
                  <a:lnTo>
                    <a:pt x="274" y="1801"/>
                  </a:lnTo>
                  <a:lnTo>
                    <a:pt x="196" y="2075"/>
                  </a:lnTo>
                  <a:lnTo>
                    <a:pt x="118" y="2349"/>
                  </a:lnTo>
                  <a:lnTo>
                    <a:pt x="40" y="2623"/>
                  </a:lnTo>
                  <a:lnTo>
                    <a:pt x="0" y="2897"/>
                  </a:lnTo>
                  <a:lnTo>
                    <a:pt x="0" y="3171"/>
                  </a:lnTo>
                  <a:lnTo>
                    <a:pt x="40" y="3485"/>
                  </a:lnTo>
                  <a:lnTo>
                    <a:pt x="79" y="3759"/>
                  </a:lnTo>
                  <a:lnTo>
                    <a:pt x="157" y="4072"/>
                  </a:lnTo>
                  <a:lnTo>
                    <a:pt x="274" y="4346"/>
                  </a:lnTo>
                  <a:lnTo>
                    <a:pt x="392" y="4581"/>
                  </a:lnTo>
                  <a:lnTo>
                    <a:pt x="549" y="4816"/>
                  </a:lnTo>
                  <a:lnTo>
                    <a:pt x="744" y="5012"/>
                  </a:lnTo>
                  <a:lnTo>
                    <a:pt x="940" y="5207"/>
                  </a:lnTo>
                  <a:lnTo>
                    <a:pt x="1136" y="5403"/>
                  </a:lnTo>
                  <a:lnTo>
                    <a:pt x="1371" y="5521"/>
                  </a:lnTo>
                  <a:lnTo>
                    <a:pt x="1645" y="5638"/>
                  </a:lnTo>
                  <a:lnTo>
                    <a:pt x="1880" y="5756"/>
                  </a:lnTo>
                  <a:lnTo>
                    <a:pt x="2154" y="5834"/>
                  </a:lnTo>
                  <a:lnTo>
                    <a:pt x="2428" y="5873"/>
                  </a:lnTo>
                  <a:lnTo>
                    <a:pt x="3015" y="5873"/>
                  </a:lnTo>
                  <a:lnTo>
                    <a:pt x="3289" y="5834"/>
                  </a:lnTo>
                  <a:lnTo>
                    <a:pt x="3603" y="5756"/>
                  </a:lnTo>
                  <a:lnTo>
                    <a:pt x="3877" y="5638"/>
                  </a:lnTo>
                  <a:lnTo>
                    <a:pt x="4151" y="5521"/>
                  </a:lnTo>
                  <a:lnTo>
                    <a:pt x="4386" y="5364"/>
                  </a:lnTo>
                  <a:lnTo>
                    <a:pt x="4621" y="5168"/>
                  </a:lnTo>
                  <a:lnTo>
                    <a:pt x="4816" y="4973"/>
                  </a:lnTo>
                  <a:lnTo>
                    <a:pt x="5012" y="4738"/>
                  </a:lnTo>
                  <a:lnTo>
                    <a:pt x="5208" y="4503"/>
                  </a:lnTo>
                  <a:lnTo>
                    <a:pt x="5325" y="4268"/>
                  </a:lnTo>
                  <a:lnTo>
                    <a:pt x="5482" y="3994"/>
                  </a:lnTo>
                  <a:lnTo>
                    <a:pt x="5560" y="3720"/>
                  </a:lnTo>
                  <a:lnTo>
                    <a:pt x="5638" y="3446"/>
                  </a:lnTo>
                  <a:lnTo>
                    <a:pt x="5678" y="3171"/>
                  </a:lnTo>
                  <a:lnTo>
                    <a:pt x="5717" y="2858"/>
                  </a:lnTo>
                  <a:lnTo>
                    <a:pt x="5717" y="2545"/>
                  </a:lnTo>
                  <a:lnTo>
                    <a:pt x="5678" y="2271"/>
                  </a:lnTo>
                  <a:lnTo>
                    <a:pt x="5599" y="1958"/>
                  </a:lnTo>
                  <a:lnTo>
                    <a:pt x="5521" y="1723"/>
                  </a:lnTo>
                  <a:lnTo>
                    <a:pt x="5404" y="1449"/>
                  </a:lnTo>
                  <a:lnTo>
                    <a:pt x="5247" y="1214"/>
                  </a:lnTo>
                  <a:lnTo>
                    <a:pt x="5090" y="979"/>
                  </a:lnTo>
                  <a:lnTo>
                    <a:pt x="4895" y="783"/>
                  </a:lnTo>
                  <a:lnTo>
                    <a:pt x="4699" y="626"/>
                  </a:lnTo>
                  <a:lnTo>
                    <a:pt x="4503" y="470"/>
                  </a:lnTo>
                  <a:lnTo>
                    <a:pt x="4268" y="313"/>
                  </a:lnTo>
                  <a:lnTo>
                    <a:pt x="4033" y="196"/>
                  </a:lnTo>
                  <a:lnTo>
                    <a:pt x="3759" y="117"/>
                  </a:lnTo>
                  <a:lnTo>
                    <a:pt x="3524" y="39"/>
                  </a:lnTo>
                  <a:lnTo>
                    <a:pt x="3250"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8" name="Google Shape;238;p33"/>
            <p:cNvSpPr/>
            <p:nvPr/>
          </p:nvSpPr>
          <p:spPr>
            <a:xfrm>
              <a:off x="5705975" y="2708700"/>
              <a:ext cx="81275" cy="489450"/>
            </a:xfrm>
            <a:custGeom>
              <a:rect b="b" l="l" r="r" t="t"/>
              <a:pathLst>
                <a:path extrusionOk="0" h="19578" w="3251">
                  <a:moveTo>
                    <a:pt x="2742" y="1"/>
                  </a:moveTo>
                  <a:lnTo>
                    <a:pt x="118" y="588"/>
                  </a:lnTo>
                  <a:lnTo>
                    <a:pt x="79" y="1214"/>
                  </a:lnTo>
                  <a:lnTo>
                    <a:pt x="1" y="2937"/>
                  </a:lnTo>
                  <a:lnTo>
                    <a:pt x="1" y="5521"/>
                  </a:lnTo>
                  <a:lnTo>
                    <a:pt x="1" y="7127"/>
                  </a:lnTo>
                  <a:lnTo>
                    <a:pt x="40" y="8810"/>
                  </a:lnTo>
                  <a:lnTo>
                    <a:pt x="158" y="11786"/>
                  </a:lnTo>
                  <a:lnTo>
                    <a:pt x="236" y="13352"/>
                  </a:lnTo>
                  <a:lnTo>
                    <a:pt x="392" y="14879"/>
                  </a:lnTo>
                  <a:lnTo>
                    <a:pt x="588" y="16915"/>
                  </a:lnTo>
                  <a:lnTo>
                    <a:pt x="784" y="18403"/>
                  </a:lnTo>
                  <a:lnTo>
                    <a:pt x="941" y="19577"/>
                  </a:lnTo>
                  <a:lnTo>
                    <a:pt x="3251" y="19029"/>
                  </a:lnTo>
                  <a:lnTo>
                    <a:pt x="3055" y="17698"/>
                  </a:lnTo>
                  <a:lnTo>
                    <a:pt x="2859" y="16054"/>
                  </a:lnTo>
                  <a:lnTo>
                    <a:pt x="2702" y="13861"/>
                  </a:lnTo>
                  <a:lnTo>
                    <a:pt x="2546" y="11120"/>
                  </a:lnTo>
                  <a:lnTo>
                    <a:pt x="2507" y="9554"/>
                  </a:lnTo>
                  <a:lnTo>
                    <a:pt x="2468" y="7871"/>
                  </a:lnTo>
                  <a:lnTo>
                    <a:pt x="2507" y="6069"/>
                  </a:lnTo>
                  <a:lnTo>
                    <a:pt x="2546" y="4151"/>
                  </a:lnTo>
                  <a:lnTo>
                    <a:pt x="2624" y="2115"/>
                  </a:lnTo>
                  <a:lnTo>
                    <a:pt x="2742" y="1"/>
                  </a:lnTo>
                  <a:close/>
                </a:path>
              </a:pathLst>
            </a:custGeom>
            <a:solidFill>
              <a:srgbClr val="004E82"/>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39" name="Google Shape;239;p33"/>
            <p:cNvSpPr/>
            <p:nvPr/>
          </p:nvSpPr>
          <p:spPr>
            <a:xfrm>
              <a:off x="5729475" y="3184425"/>
              <a:ext cx="96925" cy="356325"/>
            </a:xfrm>
            <a:custGeom>
              <a:rect b="b" l="l" r="r" t="t"/>
              <a:pathLst>
                <a:path extrusionOk="0" h="14253" w="3877">
                  <a:moveTo>
                    <a:pt x="2311" y="0"/>
                  </a:moveTo>
                  <a:lnTo>
                    <a:pt x="1" y="548"/>
                  </a:lnTo>
                  <a:lnTo>
                    <a:pt x="118" y="1292"/>
                  </a:lnTo>
                  <a:lnTo>
                    <a:pt x="549" y="3524"/>
                  </a:lnTo>
                  <a:lnTo>
                    <a:pt x="1371" y="7439"/>
                  </a:lnTo>
                  <a:lnTo>
                    <a:pt x="1958" y="10024"/>
                  </a:lnTo>
                  <a:lnTo>
                    <a:pt x="2663" y="13078"/>
                  </a:lnTo>
                  <a:lnTo>
                    <a:pt x="2702" y="13195"/>
                  </a:lnTo>
                  <a:lnTo>
                    <a:pt x="2663" y="13313"/>
                  </a:lnTo>
                  <a:lnTo>
                    <a:pt x="2624" y="13508"/>
                  </a:lnTo>
                  <a:lnTo>
                    <a:pt x="2546" y="13704"/>
                  </a:lnTo>
                  <a:lnTo>
                    <a:pt x="2428" y="13900"/>
                  </a:lnTo>
                  <a:lnTo>
                    <a:pt x="2193" y="14096"/>
                  </a:lnTo>
                  <a:lnTo>
                    <a:pt x="1880" y="14252"/>
                  </a:lnTo>
                  <a:lnTo>
                    <a:pt x="1880" y="14252"/>
                  </a:lnTo>
                  <a:lnTo>
                    <a:pt x="2193" y="14135"/>
                  </a:lnTo>
                  <a:lnTo>
                    <a:pt x="2506" y="13939"/>
                  </a:lnTo>
                  <a:lnTo>
                    <a:pt x="2859" y="13704"/>
                  </a:lnTo>
                  <a:lnTo>
                    <a:pt x="3055" y="13508"/>
                  </a:lnTo>
                  <a:lnTo>
                    <a:pt x="3250" y="13313"/>
                  </a:lnTo>
                  <a:lnTo>
                    <a:pt x="3407" y="13078"/>
                  </a:lnTo>
                  <a:lnTo>
                    <a:pt x="3564" y="12804"/>
                  </a:lnTo>
                  <a:lnTo>
                    <a:pt x="3681" y="12490"/>
                  </a:lnTo>
                  <a:lnTo>
                    <a:pt x="3798" y="12138"/>
                  </a:lnTo>
                  <a:lnTo>
                    <a:pt x="3877" y="11746"/>
                  </a:lnTo>
                  <a:lnTo>
                    <a:pt x="3877" y="11355"/>
                  </a:lnTo>
                  <a:lnTo>
                    <a:pt x="3877" y="10846"/>
                  </a:lnTo>
                  <a:lnTo>
                    <a:pt x="3838" y="10298"/>
                  </a:lnTo>
                  <a:lnTo>
                    <a:pt x="3720" y="8966"/>
                  </a:lnTo>
                  <a:lnTo>
                    <a:pt x="3485" y="7479"/>
                  </a:lnTo>
                  <a:lnTo>
                    <a:pt x="3250" y="5912"/>
                  </a:lnTo>
                  <a:lnTo>
                    <a:pt x="2702" y="2702"/>
                  </a:lnTo>
                  <a:lnTo>
                    <a:pt x="2467" y="1253"/>
                  </a:lnTo>
                  <a:lnTo>
                    <a:pt x="2311" y="0"/>
                  </a:lnTo>
                  <a:close/>
                </a:path>
              </a:pathLst>
            </a:custGeom>
            <a:solidFill>
              <a:srgbClr val="96263D"/>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40" name="Google Shape;240;p33"/>
            <p:cNvSpPr/>
            <p:nvPr/>
          </p:nvSpPr>
          <p:spPr>
            <a:xfrm>
              <a:off x="5729475" y="3118850"/>
              <a:ext cx="705775" cy="79300"/>
            </a:xfrm>
            <a:custGeom>
              <a:rect b="b" l="l" r="r" t="t"/>
              <a:pathLst>
                <a:path extrusionOk="0" h="3172" w="28231">
                  <a:moveTo>
                    <a:pt x="21104" y="0"/>
                  </a:moveTo>
                  <a:lnTo>
                    <a:pt x="19342" y="39"/>
                  </a:lnTo>
                  <a:lnTo>
                    <a:pt x="17541" y="117"/>
                  </a:lnTo>
                  <a:lnTo>
                    <a:pt x="15779" y="235"/>
                  </a:lnTo>
                  <a:lnTo>
                    <a:pt x="13978" y="392"/>
                  </a:lnTo>
                  <a:lnTo>
                    <a:pt x="12216" y="587"/>
                  </a:lnTo>
                  <a:lnTo>
                    <a:pt x="10455" y="861"/>
                  </a:lnTo>
                  <a:lnTo>
                    <a:pt x="8693" y="1135"/>
                  </a:lnTo>
                  <a:lnTo>
                    <a:pt x="6931" y="1488"/>
                  </a:lnTo>
                  <a:lnTo>
                    <a:pt x="5169" y="1840"/>
                  </a:lnTo>
                  <a:lnTo>
                    <a:pt x="3446" y="2232"/>
                  </a:lnTo>
                  <a:lnTo>
                    <a:pt x="1723" y="2702"/>
                  </a:lnTo>
                  <a:lnTo>
                    <a:pt x="1" y="3171"/>
                  </a:lnTo>
                  <a:lnTo>
                    <a:pt x="1723" y="2780"/>
                  </a:lnTo>
                  <a:lnTo>
                    <a:pt x="3485" y="2388"/>
                  </a:lnTo>
                  <a:lnTo>
                    <a:pt x="5208" y="2036"/>
                  </a:lnTo>
                  <a:lnTo>
                    <a:pt x="6970" y="1723"/>
                  </a:lnTo>
                  <a:lnTo>
                    <a:pt x="8732" y="1410"/>
                  </a:lnTo>
                  <a:lnTo>
                    <a:pt x="10494" y="1135"/>
                  </a:lnTo>
                  <a:lnTo>
                    <a:pt x="12256" y="901"/>
                  </a:lnTo>
                  <a:lnTo>
                    <a:pt x="13117" y="783"/>
                  </a:lnTo>
                  <a:lnTo>
                    <a:pt x="14018" y="705"/>
                  </a:lnTo>
                  <a:lnTo>
                    <a:pt x="15779" y="509"/>
                  </a:lnTo>
                  <a:lnTo>
                    <a:pt x="17541" y="392"/>
                  </a:lnTo>
                  <a:lnTo>
                    <a:pt x="19342" y="313"/>
                  </a:lnTo>
                  <a:lnTo>
                    <a:pt x="21104" y="235"/>
                  </a:lnTo>
                  <a:lnTo>
                    <a:pt x="24667" y="235"/>
                  </a:lnTo>
                  <a:lnTo>
                    <a:pt x="26468" y="274"/>
                  </a:lnTo>
                  <a:lnTo>
                    <a:pt x="28230" y="352"/>
                  </a:lnTo>
                  <a:lnTo>
                    <a:pt x="26468" y="196"/>
                  </a:lnTo>
                  <a:lnTo>
                    <a:pt x="24667" y="78"/>
                  </a:lnTo>
                  <a:lnTo>
                    <a:pt x="22905" y="39"/>
                  </a:lnTo>
                  <a:lnTo>
                    <a:pt x="21104" y="0"/>
                  </a:lnTo>
                  <a:close/>
                </a:path>
              </a:pathLst>
            </a:custGeom>
            <a:solidFill>
              <a:srgbClr val="004E82"/>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41" name="Google Shape;241;p33"/>
            <p:cNvSpPr/>
            <p:nvPr/>
          </p:nvSpPr>
          <p:spPr>
            <a:xfrm>
              <a:off x="5703050" y="2693050"/>
              <a:ext cx="11775" cy="384700"/>
            </a:xfrm>
            <a:custGeom>
              <a:rect b="b" l="l" r="r" t="t"/>
              <a:pathLst>
                <a:path extrusionOk="0" h="15388" w="471">
                  <a:moveTo>
                    <a:pt x="314" y="0"/>
                  </a:moveTo>
                  <a:lnTo>
                    <a:pt x="157" y="1919"/>
                  </a:lnTo>
                  <a:lnTo>
                    <a:pt x="40" y="3837"/>
                  </a:lnTo>
                  <a:lnTo>
                    <a:pt x="0" y="5756"/>
                  </a:lnTo>
                  <a:lnTo>
                    <a:pt x="0" y="7674"/>
                  </a:lnTo>
                  <a:lnTo>
                    <a:pt x="40" y="9593"/>
                  </a:lnTo>
                  <a:lnTo>
                    <a:pt x="79" y="10572"/>
                  </a:lnTo>
                  <a:lnTo>
                    <a:pt x="118" y="11551"/>
                  </a:lnTo>
                  <a:lnTo>
                    <a:pt x="275" y="13469"/>
                  </a:lnTo>
                  <a:lnTo>
                    <a:pt x="470" y="15388"/>
                  </a:lnTo>
                  <a:lnTo>
                    <a:pt x="431" y="13469"/>
                  </a:lnTo>
                  <a:lnTo>
                    <a:pt x="392" y="12490"/>
                  </a:lnTo>
                  <a:lnTo>
                    <a:pt x="353" y="11511"/>
                  </a:lnTo>
                  <a:lnTo>
                    <a:pt x="314" y="7674"/>
                  </a:lnTo>
                  <a:lnTo>
                    <a:pt x="314" y="3837"/>
                  </a:lnTo>
                  <a:lnTo>
                    <a:pt x="314" y="0"/>
                  </a:lnTo>
                  <a:close/>
                </a:path>
              </a:pathLst>
            </a:custGeom>
            <a:solidFill>
              <a:srgbClr val="004E82"/>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42" name="Google Shape;242;p33"/>
            <p:cNvSpPr/>
            <p:nvPr/>
          </p:nvSpPr>
          <p:spPr>
            <a:xfrm>
              <a:off x="4861250" y="3123725"/>
              <a:ext cx="467900" cy="602025"/>
            </a:xfrm>
            <a:custGeom>
              <a:rect b="b" l="l" r="r" t="t"/>
              <a:pathLst>
                <a:path extrusionOk="0" h="24081" w="18716">
                  <a:moveTo>
                    <a:pt x="18559" y="1"/>
                  </a:moveTo>
                  <a:lnTo>
                    <a:pt x="16132" y="2937"/>
                  </a:lnTo>
                  <a:lnTo>
                    <a:pt x="13743" y="5913"/>
                  </a:lnTo>
                  <a:lnTo>
                    <a:pt x="11355" y="8849"/>
                  </a:lnTo>
                  <a:lnTo>
                    <a:pt x="9006" y="11864"/>
                  </a:lnTo>
                  <a:lnTo>
                    <a:pt x="6696" y="14879"/>
                  </a:lnTo>
                  <a:lnTo>
                    <a:pt x="4425" y="17894"/>
                  </a:lnTo>
                  <a:lnTo>
                    <a:pt x="2154" y="20987"/>
                  </a:lnTo>
                  <a:lnTo>
                    <a:pt x="1058" y="22514"/>
                  </a:lnTo>
                  <a:lnTo>
                    <a:pt x="0" y="24080"/>
                  </a:lnTo>
                  <a:lnTo>
                    <a:pt x="1097" y="22553"/>
                  </a:lnTo>
                  <a:lnTo>
                    <a:pt x="2271" y="21026"/>
                  </a:lnTo>
                  <a:lnTo>
                    <a:pt x="4581" y="18011"/>
                  </a:lnTo>
                  <a:lnTo>
                    <a:pt x="6931" y="15036"/>
                  </a:lnTo>
                  <a:lnTo>
                    <a:pt x="9280" y="12060"/>
                  </a:lnTo>
                  <a:lnTo>
                    <a:pt x="11629" y="9084"/>
                  </a:lnTo>
                  <a:lnTo>
                    <a:pt x="13978" y="6109"/>
                  </a:lnTo>
                  <a:lnTo>
                    <a:pt x="18716" y="157"/>
                  </a:lnTo>
                  <a:lnTo>
                    <a:pt x="18559" y="1"/>
                  </a:lnTo>
                  <a:close/>
                </a:path>
              </a:pathLst>
            </a:custGeom>
            <a:solidFill>
              <a:srgbClr val="AE0136"/>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43" name="Google Shape;243;p33"/>
            <p:cNvSpPr/>
            <p:nvPr/>
          </p:nvSpPr>
          <p:spPr>
            <a:xfrm>
              <a:off x="4762375" y="2815400"/>
              <a:ext cx="940700" cy="314225"/>
            </a:xfrm>
            <a:custGeom>
              <a:rect b="b" l="l" r="r" t="t"/>
              <a:pathLst>
                <a:path extrusionOk="0" h="12569" w="37628">
                  <a:moveTo>
                    <a:pt x="1" y="0"/>
                  </a:moveTo>
                  <a:lnTo>
                    <a:pt x="2781" y="1606"/>
                  </a:lnTo>
                  <a:lnTo>
                    <a:pt x="5600" y="3172"/>
                  </a:lnTo>
                  <a:lnTo>
                    <a:pt x="11238" y="6304"/>
                  </a:lnTo>
                  <a:lnTo>
                    <a:pt x="16876" y="9436"/>
                  </a:lnTo>
                  <a:lnTo>
                    <a:pt x="22514" y="12530"/>
                  </a:lnTo>
                  <a:lnTo>
                    <a:pt x="22592" y="12569"/>
                  </a:lnTo>
                  <a:lnTo>
                    <a:pt x="22671" y="12530"/>
                  </a:lnTo>
                  <a:lnTo>
                    <a:pt x="23571" y="12138"/>
                  </a:lnTo>
                  <a:lnTo>
                    <a:pt x="24511" y="11786"/>
                  </a:lnTo>
                  <a:lnTo>
                    <a:pt x="25451" y="11433"/>
                  </a:lnTo>
                  <a:lnTo>
                    <a:pt x="26390" y="11120"/>
                  </a:lnTo>
                  <a:lnTo>
                    <a:pt x="27330" y="10846"/>
                  </a:lnTo>
                  <a:lnTo>
                    <a:pt x="28309" y="10572"/>
                  </a:lnTo>
                  <a:lnTo>
                    <a:pt x="29249" y="10337"/>
                  </a:lnTo>
                  <a:lnTo>
                    <a:pt x="30227" y="10141"/>
                  </a:lnTo>
                  <a:lnTo>
                    <a:pt x="31245" y="9945"/>
                  </a:lnTo>
                  <a:lnTo>
                    <a:pt x="32224" y="9828"/>
                  </a:lnTo>
                  <a:lnTo>
                    <a:pt x="33203" y="9750"/>
                  </a:lnTo>
                  <a:lnTo>
                    <a:pt x="34691" y="9750"/>
                  </a:lnTo>
                  <a:lnTo>
                    <a:pt x="35200" y="9789"/>
                  </a:lnTo>
                  <a:lnTo>
                    <a:pt x="35709" y="9828"/>
                  </a:lnTo>
                  <a:lnTo>
                    <a:pt x="36179" y="9906"/>
                  </a:lnTo>
                  <a:lnTo>
                    <a:pt x="36688" y="10024"/>
                  </a:lnTo>
                  <a:lnTo>
                    <a:pt x="37158" y="10141"/>
                  </a:lnTo>
                  <a:lnTo>
                    <a:pt x="37627" y="10298"/>
                  </a:lnTo>
                  <a:lnTo>
                    <a:pt x="37158" y="10102"/>
                  </a:lnTo>
                  <a:lnTo>
                    <a:pt x="36688" y="9985"/>
                  </a:lnTo>
                  <a:lnTo>
                    <a:pt x="36218" y="9867"/>
                  </a:lnTo>
                  <a:lnTo>
                    <a:pt x="35709" y="9750"/>
                  </a:lnTo>
                  <a:lnTo>
                    <a:pt x="35200" y="9671"/>
                  </a:lnTo>
                  <a:lnTo>
                    <a:pt x="34730" y="9632"/>
                  </a:lnTo>
                  <a:lnTo>
                    <a:pt x="33203" y="9632"/>
                  </a:lnTo>
                  <a:lnTo>
                    <a:pt x="32185" y="9671"/>
                  </a:lnTo>
                  <a:lnTo>
                    <a:pt x="31206" y="9789"/>
                  </a:lnTo>
                  <a:lnTo>
                    <a:pt x="30188" y="9945"/>
                  </a:lnTo>
                  <a:lnTo>
                    <a:pt x="29209" y="10141"/>
                  </a:lnTo>
                  <a:lnTo>
                    <a:pt x="28231" y="10337"/>
                  </a:lnTo>
                  <a:lnTo>
                    <a:pt x="27252" y="10611"/>
                  </a:lnTo>
                  <a:lnTo>
                    <a:pt x="26312" y="10885"/>
                  </a:lnTo>
                  <a:lnTo>
                    <a:pt x="25333" y="11198"/>
                  </a:lnTo>
                  <a:lnTo>
                    <a:pt x="24394" y="11512"/>
                  </a:lnTo>
                  <a:lnTo>
                    <a:pt x="23454" y="11903"/>
                  </a:lnTo>
                  <a:lnTo>
                    <a:pt x="22619" y="12266"/>
                  </a:lnTo>
                  <a:lnTo>
                    <a:pt x="22619" y="12266"/>
                  </a:lnTo>
                  <a:lnTo>
                    <a:pt x="17033" y="9162"/>
                  </a:lnTo>
                  <a:lnTo>
                    <a:pt x="11355" y="6069"/>
                  </a:lnTo>
                  <a:lnTo>
                    <a:pt x="5678" y="3015"/>
                  </a:lnTo>
                  <a:lnTo>
                    <a:pt x="2820" y="1488"/>
                  </a:lnTo>
                  <a:lnTo>
                    <a:pt x="1" y="0"/>
                  </a:lnTo>
                  <a:close/>
                </a:path>
              </a:pathLst>
            </a:custGeom>
            <a:solidFill>
              <a:srgbClr val="004E82"/>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44" name="Google Shape;244;p33"/>
            <p:cNvSpPr/>
            <p:nvPr/>
          </p:nvSpPr>
          <p:spPr>
            <a:xfrm>
              <a:off x="5549375" y="3213775"/>
              <a:ext cx="249625" cy="458125"/>
            </a:xfrm>
            <a:custGeom>
              <a:rect b="b" l="l" r="r" t="t"/>
              <a:pathLst>
                <a:path extrusionOk="0" h="18325" w="9985">
                  <a:moveTo>
                    <a:pt x="7165" y="1"/>
                  </a:moveTo>
                  <a:lnTo>
                    <a:pt x="7792" y="3055"/>
                  </a:lnTo>
                  <a:lnTo>
                    <a:pt x="8457" y="6070"/>
                  </a:lnTo>
                  <a:lnTo>
                    <a:pt x="9123" y="9124"/>
                  </a:lnTo>
                  <a:lnTo>
                    <a:pt x="9436" y="10651"/>
                  </a:lnTo>
                  <a:lnTo>
                    <a:pt x="9593" y="11395"/>
                  </a:lnTo>
                  <a:lnTo>
                    <a:pt x="9671" y="11786"/>
                  </a:lnTo>
                  <a:lnTo>
                    <a:pt x="9671" y="12139"/>
                  </a:lnTo>
                  <a:lnTo>
                    <a:pt x="9632" y="12295"/>
                  </a:lnTo>
                  <a:lnTo>
                    <a:pt x="9593" y="12452"/>
                  </a:lnTo>
                  <a:lnTo>
                    <a:pt x="9515" y="12569"/>
                  </a:lnTo>
                  <a:lnTo>
                    <a:pt x="9397" y="12687"/>
                  </a:lnTo>
                  <a:lnTo>
                    <a:pt x="9084" y="12882"/>
                  </a:lnTo>
                  <a:lnTo>
                    <a:pt x="8771" y="13039"/>
                  </a:lnTo>
                  <a:lnTo>
                    <a:pt x="8027" y="13313"/>
                  </a:lnTo>
                  <a:lnTo>
                    <a:pt x="7283" y="13509"/>
                  </a:lnTo>
                  <a:lnTo>
                    <a:pt x="5795" y="13900"/>
                  </a:lnTo>
                  <a:lnTo>
                    <a:pt x="5051" y="14096"/>
                  </a:lnTo>
                  <a:lnTo>
                    <a:pt x="4307" y="14370"/>
                  </a:lnTo>
                  <a:lnTo>
                    <a:pt x="3563" y="14644"/>
                  </a:lnTo>
                  <a:lnTo>
                    <a:pt x="2859" y="14958"/>
                  </a:lnTo>
                  <a:lnTo>
                    <a:pt x="2154" y="15310"/>
                  </a:lnTo>
                  <a:lnTo>
                    <a:pt x="1488" y="15741"/>
                  </a:lnTo>
                  <a:lnTo>
                    <a:pt x="1175" y="15976"/>
                  </a:lnTo>
                  <a:lnTo>
                    <a:pt x="862" y="16210"/>
                  </a:lnTo>
                  <a:lnTo>
                    <a:pt x="588" y="16524"/>
                  </a:lnTo>
                  <a:lnTo>
                    <a:pt x="353" y="16837"/>
                  </a:lnTo>
                  <a:lnTo>
                    <a:pt x="157" y="17150"/>
                  </a:lnTo>
                  <a:lnTo>
                    <a:pt x="39" y="17542"/>
                  </a:lnTo>
                  <a:lnTo>
                    <a:pt x="0" y="17737"/>
                  </a:lnTo>
                  <a:lnTo>
                    <a:pt x="0" y="17933"/>
                  </a:lnTo>
                  <a:lnTo>
                    <a:pt x="79" y="18325"/>
                  </a:lnTo>
                  <a:lnTo>
                    <a:pt x="39" y="17933"/>
                  </a:lnTo>
                  <a:lnTo>
                    <a:pt x="39" y="17737"/>
                  </a:lnTo>
                  <a:lnTo>
                    <a:pt x="79" y="17542"/>
                  </a:lnTo>
                  <a:lnTo>
                    <a:pt x="235" y="17189"/>
                  </a:lnTo>
                  <a:lnTo>
                    <a:pt x="431" y="16876"/>
                  </a:lnTo>
                  <a:lnTo>
                    <a:pt x="666" y="16563"/>
                  </a:lnTo>
                  <a:lnTo>
                    <a:pt x="979" y="16328"/>
                  </a:lnTo>
                  <a:lnTo>
                    <a:pt x="1253" y="16093"/>
                  </a:lnTo>
                  <a:lnTo>
                    <a:pt x="1566" y="15858"/>
                  </a:lnTo>
                  <a:lnTo>
                    <a:pt x="2232" y="15467"/>
                  </a:lnTo>
                  <a:lnTo>
                    <a:pt x="2937" y="15153"/>
                  </a:lnTo>
                  <a:lnTo>
                    <a:pt x="3642" y="14840"/>
                  </a:lnTo>
                  <a:lnTo>
                    <a:pt x="4386" y="14605"/>
                  </a:lnTo>
                  <a:lnTo>
                    <a:pt x="5873" y="14135"/>
                  </a:lnTo>
                  <a:lnTo>
                    <a:pt x="7361" y="13783"/>
                  </a:lnTo>
                  <a:lnTo>
                    <a:pt x="8144" y="13587"/>
                  </a:lnTo>
                  <a:lnTo>
                    <a:pt x="8888" y="13313"/>
                  </a:lnTo>
                  <a:lnTo>
                    <a:pt x="9241" y="13157"/>
                  </a:lnTo>
                  <a:lnTo>
                    <a:pt x="9436" y="13039"/>
                  </a:lnTo>
                  <a:lnTo>
                    <a:pt x="9593" y="12922"/>
                  </a:lnTo>
                  <a:lnTo>
                    <a:pt x="9750" y="12765"/>
                  </a:lnTo>
                  <a:lnTo>
                    <a:pt x="9867" y="12569"/>
                  </a:lnTo>
                  <a:lnTo>
                    <a:pt x="9906" y="12491"/>
                  </a:lnTo>
                  <a:lnTo>
                    <a:pt x="9945" y="12373"/>
                  </a:lnTo>
                  <a:lnTo>
                    <a:pt x="9984" y="12139"/>
                  </a:lnTo>
                  <a:lnTo>
                    <a:pt x="9945" y="11747"/>
                  </a:lnTo>
                  <a:lnTo>
                    <a:pt x="9906" y="11355"/>
                  </a:lnTo>
                  <a:lnTo>
                    <a:pt x="9750" y="10572"/>
                  </a:lnTo>
                  <a:lnTo>
                    <a:pt x="9397" y="9045"/>
                  </a:lnTo>
                  <a:lnTo>
                    <a:pt x="8692" y="6031"/>
                  </a:lnTo>
                  <a:lnTo>
                    <a:pt x="7949" y="3016"/>
                  </a:lnTo>
                  <a:lnTo>
                    <a:pt x="7165" y="1"/>
                  </a:lnTo>
                  <a:close/>
                </a:path>
              </a:pathLst>
            </a:custGeom>
            <a:solidFill>
              <a:srgbClr val="96263D"/>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45" name="Google Shape;245;p33"/>
            <p:cNvSpPr/>
            <p:nvPr/>
          </p:nvSpPr>
          <p:spPr>
            <a:xfrm>
              <a:off x="5553275" y="3454575"/>
              <a:ext cx="242800" cy="56800"/>
            </a:xfrm>
            <a:custGeom>
              <a:rect b="b" l="l" r="r" t="t"/>
              <a:pathLst>
                <a:path extrusionOk="0" h="2272" w="9712">
                  <a:moveTo>
                    <a:pt x="3172" y="1"/>
                  </a:moveTo>
                  <a:lnTo>
                    <a:pt x="2507" y="40"/>
                  </a:lnTo>
                  <a:lnTo>
                    <a:pt x="1880" y="118"/>
                  </a:lnTo>
                  <a:lnTo>
                    <a:pt x="1254" y="236"/>
                  </a:lnTo>
                  <a:lnTo>
                    <a:pt x="627" y="353"/>
                  </a:lnTo>
                  <a:lnTo>
                    <a:pt x="1" y="549"/>
                  </a:lnTo>
                  <a:lnTo>
                    <a:pt x="627" y="431"/>
                  </a:lnTo>
                  <a:lnTo>
                    <a:pt x="1254" y="392"/>
                  </a:lnTo>
                  <a:lnTo>
                    <a:pt x="2546" y="314"/>
                  </a:lnTo>
                  <a:lnTo>
                    <a:pt x="3172" y="275"/>
                  </a:lnTo>
                  <a:lnTo>
                    <a:pt x="3799" y="314"/>
                  </a:lnTo>
                  <a:lnTo>
                    <a:pt x="4425" y="353"/>
                  </a:lnTo>
                  <a:lnTo>
                    <a:pt x="5052" y="431"/>
                  </a:lnTo>
                  <a:lnTo>
                    <a:pt x="5678" y="510"/>
                  </a:lnTo>
                  <a:lnTo>
                    <a:pt x="6305" y="666"/>
                  </a:lnTo>
                  <a:lnTo>
                    <a:pt x="6892" y="823"/>
                  </a:lnTo>
                  <a:lnTo>
                    <a:pt x="7518" y="1019"/>
                  </a:lnTo>
                  <a:lnTo>
                    <a:pt x="8067" y="1293"/>
                  </a:lnTo>
                  <a:lnTo>
                    <a:pt x="8654" y="1567"/>
                  </a:lnTo>
                  <a:lnTo>
                    <a:pt x="9202" y="1880"/>
                  </a:lnTo>
                  <a:lnTo>
                    <a:pt x="9711" y="2272"/>
                  </a:lnTo>
                  <a:lnTo>
                    <a:pt x="9476" y="2037"/>
                  </a:lnTo>
                  <a:lnTo>
                    <a:pt x="9241" y="1841"/>
                  </a:lnTo>
                  <a:lnTo>
                    <a:pt x="9006" y="1606"/>
                  </a:lnTo>
                  <a:lnTo>
                    <a:pt x="8732" y="1449"/>
                  </a:lnTo>
                  <a:lnTo>
                    <a:pt x="8184" y="1097"/>
                  </a:lnTo>
                  <a:lnTo>
                    <a:pt x="7597" y="823"/>
                  </a:lnTo>
                  <a:lnTo>
                    <a:pt x="7009" y="549"/>
                  </a:lnTo>
                  <a:lnTo>
                    <a:pt x="6383" y="353"/>
                  </a:lnTo>
                  <a:lnTo>
                    <a:pt x="5757" y="236"/>
                  </a:lnTo>
                  <a:lnTo>
                    <a:pt x="5091" y="118"/>
                  </a:lnTo>
                  <a:lnTo>
                    <a:pt x="4464" y="40"/>
                  </a:lnTo>
                  <a:lnTo>
                    <a:pt x="3799" y="1"/>
                  </a:lnTo>
                  <a:close/>
                </a:path>
              </a:pathLst>
            </a:custGeom>
            <a:solidFill>
              <a:srgbClr val="96263D"/>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Living from waste on Smokey Mountain,Manila,Philippines (Provided by Getty Images)" id="250" name="Google Shape;250;p34"/>
          <p:cNvPicPr preferRelativeResize="0"/>
          <p:nvPr>
            <p:ph idx="2" type="pic"/>
          </p:nvPr>
        </p:nvPicPr>
        <p:blipFill rotWithShape="1">
          <a:blip r:embed="rId3">
            <a:alphaModFix/>
          </a:blip>
          <a:srcRect b="524" l="0" r="0" t="524"/>
          <a:stretch/>
        </p:blipFill>
        <p:spPr>
          <a:xfrm>
            <a:off x="0" y="125"/>
            <a:ext cx="3429003" cy="5143496"/>
          </a:xfrm>
          <a:prstGeom prst="rect">
            <a:avLst/>
          </a:prstGeom>
        </p:spPr>
      </p:pic>
      <p:sp>
        <p:nvSpPr>
          <p:cNvPr id="251" name="Google Shape;251;p34"/>
          <p:cNvSpPr txBox="1"/>
          <p:nvPr>
            <p:ph idx="1" type="body"/>
          </p:nvPr>
        </p:nvSpPr>
        <p:spPr>
          <a:xfrm>
            <a:off x="3601800" y="1342375"/>
            <a:ext cx="5479800" cy="380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u="sng">
                <a:solidFill>
                  <a:schemeClr val="hlink"/>
                </a:solidFill>
                <a:hlinkClick r:id="rId4"/>
              </a:rPr>
              <a:t>This issue matters  globally because of how it’s </a:t>
            </a:r>
            <a:r>
              <a:rPr lang="en" sz="1400" u="sng">
                <a:solidFill>
                  <a:schemeClr val="hlink"/>
                </a:solidFill>
                <a:hlinkClick r:id="rId5"/>
              </a:rPr>
              <a:t>affecting</a:t>
            </a:r>
            <a:r>
              <a:rPr lang="en" sz="1400" u="sng">
                <a:solidFill>
                  <a:schemeClr val="hlink"/>
                </a:solidFill>
                <a:hlinkClick r:id="rId6"/>
              </a:rPr>
              <a:t> the </a:t>
            </a:r>
            <a:r>
              <a:rPr lang="en" sz="1400" u="sng">
                <a:solidFill>
                  <a:schemeClr val="hlink"/>
                </a:solidFill>
                <a:hlinkClick r:id="rId7"/>
              </a:rPr>
              <a:t>environment</a:t>
            </a:r>
            <a:r>
              <a:rPr lang="en" sz="1400" u="sng">
                <a:solidFill>
                  <a:schemeClr val="hlink"/>
                </a:solidFill>
                <a:hlinkClick r:id="rId8"/>
              </a:rPr>
              <a:t>, and the collective that lives there.</a:t>
            </a:r>
            <a:r>
              <a:rPr lang="en" sz="1400"/>
              <a:t> The Philippines natural resources are </a:t>
            </a:r>
            <a:r>
              <a:rPr lang="en" sz="1400"/>
              <a:t>endangered</a:t>
            </a:r>
            <a:r>
              <a:rPr lang="en" sz="1400"/>
              <a:t> and many lives are at risk. </a:t>
            </a:r>
            <a:r>
              <a:rPr lang="en" sz="1400"/>
              <a:t>Canadians and other people around the world should care and take climate action to help the Philippines reach a better, more sustainable future. The top causes of climate change is greenhouse emissions from energy, deforation and land use changes, agricultural practices, an increase in extreme weather events, sea-level rise, and biodiversity loss. The Philippines is the 24th highest methane-emitting country, which makes it a huge contributor to global climate change. Sea levels in the Philippines are rising more than the average global sea level rise. Philippines rises at a rate of 5.7-7 per year, while the average is 3.6mm. This causes coral reefs,  coastal ecosystems and coastal communities to be at risk. The Philippines is a huge biodiversity hotspot, by it providing between 70%- 80% of the plant and animal species. So they are also endangered.</a:t>
            </a:r>
            <a:endParaRPr sz="1400"/>
          </a:p>
        </p:txBody>
      </p:sp>
      <p:sp>
        <p:nvSpPr>
          <p:cNvPr id="252" name="Google Shape;252;p34"/>
          <p:cNvSpPr txBox="1"/>
          <p:nvPr/>
        </p:nvSpPr>
        <p:spPr>
          <a:xfrm>
            <a:off x="3342425" y="80263"/>
            <a:ext cx="56526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Cabin Medium"/>
                <a:ea typeface="Cabin Medium"/>
                <a:cs typeface="Cabin Medium"/>
                <a:sym typeface="Cabin Medium"/>
              </a:rPr>
              <a:t>H</a:t>
            </a:r>
            <a:r>
              <a:rPr lang="en" sz="3500">
                <a:solidFill>
                  <a:schemeClr val="dk1"/>
                </a:solidFill>
                <a:latin typeface="Cabin Medium"/>
                <a:ea typeface="Cabin Medium"/>
                <a:cs typeface="Cabin Medium"/>
                <a:sym typeface="Cabin Medium"/>
              </a:rPr>
              <a:t>ow is it affecting the world?</a:t>
            </a:r>
            <a:endParaRPr sz="3500">
              <a:solidFill>
                <a:schemeClr val="dk1"/>
              </a:solidFill>
              <a:latin typeface="Cabin Medium"/>
              <a:ea typeface="Cabin Medium"/>
              <a:cs typeface="Cabin Medium"/>
              <a:sym typeface="Cabin Medium"/>
            </a:endParaRPr>
          </a:p>
        </p:txBody>
      </p:sp>
      <p:pic>
        <p:nvPicPr>
          <p:cNvPr descr="a blue and green heart with a map of the earth on it (Provided by Tenor)" id="253" name="Google Shape;253;p34"/>
          <p:cNvPicPr preferRelativeResize="0"/>
          <p:nvPr/>
        </p:nvPicPr>
        <p:blipFill>
          <a:blip r:embed="rId9">
            <a:alphaModFix/>
          </a:blip>
          <a:stretch>
            <a:fillRect/>
          </a:stretch>
        </p:blipFill>
        <p:spPr>
          <a:xfrm>
            <a:off x="3429000" y="0"/>
            <a:ext cx="606725" cy="606725"/>
          </a:xfrm>
          <a:prstGeom prst="rect">
            <a:avLst/>
          </a:prstGeom>
          <a:noFill/>
          <a:ln>
            <a:noFill/>
          </a:ln>
        </p:spPr>
      </p:pic>
      <p:pic>
        <p:nvPicPr>
          <p:cNvPr descr="a cartoon drawing of a globe with the words global wealth is global health written around it (Provided by Tenor)" id="254" name="Google Shape;254;p34"/>
          <p:cNvPicPr preferRelativeResize="0"/>
          <p:nvPr/>
        </p:nvPicPr>
        <p:blipFill>
          <a:blip r:embed="rId10">
            <a:alphaModFix/>
          </a:blip>
          <a:stretch>
            <a:fillRect/>
          </a:stretch>
        </p:blipFill>
        <p:spPr>
          <a:xfrm>
            <a:off x="8248050" y="-48525"/>
            <a:ext cx="895950" cy="956950"/>
          </a:xfrm>
          <a:prstGeom prst="rect">
            <a:avLst/>
          </a:prstGeom>
          <a:noFill/>
          <a:ln>
            <a:noFill/>
          </a:ln>
        </p:spPr>
      </p:pic>
      <p:pic>
        <p:nvPicPr>
          <p:cNvPr descr="a blue and green globe with a map of africa on it (Provided by Tenor)" id="255" name="Google Shape;255;p34"/>
          <p:cNvPicPr preferRelativeResize="0"/>
          <p:nvPr/>
        </p:nvPicPr>
        <p:blipFill>
          <a:blip r:embed="rId11">
            <a:alphaModFix/>
          </a:blip>
          <a:stretch>
            <a:fillRect/>
          </a:stretch>
        </p:blipFill>
        <p:spPr>
          <a:xfrm>
            <a:off x="6845875" y="731175"/>
            <a:ext cx="431650" cy="431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5"/>
          <p:cNvSpPr txBox="1"/>
          <p:nvPr>
            <p:ph idx="1" type="body"/>
          </p:nvPr>
        </p:nvSpPr>
        <p:spPr>
          <a:xfrm>
            <a:off x="3646575" y="950275"/>
            <a:ext cx="5270400" cy="374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Peoples health are getting affected. Many have experiences heat-</a:t>
            </a:r>
            <a:r>
              <a:rPr lang="en" sz="1500"/>
              <a:t>related</a:t>
            </a:r>
            <a:r>
              <a:rPr lang="en" sz="1500"/>
              <a:t> illnesses and deaths. The economic growth and </a:t>
            </a:r>
            <a:r>
              <a:rPr lang="en" sz="1500"/>
              <a:t>food</a:t>
            </a:r>
            <a:r>
              <a:rPr lang="en" sz="1500"/>
              <a:t> </a:t>
            </a:r>
            <a:r>
              <a:rPr lang="en" sz="1500"/>
              <a:t>security is also at vulnerable. Agriculture</a:t>
            </a:r>
            <a:r>
              <a:rPr lang="en" sz="1500"/>
              <a:t> employs 23% of the workforce. Ever since the 2024 Typhoon Enteng, it had suffered 39 Million in damage. Fisheries have also been impacted by the oceans warming. The catch </a:t>
            </a:r>
            <a:r>
              <a:rPr lang="en" sz="1500"/>
              <a:t>potential</a:t>
            </a:r>
            <a:r>
              <a:rPr lang="en" sz="1500"/>
              <a:t> has now gone down by 24%. Tourism has also gone down from all of the </a:t>
            </a:r>
            <a:r>
              <a:rPr lang="en" sz="1500"/>
              <a:t>natural</a:t>
            </a:r>
            <a:r>
              <a:rPr lang="en" sz="1500"/>
              <a:t> disasters, which has caused the </a:t>
            </a:r>
            <a:r>
              <a:rPr lang="en" sz="1500"/>
              <a:t>country's</a:t>
            </a:r>
            <a:r>
              <a:rPr lang="en" sz="1500"/>
              <a:t> gdp to go down.</a:t>
            </a:r>
            <a:r>
              <a:rPr lang="en" sz="1500" u="sng">
                <a:solidFill>
                  <a:schemeClr val="hlink"/>
                </a:solidFill>
                <a:hlinkClick r:id="rId3"/>
              </a:rPr>
              <a:t> People in the </a:t>
            </a:r>
            <a:r>
              <a:rPr lang="en" sz="1500" u="sng">
                <a:solidFill>
                  <a:schemeClr val="hlink"/>
                </a:solidFill>
                <a:hlinkClick r:id="rId4"/>
              </a:rPr>
              <a:t>country</a:t>
            </a:r>
            <a:r>
              <a:rPr lang="en" sz="1500" u="sng">
                <a:solidFill>
                  <a:schemeClr val="hlink"/>
                </a:solidFill>
                <a:hlinkClick r:id="rId5"/>
              </a:rPr>
              <a:t> are also getting blamed for these floods</a:t>
            </a:r>
            <a:r>
              <a:rPr lang="en" sz="1500"/>
              <a:t>. People say </a:t>
            </a:r>
            <a:r>
              <a:rPr lang="en" sz="1500"/>
              <a:t>because</a:t>
            </a:r>
            <a:r>
              <a:rPr lang="en" sz="1500"/>
              <a:t> of factors like clogging waterways, those who live along riverbanks, and much more, the floods are caused by the </a:t>
            </a:r>
            <a:r>
              <a:rPr lang="en" sz="1500"/>
              <a:t>citizens</a:t>
            </a:r>
            <a:r>
              <a:rPr lang="en" sz="1500"/>
              <a:t> lack of </a:t>
            </a:r>
            <a:r>
              <a:rPr lang="en" sz="1500"/>
              <a:t>discipline</a:t>
            </a:r>
            <a:r>
              <a:rPr lang="en" sz="1500"/>
              <a:t>. In reality, it’s how </a:t>
            </a:r>
            <a:r>
              <a:rPr lang="en" sz="1500"/>
              <a:t>politicians and contractors stole money from fake flood control projects. This resulted in prompting a public protest. If some people survive these disasters, they could also deal with much stress, and be in bad condition.</a:t>
            </a:r>
            <a:endParaRPr sz="1500"/>
          </a:p>
        </p:txBody>
      </p:sp>
      <p:pic>
        <p:nvPicPr>
          <p:cNvPr descr="Blurred image of crowd (Provided by Getty Images)" id="261" name="Google Shape;261;p35"/>
          <p:cNvPicPr preferRelativeResize="0"/>
          <p:nvPr>
            <p:ph idx="2" type="pic"/>
          </p:nvPr>
        </p:nvPicPr>
        <p:blipFill rotWithShape="1">
          <a:blip r:embed="rId6">
            <a:alphaModFix/>
          </a:blip>
          <a:srcRect b="0" l="28776" r="28776" t="0"/>
          <a:stretch/>
        </p:blipFill>
        <p:spPr>
          <a:xfrm>
            <a:off x="0" y="125"/>
            <a:ext cx="3429002" cy="5143501"/>
          </a:xfrm>
          <a:prstGeom prst="rect">
            <a:avLst/>
          </a:prstGeom>
        </p:spPr>
      </p:pic>
      <p:sp>
        <p:nvSpPr>
          <p:cNvPr id="262" name="Google Shape;262;p35"/>
          <p:cNvSpPr txBox="1"/>
          <p:nvPr>
            <p:ph type="title"/>
          </p:nvPr>
        </p:nvSpPr>
        <p:spPr>
          <a:xfrm>
            <a:off x="3424275" y="212850"/>
            <a:ext cx="5715000" cy="6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How is it affecting  people?</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idx="2" type="title"/>
          </p:nvPr>
        </p:nvSpPr>
        <p:spPr>
          <a:xfrm>
            <a:off x="1062275" y="80350"/>
            <a:ext cx="3429000" cy="79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Action</a:t>
            </a:r>
            <a:endParaRPr/>
          </a:p>
        </p:txBody>
      </p:sp>
      <p:sp>
        <p:nvSpPr>
          <p:cNvPr id="268" name="Google Shape;268;p36"/>
          <p:cNvSpPr txBox="1"/>
          <p:nvPr>
            <p:ph idx="1" type="subTitle"/>
          </p:nvPr>
        </p:nvSpPr>
        <p:spPr>
          <a:xfrm>
            <a:off x="279075" y="938750"/>
            <a:ext cx="5362500" cy="393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rPr>
              <a:t>The Philippines has planned out and tried to reduce the effects of natural disasters by giving better and improved warning systems for storms and floods. Some evacuation centers have been built,  training rescue teams for people, and having drills to prepare for disaster. The government has also created laws and plans for managing disasters, upgraded flood control projects, built stronger infrastructure, relocated people from dangerous areas, restored forests and mangroves, create a emergency bill to buy food and protect </a:t>
            </a:r>
            <a:r>
              <a:rPr lang="en" sz="1500">
                <a:solidFill>
                  <a:schemeClr val="lt1"/>
                </a:solidFill>
              </a:rPr>
              <a:t>their</a:t>
            </a:r>
            <a:r>
              <a:rPr lang="en" sz="1500">
                <a:solidFill>
                  <a:schemeClr val="lt1"/>
                </a:solidFill>
              </a:rPr>
              <a:t> home before disasters,  give help/aid and support to communities affected by disasters. This helps protect people and redu</a:t>
            </a:r>
            <a:r>
              <a:rPr lang="en" sz="1500">
                <a:solidFill>
                  <a:schemeClr val="lt1"/>
                </a:solidFill>
              </a:rPr>
              <a:t>ce damage when disasters happen. Studies show that these actions showed improvement in household food security. The evacuations have been successful, The amount of deaths has been deaths amount,  and the drills have been effective. </a:t>
            </a:r>
            <a:endParaRPr sz="1500">
              <a:solidFill>
                <a:schemeClr val="lt1"/>
              </a:solidFill>
            </a:endParaRPr>
          </a:p>
        </p:txBody>
      </p:sp>
      <p:sp>
        <p:nvSpPr>
          <p:cNvPr id="269" name="Google Shape;269;p36"/>
          <p:cNvSpPr/>
          <p:nvPr>
            <p:ph idx="3" type="pic"/>
          </p:nvPr>
        </p:nvSpPr>
        <p:spPr>
          <a:xfrm>
            <a:off x="5715000" y="125"/>
            <a:ext cx="3429000" cy="5143500"/>
          </a:xfrm>
          <a:prstGeom prst="rect">
            <a:avLst/>
          </a:prstGeom>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7"/>
          <p:cNvSpPr txBox="1"/>
          <p:nvPr>
            <p:ph type="title"/>
          </p:nvPr>
        </p:nvSpPr>
        <p:spPr>
          <a:xfrm>
            <a:off x="629100" y="224500"/>
            <a:ext cx="4457100" cy="799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Programs</a:t>
            </a:r>
            <a:endParaRPr/>
          </a:p>
        </p:txBody>
      </p:sp>
      <p:sp>
        <p:nvSpPr>
          <p:cNvPr id="275" name="Google Shape;275;p37"/>
          <p:cNvSpPr txBox="1"/>
          <p:nvPr>
            <p:ph idx="1" type="subTitle"/>
          </p:nvPr>
        </p:nvSpPr>
        <p:spPr>
          <a:xfrm>
            <a:off x="0" y="1023700"/>
            <a:ext cx="5715300" cy="41199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rPr>
              <a:t>Projects such as </a:t>
            </a:r>
            <a:r>
              <a:rPr lang="en" sz="1300" u="sng">
                <a:solidFill>
                  <a:schemeClr val="lt1"/>
                </a:solidFill>
                <a:hlinkClick r:id="rId3">
                  <a:extLst>
                    <a:ext uri="{A12FA001-AC4F-418D-AE19-62706E023703}">
                      <ahyp:hlinkClr val="tx"/>
                    </a:ext>
                  </a:extLst>
                </a:hlinkClick>
              </a:rPr>
              <a:t>Declaration of State of Imminent Disaster Act (RA 12287)</a:t>
            </a:r>
            <a:r>
              <a:rPr lang="en" sz="1300">
                <a:solidFill>
                  <a:schemeClr val="lt1"/>
                </a:solidFill>
              </a:rPr>
              <a:t> is </a:t>
            </a:r>
            <a:r>
              <a:rPr lang="en" sz="1300">
                <a:solidFill>
                  <a:schemeClr val="lt1"/>
                </a:solidFill>
              </a:rPr>
              <a:t>a </a:t>
            </a:r>
            <a:r>
              <a:rPr lang="en" sz="1300">
                <a:solidFill>
                  <a:schemeClr val="lt1"/>
                </a:solidFill>
              </a:rPr>
              <a:t> </a:t>
            </a:r>
            <a:r>
              <a:rPr lang="en" sz="1300" u="sng">
                <a:solidFill>
                  <a:schemeClr val="lt1"/>
                </a:solidFill>
                <a:hlinkClick r:id="rId4">
                  <a:extLst>
                    <a:ext uri="{A12FA001-AC4F-418D-AE19-62706E023703}">
                      <ahyp:hlinkClr val="tx"/>
                    </a:ext>
                  </a:extLst>
                </a:hlinkClick>
              </a:rPr>
              <a:t>emergency cash transfer</a:t>
            </a:r>
            <a:r>
              <a:rPr lang="en" sz="1300">
                <a:solidFill>
                  <a:schemeClr val="lt1"/>
                </a:solidFill>
              </a:rPr>
              <a:t> that is given to protect families ahead of a crisis. Another law is DIsaster risk reduction and management act (DRRM) which tries to plan ahead and prepare before disasters happen, rather than </a:t>
            </a:r>
            <a:r>
              <a:rPr lang="en" sz="1300">
                <a:solidFill>
                  <a:schemeClr val="lt1"/>
                </a:solidFill>
              </a:rPr>
              <a:t>responding</a:t>
            </a:r>
            <a:r>
              <a:rPr lang="en" sz="1300">
                <a:solidFill>
                  <a:schemeClr val="lt1"/>
                </a:solidFill>
              </a:rPr>
              <a:t> after one. </a:t>
            </a:r>
            <a:r>
              <a:rPr lang="en" sz="1300" u="sng">
                <a:solidFill>
                  <a:schemeClr val="lt1"/>
                </a:solidFill>
                <a:hlinkClick r:id="rId5">
                  <a:extLst>
                    <a:ext uri="{A12FA001-AC4F-418D-AE19-62706E023703}">
                      <ahyp:hlinkClr val="tx"/>
                    </a:ext>
                  </a:extLst>
                </a:hlinkClick>
              </a:rPr>
              <a:t>It’s</a:t>
            </a:r>
            <a:r>
              <a:rPr lang="en" sz="1300" u="sng">
                <a:solidFill>
                  <a:schemeClr val="lt1"/>
                </a:solidFill>
                <a:hlinkClick r:id="rId6">
                  <a:extLst>
                    <a:ext uri="{A12FA001-AC4F-418D-AE19-62706E023703}">
                      <ahyp:hlinkClr val="tx"/>
                    </a:ext>
                  </a:extLst>
                </a:hlinkClick>
              </a:rPr>
              <a:t> a law which transforms the Philippines’ disaster management system from disaster relief and response towards disaster risk reduction (DRR).</a:t>
            </a:r>
            <a:r>
              <a:rPr lang="en" sz="1300">
                <a:solidFill>
                  <a:schemeClr val="lt1"/>
                </a:solidFill>
              </a:rPr>
              <a:t> </a:t>
            </a:r>
            <a:r>
              <a:rPr lang="en" sz="1300">
                <a:solidFill>
                  <a:schemeClr val="lt1"/>
                </a:solidFill>
              </a:rPr>
              <a:t>Multi-Hazard impact-based Forecasting, which sets up early warning systems so communities are safer before disasters hit. The Philippine Atmospheric, Geophysical and Astronomical Services Administration (DOST-PAGASA) is a service which delivers weather </a:t>
            </a:r>
            <a:r>
              <a:rPr lang="en" sz="1300">
                <a:solidFill>
                  <a:schemeClr val="lt1"/>
                </a:solidFill>
              </a:rPr>
              <a:t>related</a:t>
            </a:r>
            <a:r>
              <a:rPr lang="en" sz="1300">
                <a:solidFill>
                  <a:schemeClr val="lt1"/>
                </a:solidFill>
              </a:rPr>
              <a:t> information, products and services to help and develop </a:t>
            </a:r>
            <a:r>
              <a:rPr lang="en" sz="1300">
                <a:solidFill>
                  <a:schemeClr val="lt1"/>
                </a:solidFill>
              </a:rPr>
              <a:t>communities resilient to these natural disasters.</a:t>
            </a:r>
            <a:r>
              <a:rPr lang="en" sz="1300">
                <a:solidFill>
                  <a:schemeClr val="lt1"/>
                </a:solidFill>
              </a:rPr>
              <a:t> The National Disaster Risk Reduction and Management Council (NDRRMC) Is a national act that prepares for disasters, has </a:t>
            </a:r>
            <a:r>
              <a:rPr lang="en" sz="1300">
                <a:solidFill>
                  <a:schemeClr val="lt1"/>
                </a:solidFill>
              </a:rPr>
              <a:t>protocols to be prepared, and tries to reduce community vulnerabilities .Its the Philippines primary disaster management. They have also launched the National Adaptation plan which is targeted to help countries with climate change. Disaster risk management (DRM),  and Department of Public works and Highways (DPWH) are trying to make building safer. There have been meetings with 100 technical experts, government officials representatives and more.. This is so builds are more stable.</a:t>
            </a:r>
            <a:endParaRPr sz="1300">
              <a:solidFill>
                <a:schemeClr val="lt1"/>
              </a:solidFill>
            </a:endParaRPr>
          </a:p>
        </p:txBody>
      </p:sp>
      <p:pic>
        <p:nvPicPr>
          <p:cNvPr descr="Philippines   flag on map isolated  on white or transparent  background,Symbol of Philippines,template for banner,advertising, commercial, and business matching country,vector illustration (Provided by Getty Images)" id="276" name="Google Shape;276;p37"/>
          <p:cNvPicPr preferRelativeResize="0"/>
          <p:nvPr>
            <p:ph idx="3" type="pic"/>
          </p:nvPr>
        </p:nvPicPr>
        <p:blipFill rotWithShape="1">
          <a:blip r:embed="rId7">
            <a:alphaModFix/>
          </a:blip>
          <a:srcRect b="0" l="10449" r="10449" t="0"/>
          <a:stretch/>
        </p:blipFill>
        <p:spPr>
          <a:xfrm>
            <a:off x="5715000" y="125"/>
            <a:ext cx="3429001" cy="51435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8"/>
          <p:cNvSpPr txBox="1"/>
          <p:nvPr>
            <p:ph type="title"/>
          </p:nvPr>
        </p:nvSpPr>
        <p:spPr>
          <a:xfrm>
            <a:off x="715050" y="223625"/>
            <a:ext cx="77139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Consequences</a:t>
            </a:r>
            <a:endParaRPr/>
          </a:p>
        </p:txBody>
      </p:sp>
      <p:sp>
        <p:nvSpPr>
          <p:cNvPr id="282" name="Google Shape;282;p38"/>
          <p:cNvSpPr txBox="1"/>
          <p:nvPr>
            <p:ph idx="1" type="body"/>
          </p:nvPr>
        </p:nvSpPr>
        <p:spPr>
          <a:xfrm>
            <a:off x="645900" y="1175200"/>
            <a:ext cx="3856800" cy="36039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Short term effects:</a:t>
            </a:r>
            <a:endParaRPr/>
          </a:p>
          <a:p>
            <a:pPr indent="0" lvl="0" marL="0" rtl="0" algn="l">
              <a:spcBef>
                <a:spcPts val="0"/>
              </a:spcBef>
              <a:spcAft>
                <a:spcPts val="0"/>
              </a:spcAft>
              <a:buNone/>
            </a:pPr>
            <a:r>
              <a:rPr lang="en"/>
              <a:t>-</a:t>
            </a:r>
            <a:r>
              <a:rPr lang="en"/>
              <a:t>Loss of lives and injuries.</a:t>
            </a:r>
            <a:endParaRPr/>
          </a:p>
          <a:p>
            <a:pPr indent="0" lvl="0" marL="0" rtl="0" algn="l">
              <a:spcBef>
                <a:spcPts val="0"/>
              </a:spcBef>
              <a:spcAft>
                <a:spcPts val="0"/>
              </a:spcAft>
              <a:buNone/>
            </a:pPr>
            <a:r>
              <a:rPr lang="en"/>
              <a:t>-evicting families and communities.</a:t>
            </a:r>
            <a:endParaRPr/>
          </a:p>
          <a:p>
            <a:pPr indent="0" lvl="0" marL="0" rtl="0" algn="l">
              <a:spcBef>
                <a:spcPts val="0"/>
              </a:spcBef>
              <a:spcAft>
                <a:spcPts val="0"/>
              </a:spcAft>
              <a:buNone/>
            </a:pPr>
            <a:r>
              <a:rPr lang="en"/>
              <a:t>-a pause in education due to damaged schools.</a:t>
            </a:r>
            <a:endParaRPr/>
          </a:p>
          <a:p>
            <a:pPr indent="0" lvl="0" marL="0" rtl="0" algn="l">
              <a:spcBef>
                <a:spcPts val="0"/>
              </a:spcBef>
              <a:spcAft>
                <a:spcPts val="0"/>
              </a:spcAft>
              <a:buNone/>
            </a:pPr>
            <a:r>
              <a:rPr lang="en"/>
              <a:t>-Increased health risks from contaminated water and overcrowded evacuation centers.</a:t>
            </a:r>
            <a:endParaRPr/>
          </a:p>
          <a:p>
            <a:pPr indent="0" lvl="0" marL="0" rtl="0" algn="l">
              <a:spcBef>
                <a:spcPts val="0"/>
              </a:spcBef>
              <a:spcAft>
                <a:spcPts val="0"/>
              </a:spcAft>
              <a:buNone/>
            </a:pPr>
            <a:r>
              <a:rPr lang="en"/>
              <a:t>-Damage to homes, businesses, roads, and bridges.</a:t>
            </a:r>
            <a:endParaRPr/>
          </a:p>
          <a:p>
            <a:pPr indent="0" lvl="0" marL="0" rtl="0" algn="l">
              <a:spcBef>
                <a:spcPts val="0"/>
              </a:spcBef>
              <a:spcAft>
                <a:spcPts val="0"/>
              </a:spcAft>
              <a:buNone/>
            </a:pPr>
            <a:r>
              <a:rPr lang="en"/>
              <a:t>-Loss of income for farmers, fishers, and workers.</a:t>
            </a:r>
            <a:endParaRPr/>
          </a:p>
          <a:p>
            <a:pPr indent="0" lvl="0" marL="0" rtl="0" algn="l">
              <a:spcBef>
                <a:spcPts val="0"/>
              </a:spcBef>
              <a:spcAft>
                <a:spcPts val="0"/>
              </a:spcAft>
              <a:buNone/>
            </a:pPr>
            <a:r>
              <a:rPr lang="en"/>
              <a:t>-Increased government spending on emergency relief and recovery.</a:t>
            </a:r>
            <a:endParaRPr/>
          </a:p>
          <a:p>
            <a:pPr indent="0" lvl="0" marL="0" rtl="0" algn="l">
              <a:spcBef>
                <a:spcPts val="0"/>
              </a:spcBef>
              <a:spcAft>
                <a:spcPts val="0"/>
              </a:spcAft>
              <a:buNone/>
            </a:pPr>
            <a:r>
              <a:rPr lang="en"/>
              <a:t>-Soil erosion and landslides.</a:t>
            </a:r>
            <a:endParaRPr/>
          </a:p>
          <a:p>
            <a:pPr indent="0" lvl="0" marL="0" rtl="0" algn="l">
              <a:spcBef>
                <a:spcPts val="0"/>
              </a:spcBef>
              <a:spcAft>
                <a:spcPts val="0"/>
              </a:spcAft>
              <a:buNone/>
            </a:pPr>
            <a:r>
              <a:rPr lang="en"/>
              <a:t>-Destruction of forests, coral reefs, and coastal ecosystems.</a:t>
            </a:r>
            <a:endParaRPr/>
          </a:p>
          <a:p>
            <a:pPr indent="0" lvl="0" marL="0" rtl="0" algn="l">
              <a:spcBef>
                <a:spcPts val="0"/>
              </a:spcBef>
              <a:spcAft>
                <a:spcPts val="0"/>
              </a:spcAft>
              <a:buNone/>
            </a:pPr>
            <a:r>
              <a:rPr lang="en"/>
              <a:t>-Water contamination from flooding</a:t>
            </a:r>
            <a:endParaRPr/>
          </a:p>
          <a:p>
            <a:pPr indent="0" lvl="0" marL="0" rtl="0" algn="l">
              <a:spcBef>
                <a:spcPts val="0"/>
              </a:spcBef>
              <a:spcAft>
                <a:spcPts val="0"/>
              </a:spcAft>
              <a:buNone/>
            </a:pPr>
            <a:r>
              <a:t/>
            </a:r>
            <a:endParaRPr/>
          </a:p>
        </p:txBody>
      </p:sp>
      <p:sp>
        <p:nvSpPr>
          <p:cNvPr id="283" name="Google Shape;283;p38"/>
          <p:cNvSpPr txBox="1"/>
          <p:nvPr>
            <p:ph idx="2" type="body"/>
          </p:nvPr>
        </p:nvSpPr>
        <p:spPr>
          <a:xfrm>
            <a:off x="4572150" y="1175200"/>
            <a:ext cx="3856800" cy="326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Long term effects:</a:t>
            </a:r>
            <a:endParaRPr/>
          </a:p>
          <a:p>
            <a:pPr indent="0" lvl="0" marL="0" rtl="0" algn="l">
              <a:spcBef>
                <a:spcPts val="0"/>
              </a:spcBef>
              <a:spcAft>
                <a:spcPts val="0"/>
              </a:spcAft>
              <a:buNone/>
            </a:pPr>
            <a:r>
              <a:rPr lang="en"/>
              <a:t>-</a:t>
            </a:r>
            <a:r>
              <a:rPr lang="en"/>
              <a:t>Long-term displacement and migration.</a:t>
            </a:r>
            <a:endParaRPr/>
          </a:p>
          <a:p>
            <a:pPr indent="0" lvl="0" marL="0" rtl="0" algn="l">
              <a:spcBef>
                <a:spcPts val="0"/>
              </a:spcBef>
              <a:spcAft>
                <a:spcPts val="0"/>
              </a:spcAft>
              <a:buNone/>
            </a:pPr>
            <a:r>
              <a:rPr lang="en"/>
              <a:t>-Mental health impact on people</a:t>
            </a:r>
            <a:endParaRPr/>
          </a:p>
          <a:p>
            <a:pPr indent="0" lvl="0" marL="0" rtl="0" algn="l">
              <a:spcBef>
                <a:spcPts val="0"/>
              </a:spcBef>
              <a:spcAft>
                <a:spcPts val="0"/>
              </a:spcAft>
              <a:buNone/>
            </a:pPr>
            <a:r>
              <a:rPr lang="en"/>
              <a:t>-Increased poverty and inequality.</a:t>
            </a:r>
            <a:endParaRPr/>
          </a:p>
          <a:p>
            <a:pPr indent="0" lvl="0" marL="0" rtl="0" algn="l">
              <a:spcBef>
                <a:spcPts val="0"/>
              </a:spcBef>
              <a:spcAft>
                <a:spcPts val="0"/>
              </a:spcAft>
              <a:buNone/>
            </a:pPr>
            <a:r>
              <a:rPr lang="en"/>
              <a:t>-Slower economic growth in some areas.</a:t>
            </a:r>
            <a:endParaRPr/>
          </a:p>
          <a:p>
            <a:pPr indent="0" lvl="0" marL="0" rtl="0" algn="l">
              <a:spcBef>
                <a:spcPts val="0"/>
              </a:spcBef>
              <a:spcAft>
                <a:spcPts val="0"/>
              </a:spcAft>
              <a:buNone/>
            </a:pPr>
            <a:r>
              <a:rPr lang="en"/>
              <a:t>-Farms growing less food than before.</a:t>
            </a:r>
            <a:endParaRPr/>
          </a:p>
          <a:p>
            <a:pPr indent="0" lvl="0" marL="0" rtl="0" algn="l">
              <a:spcBef>
                <a:spcPts val="0"/>
              </a:spcBef>
              <a:spcAft>
                <a:spcPts val="0"/>
              </a:spcAft>
              <a:buNone/>
            </a:pPr>
            <a:r>
              <a:rPr lang="en"/>
              <a:t>-High reconstruction costs.</a:t>
            </a:r>
            <a:endParaRPr/>
          </a:p>
          <a:p>
            <a:pPr indent="0" lvl="0" marL="0" rtl="0" algn="l">
              <a:spcBef>
                <a:spcPts val="0"/>
              </a:spcBef>
              <a:spcAft>
                <a:spcPts val="0"/>
              </a:spcAft>
              <a:buNone/>
            </a:pPr>
            <a:r>
              <a:rPr lang="en"/>
              <a:t>-Loss of biodiversity.</a:t>
            </a:r>
            <a:endParaRPr/>
          </a:p>
          <a:p>
            <a:pPr indent="0" lvl="0" marL="0" rtl="0" algn="l">
              <a:spcBef>
                <a:spcPts val="0"/>
              </a:spcBef>
              <a:spcAft>
                <a:spcPts val="0"/>
              </a:spcAft>
              <a:buNone/>
            </a:pPr>
            <a:r>
              <a:rPr lang="en"/>
              <a:t>-The coastal breaking down which causes more danger to future disasters</a:t>
            </a:r>
            <a:endParaRPr/>
          </a:p>
          <a:p>
            <a:pPr indent="0" lvl="0" marL="0" rtl="0" algn="l">
              <a:spcBef>
                <a:spcPts val="0"/>
              </a:spcBef>
              <a:spcAft>
                <a:spcPts val="0"/>
              </a:spcAft>
              <a:buNone/>
            </a:pPr>
            <a:r>
              <a:rPr lang="en"/>
              <a:t>-Changes in ecosystems and natural resources.</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type="title"/>
          </p:nvPr>
        </p:nvSpPr>
        <p:spPr>
          <a:xfrm>
            <a:off x="715100" y="535000"/>
            <a:ext cx="77139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Consequences</a:t>
            </a:r>
            <a:endParaRPr/>
          </a:p>
        </p:txBody>
      </p:sp>
      <p:sp>
        <p:nvSpPr>
          <p:cNvPr id="289" name="Google Shape;289;p39"/>
          <p:cNvSpPr txBox="1"/>
          <p:nvPr>
            <p:ph idx="1" type="body"/>
          </p:nvPr>
        </p:nvSpPr>
        <p:spPr>
          <a:xfrm>
            <a:off x="715100" y="1389550"/>
            <a:ext cx="3856800" cy="2081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a:t>
            </a:r>
            <a:r>
              <a:rPr lang="en"/>
              <a:t>intended</a:t>
            </a:r>
            <a:r>
              <a:rPr lang="en"/>
              <a:t> Consequences: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500"/>
              <a:t>None of these disasters are intended. Beaches and cliffs start to crumble into the sea from erosion. W</a:t>
            </a:r>
            <a:r>
              <a:rPr lang="en" sz="1500"/>
              <a:t>hen coastal trees and reefs are cut down, that means the </a:t>
            </a:r>
            <a:r>
              <a:rPr lang="en" sz="1500"/>
              <a:t>barriers</a:t>
            </a:r>
            <a:r>
              <a:rPr lang="en" sz="1500"/>
              <a:t> are gonna stop big storm waves from rushing much farther in land and cause worse flooding. This also ruins the areas where fish live and lay eggs, so the fish eggs are destroyed. The salty ocean water pushes into the ground, which ruins the clean freshwater that local people need for drinking and farming.</a:t>
            </a:r>
            <a:endParaRPr sz="1500"/>
          </a:p>
          <a:p>
            <a:pPr indent="0" lvl="0" marL="0" rtl="0" algn="l">
              <a:spcBef>
                <a:spcPts val="0"/>
              </a:spcBef>
              <a:spcAft>
                <a:spcPts val="0"/>
              </a:spcAft>
              <a:buNone/>
            </a:pPr>
            <a:r>
              <a:t/>
            </a:r>
            <a:endParaRPr/>
          </a:p>
        </p:txBody>
      </p:sp>
      <p:sp>
        <p:nvSpPr>
          <p:cNvPr id="290" name="Google Shape;290;p39"/>
          <p:cNvSpPr txBox="1"/>
          <p:nvPr>
            <p:ph idx="2" type="body"/>
          </p:nvPr>
        </p:nvSpPr>
        <p:spPr>
          <a:xfrm>
            <a:off x="4571900" y="1261650"/>
            <a:ext cx="3856800" cy="29985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200"/>
              <a:t>Who </a:t>
            </a:r>
            <a:r>
              <a:rPr lang="en" sz="1200"/>
              <a:t>Benefits</a:t>
            </a:r>
            <a:r>
              <a:rPr lang="en" sz="1200"/>
              <a:t>? Who suffers?</a:t>
            </a:r>
            <a:endParaRPr sz="1200"/>
          </a:p>
          <a:p>
            <a:pPr indent="0" lvl="0" marL="0" rtl="0" algn="l">
              <a:lnSpc>
                <a:spcPct val="115000"/>
              </a:lnSpc>
              <a:spcBef>
                <a:spcPts val="1200"/>
              </a:spcBef>
              <a:spcAft>
                <a:spcPts val="0"/>
              </a:spcAft>
              <a:buNone/>
            </a:pPr>
            <a:r>
              <a:rPr lang="en" sz="1300"/>
              <a:t>Before the land is destroyed c</a:t>
            </a:r>
            <a:r>
              <a:rPr lang="en" sz="1300"/>
              <a:t>orporations</a:t>
            </a:r>
            <a:r>
              <a:rPr lang="en" sz="1300"/>
              <a:t> and property developers make lots of money by building big beachfront hotels, fancy houses, and ports for large ships. Before the land is gone, they sell it for money. Tourist businesses also make money from travelers who come to visit. But this causes big problems for the regular people who actually live there. Local families lose their homes when the land washes into the sea, and local fishers lose their jobs because the fish have nowhere left to live.They need to pay to fix the damage and the future generations might start to live on bad land.</a:t>
            </a:r>
            <a:endParaRPr sz="1300"/>
          </a:p>
          <a:p>
            <a:pPr indent="0" lvl="0" marL="0" rtl="0" algn="l">
              <a:spcBef>
                <a:spcPts val="1200"/>
              </a:spcBef>
              <a:spcAft>
                <a:spcPts val="0"/>
              </a:spcAft>
              <a:buNone/>
            </a:pPr>
            <a:r>
              <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title"/>
          </p:nvPr>
        </p:nvSpPr>
        <p:spPr>
          <a:xfrm>
            <a:off x="4572000" y="535000"/>
            <a:ext cx="3856800" cy="10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Canada </a:t>
            </a:r>
            <a:r>
              <a:rPr lang="en"/>
              <a:t>Comparison</a:t>
            </a:r>
            <a:endParaRPr/>
          </a:p>
        </p:txBody>
      </p:sp>
      <p:sp>
        <p:nvSpPr>
          <p:cNvPr id="296" name="Google Shape;296;p40"/>
          <p:cNvSpPr txBox="1"/>
          <p:nvPr>
            <p:ph idx="1" type="body"/>
          </p:nvPr>
        </p:nvSpPr>
        <p:spPr>
          <a:xfrm>
            <a:off x="4572000" y="1778200"/>
            <a:ext cx="3856800" cy="229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you know what helps you make your point in a clear way?</a:t>
            </a:r>
            <a:endParaRPr/>
          </a:p>
          <a:p>
            <a:pPr indent="0" lvl="0" marL="0" rtl="0" algn="l">
              <a:spcBef>
                <a:spcPts val="0"/>
              </a:spcBef>
              <a:spcAft>
                <a:spcPts val="0"/>
              </a:spcAft>
              <a:buNone/>
            </a:pPr>
            <a:r>
              <a:rPr lang="en"/>
              <a:t>Lists like this one:</a:t>
            </a:r>
            <a:endParaRPr/>
          </a:p>
          <a:p>
            <a:pPr indent="-226060" lvl="0" marL="274320" rtl="0" algn="l">
              <a:spcBef>
                <a:spcPts val="1600"/>
              </a:spcBef>
              <a:spcAft>
                <a:spcPts val="0"/>
              </a:spcAft>
              <a:buSzPts val="1400"/>
              <a:buChar char="●"/>
            </a:pPr>
            <a:r>
              <a:rPr lang="en"/>
              <a:t>They’re simple </a:t>
            </a:r>
            <a:endParaRPr/>
          </a:p>
          <a:p>
            <a:pPr indent="-226060" lvl="0" marL="274320" rtl="0" algn="l">
              <a:spcBef>
                <a:spcPts val="0"/>
              </a:spcBef>
              <a:spcAft>
                <a:spcPts val="0"/>
              </a:spcAft>
              <a:buSzPts val="1400"/>
              <a:buChar char="●"/>
            </a:pPr>
            <a:r>
              <a:rPr lang="en"/>
              <a:t>You can organize your ideas clearly</a:t>
            </a:r>
            <a:endParaRPr/>
          </a:p>
          <a:p>
            <a:pPr indent="-226060" lvl="0" marL="274320" rtl="0" algn="l">
              <a:spcBef>
                <a:spcPts val="0"/>
              </a:spcBef>
              <a:spcAft>
                <a:spcPts val="0"/>
              </a:spcAft>
              <a:buSzPts val="1400"/>
              <a:buChar char="●"/>
            </a:pPr>
            <a:r>
              <a:rPr lang="en"/>
              <a:t>You’ll never forget to buy milk!</a:t>
            </a:r>
            <a:endParaRPr/>
          </a:p>
          <a:p>
            <a:pPr indent="0" lvl="0" marL="0" rtl="0" algn="l">
              <a:spcBef>
                <a:spcPts val="1600"/>
              </a:spcBef>
              <a:spcAft>
                <a:spcPts val="0"/>
              </a:spcAft>
              <a:buNone/>
            </a:pPr>
            <a:r>
              <a:rPr lang="en"/>
              <a:t>And the most important thing: the audience won’t miss the point of your presentation</a:t>
            </a:r>
            <a:endParaRPr/>
          </a:p>
        </p:txBody>
      </p:sp>
      <p:pic>
        <p:nvPicPr>
          <p:cNvPr descr="Island Hopping (Provided by Getty Images)" id="297" name="Google Shape;297;p40"/>
          <p:cNvPicPr preferRelativeResize="0"/>
          <p:nvPr>
            <p:ph idx="2" type="pic"/>
          </p:nvPr>
        </p:nvPicPr>
        <p:blipFill rotWithShape="1">
          <a:blip r:embed="rId3">
            <a:alphaModFix/>
          </a:blip>
          <a:srcRect b="0" l="27769" r="27765" t="0"/>
          <a:stretch/>
        </p:blipFill>
        <p:spPr>
          <a:xfrm>
            <a:off x="0" y="125"/>
            <a:ext cx="3429002" cy="5143499"/>
          </a:xfrm>
          <a:prstGeom prst="rect">
            <a:avLst/>
          </a:prstGeom>
        </p:spPr>
      </p:pic>
      <p:pic>
        <p:nvPicPr>
          <p:cNvPr descr="a red and white circle with a maple leaf in the center (Provided by Tenor)" id="298" name="Google Shape;298;p40"/>
          <p:cNvPicPr preferRelativeResize="0"/>
          <p:nvPr/>
        </p:nvPicPr>
        <p:blipFill>
          <a:blip r:embed="rId4">
            <a:alphaModFix/>
          </a:blip>
          <a:stretch>
            <a:fillRect/>
          </a:stretch>
        </p:blipFill>
        <p:spPr>
          <a:xfrm>
            <a:off x="7980550" y="3980050"/>
            <a:ext cx="1163450" cy="1163450"/>
          </a:xfrm>
          <a:prstGeom prst="rect">
            <a:avLst/>
          </a:prstGeom>
          <a:noFill/>
          <a:ln>
            <a:noFill/>
          </a:ln>
        </p:spPr>
      </p:pic>
      <p:pic>
        <p:nvPicPr>
          <p:cNvPr descr="a red white and blue flag with a yellow sun and stars (Provided by Tenor)" id="299" name="Google Shape;299;p40"/>
          <p:cNvPicPr preferRelativeResize="0"/>
          <p:nvPr/>
        </p:nvPicPr>
        <p:blipFill>
          <a:blip r:embed="rId5">
            <a:alphaModFix/>
          </a:blip>
          <a:stretch>
            <a:fillRect/>
          </a:stretch>
        </p:blipFill>
        <p:spPr>
          <a:xfrm>
            <a:off x="3429000" y="0"/>
            <a:ext cx="1090799" cy="10907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1"/>
          <p:cNvSpPr txBox="1"/>
          <p:nvPr>
            <p:ph idx="1" type="subTitle"/>
          </p:nvPr>
        </p:nvSpPr>
        <p:spPr>
          <a:xfrm>
            <a:off x="715100" y="2037825"/>
            <a:ext cx="7713900" cy="61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Solar System. This planet’s name has nothing to do with the liquid metal, since Mercury was named after the Roman messenger god</a:t>
            </a:r>
            <a:endParaRPr/>
          </a:p>
        </p:txBody>
      </p:sp>
      <p:sp>
        <p:nvSpPr>
          <p:cNvPr id="305" name="Google Shape;305;p41"/>
          <p:cNvSpPr txBox="1"/>
          <p:nvPr>
            <p:ph idx="2" type="subTitle"/>
          </p:nvPr>
        </p:nvSpPr>
        <p:spPr>
          <a:xfrm>
            <a:off x="715100" y="3341025"/>
            <a:ext cx="7713900" cy="61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 It was named after the Roman god of the skies and lightning</a:t>
            </a:r>
            <a:endParaRPr/>
          </a:p>
        </p:txBody>
      </p:sp>
      <p:sp>
        <p:nvSpPr>
          <p:cNvPr id="306" name="Google Shape;306;p41"/>
          <p:cNvSpPr txBox="1"/>
          <p:nvPr>
            <p:ph idx="3" type="subTitle"/>
          </p:nvPr>
        </p:nvSpPr>
        <p:spPr>
          <a:xfrm>
            <a:off x="715100" y="1653825"/>
            <a:ext cx="7713900" cy="46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Biodiversity conservation and ecosystem preservation</a:t>
            </a:r>
            <a:endParaRPr/>
          </a:p>
        </p:txBody>
      </p:sp>
      <p:sp>
        <p:nvSpPr>
          <p:cNvPr id="307" name="Google Shape;307;p41"/>
          <p:cNvSpPr txBox="1"/>
          <p:nvPr>
            <p:ph idx="4" type="subTitle"/>
          </p:nvPr>
        </p:nvSpPr>
        <p:spPr>
          <a:xfrm>
            <a:off x="715100" y="2957025"/>
            <a:ext cx="7713900" cy="46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Recreational and educational opportunities</a:t>
            </a:r>
            <a:endParaRPr/>
          </a:p>
        </p:txBody>
      </p:sp>
      <p:sp>
        <p:nvSpPr>
          <p:cNvPr id="308" name="Google Shape;308;p41"/>
          <p:cNvSpPr txBox="1"/>
          <p:nvPr>
            <p:ph type="title"/>
          </p:nvPr>
        </p:nvSpPr>
        <p:spPr>
          <a:xfrm>
            <a:off x="715100" y="535000"/>
            <a:ext cx="77139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Reflection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National Parks of the World by Slidesgo">
  <a:themeElements>
    <a:clrScheme name="Simple Light">
      <a:dk1>
        <a:srgbClr val="403936"/>
      </a:dk1>
      <a:lt1>
        <a:srgbClr val="E0D4CC"/>
      </a:lt1>
      <a:dk2>
        <a:srgbClr val="AA9F9A"/>
      </a:dk2>
      <a:lt2>
        <a:srgbClr val="858874"/>
      </a:lt2>
      <a:accent1>
        <a:srgbClr val="FFFFFF"/>
      </a:accent1>
      <a:accent2>
        <a:srgbClr val="FFFFFF"/>
      </a:accent2>
      <a:accent3>
        <a:srgbClr val="FFFFFF"/>
      </a:accent3>
      <a:accent4>
        <a:srgbClr val="FFFFFF"/>
      </a:accent4>
      <a:accent5>
        <a:srgbClr val="FFFFFF"/>
      </a:accent5>
      <a:accent6>
        <a:srgbClr val="FFFFFF"/>
      </a:accent6>
      <a:hlink>
        <a:srgbClr val="4039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