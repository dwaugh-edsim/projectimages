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3"/>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Proxima Nova"/>
      <p:regular r:id="rId28"/>
      <p:bold r:id="rId29"/>
      <p:italic r:id="rId30"/>
      <p:boldItalic r:id="rId31"/>
    </p:embeddedFont>
    <p:embeddedFont>
      <p:font typeface="Plus Jakarta Sans"/>
      <p:regular r:id="rId32"/>
      <p:bold r:id="rId33"/>
      <p:italic r:id="rId34"/>
      <p:boldItalic r:id="rId35"/>
    </p:embeddedFont>
    <p:embeddedFont>
      <p:font typeface="Urbanist"/>
      <p:regular r:id="rId36"/>
      <p:bold r:id="rId37"/>
      <p:italic r:id="rId38"/>
      <p:boldItalic r:id="rId39"/>
    </p:embeddedFont>
    <p:embeddedFont>
      <p:font typeface="PT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regular.fntdata"/><Relationship Id="rId20" Type="http://schemas.openxmlformats.org/officeDocument/2006/relationships/slide" Target="slides/slide15.xml"/><Relationship Id="rId42" Type="http://schemas.openxmlformats.org/officeDocument/2006/relationships/font" Target="fonts/PTSans-italic.fntdata"/><Relationship Id="rId41" Type="http://schemas.openxmlformats.org/officeDocument/2006/relationships/font" Target="fonts/PT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PT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roximaNova-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boldItalic.fntdata"/><Relationship Id="rId30" Type="http://schemas.openxmlformats.org/officeDocument/2006/relationships/font" Target="fonts/ProximaNova-italic.fntdata"/><Relationship Id="rId11" Type="http://schemas.openxmlformats.org/officeDocument/2006/relationships/slide" Target="slides/slide6.xml"/><Relationship Id="rId33" Type="http://schemas.openxmlformats.org/officeDocument/2006/relationships/font" Target="fonts/PlusJakartaSans-bold.fntdata"/><Relationship Id="rId10" Type="http://schemas.openxmlformats.org/officeDocument/2006/relationships/slide" Target="slides/slide5.xml"/><Relationship Id="rId32" Type="http://schemas.openxmlformats.org/officeDocument/2006/relationships/font" Target="fonts/PlusJakartaSans-regular.fntdata"/><Relationship Id="rId13" Type="http://schemas.openxmlformats.org/officeDocument/2006/relationships/slide" Target="slides/slide8.xml"/><Relationship Id="rId35" Type="http://schemas.openxmlformats.org/officeDocument/2006/relationships/font" Target="fonts/PlusJakartaSans-boldItalic.fntdata"/><Relationship Id="rId12" Type="http://schemas.openxmlformats.org/officeDocument/2006/relationships/slide" Target="slides/slide7.xml"/><Relationship Id="rId34" Type="http://schemas.openxmlformats.org/officeDocument/2006/relationships/font" Target="fonts/PlusJakartaSans-italic.fntdata"/><Relationship Id="rId15" Type="http://schemas.openxmlformats.org/officeDocument/2006/relationships/slide" Target="slides/slide10.xml"/><Relationship Id="rId37" Type="http://schemas.openxmlformats.org/officeDocument/2006/relationships/font" Target="fonts/Urbanist-bold.fntdata"/><Relationship Id="rId14" Type="http://schemas.openxmlformats.org/officeDocument/2006/relationships/slide" Target="slides/slide9.xml"/><Relationship Id="rId36" Type="http://schemas.openxmlformats.org/officeDocument/2006/relationships/font" Target="fonts/Urbanist-regular.fntdata"/><Relationship Id="rId17" Type="http://schemas.openxmlformats.org/officeDocument/2006/relationships/slide" Target="slides/slide12.xml"/><Relationship Id="rId39" Type="http://schemas.openxmlformats.org/officeDocument/2006/relationships/font" Target="fonts/Urbanist-boldItalic.fntdata"/><Relationship Id="rId16" Type="http://schemas.openxmlformats.org/officeDocument/2006/relationships/slide" Target="slides/slide11.xml"/><Relationship Id="rId38" Type="http://schemas.openxmlformats.org/officeDocument/2006/relationships/font" Target="fonts/Urbanis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bafd0f3d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bafd0f3d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d6c00e73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d6c00e73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8bd745f4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e8bd745f4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e8bd745f4b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e8bd745f4b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99f2f57a7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99f2f57a7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bd6c00e73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bd6c00e73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99f2f57a7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99f2f57a7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bd6c00e73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bd6c00e73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bd6c00e73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bd6c00e73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bbcb35b5a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bbcb35b5a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bd6c00e73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bd6c00e73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bd6c00e73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bd6c00e73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bd6c00e73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bd6c00e73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cc98d9fb70_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cc98d9fb70_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99f2f57a7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99f2f57a7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bbcb35b5ae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1bbcb35b5ae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bbcb35b5a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bbcb35b5a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bbcb35b5a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bbcb35b5a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bbcb35b5ae_0_22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bbcb35b5ae_0_22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1bbcb35b5ae_0_22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1bbcb35b5ae_0_22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1bbcb35b5ae_0_22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1bbcb35b5ae_0_22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471200" y="1134374"/>
            <a:ext cx="6201600" cy="2330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191919"/>
              </a:buClr>
              <a:buSzPts val="5200"/>
              <a:buNone/>
              <a:defRPr sz="5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rot="200015">
            <a:off x="-70637" y="-83394"/>
            <a:ext cx="1744380" cy="1608161"/>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14300" y="92800"/>
            <a:ext cx="1490666" cy="1481334"/>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146825" y="3467101"/>
            <a:ext cx="3145770" cy="1713123"/>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798944" y="3959785"/>
            <a:ext cx="2351370" cy="11857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597750" y="3608024"/>
            <a:ext cx="2606353" cy="1592859"/>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rot="10376807">
            <a:off x="7263583" y="-355382"/>
            <a:ext cx="2215930" cy="159928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4023300" y="1267688"/>
            <a:ext cx="1097400" cy="1097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 name="Google Shape;21;p3"/>
          <p:cNvSpPr/>
          <p:nvPr/>
        </p:nvSpPr>
        <p:spPr>
          <a:xfrm rot="-10177876">
            <a:off x="-412039" y="4032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89571">
            <a:off x="6924660" y="-34314"/>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10406059">
            <a:off x="-164783" y="-247591"/>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5981654" y="3432417"/>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312361">
            <a:off x="-457450" y="4194502"/>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425596">
            <a:off x="6971866" y="-20391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4"/>
          <p:cNvSpPr txBox="1"/>
          <p:nvPr>
            <p:ph idx="1" type="body"/>
          </p:nvPr>
        </p:nvSpPr>
        <p:spPr>
          <a:xfrm>
            <a:off x="720000" y="1135564"/>
            <a:ext cx="7704000" cy="3750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Clr>
                <a:srgbClr val="434343"/>
              </a:buClr>
              <a:buSzPts val="1200"/>
              <a:buAutoNum type="arabicPeriod"/>
              <a:defRPr sz="1200"/>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30" name="Google Shape;30;p4"/>
          <p:cNvSpPr/>
          <p:nvPr/>
        </p:nvSpPr>
        <p:spPr>
          <a:xfrm flipH="1" rot="-371371">
            <a:off x="7667218" y="4470208"/>
            <a:ext cx="1974472" cy="740945"/>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rot="-371406">
            <a:off x="7456462" y="4289730"/>
            <a:ext cx="2395980" cy="899149"/>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rot="10800000">
            <a:off x="-78109" y="-54440"/>
            <a:ext cx="1877832" cy="94696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108243" y="-82113"/>
            <a:ext cx="2190686" cy="1152237"/>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5"/>
          <p:cNvSpPr txBox="1"/>
          <p:nvPr>
            <p:ph idx="2" type="title"/>
          </p:nvPr>
        </p:nvSpPr>
        <p:spPr>
          <a:xfrm>
            <a:off x="1537450"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 name="Google Shape;37;p5"/>
          <p:cNvSpPr txBox="1"/>
          <p:nvPr>
            <p:ph idx="3" type="title"/>
          </p:nvPr>
        </p:nvSpPr>
        <p:spPr>
          <a:xfrm>
            <a:off x="4864299"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4863999" y="2985289"/>
            <a:ext cx="27432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4" type="subTitle"/>
          </p:nvPr>
        </p:nvSpPr>
        <p:spPr>
          <a:xfrm>
            <a:off x="1537450" y="2985289"/>
            <a:ext cx="27426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p:nvPr/>
        </p:nvSpPr>
        <p:spPr>
          <a:xfrm flipH="1" rot="2978961">
            <a:off x="-1168688" y="-238557"/>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flipH="1" rot="2473911">
            <a:off x="7539227" y="2987272"/>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flipH="1" rot="2473911">
            <a:off x="7682102" y="3070509"/>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flipH="1" rot="2978961">
            <a:off x="-1297086" y="-313570"/>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6"/>
          <p:cNvSpPr/>
          <p:nvPr/>
        </p:nvSpPr>
        <p:spPr>
          <a:xfrm rot="169350">
            <a:off x="7168154" y="-102276"/>
            <a:ext cx="2100675" cy="987345"/>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rot="5400000">
            <a:off x="261255" y="3697985"/>
            <a:ext cx="903930" cy="1987110"/>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360783" y="3966076"/>
            <a:ext cx="704893" cy="17643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10509608">
            <a:off x="7796912" y="3885338"/>
            <a:ext cx="1441468" cy="1328903"/>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rot="169366">
            <a:off x="7473294" y="-111128"/>
            <a:ext cx="1737364" cy="81657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179525" y="-47649"/>
            <a:ext cx="1615996" cy="1297974"/>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txBox="1"/>
          <p:nvPr>
            <p:ph idx="1" type="body"/>
          </p:nvPr>
        </p:nvSpPr>
        <p:spPr>
          <a:xfrm>
            <a:off x="4186800" y="1593575"/>
            <a:ext cx="3966300" cy="25050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a:solidFill>
                  <a:srgbClr val="434343"/>
                </a:solidFill>
              </a:defRPr>
            </a:lvl1pPr>
            <a:lvl2pPr indent="-317500" lvl="1" marL="914400" rtl="0">
              <a:lnSpc>
                <a:spcPct val="115000"/>
              </a:lnSpc>
              <a:spcBef>
                <a:spcPts val="1600"/>
              </a:spcBef>
              <a:spcAft>
                <a:spcPts val="0"/>
              </a:spcAft>
              <a:buSzPts val="1400"/>
              <a:buAutoNum type="alphaLcPeriod"/>
              <a:defRPr>
                <a:solidFill>
                  <a:srgbClr val="434343"/>
                </a:solidFill>
              </a:defRPr>
            </a:lvl2pPr>
            <a:lvl3pPr indent="-317500" lvl="2" marL="1371600" rtl="0">
              <a:lnSpc>
                <a:spcPct val="115000"/>
              </a:lnSpc>
              <a:spcBef>
                <a:spcPts val="1600"/>
              </a:spcBef>
              <a:spcAft>
                <a:spcPts val="0"/>
              </a:spcAft>
              <a:buSzPts val="1400"/>
              <a:buAutoNum type="romanLcPeriod"/>
              <a:defRPr>
                <a:solidFill>
                  <a:srgbClr val="434343"/>
                </a:solidFill>
              </a:defRPr>
            </a:lvl3pPr>
            <a:lvl4pPr indent="-317500" lvl="3" marL="1828800" rtl="0">
              <a:lnSpc>
                <a:spcPct val="115000"/>
              </a:lnSpc>
              <a:spcBef>
                <a:spcPts val="1600"/>
              </a:spcBef>
              <a:spcAft>
                <a:spcPts val="0"/>
              </a:spcAft>
              <a:buSzPts val="1400"/>
              <a:buAutoNum type="arabicPeriod"/>
              <a:defRPr>
                <a:solidFill>
                  <a:srgbClr val="434343"/>
                </a:solidFill>
              </a:defRPr>
            </a:lvl4pPr>
            <a:lvl5pPr indent="-317500" lvl="4" marL="2286000" rtl="0">
              <a:lnSpc>
                <a:spcPct val="115000"/>
              </a:lnSpc>
              <a:spcBef>
                <a:spcPts val="1600"/>
              </a:spcBef>
              <a:spcAft>
                <a:spcPts val="0"/>
              </a:spcAft>
              <a:buSzPts val="1400"/>
              <a:buAutoNum type="alphaLcPeriod"/>
              <a:defRPr>
                <a:solidFill>
                  <a:srgbClr val="434343"/>
                </a:solidFill>
              </a:defRPr>
            </a:lvl5pPr>
            <a:lvl6pPr indent="-317500" lvl="5" marL="2743200" rtl="0">
              <a:lnSpc>
                <a:spcPct val="115000"/>
              </a:lnSpc>
              <a:spcBef>
                <a:spcPts val="1600"/>
              </a:spcBef>
              <a:spcAft>
                <a:spcPts val="0"/>
              </a:spcAft>
              <a:buSzPts val="1400"/>
              <a:buAutoNum type="romanLcPeriod"/>
              <a:defRPr>
                <a:solidFill>
                  <a:srgbClr val="434343"/>
                </a:solidFill>
              </a:defRPr>
            </a:lvl6pPr>
            <a:lvl7pPr indent="-317500" lvl="6" marL="3200400" rtl="0">
              <a:lnSpc>
                <a:spcPct val="115000"/>
              </a:lnSpc>
              <a:spcBef>
                <a:spcPts val="1600"/>
              </a:spcBef>
              <a:spcAft>
                <a:spcPts val="0"/>
              </a:spcAft>
              <a:buSzPts val="1400"/>
              <a:buAutoNum type="arabicPeriod"/>
              <a:defRPr>
                <a:solidFill>
                  <a:srgbClr val="434343"/>
                </a:solidFill>
              </a:defRPr>
            </a:lvl7pPr>
            <a:lvl8pPr indent="-317500" lvl="7" marL="3657600" rtl="0">
              <a:lnSpc>
                <a:spcPct val="115000"/>
              </a:lnSpc>
              <a:spcBef>
                <a:spcPts val="1600"/>
              </a:spcBef>
              <a:spcAft>
                <a:spcPts val="0"/>
              </a:spcAft>
              <a:buSzPts val="1400"/>
              <a:buAutoNum type="alphaLcPeriod"/>
              <a:defRPr>
                <a:solidFill>
                  <a:srgbClr val="434343"/>
                </a:solidFill>
              </a:defRPr>
            </a:lvl8pPr>
            <a:lvl9pPr indent="-317500" lvl="8" marL="4114800" rtl="0">
              <a:lnSpc>
                <a:spcPct val="115000"/>
              </a:lnSpc>
              <a:spcBef>
                <a:spcPts val="1600"/>
              </a:spcBef>
              <a:spcAft>
                <a:spcPts val="1600"/>
              </a:spcAft>
              <a:buSzPts val="1400"/>
              <a:buAutoNum type="romanLcPeriod"/>
              <a:defRPr>
                <a:solidFill>
                  <a:srgbClr val="434343"/>
                </a:solidFill>
              </a:defRPr>
            </a:lvl9pPr>
          </a:lstStyle>
          <a:p/>
        </p:txBody>
      </p:sp>
      <p:sp>
        <p:nvSpPr>
          <p:cNvPr id="54" name="Google Shape;54;p7"/>
          <p:cNvSpPr txBox="1"/>
          <p:nvPr>
            <p:ph type="title"/>
          </p:nvPr>
        </p:nvSpPr>
        <p:spPr>
          <a:xfrm>
            <a:off x="720000" y="48235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p:nvPr>
            <p:ph idx="2" type="pic"/>
          </p:nvPr>
        </p:nvSpPr>
        <p:spPr>
          <a:xfrm>
            <a:off x="990900" y="1475407"/>
            <a:ext cx="2796600" cy="2741400"/>
          </a:xfrm>
          <a:prstGeom prst="rect">
            <a:avLst/>
          </a:prstGeom>
          <a:noFill/>
          <a:ln cap="flat" cmpd="sng" w="9525">
            <a:solidFill>
              <a:schemeClr val="dk1"/>
            </a:solidFill>
            <a:prstDash val="solid"/>
            <a:round/>
            <a:headEnd len="sm" w="sm" type="none"/>
            <a:tailEnd len="sm" w="sm" type="none"/>
          </a:ln>
        </p:spPr>
      </p:sp>
      <p:sp>
        <p:nvSpPr>
          <p:cNvPr id="56" name="Google Shape;56;p7"/>
          <p:cNvSpPr/>
          <p:nvPr/>
        </p:nvSpPr>
        <p:spPr>
          <a:xfrm rot="10800000">
            <a:off x="-583494" y="4052891"/>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flipH="1" rot="2919970">
            <a:off x="7411560" y="2953759"/>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rot="10800000">
            <a:off x="-659670" y="4121590"/>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flipH="1" rot="2919970">
            <a:off x="7561528" y="3039456"/>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flipH="1" rot="10800000">
            <a:off x="-845300" y="-462323"/>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rot="10800000">
            <a:off x="7032500" y="-509948"/>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 name="Shape 62"/>
        <p:cNvGrpSpPr/>
        <p:nvPr/>
      </p:nvGrpSpPr>
      <p:grpSpPr>
        <a:xfrm>
          <a:off x="0" y="0"/>
          <a:ext cx="0" cy="0"/>
          <a:chOff x="0" y="0"/>
          <a:chExt cx="0" cy="0"/>
        </a:xfrm>
      </p:grpSpPr>
      <p:sp>
        <p:nvSpPr>
          <p:cNvPr id="63" name="Google Shape;63;p8"/>
          <p:cNvSpPr/>
          <p:nvPr/>
        </p:nvSpPr>
        <p:spPr>
          <a:xfrm flipH="1" rot="10800000">
            <a:off x="-142350" y="80963"/>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flipH="1">
            <a:off x="7014368" y="330889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p:nvPr/>
        </p:nvSpPr>
        <p:spPr>
          <a:xfrm flipH="1" rot="10800000">
            <a:off x="-142349" y="3502823"/>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p:nvPr/>
        </p:nvSpPr>
        <p:spPr>
          <a:xfrm flipH="1" rot="10800000">
            <a:off x="-301525" y="-52387"/>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flipH="1">
            <a:off x="5944126" y="-176177"/>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flipH="1">
            <a:off x="7173543" y="344224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ph type="title"/>
          </p:nvPr>
        </p:nvSpPr>
        <p:spPr>
          <a:xfrm>
            <a:off x="1721250" y="1263963"/>
            <a:ext cx="57015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9"/>
          <p:cNvSpPr txBox="1"/>
          <p:nvPr>
            <p:ph type="title"/>
          </p:nvPr>
        </p:nvSpPr>
        <p:spPr>
          <a:xfrm>
            <a:off x="2151750" y="1436838"/>
            <a:ext cx="4840500" cy="7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2" name="Google Shape;72;p9"/>
          <p:cNvSpPr txBox="1"/>
          <p:nvPr>
            <p:ph idx="1" type="subTitle"/>
          </p:nvPr>
        </p:nvSpPr>
        <p:spPr>
          <a:xfrm>
            <a:off x="2151750" y="2239663"/>
            <a:ext cx="4840500" cy="14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3" name="Google Shape;73;p9"/>
          <p:cNvSpPr/>
          <p:nvPr/>
        </p:nvSpPr>
        <p:spPr>
          <a:xfrm>
            <a:off x="6446701" y="3638550"/>
            <a:ext cx="2773455" cy="150762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9"/>
          <p:cNvSpPr/>
          <p:nvPr/>
        </p:nvSpPr>
        <p:spPr>
          <a:xfrm rot="22194">
            <a:off x="-353040" y="-265393"/>
            <a:ext cx="3463722" cy="18709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a:off x="-200025" y="4125013"/>
            <a:ext cx="1638143" cy="1243377"/>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rot="22221">
            <a:off x="-194185" y="-141951"/>
            <a:ext cx="3348426" cy="1824691"/>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rot="3908686">
            <a:off x="8242948" y="-144513"/>
            <a:ext cx="1638128" cy="1243366"/>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a:off x="6654894" y="3887374"/>
            <a:ext cx="2565240" cy="128596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10"/>
          <p:cNvSpPr txBox="1"/>
          <p:nvPr>
            <p:ph type="title"/>
          </p:nvPr>
        </p:nvSpPr>
        <p:spPr>
          <a:xfrm>
            <a:off x="713225" y="3460475"/>
            <a:ext cx="4611300" cy="1148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1" name="Google Shape;81;p10"/>
          <p:cNvSpPr/>
          <p:nvPr/>
        </p:nvSpPr>
        <p:spPr>
          <a:xfrm rot="-219531">
            <a:off x="7193308" y="3486413"/>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p:nvPr/>
        </p:nvSpPr>
        <p:spPr>
          <a:xfrm rot="-219531">
            <a:off x="7297708" y="3572138"/>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0"/>
          <p:cNvSpPr/>
          <p:nvPr/>
        </p:nvSpPr>
        <p:spPr>
          <a:xfrm flipH="1" rot="-5543251">
            <a:off x="-298935" y="-318264"/>
            <a:ext cx="2161186" cy="1992366"/>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11"/>
          <p:cNvSpPr txBox="1"/>
          <p:nvPr>
            <p:ph hasCustomPrompt="1" type="title"/>
          </p:nvPr>
        </p:nvSpPr>
        <p:spPr>
          <a:xfrm>
            <a:off x="1188300" y="1356488"/>
            <a:ext cx="6767400" cy="18858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4000">
                <a:solidFill>
                  <a:srgbClr val="10112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p:nvPr>
            <p:ph idx="1" type="subTitle"/>
          </p:nvPr>
        </p:nvSpPr>
        <p:spPr>
          <a:xfrm>
            <a:off x="1188750" y="3289913"/>
            <a:ext cx="67665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7" name="Google Shape;87;p11"/>
          <p:cNvSpPr/>
          <p:nvPr/>
        </p:nvSpPr>
        <p:spPr>
          <a:xfrm rot="10800000">
            <a:off x="-733809" y="-289591"/>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10635829">
            <a:off x="-889271" y="-356276"/>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flipH="1" rot="10800000">
            <a:off x="8210550" y="-398797"/>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flipH="1">
            <a:off x="-381" y="2963528"/>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p:nvPr/>
        </p:nvSpPr>
        <p:spPr>
          <a:xfrm>
            <a:off x="6982488" y="3344384"/>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1"/>
          <p:cNvSpPr/>
          <p:nvPr/>
        </p:nvSpPr>
        <p:spPr>
          <a:xfrm rot="-164171">
            <a:off x="7137929" y="3411054"/>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3" name="Shape 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4" name="Shape 94"/>
        <p:cNvGrpSpPr/>
        <p:nvPr/>
      </p:nvGrpSpPr>
      <p:grpSpPr>
        <a:xfrm>
          <a:off x="0" y="0"/>
          <a:ext cx="0" cy="0"/>
          <a:chOff x="0" y="0"/>
          <a:chExt cx="0" cy="0"/>
        </a:xfrm>
      </p:grpSpPr>
      <p:sp>
        <p:nvSpPr>
          <p:cNvPr id="95" name="Google Shape;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 name="Google Shape;96;p13"/>
          <p:cNvSpPr txBox="1"/>
          <p:nvPr>
            <p:ph idx="2" type="title"/>
          </p:nvPr>
        </p:nvSpPr>
        <p:spPr>
          <a:xfrm>
            <a:off x="1605703" y="1508078"/>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 name="Google Shape;97;p13"/>
          <p:cNvSpPr txBox="1"/>
          <p:nvPr>
            <p:ph idx="1" type="subTitle"/>
          </p:nvPr>
        </p:nvSpPr>
        <p:spPr>
          <a:xfrm>
            <a:off x="1605703" y="203576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8" name="Google Shape;98;p13"/>
          <p:cNvSpPr txBox="1"/>
          <p:nvPr>
            <p:ph idx="3" type="title"/>
          </p:nvPr>
        </p:nvSpPr>
        <p:spPr>
          <a:xfrm>
            <a:off x="5578397" y="1510685"/>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 name="Google Shape;99;p13"/>
          <p:cNvSpPr txBox="1"/>
          <p:nvPr>
            <p:ph idx="4" type="subTitle"/>
          </p:nvPr>
        </p:nvSpPr>
        <p:spPr>
          <a:xfrm>
            <a:off x="5578397" y="203505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0" name="Google Shape;100;p13"/>
          <p:cNvSpPr txBox="1"/>
          <p:nvPr>
            <p:ph idx="5" type="title"/>
          </p:nvPr>
        </p:nvSpPr>
        <p:spPr>
          <a:xfrm>
            <a:off x="1605703" y="3169253"/>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 name="Google Shape;101;p13"/>
          <p:cNvSpPr txBox="1"/>
          <p:nvPr>
            <p:ph idx="6" type="subTitle"/>
          </p:nvPr>
        </p:nvSpPr>
        <p:spPr>
          <a:xfrm>
            <a:off x="1605703" y="369695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 name="Google Shape;102;p13"/>
          <p:cNvSpPr txBox="1"/>
          <p:nvPr>
            <p:ph idx="7" type="title"/>
          </p:nvPr>
        </p:nvSpPr>
        <p:spPr>
          <a:xfrm>
            <a:off x="5578397" y="3165749"/>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 name="Google Shape;103;p13"/>
          <p:cNvSpPr txBox="1"/>
          <p:nvPr>
            <p:ph idx="8" type="subTitle"/>
          </p:nvPr>
        </p:nvSpPr>
        <p:spPr>
          <a:xfrm>
            <a:off x="5578397" y="369926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4" name="Google Shape;104;p13"/>
          <p:cNvSpPr txBox="1"/>
          <p:nvPr>
            <p:ph hasCustomPrompt="1" idx="9" type="title"/>
          </p:nvPr>
        </p:nvSpPr>
        <p:spPr>
          <a:xfrm>
            <a:off x="4749503" y="1627829"/>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5" name="Google Shape;105;p13"/>
          <p:cNvSpPr txBox="1"/>
          <p:nvPr>
            <p:ph hasCustomPrompt="1" idx="13" type="title"/>
          </p:nvPr>
        </p:nvSpPr>
        <p:spPr>
          <a:xfrm>
            <a:off x="4749503" y="3292037"/>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3"/>
          <p:cNvSpPr txBox="1"/>
          <p:nvPr>
            <p:ph hasCustomPrompt="1" idx="14" type="title"/>
          </p:nvPr>
        </p:nvSpPr>
        <p:spPr>
          <a:xfrm>
            <a:off x="776803" y="1628802"/>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7" name="Google Shape;107;p13"/>
          <p:cNvSpPr txBox="1"/>
          <p:nvPr>
            <p:ph hasCustomPrompt="1" idx="15" type="title"/>
          </p:nvPr>
        </p:nvSpPr>
        <p:spPr>
          <a:xfrm>
            <a:off x="776803" y="3291053"/>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8" name="Google Shape;108;p13"/>
          <p:cNvSpPr/>
          <p:nvPr/>
        </p:nvSpPr>
        <p:spPr>
          <a:xfrm flipH="1" rot="-4417560">
            <a:off x="-491850" y="3940772"/>
            <a:ext cx="1758370" cy="1660495"/>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flipH="1" rot="-4417555">
            <a:off x="-453576" y="4111131"/>
            <a:ext cx="1557874" cy="1471167"/>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rot="-151101">
            <a:off x="7229070" y="4059960"/>
            <a:ext cx="2403424" cy="1227601"/>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rot="10800000">
            <a:off x="-72875" y="-19689"/>
            <a:ext cx="1806450" cy="90551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rot="432445">
            <a:off x="7139565" y="-62157"/>
            <a:ext cx="2076015" cy="99042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rot="432385">
            <a:off x="7319513" y="-130495"/>
            <a:ext cx="1975419" cy="942437"/>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14" name="Shape 114"/>
        <p:cNvGrpSpPr/>
        <p:nvPr/>
      </p:nvGrpSpPr>
      <p:grpSpPr>
        <a:xfrm>
          <a:off x="0" y="0"/>
          <a:ext cx="0" cy="0"/>
          <a:chOff x="0" y="0"/>
          <a:chExt cx="0" cy="0"/>
        </a:xfrm>
      </p:grpSpPr>
      <p:sp>
        <p:nvSpPr>
          <p:cNvPr id="115" name="Google Shape;115;p14"/>
          <p:cNvSpPr txBox="1"/>
          <p:nvPr>
            <p:ph type="title"/>
          </p:nvPr>
        </p:nvSpPr>
        <p:spPr>
          <a:xfrm>
            <a:off x="1984800" y="1309400"/>
            <a:ext cx="5174400" cy="1645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4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6" name="Google Shape;116;p14"/>
          <p:cNvSpPr txBox="1"/>
          <p:nvPr>
            <p:ph idx="1" type="subTitle"/>
          </p:nvPr>
        </p:nvSpPr>
        <p:spPr>
          <a:xfrm>
            <a:off x="1984800" y="3178900"/>
            <a:ext cx="5174400" cy="65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7" name="Google Shape;117;p14"/>
          <p:cNvSpPr/>
          <p:nvPr/>
        </p:nvSpPr>
        <p:spPr>
          <a:xfrm flipH="1" rot="-5260772">
            <a:off x="7345280" y="35357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flipH="1" rot="-5125085">
            <a:off x="-1303001" y="855254"/>
            <a:ext cx="3174892" cy="964198"/>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flipH="1" rot="10800000">
            <a:off x="7022550" y="-31944"/>
            <a:ext cx="2121461" cy="106341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flipH="1" rot="-5400000">
            <a:off x="7503631" y="35031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flipH="1" rot="-5071491">
            <a:off x="-1394969" y="842944"/>
            <a:ext cx="3174976" cy="964224"/>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flipH="1">
            <a:off x="-15" y="4183619"/>
            <a:ext cx="1914914" cy="95988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3" name="Shape 123"/>
        <p:cNvGrpSpPr/>
        <p:nvPr/>
      </p:nvGrpSpPr>
      <p:grpSpPr>
        <a:xfrm>
          <a:off x="0" y="0"/>
          <a:ext cx="0" cy="0"/>
          <a:chOff x="0" y="0"/>
          <a:chExt cx="0" cy="0"/>
        </a:xfrm>
      </p:grpSpPr>
      <p:sp>
        <p:nvSpPr>
          <p:cNvPr id="124" name="Google Shape;124;p15"/>
          <p:cNvSpPr txBox="1"/>
          <p:nvPr>
            <p:ph type="title"/>
          </p:nvPr>
        </p:nvSpPr>
        <p:spPr>
          <a:xfrm>
            <a:off x="1638575" y="3400400"/>
            <a:ext cx="58746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5" name="Google Shape;125;p15"/>
          <p:cNvSpPr txBox="1"/>
          <p:nvPr>
            <p:ph idx="1" type="subTitle"/>
          </p:nvPr>
        </p:nvSpPr>
        <p:spPr>
          <a:xfrm>
            <a:off x="1634700" y="1287425"/>
            <a:ext cx="5874600" cy="1962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
        <p:nvSpPr>
          <p:cNvPr id="126" name="Google Shape;126;p15"/>
          <p:cNvSpPr/>
          <p:nvPr/>
        </p:nvSpPr>
        <p:spPr>
          <a:xfrm flipH="1" rot="10800000">
            <a:off x="52225" y="3125777"/>
            <a:ext cx="3409984" cy="1849223"/>
          </a:xfrm>
          <a:custGeom>
            <a:rect b="b" l="l" r="r" t="t"/>
            <a:pathLst>
              <a:path extrusionOk="0" fill="none" h="22546" w="41031">
                <a:moveTo>
                  <a:pt x="1522" y="20961"/>
                </a:moveTo>
                <a:cubicBezTo>
                  <a:pt x="3156" y="22293"/>
                  <a:pt x="5591" y="22545"/>
                  <a:pt x="7464" y="21577"/>
                </a:cubicBezTo>
                <a:cubicBezTo>
                  <a:pt x="9336" y="20609"/>
                  <a:pt x="10540" y="18476"/>
                  <a:pt x="10399" y="16373"/>
                </a:cubicBezTo>
                <a:cubicBezTo>
                  <a:pt x="10306" y="14998"/>
                  <a:pt x="9703" y="13719"/>
                  <a:pt x="9278" y="12408"/>
                </a:cubicBezTo>
                <a:cubicBezTo>
                  <a:pt x="8854" y="11096"/>
                  <a:pt x="8620" y="9611"/>
                  <a:pt x="9239" y="8379"/>
                </a:cubicBezTo>
                <a:cubicBezTo>
                  <a:pt x="10077" y="6715"/>
                  <a:pt x="12219" y="6101"/>
                  <a:pt x="14068" y="6342"/>
                </a:cubicBezTo>
                <a:cubicBezTo>
                  <a:pt x="15919" y="6585"/>
                  <a:pt x="17608" y="7475"/>
                  <a:pt x="19369" y="8088"/>
                </a:cubicBezTo>
                <a:cubicBezTo>
                  <a:pt x="21130" y="8702"/>
                  <a:pt x="23156" y="9018"/>
                  <a:pt x="24802" y="8142"/>
                </a:cubicBezTo>
                <a:cubicBezTo>
                  <a:pt x="26425" y="7281"/>
                  <a:pt x="27390" y="5408"/>
                  <a:pt x="29111" y="4761"/>
                </a:cubicBezTo>
                <a:cubicBezTo>
                  <a:pt x="31986" y="3678"/>
                  <a:pt x="35239" y="6563"/>
                  <a:pt x="38119" y="5498"/>
                </a:cubicBezTo>
                <a:cubicBezTo>
                  <a:pt x="40200" y="4730"/>
                  <a:pt x="41030" y="1731"/>
                  <a:pt x="39642" y="1"/>
                </a:cubicBezTo>
                <a:lnTo>
                  <a:pt x="1" y="1"/>
                </a:lnTo>
                <a:close/>
              </a:path>
            </a:pathLst>
          </a:custGeom>
          <a:noFill/>
          <a:ln cap="flat" cmpd="sng" w="9525">
            <a:solidFill>
              <a:srgbClr val="000000"/>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flipH="1" rot="10800000">
            <a:off x="6315075" y="-363453"/>
            <a:ext cx="2847986" cy="2295503"/>
          </a:xfrm>
          <a:custGeom>
            <a:rect b="b" l="l" r="r" t="t"/>
            <a:pathLst>
              <a:path extrusionOk="0" fill="none" h="22411" w="31568">
                <a:moveTo>
                  <a:pt x="2049" y="20154"/>
                </a:moveTo>
                <a:cubicBezTo>
                  <a:pt x="662" y="19435"/>
                  <a:pt x="1" y="17677"/>
                  <a:pt x="319" y="16148"/>
                </a:cubicBezTo>
                <a:cubicBezTo>
                  <a:pt x="635" y="14618"/>
                  <a:pt x="1787" y="13351"/>
                  <a:pt x="3166" y="12616"/>
                </a:cubicBezTo>
                <a:cubicBezTo>
                  <a:pt x="4546" y="11883"/>
                  <a:pt x="6132" y="11627"/>
                  <a:pt x="7694" y="11574"/>
                </a:cubicBezTo>
                <a:cubicBezTo>
                  <a:pt x="9995" y="11499"/>
                  <a:pt x="12289" y="11837"/>
                  <a:pt x="14470" y="12575"/>
                </a:cubicBezTo>
                <a:cubicBezTo>
                  <a:pt x="17147" y="13484"/>
                  <a:pt x="19932" y="15009"/>
                  <a:pt x="22633" y="14173"/>
                </a:cubicBezTo>
                <a:cubicBezTo>
                  <a:pt x="25092" y="13413"/>
                  <a:pt x="26665" y="10527"/>
                  <a:pt x="25971" y="8050"/>
                </a:cubicBezTo>
                <a:cubicBezTo>
                  <a:pt x="25469" y="6257"/>
                  <a:pt x="23965" y="4623"/>
                  <a:pt x="24358" y="2804"/>
                </a:cubicBezTo>
                <a:cubicBezTo>
                  <a:pt x="24655" y="1431"/>
                  <a:pt x="26013" y="493"/>
                  <a:pt x="27397" y="247"/>
                </a:cubicBezTo>
                <a:cubicBezTo>
                  <a:pt x="28780" y="1"/>
                  <a:pt x="30197" y="308"/>
                  <a:pt x="31568" y="612"/>
                </a:cubicBezTo>
                <a:lnTo>
                  <a:pt x="31568" y="21141"/>
                </a:lnTo>
                <a:cubicBezTo>
                  <a:pt x="31568" y="21141"/>
                  <a:pt x="1055" y="22411"/>
                  <a:pt x="1153" y="22020"/>
                </a:cubicBezTo>
                <a:cubicBezTo>
                  <a:pt x="1250" y="21629"/>
                  <a:pt x="2049" y="20154"/>
                  <a:pt x="2049" y="20154"/>
                </a:cubicBezTo>
                <a:close/>
              </a:path>
            </a:pathLst>
          </a:custGeom>
          <a:no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flipH="1" rot="-10612389">
            <a:off x="6391285" y="-342952"/>
            <a:ext cx="2902342" cy="2016966"/>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flipH="1" rot="10800000">
            <a:off x="-163450" y="3125775"/>
            <a:ext cx="3841331" cy="207486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30" name="Shape 130"/>
        <p:cNvGrpSpPr/>
        <p:nvPr/>
      </p:nvGrpSpPr>
      <p:grpSpPr>
        <a:xfrm>
          <a:off x="0" y="0"/>
          <a:ext cx="0" cy="0"/>
          <a:chOff x="0" y="0"/>
          <a:chExt cx="0" cy="0"/>
        </a:xfrm>
      </p:grpSpPr>
      <p:sp>
        <p:nvSpPr>
          <p:cNvPr id="131" name="Google Shape;13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2" name="Google Shape;132;p16"/>
          <p:cNvSpPr/>
          <p:nvPr/>
        </p:nvSpPr>
        <p:spPr>
          <a:xfrm>
            <a:off x="-98300" y="-38100"/>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flipH="1" rot="10800000">
            <a:off x="-71049" y="3879708"/>
            <a:ext cx="1615073" cy="1289067"/>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flipH="1">
            <a:off x="7646475" y="0"/>
            <a:ext cx="1568585" cy="1251963"/>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rot="10800000">
            <a:off x="7124525" y="4013575"/>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flipH="1" rot="10800000">
            <a:off x="32390" y="3979361"/>
            <a:ext cx="1442543" cy="1084958"/>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flipH="1">
            <a:off x="7681975" y="99117"/>
            <a:ext cx="1401039" cy="1053745"/>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38" name="Shape 138"/>
        <p:cNvGrpSpPr/>
        <p:nvPr/>
      </p:nvGrpSpPr>
      <p:grpSpPr>
        <a:xfrm>
          <a:off x="0" y="0"/>
          <a:ext cx="0" cy="0"/>
          <a:chOff x="0" y="0"/>
          <a:chExt cx="0" cy="0"/>
        </a:xfrm>
      </p:grpSpPr>
      <p:sp>
        <p:nvSpPr>
          <p:cNvPr id="139" name="Google Shape;139;p17"/>
          <p:cNvSpPr txBox="1"/>
          <p:nvPr>
            <p:ph type="title"/>
          </p:nvPr>
        </p:nvSpPr>
        <p:spPr>
          <a:xfrm>
            <a:off x="1237676" y="1191713"/>
            <a:ext cx="3166200" cy="174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0" name="Google Shape;140;p17"/>
          <p:cNvSpPr txBox="1"/>
          <p:nvPr>
            <p:ph idx="1" type="subTitle"/>
          </p:nvPr>
        </p:nvSpPr>
        <p:spPr>
          <a:xfrm>
            <a:off x="1237676" y="3088688"/>
            <a:ext cx="3166200" cy="863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1" name="Google Shape;141;p17"/>
          <p:cNvSpPr/>
          <p:nvPr>
            <p:ph idx="2" type="pic"/>
          </p:nvPr>
        </p:nvSpPr>
        <p:spPr>
          <a:xfrm>
            <a:off x="5048826" y="693613"/>
            <a:ext cx="2857500" cy="3756300"/>
          </a:xfrm>
          <a:prstGeom prst="rect">
            <a:avLst/>
          </a:prstGeom>
          <a:noFill/>
          <a:ln cap="flat" cmpd="sng" w="9525">
            <a:solidFill>
              <a:schemeClr val="dk1"/>
            </a:solidFill>
            <a:prstDash val="solid"/>
            <a:round/>
            <a:headEnd len="sm" w="sm" type="none"/>
            <a:tailEnd len="sm" w="sm" type="none"/>
          </a:ln>
        </p:spPr>
      </p:sp>
      <p:sp>
        <p:nvSpPr>
          <p:cNvPr id="142" name="Google Shape;142;p17"/>
          <p:cNvSpPr/>
          <p:nvPr/>
        </p:nvSpPr>
        <p:spPr>
          <a:xfrm rot="5260772">
            <a:off x="-382382" y="35756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rot="5396840">
            <a:off x="6967876" y="1935319"/>
            <a:ext cx="4207479" cy="1277789"/>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rot="10800000">
            <a:off x="-42" y="-1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rot="5400000">
            <a:off x="-557681" y="35430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p:nvPr/>
        </p:nvSpPr>
        <p:spPr>
          <a:xfrm rot="5343115">
            <a:off x="7090702" y="1928657"/>
            <a:ext cx="4207473" cy="1277787"/>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47" name="Shape 147"/>
        <p:cNvGrpSpPr/>
        <p:nvPr/>
      </p:nvGrpSpPr>
      <p:grpSpPr>
        <a:xfrm>
          <a:off x="0" y="0"/>
          <a:ext cx="0" cy="0"/>
          <a:chOff x="0" y="0"/>
          <a:chExt cx="0" cy="0"/>
        </a:xfrm>
      </p:grpSpPr>
      <p:sp>
        <p:nvSpPr>
          <p:cNvPr id="148" name="Google Shape;148;p18"/>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6933615"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flipH="1">
            <a:off x="-33937"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txBox="1"/>
          <p:nvPr>
            <p:ph type="title"/>
          </p:nvPr>
        </p:nvSpPr>
        <p:spPr>
          <a:xfrm>
            <a:off x="1181513" y="1586488"/>
            <a:ext cx="2441400" cy="65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5" name="Google Shape;155;p18"/>
          <p:cNvSpPr txBox="1"/>
          <p:nvPr>
            <p:ph idx="1" type="subTitle"/>
          </p:nvPr>
        </p:nvSpPr>
        <p:spPr>
          <a:xfrm>
            <a:off x="1181513" y="2314713"/>
            <a:ext cx="2440800" cy="124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56" name="Shape 156"/>
        <p:cNvGrpSpPr/>
        <p:nvPr/>
      </p:nvGrpSpPr>
      <p:grpSpPr>
        <a:xfrm>
          <a:off x="0" y="0"/>
          <a:ext cx="0" cy="0"/>
          <a:chOff x="0" y="0"/>
          <a:chExt cx="0" cy="0"/>
        </a:xfrm>
      </p:grpSpPr>
      <p:sp>
        <p:nvSpPr>
          <p:cNvPr id="157" name="Google Shape;157;p19"/>
          <p:cNvSpPr/>
          <p:nvPr/>
        </p:nvSpPr>
        <p:spPr>
          <a:xfrm flipH="1" rot="10800000">
            <a:off x="7095225" y="1131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flipH="1" rot="10800000">
            <a:off x="0" y="3521908"/>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rot="10800000">
            <a:off x="7064263"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87810"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10800000">
            <a:off x="6933615"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41937"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txBox="1"/>
          <p:nvPr>
            <p:ph idx="1" type="subTitle"/>
          </p:nvPr>
        </p:nvSpPr>
        <p:spPr>
          <a:xfrm>
            <a:off x="1090500" y="1264700"/>
            <a:ext cx="6963000" cy="12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64" name="Google Shape;16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65" name="Shape 165"/>
        <p:cNvGrpSpPr/>
        <p:nvPr/>
      </p:nvGrpSpPr>
      <p:grpSpPr>
        <a:xfrm>
          <a:off x="0" y="0"/>
          <a:ext cx="0" cy="0"/>
          <a:chOff x="0" y="0"/>
          <a:chExt cx="0" cy="0"/>
        </a:xfrm>
      </p:grpSpPr>
      <p:sp>
        <p:nvSpPr>
          <p:cNvPr id="166" name="Google Shape;166;p20"/>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0"/>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0"/>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txBox="1"/>
          <p:nvPr>
            <p:ph idx="1" type="subTitle"/>
          </p:nvPr>
        </p:nvSpPr>
        <p:spPr>
          <a:xfrm>
            <a:off x="1127700" y="1136500"/>
            <a:ext cx="6888600" cy="347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200"/>
              <a:buChar char="■"/>
              <a:defRPr/>
            </a:lvl1pPr>
            <a:lvl2pPr lvl="1" rtl="0" algn="ctr">
              <a:lnSpc>
                <a:spcPct val="100000"/>
              </a:lnSpc>
              <a:spcBef>
                <a:spcPts val="0"/>
              </a:spcBef>
              <a:spcAft>
                <a:spcPts val="0"/>
              </a:spcAft>
              <a:buClr>
                <a:srgbClr val="434343"/>
              </a:buClr>
              <a:buSzPts val="1200"/>
              <a:buFont typeface="Roboto Condensed Light"/>
              <a:buChar char="○"/>
              <a:defRPr/>
            </a:lvl2pPr>
            <a:lvl3pPr lvl="2" rtl="0" algn="ctr">
              <a:lnSpc>
                <a:spcPct val="100000"/>
              </a:lnSpc>
              <a:spcBef>
                <a:spcPts val="1600"/>
              </a:spcBef>
              <a:spcAft>
                <a:spcPts val="0"/>
              </a:spcAft>
              <a:buClr>
                <a:srgbClr val="434343"/>
              </a:buClr>
              <a:buSzPts val="1200"/>
              <a:buFont typeface="Roboto Condensed Light"/>
              <a:buChar char="■"/>
              <a:defRPr/>
            </a:lvl3pPr>
            <a:lvl4pPr lvl="3" rtl="0" algn="ctr">
              <a:lnSpc>
                <a:spcPct val="100000"/>
              </a:lnSpc>
              <a:spcBef>
                <a:spcPts val="1600"/>
              </a:spcBef>
              <a:spcAft>
                <a:spcPts val="0"/>
              </a:spcAft>
              <a:buClr>
                <a:srgbClr val="434343"/>
              </a:buClr>
              <a:buSzPts val="1200"/>
              <a:buFont typeface="Roboto Condensed Light"/>
              <a:buChar char="●"/>
              <a:defRPr/>
            </a:lvl4pPr>
            <a:lvl5pPr lvl="4" rtl="0" algn="ctr">
              <a:lnSpc>
                <a:spcPct val="100000"/>
              </a:lnSpc>
              <a:spcBef>
                <a:spcPts val="1600"/>
              </a:spcBef>
              <a:spcAft>
                <a:spcPts val="0"/>
              </a:spcAft>
              <a:buClr>
                <a:srgbClr val="434343"/>
              </a:buClr>
              <a:buSzPts val="1200"/>
              <a:buFont typeface="Roboto Condensed Light"/>
              <a:buChar char="○"/>
              <a:defRPr/>
            </a:lvl5pPr>
            <a:lvl6pPr lvl="5" rtl="0" algn="ctr">
              <a:lnSpc>
                <a:spcPct val="100000"/>
              </a:lnSpc>
              <a:spcBef>
                <a:spcPts val="1600"/>
              </a:spcBef>
              <a:spcAft>
                <a:spcPts val="0"/>
              </a:spcAft>
              <a:buClr>
                <a:srgbClr val="434343"/>
              </a:buClr>
              <a:buSzPts val="1200"/>
              <a:buFont typeface="Roboto Condensed Light"/>
              <a:buChar char="■"/>
              <a:defRPr/>
            </a:lvl6pPr>
            <a:lvl7pPr lvl="6" rtl="0" algn="ctr">
              <a:lnSpc>
                <a:spcPct val="100000"/>
              </a:lnSpc>
              <a:spcBef>
                <a:spcPts val="1600"/>
              </a:spcBef>
              <a:spcAft>
                <a:spcPts val="0"/>
              </a:spcAft>
              <a:buClr>
                <a:srgbClr val="434343"/>
              </a:buClr>
              <a:buSzPts val="1200"/>
              <a:buFont typeface="Roboto Condensed Light"/>
              <a:buChar char="●"/>
              <a:defRPr/>
            </a:lvl7pPr>
            <a:lvl8pPr lvl="7" rtl="0" algn="ctr">
              <a:lnSpc>
                <a:spcPct val="100000"/>
              </a:lnSpc>
              <a:spcBef>
                <a:spcPts val="1600"/>
              </a:spcBef>
              <a:spcAft>
                <a:spcPts val="0"/>
              </a:spcAft>
              <a:buClr>
                <a:srgbClr val="434343"/>
              </a:buClr>
              <a:buSzPts val="1200"/>
              <a:buFont typeface="Roboto Condensed Light"/>
              <a:buChar char="○"/>
              <a:defRPr/>
            </a:lvl8pPr>
            <a:lvl9pPr lvl="8" rtl="0" algn="ctr">
              <a:lnSpc>
                <a:spcPct val="100000"/>
              </a:lnSpc>
              <a:spcBef>
                <a:spcPts val="1600"/>
              </a:spcBef>
              <a:spcAft>
                <a:spcPts val="1600"/>
              </a:spcAft>
              <a:buClr>
                <a:srgbClr val="434343"/>
              </a:buClr>
              <a:buSzPts val="1200"/>
              <a:buFont typeface="Roboto Condensed Light"/>
              <a:buChar char="■"/>
              <a:defRPr/>
            </a:lvl9pPr>
          </a:lstStyle>
          <a:p/>
        </p:txBody>
      </p:sp>
      <p:sp>
        <p:nvSpPr>
          <p:cNvPr id="171" name="Google Shape;171;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2" name="Shape 172"/>
        <p:cNvGrpSpPr/>
        <p:nvPr/>
      </p:nvGrpSpPr>
      <p:grpSpPr>
        <a:xfrm>
          <a:off x="0" y="0"/>
          <a:ext cx="0" cy="0"/>
          <a:chOff x="0" y="0"/>
          <a:chExt cx="0" cy="0"/>
        </a:xfrm>
      </p:grpSpPr>
      <p:sp>
        <p:nvSpPr>
          <p:cNvPr id="173" name="Google Shape;17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 name="Google Shape;174;p21"/>
          <p:cNvSpPr txBox="1"/>
          <p:nvPr>
            <p:ph idx="2" type="title"/>
          </p:nvPr>
        </p:nvSpPr>
        <p:spPr>
          <a:xfrm>
            <a:off x="937700"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5" name="Google Shape;175;p21"/>
          <p:cNvSpPr txBox="1"/>
          <p:nvPr>
            <p:ph idx="1" type="subTitle"/>
          </p:nvPr>
        </p:nvSpPr>
        <p:spPr>
          <a:xfrm>
            <a:off x="93770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6" name="Google Shape;176;p21"/>
          <p:cNvSpPr txBox="1"/>
          <p:nvPr>
            <p:ph idx="3" type="title"/>
          </p:nvPr>
        </p:nvSpPr>
        <p:spPr>
          <a:xfrm>
            <a:off x="3484421"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7" name="Google Shape;177;p21"/>
          <p:cNvSpPr txBox="1"/>
          <p:nvPr>
            <p:ph idx="4" type="subTitle"/>
          </p:nvPr>
        </p:nvSpPr>
        <p:spPr>
          <a:xfrm>
            <a:off x="3484422"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8" name="Google Shape;178;p21"/>
          <p:cNvSpPr txBox="1"/>
          <p:nvPr>
            <p:ph idx="5" type="title"/>
          </p:nvPr>
        </p:nvSpPr>
        <p:spPr>
          <a:xfrm>
            <a:off x="6031149"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9" name="Google Shape;179;p21"/>
          <p:cNvSpPr txBox="1"/>
          <p:nvPr>
            <p:ph idx="6" type="subTitle"/>
          </p:nvPr>
        </p:nvSpPr>
        <p:spPr>
          <a:xfrm>
            <a:off x="603115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0" name="Google Shape;180;p21"/>
          <p:cNvSpPr/>
          <p:nvPr/>
        </p:nvSpPr>
        <p:spPr>
          <a:xfrm flipH="1" rot="-5400000">
            <a:off x="-420649" y="33694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flipH="1" rot="-5400000">
            <a:off x="-681950" y="283425"/>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rot="-5191632">
            <a:off x="7126284" y="3909003"/>
            <a:ext cx="2837559" cy="144928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83" name="Shape 183"/>
        <p:cNvGrpSpPr/>
        <p:nvPr/>
      </p:nvGrpSpPr>
      <p:grpSpPr>
        <a:xfrm>
          <a:off x="0" y="0"/>
          <a:ext cx="0" cy="0"/>
          <a:chOff x="0" y="0"/>
          <a:chExt cx="0" cy="0"/>
        </a:xfrm>
      </p:grpSpPr>
      <p:sp>
        <p:nvSpPr>
          <p:cNvPr id="184" name="Google Shape;184;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2"/>
          <p:cNvSpPr txBox="1"/>
          <p:nvPr>
            <p:ph idx="2" type="title"/>
          </p:nvPr>
        </p:nvSpPr>
        <p:spPr>
          <a:xfrm>
            <a:off x="937700"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6" name="Google Shape;186;p22"/>
          <p:cNvSpPr txBox="1"/>
          <p:nvPr>
            <p:ph idx="1" type="subTitle"/>
          </p:nvPr>
        </p:nvSpPr>
        <p:spPr>
          <a:xfrm>
            <a:off x="93770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7" name="Google Shape;187;p22"/>
          <p:cNvSpPr txBox="1"/>
          <p:nvPr>
            <p:ph idx="3" type="title"/>
          </p:nvPr>
        </p:nvSpPr>
        <p:spPr>
          <a:xfrm>
            <a:off x="3484421"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2"/>
          <p:cNvSpPr txBox="1"/>
          <p:nvPr>
            <p:ph idx="4" type="subTitle"/>
          </p:nvPr>
        </p:nvSpPr>
        <p:spPr>
          <a:xfrm>
            <a:off x="3484422"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2"/>
          <p:cNvSpPr txBox="1"/>
          <p:nvPr>
            <p:ph idx="5" type="title"/>
          </p:nvPr>
        </p:nvSpPr>
        <p:spPr>
          <a:xfrm>
            <a:off x="6031149"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0" name="Google Shape;190;p22"/>
          <p:cNvSpPr txBox="1"/>
          <p:nvPr>
            <p:ph idx="6" type="subTitle"/>
          </p:nvPr>
        </p:nvSpPr>
        <p:spPr>
          <a:xfrm>
            <a:off x="603115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2"/>
          <p:cNvSpPr/>
          <p:nvPr/>
        </p:nvSpPr>
        <p:spPr>
          <a:xfrm rot="5621492">
            <a:off x="570643" y="3463388"/>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rot="10302847">
            <a:off x="6503240" y="4492486"/>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2"/>
          <p:cNvSpPr/>
          <p:nvPr/>
        </p:nvSpPr>
        <p:spPr>
          <a:xfrm rot="-7154837">
            <a:off x="2812562" y="-2346136"/>
            <a:ext cx="3027667" cy="392692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rot="5400000">
            <a:off x="570639" y="3639491"/>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rot="10302847">
            <a:off x="6547615" y="4598961"/>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96" name="Shape 196"/>
        <p:cNvGrpSpPr/>
        <p:nvPr/>
      </p:nvGrpSpPr>
      <p:grpSpPr>
        <a:xfrm>
          <a:off x="0" y="0"/>
          <a:ext cx="0" cy="0"/>
          <a:chOff x="0" y="0"/>
          <a:chExt cx="0" cy="0"/>
        </a:xfrm>
      </p:grpSpPr>
      <p:sp>
        <p:nvSpPr>
          <p:cNvPr id="197" name="Google Shape;197;p23"/>
          <p:cNvSpPr/>
          <p:nvPr/>
        </p:nvSpPr>
        <p:spPr>
          <a:xfrm rot="8568211">
            <a:off x="-1213648" y="115517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rot="9360838">
            <a:off x="8004434" y="-80124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p:nvPr/>
        </p:nvSpPr>
        <p:spPr>
          <a:xfrm rot="9360838">
            <a:off x="8158514" y="-83675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p:nvPr/>
        </p:nvSpPr>
        <p:spPr>
          <a:xfrm rot="8568211">
            <a:off x="-1355201" y="120073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3"/>
          <p:cNvSpPr txBox="1"/>
          <p:nvPr>
            <p:ph idx="2" type="title"/>
          </p:nvPr>
        </p:nvSpPr>
        <p:spPr>
          <a:xfrm>
            <a:off x="937700" y="2303594"/>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3" name="Google Shape;203;p23"/>
          <p:cNvSpPr txBox="1"/>
          <p:nvPr>
            <p:ph idx="1" type="subTitle"/>
          </p:nvPr>
        </p:nvSpPr>
        <p:spPr>
          <a:xfrm>
            <a:off x="937700" y="2637278"/>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4" name="Google Shape;204;p23"/>
          <p:cNvSpPr txBox="1"/>
          <p:nvPr>
            <p:ph idx="3" type="title"/>
          </p:nvPr>
        </p:nvSpPr>
        <p:spPr>
          <a:xfrm>
            <a:off x="3534150" y="2760796"/>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5" name="Google Shape;205;p23"/>
          <p:cNvSpPr txBox="1"/>
          <p:nvPr>
            <p:ph idx="4" type="subTitle"/>
          </p:nvPr>
        </p:nvSpPr>
        <p:spPr>
          <a:xfrm>
            <a:off x="3534150" y="3094477"/>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6" name="Google Shape;206;p23"/>
          <p:cNvSpPr txBox="1"/>
          <p:nvPr>
            <p:ph idx="5" type="title"/>
          </p:nvPr>
        </p:nvSpPr>
        <p:spPr>
          <a:xfrm>
            <a:off x="6131045" y="3217417"/>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7" name="Google Shape;207;p23"/>
          <p:cNvSpPr txBox="1"/>
          <p:nvPr>
            <p:ph idx="6" type="subTitle"/>
          </p:nvPr>
        </p:nvSpPr>
        <p:spPr>
          <a:xfrm>
            <a:off x="6131047" y="3551101"/>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8" name="Google Shape;208;p23"/>
          <p:cNvSpPr txBox="1"/>
          <p:nvPr>
            <p:ph hasCustomPrompt="1" idx="7" type="title"/>
          </p:nvPr>
        </p:nvSpPr>
        <p:spPr>
          <a:xfrm>
            <a:off x="4206300" y="18402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9" name="Google Shape;209;p23"/>
          <p:cNvSpPr txBox="1"/>
          <p:nvPr>
            <p:ph hasCustomPrompt="1" idx="8" type="title"/>
          </p:nvPr>
        </p:nvSpPr>
        <p:spPr>
          <a:xfrm>
            <a:off x="1609404" y="13830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0" name="Google Shape;210;p23"/>
          <p:cNvSpPr txBox="1"/>
          <p:nvPr>
            <p:ph hasCustomPrompt="1" idx="9" type="title"/>
          </p:nvPr>
        </p:nvSpPr>
        <p:spPr>
          <a:xfrm>
            <a:off x="6803196" y="22974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1" name="Google Shape;211;p23"/>
          <p:cNvSpPr/>
          <p:nvPr/>
        </p:nvSpPr>
        <p:spPr>
          <a:xfrm flipH="1" rot="-8714582">
            <a:off x="8348112" y="4307438"/>
            <a:ext cx="2011487" cy="1526751"/>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2" name="Shape 212"/>
        <p:cNvGrpSpPr/>
        <p:nvPr/>
      </p:nvGrpSpPr>
      <p:grpSpPr>
        <a:xfrm>
          <a:off x="0" y="0"/>
          <a:ext cx="0" cy="0"/>
          <a:chOff x="0" y="0"/>
          <a:chExt cx="0" cy="0"/>
        </a:xfrm>
      </p:grpSpPr>
      <p:sp>
        <p:nvSpPr>
          <p:cNvPr id="213" name="Google Shape;21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4"/>
          <p:cNvSpPr txBox="1"/>
          <p:nvPr>
            <p:ph idx="2" type="title"/>
          </p:nvPr>
        </p:nvSpPr>
        <p:spPr>
          <a:xfrm>
            <a:off x="1315324" y="173529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5" name="Google Shape;215;p24"/>
          <p:cNvSpPr txBox="1"/>
          <p:nvPr>
            <p:ph idx="1" type="subTitle"/>
          </p:nvPr>
        </p:nvSpPr>
        <p:spPr>
          <a:xfrm>
            <a:off x="1315324" y="204431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6" name="Google Shape;216;p24"/>
          <p:cNvSpPr txBox="1"/>
          <p:nvPr>
            <p:ph idx="3" type="title"/>
          </p:nvPr>
        </p:nvSpPr>
        <p:spPr>
          <a:xfrm>
            <a:off x="5850476" y="173529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7" name="Google Shape;217;p24"/>
          <p:cNvSpPr txBox="1"/>
          <p:nvPr>
            <p:ph idx="4" type="subTitle"/>
          </p:nvPr>
        </p:nvSpPr>
        <p:spPr>
          <a:xfrm>
            <a:off x="5850476" y="204431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8" name="Google Shape;218;p24"/>
          <p:cNvSpPr txBox="1"/>
          <p:nvPr>
            <p:ph idx="5" type="title"/>
          </p:nvPr>
        </p:nvSpPr>
        <p:spPr>
          <a:xfrm>
            <a:off x="1315323" y="312652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 name="Google Shape;219;p24"/>
          <p:cNvSpPr txBox="1"/>
          <p:nvPr>
            <p:ph idx="6" type="subTitle"/>
          </p:nvPr>
        </p:nvSpPr>
        <p:spPr>
          <a:xfrm>
            <a:off x="1315323" y="343544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0" name="Google Shape;220;p24"/>
          <p:cNvSpPr txBox="1"/>
          <p:nvPr>
            <p:ph idx="7" type="title"/>
          </p:nvPr>
        </p:nvSpPr>
        <p:spPr>
          <a:xfrm>
            <a:off x="5850477" y="312652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 name="Google Shape;221;p24"/>
          <p:cNvSpPr txBox="1"/>
          <p:nvPr>
            <p:ph idx="8" type="subTitle"/>
          </p:nvPr>
        </p:nvSpPr>
        <p:spPr>
          <a:xfrm>
            <a:off x="5850475" y="343544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2" name="Google Shape;222;p24"/>
          <p:cNvSpPr/>
          <p:nvPr/>
        </p:nvSpPr>
        <p:spPr>
          <a:xfrm flipH="1" rot="2141257">
            <a:off x="-1002536" y="1129456"/>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flipH="1" rot="2141257">
            <a:off x="-1154792" y="1136089"/>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flipH="1" rot="10800000">
            <a:off x="7145155" y="4296005"/>
            <a:ext cx="2040904" cy="973678"/>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rot="-3756494">
            <a:off x="7924244" y="-778526"/>
            <a:ext cx="1504447" cy="1903366"/>
          </a:xfrm>
          <a:custGeom>
            <a:rect b="b" l="l" r="r" t="t"/>
            <a:pathLst>
              <a:path extrusionOk="0" h="25245" w="19954">
                <a:moveTo>
                  <a:pt x="11518" y="0"/>
                </a:moveTo>
                <a:cubicBezTo>
                  <a:pt x="11194" y="0"/>
                  <a:pt x="10870" y="22"/>
                  <a:pt x="10546" y="68"/>
                </a:cubicBezTo>
                <a:cubicBezTo>
                  <a:pt x="6566" y="624"/>
                  <a:pt x="3391" y="4626"/>
                  <a:pt x="3755" y="8629"/>
                </a:cubicBezTo>
                <a:cubicBezTo>
                  <a:pt x="3938" y="10639"/>
                  <a:pt x="4871" y="12738"/>
                  <a:pt x="4067" y="14588"/>
                </a:cubicBezTo>
                <a:cubicBezTo>
                  <a:pt x="3464" y="15975"/>
                  <a:pt x="2031" y="16813"/>
                  <a:pt x="1201" y="18078"/>
                </a:cubicBezTo>
                <a:cubicBezTo>
                  <a:pt x="1" y="19905"/>
                  <a:pt x="344" y="22589"/>
                  <a:pt x="1967" y="24054"/>
                </a:cubicBezTo>
                <a:cubicBezTo>
                  <a:pt x="2754" y="24763"/>
                  <a:pt x="3988" y="25245"/>
                  <a:pt x="5151" y="25245"/>
                </a:cubicBezTo>
                <a:cubicBezTo>
                  <a:pt x="5650" y="25245"/>
                  <a:pt x="6135" y="25156"/>
                  <a:pt x="6566" y="24959"/>
                </a:cubicBezTo>
                <a:cubicBezTo>
                  <a:pt x="7657" y="24460"/>
                  <a:pt x="8094" y="23197"/>
                  <a:pt x="8899" y="22366"/>
                </a:cubicBezTo>
                <a:cubicBezTo>
                  <a:pt x="11618" y="19563"/>
                  <a:pt x="15032" y="17656"/>
                  <a:pt x="17326" y="14397"/>
                </a:cubicBezTo>
                <a:cubicBezTo>
                  <a:pt x="18951" y="12092"/>
                  <a:pt x="19954" y="9207"/>
                  <a:pt x="19427" y="6435"/>
                </a:cubicBezTo>
                <a:cubicBezTo>
                  <a:pt x="18739" y="2808"/>
                  <a:pt x="15180" y="0"/>
                  <a:pt x="1151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6" name="Shape 226"/>
        <p:cNvGrpSpPr/>
        <p:nvPr/>
      </p:nvGrpSpPr>
      <p:grpSpPr>
        <a:xfrm>
          <a:off x="0" y="0"/>
          <a:ext cx="0" cy="0"/>
          <a:chOff x="0" y="0"/>
          <a:chExt cx="0" cy="0"/>
        </a:xfrm>
      </p:grpSpPr>
      <p:sp>
        <p:nvSpPr>
          <p:cNvPr id="227" name="Google Shape;22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8" name="Google Shape;228;p25"/>
          <p:cNvSpPr txBox="1"/>
          <p:nvPr>
            <p:ph idx="2" type="title"/>
          </p:nvPr>
        </p:nvSpPr>
        <p:spPr>
          <a:xfrm>
            <a:off x="111012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9" name="Google Shape;229;p25"/>
          <p:cNvSpPr txBox="1"/>
          <p:nvPr>
            <p:ph idx="1" type="subTitle"/>
          </p:nvPr>
        </p:nvSpPr>
        <p:spPr>
          <a:xfrm>
            <a:off x="111012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0" name="Google Shape;230;p25"/>
          <p:cNvSpPr txBox="1"/>
          <p:nvPr>
            <p:ph idx="3" type="title"/>
          </p:nvPr>
        </p:nvSpPr>
        <p:spPr>
          <a:xfrm>
            <a:off x="3579900" y="2005684"/>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1" name="Google Shape;231;p25"/>
          <p:cNvSpPr txBox="1"/>
          <p:nvPr>
            <p:ph idx="4" type="subTitle"/>
          </p:nvPr>
        </p:nvSpPr>
        <p:spPr>
          <a:xfrm>
            <a:off x="3579900" y="2292225"/>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2" name="Google Shape;232;p25"/>
          <p:cNvSpPr txBox="1"/>
          <p:nvPr>
            <p:ph idx="5" type="title"/>
          </p:nvPr>
        </p:nvSpPr>
        <p:spPr>
          <a:xfrm>
            <a:off x="111012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 name="Google Shape;233;p25"/>
          <p:cNvSpPr txBox="1"/>
          <p:nvPr>
            <p:ph idx="6" type="subTitle"/>
          </p:nvPr>
        </p:nvSpPr>
        <p:spPr>
          <a:xfrm>
            <a:off x="111012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4" name="Google Shape;234;p25"/>
          <p:cNvSpPr txBox="1"/>
          <p:nvPr>
            <p:ph idx="7" type="title"/>
          </p:nvPr>
        </p:nvSpPr>
        <p:spPr>
          <a:xfrm>
            <a:off x="3579900" y="3777009"/>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5" name="Google Shape;235;p25"/>
          <p:cNvSpPr txBox="1"/>
          <p:nvPr>
            <p:ph idx="8" type="subTitle"/>
          </p:nvPr>
        </p:nvSpPr>
        <p:spPr>
          <a:xfrm>
            <a:off x="3579900" y="4063650"/>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 name="Google Shape;236;p25"/>
          <p:cNvSpPr txBox="1"/>
          <p:nvPr>
            <p:ph idx="9" type="title"/>
          </p:nvPr>
        </p:nvSpPr>
        <p:spPr>
          <a:xfrm>
            <a:off x="604788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7" name="Google Shape;237;p25"/>
          <p:cNvSpPr txBox="1"/>
          <p:nvPr>
            <p:ph idx="13" type="subTitle"/>
          </p:nvPr>
        </p:nvSpPr>
        <p:spPr>
          <a:xfrm>
            <a:off x="604788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25"/>
          <p:cNvSpPr txBox="1"/>
          <p:nvPr>
            <p:ph idx="14" type="title"/>
          </p:nvPr>
        </p:nvSpPr>
        <p:spPr>
          <a:xfrm>
            <a:off x="604788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 name="Google Shape;239;p25"/>
          <p:cNvSpPr txBox="1"/>
          <p:nvPr>
            <p:ph idx="15" type="subTitle"/>
          </p:nvPr>
        </p:nvSpPr>
        <p:spPr>
          <a:xfrm>
            <a:off x="604788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0" name="Google Shape;240;p25"/>
          <p:cNvSpPr/>
          <p:nvPr/>
        </p:nvSpPr>
        <p:spPr>
          <a:xfrm flipH="1" rot="5400000">
            <a:off x="341743" y="-725452"/>
            <a:ext cx="838203" cy="219383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flipH="1" rot="419070">
            <a:off x="7601986" y="4529899"/>
            <a:ext cx="2617957" cy="1021462"/>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flipH="1" rot="5400000">
            <a:off x="355282" y="-720584"/>
            <a:ext cx="715896" cy="198211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7516470" y="-196247"/>
            <a:ext cx="1828619" cy="933445"/>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flipH="1" rot="503382">
            <a:off x="7744536" y="4667224"/>
            <a:ext cx="2332854" cy="933450"/>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rot="-100">
            <a:off x="-1170862" y="4608599"/>
            <a:ext cx="2332892" cy="933447"/>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6" name="Shape 246"/>
        <p:cNvGrpSpPr/>
        <p:nvPr/>
      </p:nvGrpSpPr>
      <p:grpSpPr>
        <a:xfrm>
          <a:off x="0" y="0"/>
          <a:ext cx="0" cy="0"/>
          <a:chOff x="0" y="0"/>
          <a:chExt cx="0" cy="0"/>
        </a:xfrm>
      </p:grpSpPr>
      <p:sp>
        <p:nvSpPr>
          <p:cNvPr id="247" name="Google Shape;247;p26"/>
          <p:cNvSpPr txBox="1"/>
          <p:nvPr>
            <p:ph hasCustomPrompt="1" type="title"/>
          </p:nvPr>
        </p:nvSpPr>
        <p:spPr>
          <a:xfrm>
            <a:off x="12892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8" name="Google Shape;248;p26"/>
          <p:cNvSpPr txBox="1"/>
          <p:nvPr>
            <p:ph idx="1" type="subTitle"/>
          </p:nvPr>
        </p:nvSpPr>
        <p:spPr>
          <a:xfrm>
            <a:off x="3584400"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9" name="Google Shape;249;p26"/>
          <p:cNvSpPr txBox="1"/>
          <p:nvPr>
            <p:ph hasCustomPrompt="1" idx="2" type="title"/>
          </p:nvPr>
        </p:nvSpPr>
        <p:spPr>
          <a:xfrm>
            <a:off x="388620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0" name="Google Shape;250;p26"/>
          <p:cNvSpPr txBox="1"/>
          <p:nvPr>
            <p:ph idx="3" type="subTitle"/>
          </p:nvPr>
        </p:nvSpPr>
        <p:spPr>
          <a:xfrm>
            <a:off x="6181296"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1" name="Google Shape;251;p26"/>
          <p:cNvSpPr txBox="1"/>
          <p:nvPr>
            <p:ph hasCustomPrompt="1" idx="4" type="title"/>
          </p:nvPr>
        </p:nvSpPr>
        <p:spPr>
          <a:xfrm>
            <a:off x="64831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2" name="Google Shape;252;p26"/>
          <p:cNvSpPr txBox="1"/>
          <p:nvPr>
            <p:ph idx="5" type="subTitle"/>
          </p:nvPr>
        </p:nvSpPr>
        <p:spPr>
          <a:xfrm>
            <a:off x="987504"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3" name="Google Shape;253;p2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p:nvPr/>
        </p:nvSpPr>
        <p:spPr>
          <a:xfrm rot="-5400000">
            <a:off x="-420649" y="327450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rot="-5400000">
            <a:off x="-681950" y="3354351"/>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p:nvPr/>
        </p:nvSpPr>
        <p:spPr>
          <a:xfrm rot="5400000">
            <a:off x="6998014" y="335491"/>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rot="5400000">
            <a:off x="7034265" y="281967"/>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
          <p:cNvSpPr txBox="1"/>
          <p:nvPr>
            <p:ph idx="7" type="title"/>
          </p:nvPr>
        </p:nvSpPr>
        <p:spPr>
          <a:xfrm>
            <a:off x="987504"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9" name="Google Shape;259;p26"/>
          <p:cNvSpPr txBox="1"/>
          <p:nvPr>
            <p:ph idx="8" type="title"/>
          </p:nvPr>
        </p:nvSpPr>
        <p:spPr>
          <a:xfrm>
            <a:off x="3584400"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0" name="Google Shape;260;p26"/>
          <p:cNvSpPr txBox="1"/>
          <p:nvPr>
            <p:ph idx="9" type="title"/>
          </p:nvPr>
        </p:nvSpPr>
        <p:spPr>
          <a:xfrm>
            <a:off x="6181296"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61" name="Shape 261"/>
        <p:cNvGrpSpPr/>
        <p:nvPr/>
      </p:nvGrpSpPr>
      <p:grpSpPr>
        <a:xfrm>
          <a:off x="0" y="0"/>
          <a:ext cx="0" cy="0"/>
          <a:chOff x="0" y="0"/>
          <a:chExt cx="0" cy="0"/>
        </a:xfrm>
      </p:grpSpPr>
      <p:sp>
        <p:nvSpPr>
          <p:cNvPr id="262" name="Google Shape;262;p27"/>
          <p:cNvSpPr txBox="1"/>
          <p:nvPr>
            <p:ph type="title"/>
          </p:nvPr>
        </p:nvSpPr>
        <p:spPr>
          <a:xfrm>
            <a:off x="2698350" y="539500"/>
            <a:ext cx="3747300" cy="850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3" name="Google Shape;263;p27"/>
          <p:cNvSpPr txBox="1"/>
          <p:nvPr>
            <p:ph idx="1" type="subTitle"/>
          </p:nvPr>
        </p:nvSpPr>
        <p:spPr>
          <a:xfrm>
            <a:off x="2698350" y="1452625"/>
            <a:ext cx="3747300" cy="142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4" name="Google Shape;264;p27"/>
          <p:cNvSpPr/>
          <p:nvPr/>
        </p:nvSpPr>
        <p:spPr>
          <a:xfrm flipH="1" rot="5242374">
            <a:off x="652848" y="-692073"/>
            <a:ext cx="836452" cy="23158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flipH="1" rot="-5644322">
            <a:off x="7652303" y="3508168"/>
            <a:ext cx="882984" cy="220081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5400000">
            <a:off x="7188298" y="275133"/>
            <a:ext cx="2484954" cy="1726959"/>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5400000">
            <a:off x="-452892" y="3156906"/>
            <a:ext cx="2400273" cy="16681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rot="5400000">
            <a:off x="652850" y="-826337"/>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rot="-5400000">
            <a:off x="7675575" y="3564088"/>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txBox="1"/>
          <p:nvPr/>
        </p:nvSpPr>
        <p:spPr>
          <a:xfrm>
            <a:off x="2018775" y="3886200"/>
            <a:ext cx="5099700" cy="484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b="1" lang="en" sz="1200">
                <a:solidFill>
                  <a:schemeClr val="dk1"/>
                </a:solidFill>
                <a:latin typeface="Plus Jakarta Sans"/>
                <a:ea typeface="Plus Jakarta Sans"/>
                <a:cs typeface="Plus Jakarta Sans"/>
                <a:sym typeface="Plus Jakarta Sans"/>
              </a:rPr>
              <a:t>CREDITS:</a:t>
            </a:r>
            <a:r>
              <a:rPr lang="en" sz="1200">
                <a:solidFill>
                  <a:schemeClr val="dk1"/>
                </a:solidFill>
                <a:latin typeface="Plus Jakarta Sans"/>
                <a:ea typeface="Plus Jakarta Sans"/>
                <a:cs typeface="Plus Jakarta Sans"/>
                <a:sym typeface="Plus Jakarta Sans"/>
              </a:rPr>
              <a:t> Diese Präsentationsvorlage wurde von </a:t>
            </a:r>
            <a:r>
              <a:rPr b="1" lang="en" sz="1200">
                <a:solidFill>
                  <a:schemeClr val="dk1"/>
                </a:solidFill>
                <a:uFill>
                  <a:noFill/>
                </a:uFill>
                <a:latin typeface="Plus Jakarta Sans"/>
                <a:ea typeface="Plus Jakarta Sans"/>
                <a:cs typeface="Plus Jakarta Sans"/>
                <a:sym typeface="Plus Jakarta Sans"/>
                <a:hlinkClick r:id="rId2">
                  <a:extLst>
                    <a:ext uri="{A12FA001-AC4F-418D-AE19-62706E023703}">
                      <ahyp:hlinkClr val="tx"/>
                    </a:ext>
                  </a:extLst>
                </a:hlinkClick>
              </a:rPr>
              <a:t>Slidesgo</a:t>
            </a:r>
            <a:r>
              <a:rPr lang="en" sz="1200">
                <a:solidFill>
                  <a:schemeClr val="dk1"/>
                </a:solidFill>
                <a:uFill>
                  <a:noFill/>
                </a:uFill>
                <a:latin typeface="Plus Jakarta Sans"/>
                <a:ea typeface="Plus Jakarta Sans"/>
                <a:cs typeface="Plus Jakarta Sans"/>
                <a:sym typeface="Plus Jakarta Sans"/>
                <a:hlinkClick r:id="rId3">
                  <a:extLst>
                    <a:ext uri="{A12FA001-AC4F-418D-AE19-62706E023703}">
                      <ahyp:hlinkClr val="tx"/>
                    </a:ext>
                  </a:extLst>
                </a:hlinkClick>
              </a:rPr>
              <a:t> </a:t>
            </a:r>
            <a:r>
              <a:rPr lang="en" sz="1200">
                <a:solidFill>
                  <a:schemeClr val="dk1"/>
                </a:solidFill>
                <a:latin typeface="Plus Jakarta Sans"/>
                <a:ea typeface="Plus Jakarta Sans"/>
                <a:cs typeface="Plus Jakarta Sans"/>
                <a:sym typeface="Plus Jakarta Sans"/>
              </a:rPr>
              <a:t>erstellt, inklusive Icons von </a:t>
            </a:r>
            <a:r>
              <a:rPr b="1" lang="en" sz="1200">
                <a:solidFill>
                  <a:schemeClr val="dk1"/>
                </a:solidFill>
                <a:uFill>
                  <a:noFill/>
                </a:uFill>
                <a:latin typeface="Plus Jakarta Sans"/>
                <a:ea typeface="Plus Jakarta Sans"/>
                <a:cs typeface="Plus Jakarta Sans"/>
                <a:sym typeface="Plus Jakarta Sans"/>
                <a:hlinkClick r:id="rId4">
                  <a:extLst>
                    <a:ext uri="{A12FA001-AC4F-418D-AE19-62706E023703}">
                      <ahyp:hlinkClr val="tx"/>
                    </a:ext>
                  </a:extLst>
                </a:hlinkClick>
              </a:rPr>
              <a:t>Flaticon</a:t>
            </a:r>
            <a:r>
              <a:rPr lang="en" sz="1200">
                <a:solidFill>
                  <a:schemeClr val="dk1"/>
                </a:solidFill>
                <a:latin typeface="Plus Jakarta Sans"/>
                <a:ea typeface="Plus Jakarta Sans"/>
                <a:cs typeface="Plus Jakarta Sans"/>
                <a:sym typeface="Plus Jakarta Sans"/>
              </a:rPr>
              <a:t> und Infografiken &amp; Bilder von</a:t>
            </a:r>
            <a:r>
              <a:rPr b="1" lang="en" sz="1200">
                <a:solidFill>
                  <a:schemeClr val="dk1"/>
                </a:solidFill>
                <a:latin typeface="Plus Jakarta Sans"/>
                <a:ea typeface="Plus Jakarta Sans"/>
                <a:cs typeface="Plus Jakarta Sans"/>
                <a:sym typeface="Plus Jakarta Sans"/>
              </a:rPr>
              <a:t> </a:t>
            </a:r>
            <a:r>
              <a:rPr b="1" lang="en" sz="1200">
                <a:solidFill>
                  <a:schemeClr val="dk1"/>
                </a:solidFill>
                <a:uFill>
                  <a:noFill/>
                </a:uFill>
                <a:latin typeface="Plus Jakarta Sans"/>
                <a:ea typeface="Plus Jakarta Sans"/>
                <a:cs typeface="Plus Jakarta Sans"/>
                <a:sym typeface="Plus Jakarta Sans"/>
                <a:hlinkClick r:id="rId5">
                  <a:extLst>
                    <a:ext uri="{A12FA001-AC4F-418D-AE19-62706E023703}">
                      <ahyp:hlinkClr val="tx"/>
                    </a:ext>
                  </a:extLst>
                </a:hlinkClick>
              </a:rPr>
              <a:t>Freepik </a:t>
            </a:r>
            <a:endParaRPr b="1" sz="1200">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1" name="Shape 271"/>
        <p:cNvGrpSpPr/>
        <p:nvPr/>
      </p:nvGrpSpPr>
      <p:grpSpPr>
        <a:xfrm>
          <a:off x="0" y="0"/>
          <a:ext cx="0" cy="0"/>
          <a:chOff x="0" y="0"/>
          <a:chExt cx="0" cy="0"/>
        </a:xfrm>
      </p:grpSpPr>
      <p:sp>
        <p:nvSpPr>
          <p:cNvPr id="272" name="Google Shape;272;p28"/>
          <p:cNvSpPr/>
          <p:nvPr/>
        </p:nvSpPr>
        <p:spPr>
          <a:xfrm flipH="1" rot="-622124">
            <a:off x="-412039" y="-63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flipH="1" rot="10210429">
            <a:off x="6924660" y="4029655"/>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flipH="1" rot="393941">
            <a:off x="-164783" y="3395217"/>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flipH="1">
            <a:off x="5981654" y="-119188"/>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flipH="1" rot="-487639">
            <a:off x="-457450" y="-225507"/>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flipH="1" rot="10374404">
            <a:off x="6971866" y="419927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8" name="Shape 278"/>
        <p:cNvGrpSpPr/>
        <p:nvPr/>
      </p:nvGrpSpPr>
      <p:grpSpPr>
        <a:xfrm>
          <a:off x="0" y="0"/>
          <a:ext cx="0" cy="0"/>
          <a:chOff x="0" y="0"/>
          <a:chExt cx="0" cy="0"/>
        </a:xfrm>
      </p:grpSpPr>
      <p:sp>
        <p:nvSpPr>
          <p:cNvPr id="279" name="Google Shape;279;p29"/>
          <p:cNvSpPr/>
          <p:nvPr/>
        </p:nvSpPr>
        <p:spPr>
          <a:xfrm flipH="1" rot="5178508">
            <a:off x="570643" y="-585071"/>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flipH="1" rot="497153">
            <a:off x="6503240" y="-305953"/>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flipH="1" rot="-3475803">
            <a:off x="2812578" y="3441281"/>
            <a:ext cx="3027622" cy="392686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
          <p:cNvSpPr/>
          <p:nvPr/>
        </p:nvSpPr>
        <p:spPr>
          <a:xfrm flipH="1" rot="5400000">
            <a:off x="570639" y="-761182"/>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flipH="1" rot="497153">
            <a:off x="6547615" y="-412428"/>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7" name="Shape 287"/>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88" name="Shape 288"/>
        <p:cNvGrpSpPr/>
        <p:nvPr/>
      </p:nvGrpSpPr>
      <p:grpSpPr>
        <a:xfrm>
          <a:off x="0" y="0"/>
          <a:ext cx="0" cy="0"/>
          <a:chOff x="0" y="0"/>
          <a:chExt cx="0" cy="0"/>
        </a:xfrm>
      </p:grpSpPr>
      <p:sp>
        <p:nvSpPr>
          <p:cNvPr id="289" name="Google Shape;289;p32"/>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3.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1pPr>
            <a:lvl2pPr lvl="1"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2pPr>
            <a:lvl3pPr lvl="2"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3pPr>
            <a:lvl4pPr lvl="3"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4pPr>
            <a:lvl5pPr lvl="4"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5pPr>
            <a:lvl6pPr lvl="5"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6pPr>
            <a:lvl7pPr lvl="6"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7pPr>
            <a:lvl8pPr lvl="7"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8pPr>
            <a:lvl9pPr lvl="8"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1pPr>
            <a:lvl2pPr indent="-317500" lvl="1" marL="914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2pPr>
            <a:lvl3pPr indent="-317500" lvl="2" marL="1371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3pPr>
            <a:lvl4pPr indent="-317500" lvl="3" marL="18288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4pPr>
            <a:lvl5pPr indent="-317500" lvl="4" marL="22860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5pPr>
            <a:lvl6pPr indent="-317500" lvl="5" marL="27432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6pPr>
            <a:lvl7pPr indent="-317500" lvl="6" marL="3200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7pPr>
            <a:lvl8pPr indent="-317500" lvl="7" marL="3657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8pPr>
            <a:lvl9pPr indent="-317500" lvl="8" marL="4114800">
              <a:lnSpc>
                <a:spcPct val="115000"/>
              </a:lnSpc>
              <a:spcBef>
                <a:spcPts val="1600"/>
              </a:spcBef>
              <a:spcAft>
                <a:spcPts val="160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84" name="Shape 284"/>
        <p:cNvGrpSpPr/>
        <p:nvPr/>
      </p:nvGrpSpPr>
      <p:grpSpPr>
        <a:xfrm>
          <a:off x="0" y="0"/>
          <a:ext cx="0" cy="0"/>
          <a:chOff x="0" y="0"/>
          <a:chExt cx="0" cy="0"/>
        </a:xfrm>
      </p:grpSpPr>
      <p:sp>
        <p:nvSpPr>
          <p:cNvPr id="285" name="Google Shape;285;p30"/>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286" name="Google Shape;286;p30"/>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hyperlink" Target="https://www.freepik.com/free-vector/minimal-dynamic-atelier-youtube-channel-art_28208652.htm/?utm_source=slidesgo_template&amp;utm_medium=referral-link&amp;utm_campaign=sg_resources&amp;utm_content=freepik" TargetMode="External"/><Relationship Id="rId4" Type="http://schemas.openxmlformats.org/officeDocument/2006/relationships/hyperlink" Target="https://www.freepik.com/free-vector/minimal-dynamic-atelier-twitch-background_28208669.htm/?utm_source=slidesgo_template&amp;utm_medium=referral-link&amp;utm_campaign=sg_resources&amp;utm_content=freepik" TargetMode="External"/><Relationship Id="rId5" Type="http://schemas.openxmlformats.org/officeDocument/2006/relationships/hyperlink" Target="https://www.freepik.com/free-vector/minimal-dynamic-atelier-twitter-header_28208664.htm/?utm_source=slidesgo_template&amp;utm_medium=referral-link&amp;utm_campaign=sg_resources&amp;utm_content=freepik"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hyperlink" Target="https://www.freepik.com/free-vector/minimal-dynamic-atelier-youtube-channel-art_28208652.htm/?utm_source=slidesgo_template&amp;utm_medium=referral-link&amp;utm_campaign=sg_resources&amp;utm_content=freepik" TargetMode="External"/><Relationship Id="rId4" Type="http://schemas.openxmlformats.org/officeDocument/2006/relationships/hyperlink" Target="https://www.freepik.com/free-vector/minimal-dynamic-atelier-twitch-background_28208669.htm/?utm_source=slidesgo_template&amp;utm_medium=referral-link&amp;utm_campaign=sg_resources&amp;utm_content=freepik" TargetMode="External"/><Relationship Id="rId9" Type="http://schemas.openxmlformats.org/officeDocument/2006/relationships/hyperlink" Target="https://www.freepik.com/free-photo/close-up-hand-writing-notebook-top-view_12977095.htm/?utm_source=slidesgo_template&amp;utm_medium=referral-link&amp;utm_campaign=sg_resources&amp;utm_content=freepik" TargetMode="External"/><Relationship Id="rId5" Type="http://schemas.openxmlformats.org/officeDocument/2006/relationships/hyperlink" Target="https://www.freepik.com/free-vector/minimal-dynamic-atelier-twitter-header_28208664.htm/?utm_source=slidesgo_template&amp;utm_medium=referral-link&amp;utm_campaign=sg_resources&amp;utm_content=freepik" TargetMode="External"/><Relationship Id="rId6" Type="http://schemas.openxmlformats.org/officeDocument/2006/relationships/hyperlink" Target="https://www.freepik.com/free-photo/young-students-learning-together-during-group-study_21076687.htm/?utm_source=slidesgo_template&amp;utm_medium=referral-link&amp;utm_campaign=sg_resources&amp;utm_content=freepik" TargetMode="External"/><Relationship Id="rId7" Type="http://schemas.openxmlformats.org/officeDocument/2006/relationships/hyperlink" Target="https://www.freepik.com/free-photo/people-collage-design_12976945.htm/?utm_source=slidesgo_template&amp;utm_medium=referral-link&amp;utm_campaign=sg_resources&amp;utm_content=freepik" TargetMode="External"/><Relationship Id="rId8" Type="http://schemas.openxmlformats.org/officeDocument/2006/relationships/hyperlink" Target="https://www.freepik.com/free-photo/woman-attending-online-class_12457264.htm/?utm_source=slidesgo_template&amp;utm_medium=referral-link&amp;utm_campaign=sg_resources&amp;utm_content=freepi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 Id="rId3" Type="http://schemas.openxmlformats.org/officeDocument/2006/relationships/hyperlink" Target="http://bit.ly/2PfT4lq"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sp>
        <p:nvSpPr>
          <p:cNvPr id="294" name="Google Shape;294;p33"/>
          <p:cNvSpPr txBox="1"/>
          <p:nvPr>
            <p:ph type="ctrTitle"/>
          </p:nvPr>
        </p:nvSpPr>
        <p:spPr>
          <a:xfrm>
            <a:off x="1206675" y="1134375"/>
            <a:ext cx="6750000" cy="233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000">
                <a:solidFill>
                  <a:schemeClr val="dk1"/>
                </a:solidFill>
              </a:rPr>
              <a:t>Delisha </a:t>
            </a:r>
            <a:endParaRPr sz="9000">
              <a:solidFill>
                <a:schemeClr val="dk1"/>
              </a:solidFill>
            </a:endParaRPr>
          </a:p>
          <a:p>
            <a:pPr indent="0" lvl="0" marL="0" rtl="0" algn="ctr">
              <a:spcBef>
                <a:spcPts val="0"/>
              </a:spcBef>
              <a:spcAft>
                <a:spcPts val="0"/>
              </a:spcAft>
              <a:buNone/>
            </a:pPr>
            <a:r>
              <a:rPr lang="en" sz="4500">
                <a:solidFill>
                  <a:schemeClr val="dk1"/>
                </a:solidFill>
              </a:rPr>
              <a:t>Climate &amp; </a:t>
            </a:r>
            <a:r>
              <a:rPr lang="en" sz="4500">
                <a:solidFill>
                  <a:schemeClr val="dk1"/>
                </a:solidFill>
              </a:rPr>
              <a:t>Environment</a:t>
            </a:r>
            <a:endParaRPr sz="4500">
              <a:solidFill>
                <a:schemeClr val="dk1"/>
              </a:solidFill>
            </a:endParaRPr>
          </a:p>
        </p:txBody>
      </p:sp>
      <p:sp>
        <p:nvSpPr>
          <p:cNvPr id="295" name="Google Shape;295;p33"/>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 Germany</a:t>
            </a:r>
            <a:endParaRPr/>
          </a:p>
        </p:txBody>
      </p:sp>
      <p:cxnSp>
        <p:nvCxnSpPr>
          <p:cNvPr id="296" name="Google Shape;296;p33"/>
          <p:cNvCxnSpPr/>
          <p:nvPr/>
        </p:nvCxnSpPr>
        <p:spPr>
          <a:xfrm>
            <a:off x="1676250" y="3468425"/>
            <a:ext cx="5791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idx="13" type="subTitle"/>
          </p:nvPr>
        </p:nvSpPr>
        <p:spPr>
          <a:xfrm>
            <a:off x="6047880" y="2292225"/>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
            </a:r>
            <a:r>
              <a:rPr lang="en"/>
              <a:t>er Mars ist eigentlich sehr kalt</a:t>
            </a:r>
            <a:endParaRPr/>
          </a:p>
        </p:txBody>
      </p:sp>
      <p:sp>
        <p:nvSpPr>
          <p:cNvPr id="302" name="Google Shape;302;p34"/>
          <p:cNvSpPr txBox="1"/>
          <p:nvPr>
            <p:ph idx="15" type="subTitle"/>
          </p:nvPr>
        </p:nvSpPr>
        <p:spPr>
          <a:xfrm>
            <a:off x="6047880" y="4063650"/>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Neptun ist der</a:t>
            </a:r>
            <a:endParaRPr>
              <a:solidFill>
                <a:schemeClr val="dk1"/>
              </a:solidFill>
            </a:endParaRPr>
          </a:p>
          <a:p>
            <a:pPr indent="0" lvl="0" marL="0" rtl="0" algn="ctr">
              <a:spcBef>
                <a:spcPts val="0"/>
              </a:spcBef>
              <a:spcAft>
                <a:spcPts val="0"/>
              </a:spcAft>
              <a:buNone/>
            </a:pPr>
            <a:r>
              <a:rPr lang="en">
                <a:solidFill>
                  <a:schemeClr val="dk1"/>
                </a:solidFill>
              </a:rPr>
              <a:t>äußerste Planet </a:t>
            </a:r>
            <a:endParaRPr>
              <a:solidFill>
                <a:schemeClr val="dk1"/>
              </a:solidFill>
            </a:endParaRPr>
          </a:p>
        </p:txBody>
      </p:sp>
      <p:sp>
        <p:nvSpPr>
          <p:cNvPr id="303" name="Google Shape;303;p34"/>
          <p:cNvSpPr txBox="1"/>
          <p:nvPr>
            <p:ph idx="9" type="title"/>
          </p:nvPr>
        </p:nvSpPr>
        <p:spPr>
          <a:xfrm>
            <a:off x="6047880" y="2005684"/>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304" name="Google Shape;304;p34"/>
          <p:cNvSpPr txBox="1"/>
          <p:nvPr>
            <p:ph idx="14" type="title"/>
          </p:nvPr>
        </p:nvSpPr>
        <p:spPr>
          <a:xfrm>
            <a:off x="6047880" y="3777009"/>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NEPTUN</a:t>
            </a:r>
            <a:endParaRPr/>
          </a:p>
        </p:txBody>
      </p:sp>
      <p:sp>
        <p:nvSpPr>
          <p:cNvPr id="305" name="Google Shape;305;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34"/>
          <p:cNvSpPr txBox="1"/>
          <p:nvPr>
            <p:ph idx="2" type="title"/>
          </p:nvPr>
        </p:nvSpPr>
        <p:spPr>
          <a:xfrm>
            <a:off x="1110120" y="2005684"/>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MERKUR</a:t>
            </a:r>
            <a:endParaRPr/>
          </a:p>
        </p:txBody>
      </p:sp>
      <p:sp>
        <p:nvSpPr>
          <p:cNvPr id="307" name="Google Shape;307;p34"/>
          <p:cNvSpPr txBox="1"/>
          <p:nvPr>
            <p:ph idx="1" type="subTitle"/>
          </p:nvPr>
        </p:nvSpPr>
        <p:spPr>
          <a:xfrm>
            <a:off x="1110120" y="2292225"/>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Der Merkur ist der </a:t>
            </a:r>
            <a:r>
              <a:rPr lang="en">
                <a:solidFill>
                  <a:schemeClr val="dk1"/>
                </a:solidFill>
              </a:rPr>
              <a:t>sonnennächste</a:t>
            </a:r>
            <a:endParaRPr>
              <a:solidFill>
                <a:schemeClr val="dk1"/>
              </a:solidFill>
            </a:endParaRPr>
          </a:p>
        </p:txBody>
      </p:sp>
      <p:sp>
        <p:nvSpPr>
          <p:cNvPr id="308" name="Google Shape;308;p34"/>
          <p:cNvSpPr txBox="1"/>
          <p:nvPr>
            <p:ph idx="3" type="title"/>
          </p:nvPr>
        </p:nvSpPr>
        <p:spPr>
          <a:xfrm>
            <a:off x="3579900" y="2005684"/>
            <a:ext cx="1984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309" name="Google Shape;309;p34"/>
          <p:cNvSpPr txBox="1"/>
          <p:nvPr>
            <p:ph idx="4" type="subTitle"/>
          </p:nvPr>
        </p:nvSpPr>
        <p:spPr>
          <a:xfrm>
            <a:off x="3579900" y="2292225"/>
            <a:ext cx="19842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Die Venus ist ein Gesteinsplanet</a:t>
            </a:r>
            <a:endParaRPr>
              <a:solidFill>
                <a:schemeClr val="dk1"/>
              </a:solidFill>
            </a:endParaRPr>
          </a:p>
        </p:txBody>
      </p:sp>
      <p:sp>
        <p:nvSpPr>
          <p:cNvPr id="310" name="Google Shape;310;p34"/>
          <p:cNvSpPr txBox="1"/>
          <p:nvPr>
            <p:ph idx="5" type="title"/>
          </p:nvPr>
        </p:nvSpPr>
        <p:spPr>
          <a:xfrm>
            <a:off x="1110120" y="3777009"/>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311" name="Google Shape;311;p34"/>
          <p:cNvSpPr txBox="1"/>
          <p:nvPr>
            <p:ph idx="6" type="subTitle"/>
          </p:nvPr>
        </p:nvSpPr>
        <p:spPr>
          <a:xfrm>
            <a:off x="1110120" y="4063650"/>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Jupiter ist der</a:t>
            </a:r>
            <a:endParaRPr>
              <a:solidFill>
                <a:schemeClr val="dk1"/>
              </a:solidFill>
            </a:endParaRPr>
          </a:p>
          <a:p>
            <a:pPr indent="0" lvl="0" marL="0" rtl="0" algn="ctr">
              <a:spcBef>
                <a:spcPts val="0"/>
              </a:spcBef>
              <a:spcAft>
                <a:spcPts val="0"/>
              </a:spcAft>
              <a:buClr>
                <a:schemeClr val="dk1"/>
              </a:buClr>
              <a:buSzPts val="1100"/>
              <a:buFont typeface="Arial"/>
              <a:buNone/>
            </a:pPr>
            <a:r>
              <a:rPr lang="en">
                <a:solidFill>
                  <a:schemeClr val="dk1"/>
                </a:solidFill>
              </a:rPr>
              <a:t>größte Planet</a:t>
            </a:r>
            <a:endParaRPr>
              <a:solidFill>
                <a:schemeClr val="dk1"/>
              </a:solidFill>
            </a:endParaRPr>
          </a:p>
        </p:txBody>
      </p:sp>
      <p:sp>
        <p:nvSpPr>
          <p:cNvPr id="312" name="Google Shape;312;p34"/>
          <p:cNvSpPr txBox="1"/>
          <p:nvPr>
            <p:ph idx="7" type="title"/>
          </p:nvPr>
        </p:nvSpPr>
        <p:spPr>
          <a:xfrm>
            <a:off x="3579900" y="3777009"/>
            <a:ext cx="1984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313" name="Google Shape;313;p34"/>
          <p:cNvSpPr txBox="1"/>
          <p:nvPr>
            <p:ph idx="8" type="subTitle"/>
          </p:nvPr>
        </p:nvSpPr>
        <p:spPr>
          <a:xfrm>
            <a:off x="3579900" y="4063650"/>
            <a:ext cx="19842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Der Saturn ist der Planet mit Ringen</a:t>
            </a:r>
            <a:endParaRPr/>
          </a:p>
        </p:txBody>
      </p:sp>
      <p:sp>
        <p:nvSpPr>
          <p:cNvPr id="314" name="Google Shape;314;p34"/>
          <p:cNvSpPr/>
          <p:nvPr/>
        </p:nvSpPr>
        <p:spPr>
          <a:xfrm>
            <a:off x="1783020" y="3038453"/>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4"/>
          <p:cNvSpPr/>
          <p:nvPr/>
        </p:nvSpPr>
        <p:spPr>
          <a:xfrm>
            <a:off x="4251900" y="3038453"/>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4"/>
          <p:cNvSpPr/>
          <p:nvPr/>
        </p:nvSpPr>
        <p:spPr>
          <a:xfrm>
            <a:off x="6720777" y="3038453"/>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4"/>
          <p:cNvSpPr/>
          <p:nvPr/>
        </p:nvSpPr>
        <p:spPr>
          <a:xfrm>
            <a:off x="6720777" y="1275572"/>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4"/>
          <p:cNvSpPr/>
          <p:nvPr/>
        </p:nvSpPr>
        <p:spPr>
          <a:xfrm>
            <a:off x="4251900" y="1275572"/>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4"/>
          <p:cNvSpPr/>
          <p:nvPr/>
        </p:nvSpPr>
        <p:spPr>
          <a:xfrm>
            <a:off x="1783020" y="1275572"/>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5"/>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Delisha Background</a:t>
            </a:r>
            <a:endParaRPr/>
          </a:p>
        </p:txBody>
      </p:sp>
      <p:sp>
        <p:nvSpPr>
          <p:cNvPr id="325" name="Google Shape;325;p35"/>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26" name="Google Shape;326;p35"/>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Geography, culture/language, brief economic context</a:t>
            </a:r>
            <a:endParaRPr/>
          </a:p>
        </p:txBody>
      </p:sp>
      <p:cxnSp>
        <p:nvCxnSpPr>
          <p:cNvPr id="327" name="Google Shape;327;p35"/>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6"/>
          <p:cNvSpPr txBox="1"/>
          <p:nvPr>
            <p:ph idx="2" type="title"/>
          </p:nvPr>
        </p:nvSpPr>
        <p:spPr>
          <a:xfrm>
            <a:off x="720000" y="1204675"/>
            <a:ext cx="2466300" cy="334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
        <p:nvSpPr>
          <p:cNvPr id="333" name="Google Shape;333;p36"/>
          <p:cNvSpPr txBox="1"/>
          <p:nvPr>
            <p:ph idx="2" type="title"/>
          </p:nvPr>
        </p:nvSpPr>
        <p:spPr>
          <a:xfrm>
            <a:off x="3334825" y="1204675"/>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
          <p:cNvSpPr txBox="1"/>
          <p:nvPr>
            <p:ph idx="2" type="title"/>
          </p:nvPr>
        </p:nvSpPr>
        <p:spPr>
          <a:xfrm>
            <a:off x="5949650" y="1204800"/>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6"/>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Geography</a:t>
            </a:r>
            <a:endParaRPr b="1" sz="1700"/>
          </a:p>
        </p:txBody>
      </p:sp>
      <p:sp>
        <p:nvSpPr>
          <p:cNvPr id="336" name="Google Shape;336;p36"/>
          <p:cNvSpPr txBox="1"/>
          <p:nvPr>
            <p:ph idx="2" type="title"/>
          </p:nvPr>
        </p:nvSpPr>
        <p:spPr>
          <a:xfrm>
            <a:off x="333482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Culture/Language </a:t>
            </a:r>
            <a:endParaRPr sz="1600"/>
          </a:p>
        </p:txBody>
      </p:sp>
      <p:sp>
        <p:nvSpPr>
          <p:cNvPr id="337" name="Google Shape;337;p36"/>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Economic Co</a:t>
            </a:r>
            <a:r>
              <a:rPr b="1" lang="en" sz="1700"/>
              <a:t>ntext</a:t>
            </a:r>
            <a:r>
              <a:rPr b="1" lang="en" sz="1700"/>
              <a:t>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a:t>
            </a:r>
            <a:r>
              <a:rPr lang="en"/>
              <a:t>Global</a:t>
            </a:r>
            <a:r>
              <a:rPr lang="en"/>
              <a:t> Issue</a:t>
            </a:r>
            <a:endParaRPr/>
          </a:p>
        </p:txBody>
      </p:sp>
      <p:sp>
        <p:nvSpPr>
          <p:cNvPr id="343" name="Google Shape;343;p37"/>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44" name="Google Shape;344;p37"/>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Define issue, explain global importance, key facts</a:t>
            </a:r>
            <a:endParaRPr sz="1700">
              <a:solidFill>
                <a:srgbClr val="64748B"/>
              </a:solidFill>
              <a:highlight>
                <a:srgbClr val="FFFFFF"/>
              </a:highlight>
              <a:latin typeface="Arial"/>
              <a:ea typeface="Arial"/>
              <a:cs typeface="Arial"/>
              <a:sym typeface="Arial"/>
            </a:endParaRPr>
          </a:p>
          <a:p>
            <a:pPr indent="0" lvl="0" marL="0" rtl="0" algn="l">
              <a:lnSpc>
                <a:spcPct val="115000"/>
              </a:lnSpc>
              <a:spcBef>
                <a:spcPts val="0"/>
              </a:spcBef>
              <a:spcAft>
                <a:spcPts val="0"/>
              </a:spcAft>
              <a:buNone/>
            </a:pPr>
            <a:r>
              <a:t/>
            </a:r>
            <a:endParaRPr sz="1100">
              <a:latin typeface="Arial"/>
              <a:ea typeface="Arial"/>
              <a:cs typeface="Arial"/>
              <a:sym typeface="Arial"/>
            </a:endParaRPr>
          </a:p>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INHALTSVERZEICHNIS</a:t>
            </a:r>
            <a:endParaRPr/>
          </a:p>
        </p:txBody>
      </p:sp>
      <p:sp>
        <p:nvSpPr>
          <p:cNvPr id="350" name="Google Shape;350;p38"/>
          <p:cNvSpPr txBox="1"/>
          <p:nvPr>
            <p:ph idx="2" type="title"/>
          </p:nvPr>
        </p:nvSpPr>
        <p:spPr>
          <a:xfrm>
            <a:off x="1605703" y="1508078"/>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LEHRMETHODE</a:t>
            </a:r>
            <a:endParaRPr/>
          </a:p>
        </p:txBody>
      </p:sp>
      <p:sp>
        <p:nvSpPr>
          <p:cNvPr id="351" name="Google Shape;351;p38"/>
          <p:cNvSpPr txBox="1"/>
          <p:nvPr>
            <p:ph idx="1" type="subTitle"/>
          </p:nvPr>
        </p:nvSpPr>
        <p:spPr>
          <a:xfrm>
            <a:off x="1605703" y="2035765"/>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52" name="Google Shape;352;p38"/>
          <p:cNvSpPr txBox="1"/>
          <p:nvPr>
            <p:ph idx="3" type="title"/>
          </p:nvPr>
        </p:nvSpPr>
        <p:spPr>
          <a:xfrm>
            <a:off x="5578397" y="1510685"/>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UNSERE LEHRER</a:t>
            </a:r>
            <a:endParaRPr/>
          </a:p>
        </p:txBody>
      </p:sp>
      <p:sp>
        <p:nvSpPr>
          <p:cNvPr id="353" name="Google Shape;353;p38"/>
          <p:cNvSpPr txBox="1"/>
          <p:nvPr>
            <p:ph idx="4" type="subTitle"/>
          </p:nvPr>
        </p:nvSpPr>
        <p:spPr>
          <a:xfrm>
            <a:off x="5578397" y="2035055"/>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54" name="Google Shape;354;p38"/>
          <p:cNvSpPr txBox="1"/>
          <p:nvPr>
            <p:ph idx="5" type="title"/>
          </p:nvPr>
        </p:nvSpPr>
        <p:spPr>
          <a:xfrm>
            <a:off x="1605703" y="3169253"/>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UNSERE BEREICHE</a:t>
            </a:r>
            <a:endParaRPr/>
          </a:p>
        </p:txBody>
      </p:sp>
      <p:sp>
        <p:nvSpPr>
          <p:cNvPr id="355" name="Google Shape;355;p38"/>
          <p:cNvSpPr txBox="1"/>
          <p:nvPr>
            <p:ph idx="6" type="subTitle"/>
          </p:nvPr>
        </p:nvSpPr>
        <p:spPr>
          <a:xfrm>
            <a:off x="1605703" y="3696953"/>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56" name="Google Shape;356;p38"/>
          <p:cNvSpPr txBox="1"/>
          <p:nvPr>
            <p:ph idx="7" type="title"/>
          </p:nvPr>
        </p:nvSpPr>
        <p:spPr>
          <a:xfrm>
            <a:off x="5578397" y="3165749"/>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REGISTRIERUNGS</a:t>
            </a:r>
            <a:endParaRPr/>
          </a:p>
        </p:txBody>
      </p:sp>
      <p:sp>
        <p:nvSpPr>
          <p:cNvPr id="357" name="Google Shape;357;p38"/>
          <p:cNvSpPr txBox="1"/>
          <p:nvPr>
            <p:ph idx="8" type="subTitle"/>
          </p:nvPr>
        </p:nvSpPr>
        <p:spPr>
          <a:xfrm>
            <a:off x="5578397" y="3699263"/>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58" name="Google Shape;358;p38"/>
          <p:cNvSpPr txBox="1"/>
          <p:nvPr>
            <p:ph idx="9" type="title"/>
          </p:nvPr>
        </p:nvSpPr>
        <p:spPr>
          <a:xfrm>
            <a:off x="4749503" y="1627829"/>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59" name="Google Shape;359;p38"/>
          <p:cNvSpPr txBox="1"/>
          <p:nvPr>
            <p:ph idx="15" type="title"/>
          </p:nvPr>
        </p:nvSpPr>
        <p:spPr>
          <a:xfrm>
            <a:off x="776803" y="3291053"/>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60" name="Google Shape;360;p38"/>
          <p:cNvSpPr txBox="1"/>
          <p:nvPr>
            <p:ph idx="13" type="title"/>
          </p:nvPr>
        </p:nvSpPr>
        <p:spPr>
          <a:xfrm>
            <a:off x="4749503" y="3292037"/>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61" name="Google Shape;361;p38"/>
          <p:cNvSpPr txBox="1"/>
          <p:nvPr>
            <p:ph idx="14" type="title"/>
          </p:nvPr>
        </p:nvSpPr>
        <p:spPr>
          <a:xfrm>
            <a:off x="776803" y="1628802"/>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9"/>
          <p:cNvSpPr txBox="1"/>
          <p:nvPr>
            <p:ph type="title"/>
          </p:nvPr>
        </p:nvSpPr>
        <p:spPr>
          <a:xfrm>
            <a:off x="2151750" y="1436838"/>
            <a:ext cx="4840500" cy="7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EINFÜHRUNG</a:t>
            </a:r>
            <a:endParaRPr/>
          </a:p>
        </p:txBody>
      </p:sp>
      <p:sp>
        <p:nvSpPr>
          <p:cNvPr id="367" name="Google Shape;367;p39"/>
          <p:cNvSpPr txBox="1"/>
          <p:nvPr>
            <p:ph idx="1" type="subTitle"/>
          </p:nvPr>
        </p:nvSpPr>
        <p:spPr>
          <a:xfrm>
            <a:off x="2151750" y="2239663"/>
            <a:ext cx="4840500" cy="1467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Hier kannst du eine kurze Beschreibung des Themas geben, über das du sprechen möchtest. Wenn du zum Beispiel über den Merkur sprechen willst, könntest du sagen, dass er der kleinste Planet im gesamten Sonnensystem ist</a:t>
            </a:r>
            <a:endParaRPr/>
          </a:p>
        </p:txBody>
      </p:sp>
      <p:cxnSp>
        <p:nvCxnSpPr>
          <p:cNvPr id="368" name="Google Shape;368;p39"/>
          <p:cNvCxnSpPr/>
          <p:nvPr/>
        </p:nvCxnSpPr>
        <p:spPr>
          <a:xfrm>
            <a:off x="2243100" y="2178988"/>
            <a:ext cx="4657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0"/>
          <p:cNvSpPr txBox="1"/>
          <p:nvPr>
            <p:ph type="title"/>
          </p:nvPr>
        </p:nvSpPr>
        <p:spPr>
          <a:xfrm>
            <a:off x="1638575" y="3400400"/>
            <a:ext cx="5874600" cy="53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—JEMAND BERÜHMT</a:t>
            </a:r>
            <a:endParaRPr/>
          </a:p>
        </p:txBody>
      </p:sp>
      <p:sp>
        <p:nvSpPr>
          <p:cNvPr id="374" name="Google Shape;374;p40"/>
          <p:cNvSpPr txBox="1"/>
          <p:nvPr>
            <p:ph idx="1" type="subTitle"/>
          </p:nvPr>
        </p:nvSpPr>
        <p:spPr>
          <a:xfrm>
            <a:off x="1634700" y="1287425"/>
            <a:ext cx="5874600" cy="1962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Dies ist ein Zitat, Worte voller Weisheit, die jemand Wichtiges gesagt hat und die den Leser inspirieren können.”</a:t>
            </a:r>
            <a:endParaRPr/>
          </a:p>
        </p:txBody>
      </p:sp>
      <p:cxnSp>
        <p:nvCxnSpPr>
          <p:cNvPr id="375" name="Google Shape;375;p40"/>
          <p:cNvCxnSpPr/>
          <p:nvPr/>
        </p:nvCxnSpPr>
        <p:spPr>
          <a:xfrm>
            <a:off x="1939825" y="3286825"/>
            <a:ext cx="5459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txBox="1"/>
          <p:nvPr>
            <p:ph type="title"/>
          </p:nvPr>
        </p:nvSpPr>
        <p:spPr>
          <a:xfrm>
            <a:off x="1721250" y="1263963"/>
            <a:ext cx="57015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GENIALEWORTE</a:t>
            </a:r>
            <a:endParaRPr/>
          </a:p>
        </p:txBody>
      </p:sp>
      <p:cxnSp>
        <p:nvCxnSpPr>
          <p:cNvPr id="381" name="Google Shape;381;p41"/>
          <p:cNvCxnSpPr/>
          <p:nvPr/>
        </p:nvCxnSpPr>
        <p:spPr>
          <a:xfrm>
            <a:off x="2171700" y="3879538"/>
            <a:ext cx="48006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WAS ZEICHNET UNS AUS?</a:t>
            </a:r>
            <a:endParaRPr/>
          </a:p>
        </p:txBody>
      </p:sp>
      <p:sp>
        <p:nvSpPr>
          <p:cNvPr id="387" name="Google Shape;387;p42"/>
          <p:cNvSpPr txBox="1"/>
          <p:nvPr>
            <p:ph idx="2" type="title"/>
          </p:nvPr>
        </p:nvSpPr>
        <p:spPr>
          <a:xfrm>
            <a:off x="937700" y="2812083"/>
            <a:ext cx="21753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MERKUR</a:t>
            </a:r>
            <a:endParaRPr/>
          </a:p>
        </p:txBody>
      </p:sp>
      <p:sp>
        <p:nvSpPr>
          <p:cNvPr id="388" name="Google Shape;388;p42"/>
          <p:cNvSpPr txBox="1"/>
          <p:nvPr>
            <p:ph idx="1" type="subTitle"/>
          </p:nvPr>
        </p:nvSpPr>
        <p:spPr>
          <a:xfrm>
            <a:off x="937700" y="3145757"/>
            <a:ext cx="21753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 Merkur ist der sonnennächste Planet und der kleinste</a:t>
            </a:r>
            <a:endParaRPr/>
          </a:p>
        </p:txBody>
      </p:sp>
      <p:sp>
        <p:nvSpPr>
          <p:cNvPr id="389" name="Google Shape;389;p42"/>
          <p:cNvSpPr txBox="1"/>
          <p:nvPr>
            <p:ph idx="3" type="title"/>
          </p:nvPr>
        </p:nvSpPr>
        <p:spPr>
          <a:xfrm>
            <a:off x="3484421" y="2812083"/>
            <a:ext cx="21753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390" name="Google Shape;390;p42"/>
          <p:cNvSpPr txBox="1"/>
          <p:nvPr>
            <p:ph idx="4" type="subTitle"/>
          </p:nvPr>
        </p:nvSpPr>
        <p:spPr>
          <a:xfrm>
            <a:off x="3484422" y="3145757"/>
            <a:ext cx="21753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Clr>
                <a:schemeClr val="dk1"/>
              </a:buClr>
              <a:buSzPts val="1100"/>
              <a:buFont typeface="Arial"/>
              <a:buNone/>
            </a:pPr>
            <a:r>
              <a:rPr lang="en"/>
              <a:t>Venus ist ein Gesteinsplanet und das zweithellste Objekt</a:t>
            </a:r>
            <a:endParaRPr/>
          </a:p>
        </p:txBody>
      </p:sp>
      <p:sp>
        <p:nvSpPr>
          <p:cNvPr id="391" name="Google Shape;391;p42"/>
          <p:cNvSpPr txBox="1"/>
          <p:nvPr>
            <p:ph idx="5" type="title"/>
          </p:nvPr>
        </p:nvSpPr>
        <p:spPr>
          <a:xfrm>
            <a:off x="6031149" y="2812083"/>
            <a:ext cx="21753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392" name="Google Shape;392;p42"/>
          <p:cNvSpPr txBox="1"/>
          <p:nvPr>
            <p:ph idx="6" type="subTitle"/>
          </p:nvPr>
        </p:nvSpPr>
        <p:spPr>
          <a:xfrm>
            <a:off x="6031150" y="3145757"/>
            <a:ext cx="21753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Obwohl er rot ist, ist der Mars eigentlich sehr kalt. Er hat zwei Monde! </a:t>
            </a:r>
            <a:endParaRPr/>
          </a:p>
        </p:txBody>
      </p:sp>
      <p:sp>
        <p:nvSpPr>
          <p:cNvPr id="393" name="Google Shape;393;p42"/>
          <p:cNvSpPr/>
          <p:nvPr/>
        </p:nvSpPr>
        <p:spPr>
          <a:xfrm>
            <a:off x="1655124" y="1846783"/>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2"/>
          <p:cNvSpPr/>
          <p:nvPr/>
        </p:nvSpPr>
        <p:spPr>
          <a:xfrm>
            <a:off x="4206300" y="1846783"/>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2"/>
          <p:cNvSpPr/>
          <p:nvPr/>
        </p:nvSpPr>
        <p:spPr>
          <a:xfrm>
            <a:off x="6757476" y="1846783"/>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 name="Google Shape;396;p42"/>
          <p:cNvGrpSpPr/>
          <p:nvPr/>
        </p:nvGrpSpPr>
        <p:grpSpPr>
          <a:xfrm>
            <a:off x="6888855" y="1991483"/>
            <a:ext cx="457183" cy="441967"/>
            <a:chOff x="6870193" y="2295620"/>
            <a:chExt cx="360356" cy="343462"/>
          </a:xfrm>
        </p:grpSpPr>
        <p:sp>
          <p:nvSpPr>
            <p:cNvPr id="397" name="Google Shape;397;p42"/>
            <p:cNvSpPr/>
            <p:nvPr/>
          </p:nvSpPr>
          <p:spPr>
            <a:xfrm>
              <a:off x="6870193" y="2295620"/>
              <a:ext cx="360356" cy="343462"/>
            </a:xfrm>
            <a:custGeom>
              <a:rect b="b" l="l" r="r" t="t"/>
              <a:pathLst>
                <a:path extrusionOk="0" h="10816" w="11348">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2"/>
            <p:cNvSpPr/>
            <p:nvPr/>
          </p:nvSpPr>
          <p:spPr>
            <a:xfrm>
              <a:off x="6920842" y="2577064"/>
              <a:ext cx="36709" cy="36677"/>
            </a:xfrm>
            <a:custGeom>
              <a:rect b="b" l="l" r="r" t="t"/>
              <a:pathLst>
                <a:path extrusionOk="0" h="1155" w="1156">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 name="Google Shape;399;p42"/>
          <p:cNvGrpSpPr/>
          <p:nvPr/>
        </p:nvGrpSpPr>
        <p:grpSpPr>
          <a:xfrm>
            <a:off x="1786507" y="1983886"/>
            <a:ext cx="468647" cy="457186"/>
            <a:chOff x="860940" y="2746477"/>
            <a:chExt cx="371883" cy="365691"/>
          </a:xfrm>
        </p:grpSpPr>
        <p:sp>
          <p:nvSpPr>
            <p:cNvPr id="400" name="Google Shape;400;p42"/>
            <p:cNvSpPr/>
            <p:nvPr/>
          </p:nvSpPr>
          <p:spPr>
            <a:xfrm>
              <a:off x="908191" y="3026302"/>
              <a:ext cx="30294" cy="28961"/>
            </a:xfrm>
            <a:custGeom>
              <a:rect b="b" l="l" r="r" t="t"/>
              <a:pathLst>
                <a:path extrusionOk="0" h="912" w="954">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2"/>
            <p:cNvSpPr/>
            <p:nvPr/>
          </p:nvSpPr>
          <p:spPr>
            <a:xfrm>
              <a:off x="943757" y="3061836"/>
              <a:ext cx="30263" cy="28961"/>
            </a:xfrm>
            <a:custGeom>
              <a:rect b="b" l="l" r="r" t="t"/>
              <a:pathLst>
                <a:path extrusionOk="0" h="912" w="953">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2"/>
            <p:cNvSpPr/>
            <p:nvPr/>
          </p:nvSpPr>
          <p:spPr>
            <a:xfrm>
              <a:off x="926355" y="3044085"/>
              <a:ext cx="29881" cy="28579"/>
            </a:xfrm>
            <a:custGeom>
              <a:rect b="b" l="l" r="r" t="t"/>
              <a:pathLst>
                <a:path extrusionOk="0" h="900" w="941">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2"/>
            <p:cNvSpPr/>
            <p:nvPr/>
          </p:nvSpPr>
          <p:spPr>
            <a:xfrm>
              <a:off x="860940" y="2746477"/>
              <a:ext cx="371883" cy="365691"/>
            </a:xfrm>
            <a:custGeom>
              <a:rect b="b" l="l" r="r" t="t"/>
              <a:pathLst>
                <a:path extrusionOk="0" h="11516" w="11711">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2"/>
            <p:cNvSpPr/>
            <p:nvPr/>
          </p:nvSpPr>
          <p:spPr>
            <a:xfrm>
              <a:off x="1070396" y="2832057"/>
              <a:ext cx="90406" cy="69035"/>
            </a:xfrm>
            <a:custGeom>
              <a:rect b="b" l="l" r="r" t="t"/>
              <a:pathLst>
                <a:path extrusionOk="0" h="2174" w="2847">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 name="Google Shape;405;p42"/>
          <p:cNvGrpSpPr/>
          <p:nvPr/>
        </p:nvGrpSpPr>
        <p:grpSpPr>
          <a:xfrm>
            <a:off x="4343391" y="2004652"/>
            <a:ext cx="457212" cy="415642"/>
            <a:chOff x="5765817" y="3227724"/>
            <a:chExt cx="364865" cy="324822"/>
          </a:xfrm>
        </p:grpSpPr>
        <p:sp>
          <p:nvSpPr>
            <p:cNvPr id="406" name="Google Shape;406;p42"/>
            <p:cNvSpPr/>
            <p:nvPr/>
          </p:nvSpPr>
          <p:spPr>
            <a:xfrm>
              <a:off x="5765817" y="3227724"/>
              <a:ext cx="364865" cy="324822"/>
            </a:xfrm>
            <a:custGeom>
              <a:rect b="b" l="l" r="r" t="t"/>
              <a:pathLst>
                <a:path extrusionOk="0" h="10229" w="11490">
                  <a:moveTo>
                    <a:pt x="8287" y="370"/>
                  </a:moveTo>
                  <a:cubicBezTo>
                    <a:pt x="9871" y="370"/>
                    <a:pt x="11157" y="1656"/>
                    <a:pt x="11157" y="3251"/>
                  </a:cubicBezTo>
                  <a:cubicBezTo>
                    <a:pt x="11133" y="4037"/>
                    <a:pt x="10847" y="4870"/>
                    <a:pt x="10299" y="5751"/>
                  </a:cubicBezTo>
                  <a:cubicBezTo>
                    <a:pt x="9847" y="6442"/>
                    <a:pt x="9216" y="7156"/>
                    <a:pt x="8418" y="7871"/>
                  </a:cubicBezTo>
                  <a:cubicBezTo>
                    <a:pt x="7263" y="8918"/>
                    <a:pt x="6084" y="9645"/>
                    <a:pt x="5763" y="9835"/>
                  </a:cubicBezTo>
                  <a:cubicBezTo>
                    <a:pt x="5430" y="9645"/>
                    <a:pt x="4251" y="8930"/>
                    <a:pt x="3096" y="7895"/>
                  </a:cubicBezTo>
                  <a:cubicBezTo>
                    <a:pt x="2310" y="7180"/>
                    <a:pt x="1667" y="6466"/>
                    <a:pt x="1215" y="5763"/>
                  </a:cubicBezTo>
                  <a:cubicBezTo>
                    <a:pt x="667" y="4894"/>
                    <a:pt x="381" y="4049"/>
                    <a:pt x="381" y="3251"/>
                  </a:cubicBezTo>
                  <a:cubicBezTo>
                    <a:pt x="381" y="1668"/>
                    <a:pt x="1667" y="370"/>
                    <a:pt x="3263" y="370"/>
                  </a:cubicBezTo>
                  <a:cubicBezTo>
                    <a:pt x="4191" y="370"/>
                    <a:pt x="5084" y="834"/>
                    <a:pt x="5620" y="1608"/>
                  </a:cubicBezTo>
                  <a:cubicBezTo>
                    <a:pt x="5656" y="1656"/>
                    <a:pt x="5715" y="1679"/>
                    <a:pt x="5775" y="1679"/>
                  </a:cubicBezTo>
                  <a:cubicBezTo>
                    <a:pt x="5834" y="1679"/>
                    <a:pt x="5894" y="1656"/>
                    <a:pt x="5918" y="1608"/>
                  </a:cubicBezTo>
                  <a:cubicBezTo>
                    <a:pt x="6454" y="834"/>
                    <a:pt x="7335" y="370"/>
                    <a:pt x="8287" y="370"/>
                  </a:cubicBezTo>
                  <a:close/>
                  <a:moveTo>
                    <a:pt x="3227" y="1"/>
                  </a:moveTo>
                  <a:cubicBezTo>
                    <a:pt x="1441" y="1"/>
                    <a:pt x="0" y="1441"/>
                    <a:pt x="0" y="3227"/>
                  </a:cubicBezTo>
                  <a:cubicBezTo>
                    <a:pt x="0" y="4108"/>
                    <a:pt x="298" y="5013"/>
                    <a:pt x="893" y="5942"/>
                  </a:cubicBezTo>
                  <a:cubicBezTo>
                    <a:pt x="1370" y="6668"/>
                    <a:pt x="2001" y="7418"/>
                    <a:pt x="2822" y="8145"/>
                  </a:cubicBezTo>
                  <a:cubicBezTo>
                    <a:pt x="4203" y="9383"/>
                    <a:pt x="5620" y="10181"/>
                    <a:pt x="5632" y="10192"/>
                  </a:cubicBezTo>
                  <a:cubicBezTo>
                    <a:pt x="5668" y="10216"/>
                    <a:pt x="5692" y="10228"/>
                    <a:pt x="5727" y="10228"/>
                  </a:cubicBezTo>
                  <a:cubicBezTo>
                    <a:pt x="5751" y="10228"/>
                    <a:pt x="5787" y="10216"/>
                    <a:pt x="5811" y="10192"/>
                  </a:cubicBezTo>
                  <a:cubicBezTo>
                    <a:pt x="5834" y="10181"/>
                    <a:pt x="7239" y="9395"/>
                    <a:pt x="8632" y="8145"/>
                  </a:cubicBezTo>
                  <a:cubicBezTo>
                    <a:pt x="9442" y="7418"/>
                    <a:pt x="10097" y="6668"/>
                    <a:pt x="10561" y="5942"/>
                  </a:cubicBezTo>
                  <a:cubicBezTo>
                    <a:pt x="11157" y="5013"/>
                    <a:pt x="11454" y="4108"/>
                    <a:pt x="11454" y="3227"/>
                  </a:cubicBezTo>
                  <a:cubicBezTo>
                    <a:pt x="11490" y="1441"/>
                    <a:pt x="10049" y="1"/>
                    <a:pt x="8263" y="1"/>
                  </a:cubicBezTo>
                  <a:cubicBezTo>
                    <a:pt x="7275" y="1"/>
                    <a:pt x="6358" y="453"/>
                    <a:pt x="5739" y="1203"/>
                  </a:cubicBezTo>
                  <a:cubicBezTo>
                    <a:pt x="5132" y="453"/>
                    <a:pt x="4203" y="1"/>
                    <a:pt x="32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2"/>
            <p:cNvSpPr/>
            <p:nvPr/>
          </p:nvSpPr>
          <p:spPr>
            <a:xfrm>
              <a:off x="6022144" y="3250429"/>
              <a:ext cx="85484" cy="84341"/>
            </a:xfrm>
            <a:custGeom>
              <a:rect b="b" l="l" r="r" t="t"/>
              <a:pathLst>
                <a:path extrusionOk="0" h="2656" w="2692">
                  <a:moveTo>
                    <a:pt x="191" y="0"/>
                  </a:moveTo>
                  <a:cubicBezTo>
                    <a:pt x="84" y="0"/>
                    <a:pt x="1" y="72"/>
                    <a:pt x="1" y="179"/>
                  </a:cubicBezTo>
                  <a:cubicBezTo>
                    <a:pt x="1" y="286"/>
                    <a:pt x="84" y="357"/>
                    <a:pt x="191" y="357"/>
                  </a:cubicBezTo>
                  <a:cubicBezTo>
                    <a:pt x="1346" y="357"/>
                    <a:pt x="2311" y="1310"/>
                    <a:pt x="2334" y="2477"/>
                  </a:cubicBezTo>
                  <a:cubicBezTo>
                    <a:pt x="2334" y="2572"/>
                    <a:pt x="2406" y="2655"/>
                    <a:pt x="2513" y="2655"/>
                  </a:cubicBezTo>
                  <a:cubicBezTo>
                    <a:pt x="2608" y="2655"/>
                    <a:pt x="2692" y="2560"/>
                    <a:pt x="2692" y="2477"/>
                  </a:cubicBezTo>
                  <a:cubicBezTo>
                    <a:pt x="2668" y="1107"/>
                    <a:pt x="1561"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2"/>
            <p:cNvSpPr/>
            <p:nvPr/>
          </p:nvSpPr>
          <p:spPr>
            <a:xfrm>
              <a:off x="5862987" y="3250429"/>
              <a:ext cx="73386" cy="43504"/>
            </a:xfrm>
            <a:custGeom>
              <a:rect b="b" l="l" r="r" t="t"/>
              <a:pathLst>
                <a:path extrusionOk="0" h="1370" w="2311">
                  <a:moveTo>
                    <a:pt x="179" y="0"/>
                  </a:moveTo>
                  <a:cubicBezTo>
                    <a:pt x="72" y="0"/>
                    <a:pt x="0" y="72"/>
                    <a:pt x="0" y="179"/>
                  </a:cubicBezTo>
                  <a:cubicBezTo>
                    <a:pt x="0" y="286"/>
                    <a:pt x="72" y="357"/>
                    <a:pt x="179" y="357"/>
                  </a:cubicBezTo>
                  <a:cubicBezTo>
                    <a:pt x="881" y="357"/>
                    <a:pt x="1548" y="703"/>
                    <a:pt x="1953" y="1298"/>
                  </a:cubicBezTo>
                  <a:cubicBezTo>
                    <a:pt x="1989" y="1334"/>
                    <a:pt x="2036" y="1369"/>
                    <a:pt x="2108" y="1369"/>
                  </a:cubicBezTo>
                  <a:cubicBezTo>
                    <a:pt x="2131" y="1369"/>
                    <a:pt x="2179" y="1357"/>
                    <a:pt x="2203" y="1334"/>
                  </a:cubicBezTo>
                  <a:cubicBezTo>
                    <a:pt x="2286" y="1286"/>
                    <a:pt x="2310" y="1179"/>
                    <a:pt x="2251" y="1084"/>
                  </a:cubicBezTo>
                  <a:cubicBezTo>
                    <a:pt x="1786" y="405"/>
                    <a:pt x="1012" y="0"/>
                    <a:pt x="1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 LEBENSLAUF</a:t>
            </a:r>
            <a:endParaRPr/>
          </a:p>
        </p:txBody>
      </p:sp>
      <p:grpSp>
        <p:nvGrpSpPr>
          <p:cNvPr id="414" name="Google Shape;414;p43"/>
          <p:cNvGrpSpPr/>
          <p:nvPr/>
        </p:nvGrpSpPr>
        <p:grpSpPr>
          <a:xfrm rot="-5400000">
            <a:off x="7347623" y="3267950"/>
            <a:ext cx="839636" cy="839636"/>
            <a:chOff x="4045063" y="635665"/>
            <a:chExt cx="868200" cy="868200"/>
          </a:xfrm>
        </p:grpSpPr>
        <p:sp>
          <p:nvSpPr>
            <p:cNvPr id="415" name="Google Shape;415;p43"/>
            <p:cNvSpPr/>
            <p:nvPr/>
          </p:nvSpPr>
          <p:spPr>
            <a:xfrm>
              <a:off x="4049799" y="640401"/>
              <a:ext cx="858900" cy="858900"/>
            </a:xfrm>
            <a:prstGeom prst="donut">
              <a:avLst>
                <a:gd fmla="val 1193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16" name="Google Shape;416;p43"/>
            <p:cNvSpPr/>
            <p:nvPr/>
          </p:nvSpPr>
          <p:spPr>
            <a:xfrm>
              <a:off x="4045063" y="635665"/>
              <a:ext cx="868200" cy="868200"/>
            </a:xfrm>
            <a:prstGeom prst="blockArc">
              <a:avLst>
                <a:gd fmla="val 26082" name="adj1"/>
                <a:gd fmla="val 16256715" name="adj2"/>
                <a:gd fmla="val 12710" name="adj3"/>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grpSp>
      <p:sp>
        <p:nvSpPr>
          <p:cNvPr id="417" name="Google Shape;417;p43"/>
          <p:cNvSpPr txBox="1"/>
          <p:nvPr/>
        </p:nvSpPr>
        <p:spPr>
          <a:xfrm>
            <a:off x="7437509" y="3529267"/>
            <a:ext cx="6609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rbanist"/>
                <a:ea typeface="Urbanist"/>
                <a:cs typeface="Urbanist"/>
                <a:sym typeface="Urbanist"/>
              </a:rPr>
              <a:t>75%</a:t>
            </a:r>
            <a:endParaRPr>
              <a:solidFill>
                <a:schemeClr val="dk1"/>
              </a:solidFill>
              <a:latin typeface="Urbanist"/>
              <a:ea typeface="Urbanist"/>
              <a:cs typeface="Urbanist"/>
              <a:sym typeface="Urbanist"/>
            </a:endParaRPr>
          </a:p>
        </p:txBody>
      </p:sp>
      <p:grpSp>
        <p:nvGrpSpPr>
          <p:cNvPr id="418" name="Google Shape;418;p43"/>
          <p:cNvGrpSpPr/>
          <p:nvPr/>
        </p:nvGrpSpPr>
        <p:grpSpPr>
          <a:xfrm rot="10800000">
            <a:off x="6204623" y="3267680"/>
            <a:ext cx="839636" cy="839636"/>
            <a:chOff x="4045063" y="635665"/>
            <a:chExt cx="868200" cy="868200"/>
          </a:xfrm>
        </p:grpSpPr>
        <p:sp>
          <p:nvSpPr>
            <p:cNvPr id="419" name="Google Shape;419;p43"/>
            <p:cNvSpPr/>
            <p:nvPr/>
          </p:nvSpPr>
          <p:spPr>
            <a:xfrm>
              <a:off x="4049799" y="640401"/>
              <a:ext cx="858900" cy="858900"/>
            </a:xfrm>
            <a:prstGeom prst="donut">
              <a:avLst>
                <a:gd fmla="val 1193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20" name="Google Shape;420;p43"/>
            <p:cNvSpPr/>
            <p:nvPr/>
          </p:nvSpPr>
          <p:spPr>
            <a:xfrm>
              <a:off x="4045063" y="635665"/>
              <a:ext cx="868200" cy="868200"/>
            </a:xfrm>
            <a:prstGeom prst="blockArc">
              <a:avLst>
                <a:gd fmla="val 5400645" name="adj1"/>
                <a:gd fmla="val 16256715" name="adj2"/>
                <a:gd fmla="val 12710"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grpSp>
      <p:sp>
        <p:nvSpPr>
          <p:cNvPr id="421" name="Google Shape;421;p43"/>
          <p:cNvSpPr txBox="1"/>
          <p:nvPr/>
        </p:nvSpPr>
        <p:spPr>
          <a:xfrm>
            <a:off x="6294326" y="3529112"/>
            <a:ext cx="6609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rbanist"/>
                <a:ea typeface="Urbanist"/>
                <a:cs typeface="Urbanist"/>
                <a:sym typeface="Urbanist"/>
              </a:rPr>
              <a:t>50%</a:t>
            </a:r>
            <a:endParaRPr>
              <a:solidFill>
                <a:schemeClr val="dk1"/>
              </a:solidFill>
              <a:latin typeface="Urbanist"/>
              <a:ea typeface="Urbanist"/>
              <a:cs typeface="Urbanist"/>
              <a:sym typeface="Urbanist"/>
            </a:endParaRPr>
          </a:p>
        </p:txBody>
      </p:sp>
      <p:grpSp>
        <p:nvGrpSpPr>
          <p:cNvPr id="422" name="Google Shape;422;p43"/>
          <p:cNvGrpSpPr/>
          <p:nvPr/>
        </p:nvGrpSpPr>
        <p:grpSpPr>
          <a:xfrm rot="5400000">
            <a:off x="5052479" y="3267337"/>
            <a:ext cx="839636" cy="839636"/>
            <a:chOff x="4045063" y="635665"/>
            <a:chExt cx="868200" cy="868200"/>
          </a:xfrm>
        </p:grpSpPr>
        <p:sp>
          <p:nvSpPr>
            <p:cNvPr id="423" name="Google Shape;423;p43"/>
            <p:cNvSpPr/>
            <p:nvPr/>
          </p:nvSpPr>
          <p:spPr>
            <a:xfrm>
              <a:off x="4049799" y="640401"/>
              <a:ext cx="858900" cy="858900"/>
            </a:xfrm>
            <a:prstGeom prst="donut">
              <a:avLst>
                <a:gd fmla="val 1193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24" name="Google Shape;424;p43"/>
            <p:cNvSpPr/>
            <p:nvPr/>
          </p:nvSpPr>
          <p:spPr>
            <a:xfrm>
              <a:off x="4045063" y="635665"/>
              <a:ext cx="868200" cy="868200"/>
            </a:xfrm>
            <a:prstGeom prst="blockArc">
              <a:avLst>
                <a:gd fmla="val 10798115" name="adj1"/>
                <a:gd fmla="val 16256715" name="adj2"/>
                <a:gd fmla="val 12710" name="adj3"/>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grpSp>
      <p:sp>
        <p:nvSpPr>
          <p:cNvPr id="425" name="Google Shape;425;p43"/>
          <p:cNvSpPr txBox="1"/>
          <p:nvPr/>
        </p:nvSpPr>
        <p:spPr>
          <a:xfrm>
            <a:off x="5142295" y="3528957"/>
            <a:ext cx="6609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rbanist"/>
                <a:ea typeface="Urbanist"/>
                <a:cs typeface="Urbanist"/>
                <a:sym typeface="Urbanist"/>
              </a:rPr>
              <a:t>25%</a:t>
            </a:r>
            <a:endParaRPr>
              <a:solidFill>
                <a:schemeClr val="dk1"/>
              </a:solidFill>
              <a:latin typeface="Urbanist"/>
              <a:ea typeface="Urbanist"/>
              <a:cs typeface="Urbanist"/>
              <a:sym typeface="Urbanist"/>
            </a:endParaRPr>
          </a:p>
        </p:txBody>
      </p:sp>
      <p:sp>
        <p:nvSpPr>
          <p:cNvPr id="426" name="Google Shape;426;p43"/>
          <p:cNvSpPr txBox="1"/>
          <p:nvPr/>
        </p:nvSpPr>
        <p:spPr>
          <a:xfrm>
            <a:off x="5132546" y="1737838"/>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VENUS</a:t>
            </a:r>
            <a:endParaRPr sz="1600">
              <a:solidFill>
                <a:schemeClr val="dk1"/>
              </a:solidFill>
              <a:latin typeface="Urbanist"/>
              <a:ea typeface="Urbanist"/>
              <a:cs typeface="Urbanist"/>
              <a:sym typeface="Urbanist"/>
            </a:endParaRPr>
          </a:p>
        </p:txBody>
      </p:sp>
      <p:sp>
        <p:nvSpPr>
          <p:cNvPr id="427" name="Google Shape;427;p43"/>
          <p:cNvSpPr txBox="1"/>
          <p:nvPr/>
        </p:nvSpPr>
        <p:spPr>
          <a:xfrm>
            <a:off x="4809756" y="1293700"/>
            <a:ext cx="3621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MERKMALE</a:t>
            </a:r>
            <a:endParaRPr sz="2400">
              <a:solidFill>
                <a:schemeClr val="dk1"/>
              </a:solidFill>
              <a:latin typeface="Urbanist"/>
              <a:ea typeface="Urbanist"/>
              <a:cs typeface="Urbanist"/>
              <a:sym typeface="Urbanist"/>
            </a:endParaRPr>
          </a:p>
        </p:txBody>
      </p:sp>
      <p:sp>
        <p:nvSpPr>
          <p:cNvPr id="428" name="Google Shape;428;p43"/>
          <p:cNvSpPr txBox="1"/>
          <p:nvPr/>
        </p:nvSpPr>
        <p:spPr>
          <a:xfrm flipH="1">
            <a:off x="794844" y="2972912"/>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429" name="Google Shape;429;p43"/>
          <p:cNvSpPr txBox="1"/>
          <p:nvPr/>
        </p:nvSpPr>
        <p:spPr>
          <a:xfrm flipH="1">
            <a:off x="794844" y="2447158"/>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430" name="Google Shape;430;p43"/>
          <p:cNvSpPr txBox="1"/>
          <p:nvPr/>
        </p:nvSpPr>
        <p:spPr>
          <a:xfrm flipH="1">
            <a:off x="794844" y="3498666"/>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431" name="Google Shape;431;p43"/>
          <p:cNvSpPr txBox="1"/>
          <p:nvPr/>
        </p:nvSpPr>
        <p:spPr>
          <a:xfrm flipH="1">
            <a:off x="794844" y="4024419"/>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432" name="Google Shape;432;p43"/>
          <p:cNvSpPr txBox="1"/>
          <p:nvPr/>
        </p:nvSpPr>
        <p:spPr>
          <a:xfrm>
            <a:off x="1913544" y="297290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Saturn hat mehrere Ringe</a:t>
            </a:r>
            <a:endParaRPr>
              <a:solidFill>
                <a:schemeClr val="dk1"/>
              </a:solidFill>
              <a:latin typeface="Plus Jakarta Sans"/>
              <a:ea typeface="Plus Jakarta Sans"/>
              <a:cs typeface="Plus Jakarta Sans"/>
              <a:sym typeface="Plus Jakarta Sans"/>
            </a:endParaRPr>
          </a:p>
        </p:txBody>
      </p:sp>
      <p:sp>
        <p:nvSpPr>
          <p:cNvPr id="433" name="Google Shape;433;p43"/>
          <p:cNvSpPr txBox="1"/>
          <p:nvPr/>
        </p:nvSpPr>
        <p:spPr>
          <a:xfrm>
            <a:off x="1913544" y="244715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Merkur ist sehr klein</a:t>
            </a:r>
            <a:endParaRPr>
              <a:solidFill>
                <a:schemeClr val="dk1"/>
              </a:solidFill>
              <a:latin typeface="Plus Jakarta Sans"/>
              <a:ea typeface="Plus Jakarta Sans"/>
              <a:cs typeface="Plus Jakarta Sans"/>
              <a:sym typeface="Plus Jakarta Sans"/>
            </a:endParaRPr>
          </a:p>
        </p:txBody>
      </p:sp>
      <p:sp>
        <p:nvSpPr>
          <p:cNvPr id="434" name="Google Shape;434;p43"/>
          <p:cNvSpPr txBox="1"/>
          <p:nvPr/>
        </p:nvSpPr>
        <p:spPr>
          <a:xfrm>
            <a:off x="1913544" y="349865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Venus ist ein heißer Planet</a:t>
            </a:r>
            <a:endParaRPr>
              <a:solidFill>
                <a:schemeClr val="dk1"/>
              </a:solidFill>
              <a:latin typeface="Plus Jakarta Sans"/>
              <a:ea typeface="Plus Jakarta Sans"/>
              <a:cs typeface="Plus Jakarta Sans"/>
              <a:sym typeface="Plus Jakarta Sans"/>
            </a:endParaRPr>
          </a:p>
        </p:txBody>
      </p:sp>
      <p:sp>
        <p:nvSpPr>
          <p:cNvPr id="435" name="Google Shape;435;p43"/>
          <p:cNvSpPr txBox="1"/>
          <p:nvPr/>
        </p:nvSpPr>
        <p:spPr>
          <a:xfrm>
            <a:off x="1913544" y="402440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Neptun ist ein Eisriese</a:t>
            </a:r>
            <a:endParaRPr>
              <a:solidFill>
                <a:schemeClr val="dk1"/>
              </a:solidFill>
              <a:latin typeface="Plus Jakarta Sans"/>
              <a:ea typeface="Plus Jakarta Sans"/>
              <a:cs typeface="Plus Jakarta Sans"/>
              <a:sym typeface="Plus Jakarta Sans"/>
            </a:endParaRPr>
          </a:p>
        </p:txBody>
      </p:sp>
      <p:sp>
        <p:nvSpPr>
          <p:cNvPr id="436" name="Google Shape;436;p43"/>
          <p:cNvSpPr txBox="1"/>
          <p:nvPr/>
        </p:nvSpPr>
        <p:spPr>
          <a:xfrm>
            <a:off x="716150" y="1293675"/>
            <a:ext cx="3621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400">
                <a:solidFill>
                  <a:schemeClr val="dk1"/>
                </a:solidFill>
                <a:latin typeface="Urbanist"/>
                <a:ea typeface="Urbanist"/>
                <a:cs typeface="Urbanist"/>
                <a:sym typeface="Urbanist"/>
              </a:rPr>
              <a:t>EINFÜHRUNG</a:t>
            </a:r>
            <a:endParaRPr sz="2400">
              <a:solidFill>
                <a:schemeClr val="dk1"/>
              </a:solidFill>
              <a:latin typeface="Urbanist"/>
              <a:ea typeface="Urbanist"/>
              <a:cs typeface="Urbanist"/>
              <a:sym typeface="Urbanist"/>
            </a:endParaRPr>
          </a:p>
        </p:txBody>
      </p:sp>
      <p:sp>
        <p:nvSpPr>
          <p:cNvPr id="437" name="Google Shape;437;p43"/>
          <p:cNvSpPr txBox="1"/>
          <p:nvPr/>
        </p:nvSpPr>
        <p:spPr>
          <a:xfrm>
            <a:off x="716150" y="1743725"/>
            <a:ext cx="3619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Plus Jakarta Sans"/>
                <a:ea typeface="Plus Jakarta Sans"/>
                <a:cs typeface="Plus Jakarta Sans"/>
                <a:sym typeface="Plus Jakarta Sans"/>
              </a:rPr>
              <a:t>Die Venus hat einen schönen Namen und ist der ist der drittkleinste Planet</a:t>
            </a:r>
            <a:endParaRPr>
              <a:solidFill>
                <a:schemeClr val="dk1"/>
              </a:solidFill>
              <a:latin typeface="Plus Jakarta Sans"/>
              <a:ea typeface="Plus Jakarta Sans"/>
              <a:cs typeface="Plus Jakarta Sans"/>
              <a:sym typeface="Plus Jakarta Sans"/>
            </a:endParaRPr>
          </a:p>
        </p:txBody>
      </p:sp>
      <p:sp>
        <p:nvSpPr>
          <p:cNvPr id="438" name="Google Shape;438;p43"/>
          <p:cNvSpPr txBox="1"/>
          <p:nvPr/>
        </p:nvSpPr>
        <p:spPr>
          <a:xfrm>
            <a:off x="5132546" y="2200131"/>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MERKUR</a:t>
            </a:r>
            <a:endParaRPr sz="1600">
              <a:solidFill>
                <a:schemeClr val="dk1"/>
              </a:solidFill>
              <a:latin typeface="Urbanist"/>
              <a:ea typeface="Urbanist"/>
              <a:cs typeface="Urbanist"/>
              <a:sym typeface="Urbanist"/>
            </a:endParaRPr>
          </a:p>
        </p:txBody>
      </p:sp>
      <p:sp>
        <p:nvSpPr>
          <p:cNvPr id="439" name="Google Shape;439;p43"/>
          <p:cNvSpPr txBox="1"/>
          <p:nvPr/>
        </p:nvSpPr>
        <p:spPr>
          <a:xfrm>
            <a:off x="7498066" y="1790500"/>
            <a:ext cx="609900" cy="2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lang="en">
                <a:solidFill>
                  <a:schemeClr val="dk1"/>
                </a:solidFill>
                <a:latin typeface="Urbanist"/>
                <a:ea typeface="Urbanist"/>
                <a:cs typeface="Urbanist"/>
                <a:sym typeface="Urbanist"/>
              </a:rPr>
              <a:t>60%</a:t>
            </a:r>
            <a:endParaRPr>
              <a:solidFill>
                <a:schemeClr val="dk1"/>
              </a:solidFill>
              <a:latin typeface="Urbanist"/>
              <a:ea typeface="Urbanist"/>
              <a:cs typeface="Urbanist"/>
              <a:sym typeface="Urbanist"/>
            </a:endParaRPr>
          </a:p>
        </p:txBody>
      </p:sp>
      <p:sp>
        <p:nvSpPr>
          <p:cNvPr id="440" name="Google Shape;440;p43"/>
          <p:cNvSpPr txBox="1"/>
          <p:nvPr/>
        </p:nvSpPr>
        <p:spPr>
          <a:xfrm>
            <a:off x="7498066" y="2252775"/>
            <a:ext cx="609900" cy="2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lang="en">
                <a:solidFill>
                  <a:schemeClr val="dk1"/>
                </a:solidFill>
                <a:latin typeface="Urbanist"/>
                <a:ea typeface="Urbanist"/>
                <a:cs typeface="Urbanist"/>
                <a:sym typeface="Urbanist"/>
              </a:rPr>
              <a:t>80%</a:t>
            </a:r>
            <a:endParaRPr>
              <a:solidFill>
                <a:schemeClr val="dk1"/>
              </a:solidFill>
              <a:latin typeface="Urbanist"/>
              <a:ea typeface="Urbanist"/>
              <a:cs typeface="Urbanist"/>
              <a:sym typeface="Urbanist"/>
            </a:endParaRPr>
          </a:p>
        </p:txBody>
      </p:sp>
      <p:sp>
        <p:nvSpPr>
          <p:cNvPr id="441" name="Google Shape;441;p43"/>
          <p:cNvSpPr txBox="1"/>
          <p:nvPr/>
        </p:nvSpPr>
        <p:spPr>
          <a:xfrm>
            <a:off x="4809756" y="2725588"/>
            <a:ext cx="3621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VORTEILE</a:t>
            </a:r>
            <a:endParaRPr sz="2400">
              <a:solidFill>
                <a:schemeClr val="dk1"/>
              </a:solidFill>
              <a:latin typeface="Urbanist"/>
              <a:ea typeface="Urbanist"/>
              <a:cs typeface="Urbanist"/>
              <a:sym typeface="Urbanist"/>
            </a:endParaRPr>
          </a:p>
        </p:txBody>
      </p:sp>
      <p:sp>
        <p:nvSpPr>
          <p:cNvPr id="442" name="Google Shape;442;p43"/>
          <p:cNvSpPr txBox="1"/>
          <p:nvPr/>
        </p:nvSpPr>
        <p:spPr>
          <a:xfrm>
            <a:off x="4964819" y="4197975"/>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PLUTO</a:t>
            </a:r>
            <a:endParaRPr sz="1600">
              <a:solidFill>
                <a:schemeClr val="dk1"/>
              </a:solidFill>
              <a:latin typeface="Urbanist"/>
              <a:ea typeface="Urbanist"/>
              <a:cs typeface="Urbanist"/>
              <a:sym typeface="Urbanist"/>
            </a:endParaRPr>
          </a:p>
        </p:txBody>
      </p:sp>
      <p:sp>
        <p:nvSpPr>
          <p:cNvPr id="443" name="Google Shape;443;p43"/>
          <p:cNvSpPr txBox="1"/>
          <p:nvPr/>
        </p:nvSpPr>
        <p:spPr>
          <a:xfrm>
            <a:off x="6115206" y="4197975"/>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CERES</a:t>
            </a:r>
            <a:endParaRPr sz="1600">
              <a:solidFill>
                <a:schemeClr val="dk1"/>
              </a:solidFill>
              <a:latin typeface="Urbanist"/>
              <a:ea typeface="Urbanist"/>
              <a:cs typeface="Urbanist"/>
              <a:sym typeface="Urbanist"/>
            </a:endParaRPr>
          </a:p>
        </p:txBody>
      </p:sp>
      <p:sp>
        <p:nvSpPr>
          <p:cNvPr id="444" name="Google Shape;444;p43"/>
          <p:cNvSpPr txBox="1"/>
          <p:nvPr/>
        </p:nvSpPr>
        <p:spPr>
          <a:xfrm>
            <a:off x="7265594" y="4197975"/>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ERDE</a:t>
            </a:r>
            <a:endParaRPr sz="1600">
              <a:solidFill>
                <a:schemeClr val="dk1"/>
              </a:solidFill>
              <a:latin typeface="Urbanist"/>
              <a:ea typeface="Urbanist"/>
              <a:cs typeface="Urbanist"/>
              <a:sym typeface="Urbanist"/>
            </a:endParaRPr>
          </a:p>
        </p:txBody>
      </p:sp>
      <p:cxnSp>
        <p:nvCxnSpPr>
          <p:cNvPr id="445" name="Google Shape;445;p43"/>
          <p:cNvCxnSpPr>
            <a:stCxn id="429" idx="1"/>
            <a:endCxn id="433" idx="1"/>
          </p:cNvCxnSpPr>
          <p:nvPr/>
        </p:nvCxnSpPr>
        <p:spPr>
          <a:xfrm>
            <a:off x="1509144" y="2620708"/>
            <a:ext cx="404400" cy="0"/>
          </a:xfrm>
          <a:prstGeom prst="straightConnector1">
            <a:avLst/>
          </a:prstGeom>
          <a:noFill/>
          <a:ln cap="flat" cmpd="sng" w="9525">
            <a:solidFill>
              <a:schemeClr val="dk1"/>
            </a:solidFill>
            <a:prstDash val="solid"/>
            <a:round/>
            <a:headEnd len="med" w="med" type="none"/>
            <a:tailEnd len="med" w="med" type="none"/>
          </a:ln>
        </p:spPr>
      </p:cxnSp>
      <p:cxnSp>
        <p:nvCxnSpPr>
          <p:cNvPr id="446" name="Google Shape;446;p43"/>
          <p:cNvCxnSpPr>
            <a:stCxn id="428" idx="1"/>
            <a:endCxn id="432" idx="1"/>
          </p:cNvCxnSpPr>
          <p:nvPr/>
        </p:nvCxnSpPr>
        <p:spPr>
          <a:xfrm>
            <a:off x="1509144" y="3146462"/>
            <a:ext cx="404400" cy="0"/>
          </a:xfrm>
          <a:prstGeom prst="straightConnector1">
            <a:avLst/>
          </a:prstGeom>
          <a:noFill/>
          <a:ln cap="flat" cmpd="sng" w="9525">
            <a:solidFill>
              <a:schemeClr val="dk1"/>
            </a:solidFill>
            <a:prstDash val="solid"/>
            <a:round/>
            <a:headEnd len="med" w="med" type="none"/>
            <a:tailEnd len="med" w="med" type="none"/>
          </a:ln>
        </p:spPr>
      </p:cxnSp>
      <p:cxnSp>
        <p:nvCxnSpPr>
          <p:cNvPr id="447" name="Google Shape;447;p43"/>
          <p:cNvCxnSpPr>
            <a:stCxn id="430" idx="1"/>
            <a:endCxn id="434" idx="1"/>
          </p:cNvCxnSpPr>
          <p:nvPr/>
        </p:nvCxnSpPr>
        <p:spPr>
          <a:xfrm>
            <a:off x="1509144" y="3672216"/>
            <a:ext cx="404400" cy="0"/>
          </a:xfrm>
          <a:prstGeom prst="straightConnector1">
            <a:avLst/>
          </a:prstGeom>
          <a:noFill/>
          <a:ln cap="flat" cmpd="sng" w="9525">
            <a:solidFill>
              <a:schemeClr val="dk1"/>
            </a:solidFill>
            <a:prstDash val="solid"/>
            <a:round/>
            <a:headEnd len="med" w="med" type="none"/>
            <a:tailEnd len="med" w="med" type="none"/>
          </a:ln>
        </p:spPr>
      </p:cxnSp>
      <p:cxnSp>
        <p:nvCxnSpPr>
          <p:cNvPr id="448" name="Google Shape;448;p43"/>
          <p:cNvCxnSpPr>
            <a:stCxn id="431" idx="1"/>
            <a:endCxn id="435" idx="1"/>
          </p:cNvCxnSpPr>
          <p:nvPr/>
        </p:nvCxnSpPr>
        <p:spPr>
          <a:xfrm>
            <a:off x="1509144" y="4197969"/>
            <a:ext cx="404400" cy="0"/>
          </a:xfrm>
          <a:prstGeom prst="straightConnector1">
            <a:avLst/>
          </a:prstGeom>
          <a:noFill/>
          <a:ln cap="flat" cmpd="sng" w="9525">
            <a:solidFill>
              <a:schemeClr val="dk1"/>
            </a:solidFill>
            <a:prstDash val="solid"/>
            <a:round/>
            <a:headEnd len="med" w="med" type="none"/>
            <a:tailEnd len="med" w="med" type="none"/>
          </a:ln>
        </p:spPr>
      </p:cxnSp>
      <p:sp>
        <p:nvSpPr>
          <p:cNvPr id="449" name="Google Shape;449;p43"/>
          <p:cNvSpPr/>
          <p:nvPr/>
        </p:nvSpPr>
        <p:spPr>
          <a:xfrm>
            <a:off x="6142366" y="1790488"/>
            <a:ext cx="1355700" cy="241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3"/>
          <p:cNvSpPr/>
          <p:nvPr/>
        </p:nvSpPr>
        <p:spPr>
          <a:xfrm>
            <a:off x="6142366" y="2252781"/>
            <a:ext cx="1355700" cy="241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3"/>
          <p:cNvSpPr/>
          <p:nvPr/>
        </p:nvSpPr>
        <p:spPr>
          <a:xfrm>
            <a:off x="6142366" y="1790488"/>
            <a:ext cx="819300" cy="241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3"/>
          <p:cNvSpPr/>
          <p:nvPr/>
        </p:nvSpPr>
        <p:spPr>
          <a:xfrm>
            <a:off x="6142366" y="2252781"/>
            <a:ext cx="1085700" cy="2418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MISSION UND VISION</a:t>
            </a:r>
            <a:endParaRPr/>
          </a:p>
        </p:txBody>
      </p:sp>
      <p:sp>
        <p:nvSpPr>
          <p:cNvPr id="458" name="Google Shape;458;p44"/>
          <p:cNvSpPr txBox="1"/>
          <p:nvPr>
            <p:ph idx="2" type="title"/>
          </p:nvPr>
        </p:nvSpPr>
        <p:spPr>
          <a:xfrm>
            <a:off x="1537450" y="2648588"/>
            <a:ext cx="2742600" cy="42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MISSION</a:t>
            </a:r>
            <a:endParaRPr/>
          </a:p>
        </p:txBody>
      </p:sp>
      <p:sp>
        <p:nvSpPr>
          <p:cNvPr id="459" name="Google Shape;459;p44"/>
          <p:cNvSpPr txBox="1"/>
          <p:nvPr>
            <p:ph idx="3" type="title"/>
          </p:nvPr>
        </p:nvSpPr>
        <p:spPr>
          <a:xfrm>
            <a:off x="4864299" y="2648588"/>
            <a:ext cx="2742600" cy="42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VISION</a:t>
            </a:r>
            <a:endParaRPr/>
          </a:p>
        </p:txBody>
      </p:sp>
      <p:sp>
        <p:nvSpPr>
          <p:cNvPr id="460" name="Google Shape;460;p44"/>
          <p:cNvSpPr txBox="1"/>
          <p:nvPr>
            <p:ph idx="1" type="subTitle"/>
          </p:nvPr>
        </p:nvSpPr>
        <p:spPr>
          <a:xfrm>
            <a:off x="4863999" y="2985289"/>
            <a:ext cx="2743200" cy="104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Die Venus hat einen schönen Namen und ist der ist der drittkleinste Planet des Sonnensystems</a:t>
            </a:r>
            <a:endParaRPr/>
          </a:p>
        </p:txBody>
      </p:sp>
      <p:sp>
        <p:nvSpPr>
          <p:cNvPr id="461" name="Google Shape;461;p44"/>
          <p:cNvSpPr txBox="1"/>
          <p:nvPr>
            <p:ph idx="4" type="subTitle"/>
          </p:nvPr>
        </p:nvSpPr>
        <p:spPr>
          <a:xfrm>
            <a:off x="1537450" y="2985289"/>
            <a:ext cx="2742600" cy="104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 M</a:t>
            </a:r>
            <a:r>
              <a:rPr lang="en"/>
              <a:t>erkur ist der sonnennächste Planet und der kleinste, er ist nur ein bisschen größer als der Mond</a:t>
            </a:r>
            <a:endParaRPr/>
          </a:p>
        </p:txBody>
      </p:sp>
      <p:sp>
        <p:nvSpPr>
          <p:cNvPr id="462" name="Google Shape;462;p44"/>
          <p:cNvSpPr/>
          <p:nvPr/>
        </p:nvSpPr>
        <p:spPr>
          <a:xfrm>
            <a:off x="2542092" y="1662251"/>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4"/>
          <p:cNvSpPr/>
          <p:nvPr/>
        </p:nvSpPr>
        <p:spPr>
          <a:xfrm>
            <a:off x="5869892" y="1662251"/>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4" name="Google Shape;464;p44"/>
          <p:cNvGrpSpPr/>
          <p:nvPr/>
        </p:nvGrpSpPr>
        <p:grpSpPr>
          <a:xfrm>
            <a:off x="2741110" y="1799355"/>
            <a:ext cx="335284" cy="457207"/>
            <a:chOff x="1367060" y="2422129"/>
            <a:chExt cx="269261" cy="352050"/>
          </a:xfrm>
        </p:grpSpPr>
        <p:sp>
          <p:nvSpPr>
            <p:cNvPr id="465" name="Google Shape;465;p44"/>
            <p:cNvSpPr/>
            <p:nvPr/>
          </p:nvSpPr>
          <p:spPr>
            <a:xfrm>
              <a:off x="1392059" y="2651857"/>
              <a:ext cx="129160" cy="122322"/>
            </a:xfrm>
            <a:custGeom>
              <a:rect b="b" l="l" r="r" t="t"/>
              <a:pathLst>
                <a:path extrusionOk="0" h="3846" w="4061">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4"/>
            <p:cNvSpPr/>
            <p:nvPr/>
          </p:nvSpPr>
          <p:spPr>
            <a:xfrm>
              <a:off x="1367060" y="2441912"/>
              <a:ext cx="82184" cy="212139"/>
            </a:xfrm>
            <a:custGeom>
              <a:rect b="b" l="l" r="r" t="t"/>
              <a:pathLst>
                <a:path extrusionOk="0" h="6670" w="2584">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4"/>
            <p:cNvSpPr/>
            <p:nvPr/>
          </p:nvSpPr>
          <p:spPr>
            <a:xfrm>
              <a:off x="1456051" y="2422129"/>
              <a:ext cx="180271" cy="162937"/>
            </a:xfrm>
            <a:custGeom>
              <a:rect b="b" l="l" r="r" t="t"/>
              <a:pathLst>
                <a:path extrusionOk="0" h="5123" w="5668">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4"/>
            <p:cNvSpPr/>
            <p:nvPr/>
          </p:nvSpPr>
          <p:spPr>
            <a:xfrm>
              <a:off x="1532160" y="2593590"/>
              <a:ext cx="81834" cy="180207"/>
            </a:xfrm>
            <a:custGeom>
              <a:rect b="b" l="l" r="r" t="t"/>
              <a:pathLst>
                <a:path extrusionOk="0" h="5666" w="2573">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4"/>
            <p:cNvSpPr/>
            <p:nvPr/>
          </p:nvSpPr>
          <p:spPr>
            <a:xfrm>
              <a:off x="1425359" y="2572313"/>
              <a:ext cx="24267" cy="17843"/>
            </a:xfrm>
            <a:custGeom>
              <a:rect b="b" l="l" r="r" t="t"/>
              <a:pathLst>
                <a:path extrusionOk="0" h="561" w="763">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4"/>
            <p:cNvSpPr/>
            <p:nvPr/>
          </p:nvSpPr>
          <p:spPr>
            <a:xfrm>
              <a:off x="1562820" y="2573680"/>
              <a:ext cx="26176" cy="17620"/>
            </a:xfrm>
            <a:custGeom>
              <a:rect b="b" l="l" r="r" t="t"/>
              <a:pathLst>
                <a:path extrusionOk="0" h="554" w="823">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4"/>
            <p:cNvSpPr/>
            <p:nvPr/>
          </p:nvSpPr>
          <p:spPr>
            <a:xfrm>
              <a:off x="1448100" y="2481414"/>
              <a:ext cx="125375" cy="191275"/>
            </a:xfrm>
            <a:custGeom>
              <a:rect b="b" l="l" r="r" t="t"/>
              <a:pathLst>
                <a:path extrusionOk="0" h="6014" w="3942">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4"/>
            <p:cNvSpPr/>
            <p:nvPr/>
          </p:nvSpPr>
          <p:spPr>
            <a:xfrm>
              <a:off x="1502232" y="2449259"/>
              <a:ext cx="10655" cy="25380"/>
            </a:xfrm>
            <a:custGeom>
              <a:rect b="b" l="l" r="r" t="t"/>
              <a:pathLst>
                <a:path extrusionOk="0" h="798" w="335">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4"/>
            <p:cNvSpPr/>
            <p:nvPr/>
          </p:nvSpPr>
          <p:spPr>
            <a:xfrm>
              <a:off x="1458309" y="2460582"/>
              <a:ext cx="18988" cy="23090"/>
            </a:xfrm>
            <a:custGeom>
              <a:rect b="b" l="l" r="r" t="t"/>
              <a:pathLst>
                <a:path extrusionOk="0" h="726" w="597">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4"/>
            <p:cNvSpPr/>
            <p:nvPr/>
          </p:nvSpPr>
          <p:spPr>
            <a:xfrm>
              <a:off x="1425741" y="2492768"/>
              <a:ext cx="25031" cy="17874"/>
            </a:xfrm>
            <a:custGeom>
              <a:rect b="b" l="l" r="r" t="t"/>
              <a:pathLst>
                <a:path extrusionOk="0" h="562" w="787">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4"/>
            <p:cNvSpPr/>
            <p:nvPr/>
          </p:nvSpPr>
          <p:spPr>
            <a:xfrm>
              <a:off x="1414768" y="2535959"/>
              <a:ext cx="25031" cy="10655"/>
            </a:xfrm>
            <a:custGeom>
              <a:rect b="b" l="l" r="r" t="t"/>
              <a:pathLst>
                <a:path extrusionOk="0" h="335" w="787">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4"/>
            <p:cNvSpPr/>
            <p:nvPr/>
          </p:nvSpPr>
          <p:spPr>
            <a:xfrm>
              <a:off x="1573825" y="2537104"/>
              <a:ext cx="24999" cy="10241"/>
            </a:xfrm>
            <a:custGeom>
              <a:rect b="b" l="l" r="r" t="t"/>
              <a:pathLst>
                <a:path extrusionOk="0" h="322" w="786">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4"/>
            <p:cNvSpPr/>
            <p:nvPr/>
          </p:nvSpPr>
          <p:spPr>
            <a:xfrm>
              <a:off x="1563965" y="2493627"/>
              <a:ext cx="24649" cy="17525"/>
            </a:xfrm>
            <a:custGeom>
              <a:rect b="b" l="l" r="r" t="t"/>
              <a:pathLst>
                <a:path extrusionOk="0" h="551" w="775">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4"/>
            <p:cNvSpPr/>
            <p:nvPr/>
          </p:nvSpPr>
          <p:spPr>
            <a:xfrm>
              <a:off x="1537853" y="2461440"/>
              <a:ext cx="18956" cy="23090"/>
            </a:xfrm>
            <a:custGeom>
              <a:rect b="b" l="l" r="r" t="t"/>
              <a:pathLst>
                <a:path extrusionOk="0" h="726" w="596">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44"/>
          <p:cNvGrpSpPr/>
          <p:nvPr/>
        </p:nvGrpSpPr>
        <p:grpSpPr>
          <a:xfrm>
            <a:off x="6006992" y="1822219"/>
            <a:ext cx="457201" cy="411466"/>
            <a:chOff x="3441065" y="4302505"/>
            <a:chExt cx="337069" cy="302593"/>
          </a:xfrm>
        </p:grpSpPr>
        <p:sp>
          <p:nvSpPr>
            <p:cNvPr id="480" name="Google Shape;480;p44"/>
            <p:cNvSpPr/>
            <p:nvPr/>
          </p:nvSpPr>
          <p:spPr>
            <a:xfrm>
              <a:off x="3441065" y="4366941"/>
              <a:ext cx="337069" cy="173655"/>
            </a:xfrm>
            <a:custGeom>
              <a:rect b="b" l="l" r="r" t="t"/>
              <a:pathLst>
                <a:path extrusionOk="0" h="5460" w="10598">
                  <a:moveTo>
                    <a:pt x="5062" y="1"/>
                  </a:moveTo>
                  <a:cubicBezTo>
                    <a:pt x="3977" y="1"/>
                    <a:pt x="2891" y="303"/>
                    <a:pt x="1834" y="951"/>
                  </a:cubicBezTo>
                  <a:cubicBezTo>
                    <a:pt x="1001" y="1463"/>
                    <a:pt x="418" y="2058"/>
                    <a:pt x="156" y="2368"/>
                  </a:cubicBezTo>
                  <a:cubicBezTo>
                    <a:pt x="1" y="2546"/>
                    <a:pt x="1" y="2808"/>
                    <a:pt x="168" y="2987"/>
                  </a:cubicBezTo>
                  <a:cubicBezTo>
                    <a:pt x="1001" y="3844"/>
                    <a:pt x="1870" y="4475"/>
                    <a:pt x="2739" y="4892"/>
                  </a:cubicBezTo>
                  <a:cubicBezTo>
                    <a:pt x="2763" y="4916"/>
                    <a:pt x="2787" y="4916"/>
                    <a:pt x="2823" y="4916"/>
                  </a:cubicBezTo>
                  <a:cubicBezTo>
                    <a:pt x="2977" y="4916"/>
                    <a:pt x="3037" y="4689"/>
                    <a:pt x="2894" y="4618"/>
                  </a:cubicBezTo>
                  <a:cubicBezTo>
                    <a:pt x="2049" y="4213"/>
                    <a:pt x="1215" y="3582"/>
                    <a:pt x="406" y="2773"/>
                  </a:cubicBezTo>
                  <a:cubicBezTo>
                    <a:pt x="346" y="2713"/>
                    <a:pt x="346" y="2630"/>
                    <a:pt x="406" y="2570"/>
                  </a:cubicBezTo>
                  <a:cubicBezTo>
                    <a:pt x="799" y="2130"/>
                    <a:pt x="2061" y="868"/>
                    <a:pt x="3918" y="451"/>
                  </a:cubicBezTo>
                  <a:lnTo>
                    <a:pt x="3918" y="451"/>
                  </a:lnTo>
                  <a:cubicBezTo>
                    <a:pt x="3561" y="665"/>
                    <a:pt x="3263" y="963"/>
                    <a:pt x="3025" y="1320"/>
                  </a:cubicBezTo>
                  <a:cubicBezTo>
                    <a:pt x="2977" y="1403"/>
                    <a:pt x="3001" y="1487"/>
                    <a:pt x="3073" y="1534"/>
                  </a:cubicBezTo>
                  <a:cubicBezTo>
                    <a:pt x="3098" y="1551"/>
                    <a:pt x="3126" y="1559"/>
                    <a:pt x="3154" y="1559"/>
                  </a:cubicBezTo>
                  <a:cubicBezTo>
                    <a:pt x="3204" y="1559"/>
                    <a:pt x="3252" y="1533"/>
                    <a:pt x="3275" y="1487"/>
                  </a:cubicBezTo>
                  <a:cubicBezTo>
                    <a:pt x="3728" y="772"/>
                    <a:pt x="4490" y="367"/>
                    <a:pt x="5299" y="367"/>
                  </a:cubicBezTo>
                  <a:cubicBezTo>
                    <a:pt x="6609" y="367"/>
                    <a:pt x="7680" y="1439"/>
                    <a:pt x="7680" y="2749"/>
                  </a:cubicBezTo>
                  <a:cubicBezTo>
                    <a:pt x="7680" y="3820"/>
                    <a:pt x="6954" y="4773"/>
                    <a:pt x="5930" y="5047"/>
                  </a:cubicBezTo>
                  <a:cubicBezTo>
                    <a:pt x="5720" y="5103"/>
                    <a:pt x="5510" y="5130"/>
                    <a:pt x="5305" y="5130"/>
                  </a:cubicBezTo>
                  <a:cubicBezTo>
                    <a:pt x="4250" y="5130"/>
                    <a:pt x="3302" y="4424"/>
                    <a:pt x="3013" y="3368"/>
                  </a:cubicBezTo>
                  <a:cubicBezTo>
                    <a:pt x="2954" y="3154"/>
                    <a:pt x="2918" y="2951"/>
                    <a:pt x="2918" y="2737"/>
                  </a:cubicBezTo>
                  <a:cubicBezTo>
                    <a:pt x="2918" y="2487"/>
                    <a:pt x="2966" y="2249"/>
                    <a:pt x="3037" y="2011"/>
                  </a:cubicBezTo>
                  <a:cubicBezTo>
                    <a:pt x="3073" y="1915"/>
                    <a:pt x="3025" y="1844"/>
                    <a:pt x="2942" y="1820"/>
                  </a:cubicBezTo>
                  <a:cubicBezTo>
                    <a:pt x="2920" y="1812"/>
                    <a:pt x="2899" y="1808"/>
                    <a:pt x="2880" y="1808"/>
                  </a:cubicBezTo>
                  <a:cubicBezTo>
                    <a:pt x="2816" y="1808"/>
                    <a:pt x="2767" y="1851"/>
                    <a:pt x="2739" y="1915"/>
                  </a:cubicBezTo>
                  <a:cubicBezTo>
                    <a:pt x="2656" y="2189"/>
                    <a:pt x="2608" y="2475"/>
                    <a:pt x="2608" y="2737"/>
                  </a:cubicBezTo>
                  <a:cubicBezTo>
                    <a:pt x="2608" y="2975"/>
                    <a:pt x="2644" y="3213"/>
                    <a:pt x="2704" y="3439"/>
                  </a:cubicBezTo>
                  <a:cubicBezTo>
                    <a:pt x="2858" y="4058"/>
                    <a:pt x="3251" y="4582"/>
                    <a:pt x="3739" y="4928"/>
                  </a:cubicBezTo>
                  <a:cubicBezTo>
                    <a:pt x="3632" y="4892"/>
                    <a:pt x="3549" y="4868"/>
                    <a:pt x="3442" y="4820"/>
                  </a:cubicBezTo>
                  <a:cubicBezTo>
                    <a:pt x="3427" y="4816"/>
                    <a:pt x="3412" y="4813"/>
                    <a:pt x="3396" y="4813"/>
                  </a:cubicBezTo>
                  <a:cubicBezTo>
                    <a:pt x="3334" y="4813"/>
                    <a:pt x="3270" y="4849"/>
                    <a:pt x="3251" y="4916"/>
                  </a:cubicBezTo>
                  <a:cubicBezTo>
                    <a:pt x="3216" y="4987"/>
                    <a:pt x="3263" y="5070"/>
                    <a:pt x="3335" y="5106"/>
                  </a:cubicBezTo>
                  <a:cubicBezTo>
                    <a:pt x="3996" y="5346"/>
                    <a:pt x="4652" y="5460"/>
                    <a:pt x="5299" y="5460"/>
                  </a:cubicBezTo>
                  <a:cubicBezTo>
                    <a:pt x="6446" y="5460"/>
                    <a:pt x="7563" y="5103"/>
                    <a:pt x="8621" y="4463"/>
                  </a:cubicBezTo>
                  <a:cubicBezTo>
                    <a:pt x="9502" y="3927"/>
                    <a:pt x="10145" y="3308"/>
                    <a:pt x="10443" y="2975"/>
                  </a:cubicBezTo>
                  <a:cubicBezTo>
                    <a:pt x="10597" y="2808"/>
                    <a:pt x="10586" y="2511"/>
                    <a:pt x="10395" y="2356"/>
                  </a:cubicBezTo>
                  <a:cubicBezTo>
                    <a:pt x="10062" y="2058"/>
                    <a:pt x="9728" y="1784"/>
                    <a:pt x="9383" y="1546"/>
                  </a:cubicBezTo>
                  <a:cubicBezTo>
                    <a:pt x="9357" y="1529"/>
                    <a:pt x="9327" y="1521"/>
                    <a:pt x="9298" y="1521"/>
                  </a:cubicBezTo>
                  <a:cubicBezTo>
                    <a:pt x="9246" y="1521"/>
                    <a:pt x="9194" y="1544"/>
                    <a:pt x="9157" y="1582"/>
                  </a:cubicBezTo>
                  <a:cubicBezTo>
                    <a:pt x="9109" y="1653"/>
                    <a:pt x="9133" y="1737"/>
                    <a:pt x="9192" y="1796"/>
                  </a:cubicBezTo>
                  <a:cubicBezTo>
                    <a:pt x="9514" y="2034"/>
                    <a:pt x="9847" y="2296"/>
                    <a:pt x="10169" y="2594"/>
                  </a:cubicBezTo>
                  <a:cubicBezTo>
                    <a:pt x="10228" y="2653"/>
                    <a:pt x="10228" y="2737"/>
                    <a:pt x="10181" y="2796"/>
                  </a:cubicBezTo>
                  <a:cubicBezTo>
                    <a:pt x="9788" y="3225"/>
                    <a:pt x="8550" y="4439"/>
                    <a:pt x="6835" y="4939"/>
                  </a:cubicBezTo>
                  <a:cubicBezTo>
                    <a:pt x="8311" y="3904"/>
                    <a:pt x="8359" y="1737"/>
                    <a:pt x="6954" y="629"/>
                  </a:cubicBezTo>
                  <a:lnTo>
                    <a:pt x="6954" y="629"/>
                  </a:lnTo>
                  <a:cubicBezTo>
                    <a:pt x="7538" y="820"/>
                    <a:pt x="8121" y="1106"/>
                    <a:pt x="8692" y="1463"/>
                  </a:cubicBezTo>
                  <a:cubicBezTo>
                    <a:pt x="8722" y="1476"/>
                    <a:pt x="8752" y="1482"/>
                    <a:pt x="8780" y="1482"/>
                  </a:cubicBezTo>
                  <a:cubicBezTo>
                    <a:pt x="8831" y="1482"/>
                    <a:pt x="8876" y="1461"/>
                    <a:pt x="8907" y="1415"/>
                  </a:cubicBezTo>
                  <a:cubicBezTo>
                    <a:pt x="8954" y="1344"/>
                    <a:pt x="8931" y="1249"/>
                    <a:pt x="8859" y="1201"/>
                  </a:cubicBezTo>
                  <a:cubicBezTo>
                    <a:pt x="7632" y="426"/>
                    <a:pt x="6348" y="1"/>
                    <a:pt x="50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4"/>
            <p:cNvSpPr/>
            <p:nvPr/>
          </p:nvSpPr>
          <p:spPr>
            <a:xfrm>
              <a:off x="3572864" y="4423300"/>
              <a:ext cx="76141" cy="61479"/>
            </a:xfrm>
            <a:custGeom>
              <a:rect b="b" l="l" r="r" t="t"/>
              <a:pathLst>
                <a:path extrusionOk="0" h="1933" w="2394">
                  <a:moveTo>
                    <a:pt x="1143" y="0"/>
                  </a:moveTo>
                  <a:cubicBezTo>
                    <a:pt x="465" y="0"/>
                    <a:pt x="0" y="679"/>
                    <a:pt x="238" y="1322"/>
                  </a:cubicBezTo>
                  <a:cubicBezTo>
                    <a:pt x="258" y="1381"/>
                    <a:pt x="326" y="1423"/>
                    <a:pt x="396" y="1423"/>
                  </a:cubicBezTo>
                  <a:cubicBezTo>
                    <a:pt x="411" y="1423"/>
                    <a:pt x="426" y="1421"/>
                    <a:pt x="441" y="1417"/>
                  </a:cubicBezTo>
                  <a:cubicBezTo>
                    <a:pt x="524" y="1382"/>
                    <a:pt x="560" y="1298"/>
                    <a:pt x="536" y="1203"/>
                  </a:cubicBezTo>
                  <a:cubicBezTo>
                    <a:pt x="354" y="738"/>
                    <a:pt x="729" y="308"/>
                    <a:pt x="1156" y="308"/>
                  </a:cubicBezTo>
                  <a:cubicBezTo>
                    <a:pt x="1287" y="308"/>
                    <a:pt x="1422" y="349"/>
                    <a:pt x="1548" y="441"/>
                  </a:cubicBezTo>
                  <a:cubicBezTo>
                    <a:pt x="2036" y="822"/>
                    <a:pt x="1774" y="1620"/>
                    <a:pt x="1143" y="1620"/>
                  </a:cubicBezTo>
                  <a:cubicBezTo>
                    <a:pt x="1048" y="1620"/>
                    <a:pt x="953" y="1608"/>
                    <a:pt x="881" y="1560"/>
                  </a:cubicBezTo>
                  <a:cubicBezTo>
                    <a:pt x="860" y="1554"/>
                    <a:pt x="840" y="1551"/>
                    <a:pt x="819" y="1551"/>
                  </a:cubicBezTo>
                  <a:cubicBezTo>
                    <a:pt x="759" y="1551"/>
                    <a:pt x="703" y="1578"/>
                    <a:pt x="667" y="1632"/>
                  </a:cubicBezTo>
                  <a:cubicBezTo>
                    <a:pt x="643" y="1715"/>
                    <a:pt x="667" y="1798"/>
                    <a:pt x="738" y="1846"/>
                  </a:cubicBezTo>
                  <a:cubicBezTo>
                    <a:pt x="869" y="1904"/>
                    <a:pt x="1009" y="1933"/>
                    <a:pt x="1148" y="1933"/>
                  </a:cubicBezTo>
                  <a:cubicBezTo>
                    <a:pt x="1438" y="1933"/>
                    <a:pt x="1724" y="1806"/>
                    <a:pt x="1917" y="1548"/>
                  </a:cubicBezTo>
                  <a:cubicBezTo>
                    <a:pt x="2393" y="917"/>
                    <a:pt x="1965" y="0"/>
                    <a:pt x="1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4"/>
            <p:cNvSpPr/>
            <p:nvPr/>
          </p:nvSpPr>
          <p:spPr>
            <a:xfrm>
              <a:off x="3619045" y="4394485"/>
              <a:ext cx="46626" cy="39088"/>
            </a:xfrm>
            <a:custGeom>
              <a:rect b="b" l="l" r="r" t="t"/>
              <a:pathLst>
                <a:path extrusionOk="0" h="1229" w="1466">
                  <a:moveTo>
                    <a:pt x="782" y="310"/>
                  </a:moveTo>
                  <a:cubicBezTo>
                    <a:pt x="917" y="310"/>
                    <a:pt x="1054" y="400"/>
                    <a:pt x="1096" y="549"/>
                  </a:cubicBezTo>
                  <a:cubicBezTo>
                    <a:pt x="1120" y="716"/>
                    <a:pt x="1013" y="871"/>
                    <a:pt x="858" y="906"/>
                  </a:cubicBezTo>
                  <a:cubicBezTo>
                    <a:pt x="834" y="912"/>
                    <a:pt x="810" y="914"/>
                    <a:pt x="788" y="914"/>
                  </a:cubicBezTo>
                  <a:cubicBezTo>
                    <a:pt x="553" y="914"/>
                    <a:pt x="406" y="648"/>
                    <a:pt x="537" y="442"/>
                  </a:cubicBezTo>
                  <a:cubicBezTo>
                    <a:pt x="599" y="351"/>
                    <a:pt x="690" y="310"/>
                    <a:pt x="782" y="310"/>
                  </a:cubicBezTo>
                  <a:close/>
                  <a:moveTo>
                    <a:pt x="791" y="1"/>
                  </a:moveTo>
                  <a:cubicBezTo>
                    <a:pt x="598" y="1"/>
                    <a:pt x="403" y="88"/>
                    <a:pt x="275" y="275"/>
                  </a:cubicBezTo>
                  <a:cubicBezTo>
                    <a:pt x="1" y="692"/>
                    <a:pt x="321" y="1229"/>
                    <a:pt x="792" y="1229"/>
                  </a:cubicBezTo>
                  <a:cubicBezTo>
                    <a:pt x="833" y="1229"/>
                    <a:pt x="875" y="1225"/>
                    <a:pt x="918" y="1216"/>
                  </a:cubicBezTo>
                  <a:cubicBezTo>
                    <a:pt x="1251" y="1145"/>
                    <a:pt x="1465" y="811"/>
                    <a:pt x="1394" y="490"/>
                  </a:cubicBezTo>
                  <a:cubicBezTo>
                    <a:pt x="1331" y="176"/>
                    <a:pt x="1064"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4"/>
            <p:cNvSpPr/>
            <p:nvPr/>
          </p:nvSpPr>
          <p:spPr>
            <a:xfrm>
              <a:off x="3604669" y="4302505"/>
              <a:ext cx="9860" cy="42046"/>
            </a:xfrm>
            <a:custGeom>
              <a:rect b="b" l="l" r="r" t="t"/>
              <a:pathLst>
                <a:path extrusionOk="0" h="1322" w="310">
                  <a:moveTo>
                    <a:pt x="143" y="0"/>
                  </a:moveTo>
                  <a:cubicBezTo>
                    <a:pt x="60" y="0"/>
                    <a:pt x="0" y="72"/>
                    <a:pt x="0" y="155"/>
                  </a:cubicBezTo>
                  <a:lnTo>
                    <a:pt x="0" y="1179"/>
                  </a:lnTo>
                  <a:cubicBezTo>
                    <a:pt x="0" y="1262"/>
                    <a:pt x="72" y="1322"/>
                    <a:pt x="143" y="1322"/>
                  </a:cubicBezTo>
                  <a:cubicBezTo>
                    <a:pt x="238" y="1322"/>
                    <a:pt x="298" y="1250"/>
                    <a:pt x="298" y="1179"/>
                  </a:cubicBezTo>
                  <a:lnTo>
                    <a:pt x="298" y="155"/>
                  </a:lnTo>
                  <a:cubicBezTo>
                    <a:pt x="310" y="72"/>
                    <a:pt x="238"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4"/>
            <p:cNvSpPr/>
            <p:nvPr/>
          </p:nvSpPr>
          <p:spPr>
            <a:xfrm>
              <a:off x="3528178" y="4315926"/>
              <a:ext cx="22359" cy="40742"/>
            </a:xfrm>
            <a:custGeom>
              <a:rect b="b" l="l" r="r" t="t"/>
              <a:pathLst>
                <a:path extrusionOk="0" h="1281" w="703">
                  <a:moveTo>
                    <a:pt x="163" y="1"/>
                  </a:moveTo>
                  <a:cubicBezTo>
                    <a:pt x="149" y="1"/>
                    <a:pt x="134" y="3"/>
                    <a:pt x="119" y="7"/>
                  </a:cubicBezTo>
                  <a:cubicBezTo>
                    <a:pt x="48" y="43"/>
                    <a:pt x="0" y="126"/>
                    <a:pt x="36" y="209"/>
                  </a:cubicBezTo>
                  <a:lnTo>
                    <a:pt x="393" y="1174"/>
                  </a:lnTo>
                  <a:cubicBezTo>
                    <a:pt x="417" y="1233"/>
                    <a:pt x="477" y="1281"/>
                    <a:pt x="536" y="1281"/>
                  </a:cubicBezTo>
                  <a:cubicBezTo>
                    <a:pt x="631" y="1281"/>
                    <a:pt x="703" y="1174"/>
                    <a:pt x="679" y="1067"/>
                  </a:cubicBezTo>
                  <a:lnTo>
                    <a:pt x="322" y="102"/>
                  </a:lnTo>
                  <a:cubicBezTo>
                    <a:pt x="292" y="43"/>
                    <a:pt x="231" y="1"/>
                    <a:pt x="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4"/>
            <p:cNvSpPr/>
            <p:nvPr/>
          </p:nvSpPr>
          <p:spPr>
            <a:xfrm>
              <a:off x="3457730" y="4348590"/>
              <a:ext cx="32600" cy="35367"/>
            </a:xfrm>
            <a:custGeom>
              <a:rect b="b" l="l" r="r" t="t"/>
              <a:pathLst>
                <a:path extrusionOk="0" h="1112" w="1025">
                  <a:moveTo>
                    <a:pt x="183" y="0"/>
                  </a:moveTo>
                  <a:cubicBezTo>
                    <a:pt x="147" y="0"/>
                    <a:pt x="110" y="13"/>
                    <a:pt x="72" y="40"/>
                  </a:cubicBezTo>
                  <a:cubicBezTo>
                    <a:pt x="13" y="99"/>
                    <a:pt x="1" y="194"/>
                    <a:pt x="60" y="266"/>
                  </a:cubicBezTo>
                  <a:lnTo>
                    <a:pt x="715" y="1052"/>
                  </a:lnTo>
                  <a:cubicBezTo>
                    <a:pt x="751" y="1087"/>
                    <a:pt x="787" y="1111"/>
                    <a:pt x="834" y="1111"/>
                  </a:cubicBezTo>
                  <a:cubicBezTo>
                    <a:pt x="953" y="1099"/>
                    <a:pt x="1025" y="944"/>
                    <a:pt x="953" y="849"/>
                  </a:cubicBezTo>
                  <a:lnTo>
                    <a:pt x="298" y="51"/>
                  </a:lnTo>
                  <a:cubicBezTo>
                    <a:pt x="266" y="19"/>
                    <a:pt x="226"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4"/>
            <p:cNvSpPr/>
            <p:nvPr/>
          </p:nvSpPr>
          <p:spPr>
            <a:xfrm>
              <a:off x="3727723" y="4351611"/>
              <a:ext cx="32218" cy="34954"/>
            </a:xfrm>
            <a:custGeom>
              <a:rect b="b" l="l" r="r" t="t"/>
              <a:pathLst>
                <a:path extrusionOk="0" h="1099" w="1013">
                  <a:moveTo>
                    <a:pt x="834" y="1"/>
                  </a:moveTo>
                  <a:cubicBezTo>
                    <a:pt x="791" y="1"/>
                    <a:pt x="748" y="19"/>
                    <a:pt x="715" y="52"/>
                  </a:cubicBezTo>
                  <a:lnTo>
                    <a:pt x="60" y="838"/>
                  </a:lnTo>
                  <a:cubicBezTo>
                    <a:pt x="1" y="897"/>
                    <a:pt x="13" y="1004"/>
                    <a:pt x="72" y="1064"/>
                  </a:cubicBezTo>
                  <a:cubicBezTo>
                    <a:pt x="96" y="1088"/>
                    <a:pt x="128" y="1098"/>
                    <a:pt x="161" y="1098"/>
                  </a:cubicBezTo>
                  <a:cubicBezTo>
                    <a:pt x="211" y="1098"/>
                    <a:pt x="263" y="1075"/>
                    <a:pt x="299" y="1040"/>
                  </a:cubicBezTo>
                  <a:lnTo>
                    <a:pt x="953" y="254"/>
                  </a:lnTo>
                  <a:cubicBezTo>
                    <a:pt x="1013" y="183"/>
                    <a:pt x="1013" y="76"/>
                    <a:pt x="930" y="40"/>
                  </a:cubicBezTo>
                  <a:cubicBezTo>
                    <a:pt x="903" y="13"/>
                    <a:pt x="869"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p:nvPr/>
          </p:nvSpPr>
          <p:spPr>
            <a:xfrm>
              <a:off x="3668279" y="4315926"/>
              <a:ext cx="22391" cy="40742"/>
            </a:xfrm>
            <a:custGeom>
              <a:rect b="b" l="l" r="r" t="t"/>
              <a:pathLst>
                <a:path extrusionOk="0" h="1281" w="704">
                  <a:moveTo>
                    <a:pt x="544" y="1"/>
                  </a:moveTo>
                  <a:cubicBezTo>
                    <a:pt x="481" y="1"/>
                    <a:pt x="413" y="43"/>
                    <a:pt x="394" y="102"/>
                  </a:cubicBezTo>
                  <a:lnTo>
                    <a:pt x="36" y="1067"/>
                  </a:lnTo>
                  <a:cubicBezTo>
                    <a:pt x="1" y="1174"/>
                    <a:pt x="84" y="1281"/>
                    <a:pt x="179" y="1281"/>
                  </a:cubicBezTo>
                  <a:cubicBezTo>
                    <a:pt x="239" y="1281"/>
                    <a:pt x="298" y="1233"/>
                    <a:pt x="334" y="1174"/>
                  </a:cubicBezTo>
                  <a:lnTo>
                    <a:pt x="691" y="209"/>
                  </a:lnTo>
                  <a:cubicBezTo>
                    <a:pt x="703" y="126"/>
                    <a:pt x="655" y="43"/>
                    <a:pt x="584" y="7"/>
                  </a:cubicBezTo>
                  <a:cubicBezTo>
                    <a:pt x="571" y="3"/>
                    <a:pt x="558" y="1"/>
                    <a:pt x="5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4"/>
            <p:cNvSpPr/>
            <p:nvPr/>
          </p:nvSpPr>
          <p:spPr>
            <a:xfrm>
              <a:off x="3603143" y="4563019"/>
              <a:ext cx="9891" cy="42078"/>
            </a:xfrm>
            <a:custGeom>
              <a:rect b="b" l="l" r="r" t="t"/>
              <a:pathLst>
                <a:path extrusionOk="0" h="1323" w="311">
                  <a:moveTo>
                    <a:pt x="144" y="1"/>
                  </a:moveTo>
                  <a:cubicBezTo>
                    <a:pt x="60" y="1"/>
                    <a:pt x="1" y="72"/>
                    <a:pt x="1" y="144"/>
                  </a:cubicBezTo>
                  <a:lnTo>
                    <a:pt x="1" y="1168"/>
                  </a:lnTo>
                  <a:cubicBezTo>
                    <a:pt x="1" y="1263"/>
                    <a:pt x="72" y="1322"/>
                    <a:pt x="144" y="1322"/>
                  </a:cubicBezTo>
                  <a:cubicBezTo>
                    <a:pt x="239" y="1322"/>
                    <a:pt x="298" y="1251"/>
                    <a:pt x="298" y="1168"/>
                  </a:cubicBezTo>
                  <a:lnTo>
                    <a:pt x="298" y="144"/>
                  </a:lnTo>
                  <a:cubicBezTo>
                    <a:pt x="310" y="72"/>
                    <a:pt x="239"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4"/>
            <p:cNvSpPr/>
            <p:nvPr/>
          </p:nvSpPr>
          <p:spPr>
            <a:xfrm>
              <a:off x="3667134" y="4552206"/>
              <a:ext cx="22009" cy="40233"/>
            </a:xfrm>
            <a:custGeom>
              <a:rect b="b" l="l" r="r" t="t"/>
              <a:pathLst>
                <a:path extrusionOk="0" h="1265" w="692">
                  <a:moveTo>
                    <a:pt x="165" y="0"/>
                  </a:moveTo>
                  <a:cubicBezTo>
                    <a:pt x="150" y="0"/>
                    <a:pt x="135" y="3"/>
                    <a:pt x="120" y="7"/>
                  </a:cubicBezTo>
                  <a:cubicBezTo>
                    <a:pt x="37" y="43"/>
                    <a:pt x="1" y="126"/>
                    <a:pt x="25" y="198"/>
                  </a:cubicBezTo>
                  <a:lnTo>
                    <a:pt x="382" y="1174"/>
                  </a:lnTo>
                  <a:cubicBezTo>
                    <a:pt x="410" y="1231"/>
                    <a:pt x="468" y="1265"/>
                    <a:pt x="527" y="1265"/>
                  </a:cubicBezTo>
                  <a:cubicBezTo>
                    <a:pt x="542" y="1265"/>
                    <a:pt x="557" y="1263"/>
                    <a:pt x="572" y="1258"/>
                  </a:cubicBezTo>
                  <a:cubicBezTo>
                    <a:pt x="656" y="1234"/>
                    <a:pt x="691" y="1139"/>
                    <a:pt x="668" y="1067"/>
                  </a:cubicBezTo>
                  <a:lnTo>
                    <a:pt x="310" y="103"/>
                  </a:lnTo>
                  <a:cubicBezTo>
                    <a:pt x="282" y="36"/>
                    <a:pt x="223" y="0"/>
                    <a:pt x="1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4"/>
            <p:cNvSpPr/>
            <p:nvPr/>
          </p:nvSpPr>
          <p:spPr>
            <a:xfrm>
              <a:off x="3727723" y="4524662"/>
              <a:ext cx="32982" cy="35367"/>
            </a:xfrm>
            <a:custGeom>
              <a:rect b="b" l="l" r="r" t="t"/>
              <a:pathLst>
                <a:path extrusionOk="0" h="1112" w="1037">
                  <a:moveTo>
                    <a:pt x="178" y="1"/>
                  </a:moveTo>
                  <a:cubicBezTo>
                    <a:pt x="142" y="1"/>
                    <a:pt x="104" y="13"/>
                    <a:pt x="72" y="40"/>
                  </a:cubicBezTo>
                  <a:cubicBezTo>
                    <a:pt x="13" y="100"/>
                    <a:pt x="1" y="195"/>
                    <a:pt x="60" y="266"/>
                  </a:cubicBezTo>
                  <a:lnTo>
                    <a:pt x="715" y="1052"/>
                  </a:lnTo>
                  <a:cubicBezTo>
                    <a:pt x="739" y="1088"/>
                    <a:pt x="787" y="1112"/>
                    <a:pt x="834" y="1112"/>
                  </a:cubicBezTo>
                  <a:cubicBezTo>
                    <a:pt x="965" y="1100"/>
                    <a:pt x="1037" y="945"/>
                    <a:pt x="953" y="850"/>
                  </a:cubicBezTo>
                  <a:lnTo>
                    <a:pt x="299" y="52"/>
                  </a:lnTo>
                  <a:cubicBezTo>
                    <a:pt x="266" y="19"/>
                    <a:pt x="222" y="1"/>
                    <a:pt x="1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4"/>
            <p:cNvSpPr/>
            <p:nvPr/>
          </p:nvSpPr>
          <p:spPr>
            <a:xfrm>
              <a:off x="3457349" y="4522023"/>
              <a:ext cx="32218" cy="34954"/>
            </a:xfrm>
            <a:custGeom>
              <a:rect b="b" l="l" r="r" t="t"/>
              <a:pathLst>
                <a:path extrusionOk="0" h="1099" w="1013">
                  <a:moveTo>
                    <a:pt x="841" y="0"/>
                  </a:moveTo>
                  <a:cubicBezTo>
                    <a:pt x="795" y="0"/>
                    <a:pt x="748" y="19"/>
                    <a:pt x="715" y="52"/>
                  </a:cubicBezTo>
                  <a:lnTo>
                    <a:pt x="60" y="837"/>
                  </a:lnTo>
                  <a:cubicBezTo>
                    <a:pt x="1" y="897"/>
                    <a:pt x="13" y="1004"/>
                    <a:pt x="72" y="1064"/>
                  </a:cubicBezTo>
                  <a:cubicBezTo>
                    <a:pt x="96" y="1088"/>
                    <a:pt x="128" y="1098"/>
                    <a:pt x="161" y="1098"/>
                  </a:cubicBezTo>
                  <a:cubicBezTo>
                    <a:pt x="211" y="1098"/>
                    <a:pt x="263" y="1075"/>
                    <a:pt x="298" y="1040"/>
                  </a:cubicBezTo>
                  <a:lnTo>
                    <a:pt x="953" y="254"/>
                  </a:lnTo>
                  <a:cubicBezTo>
                    <a:pt x="1013" y="183"/>
                    <a:pt x="1013" y="99"/>
                    <a:pt x="941" y="40"/>
                  </a:cubicBezTo>
                  <a:cubicBezTo>
                    <a:pt x="915" y="13"/>
                    <a:pt x="878" y="0"/>
                    <a:pt x="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4"/>
            <p:cNvSpPr/>
            <p:nvPr/>
          </p:nvSpPr>
          <p:spPr>
            <a:xfrm>
              <a:off x="3526270" y="4551665"/>
              <a:ext cx="22772" cy="40392"/>
            </a:xfrm>
            <a:custGeom>
              <a:rect b="b" l="l" r="r" t="t"/>
              <a:pathLst>
                <a:path extrusionOk="0" h="1270" w="716">
                  <a:moveTo>
                    <a:pt x="531" y="0"/>
                  </a:moveTo>
                  <a:cubicBezTo>
                    <a:pt x="472" y="0"/>
                    <a:pt x="412" y="41"/>
                    <a:pt x="394" y="96"/>
                  </a:cubicBezTo>
                  <a:lnTo>
                    <a:pt x="36" y="1072"/>
                  </a:lnTo>
                  <a:cubicBezTo>
                    <a:pt x="1" y="1144"/>
                    <a:pt x="48" y="1227"/>
                    <a:pt x="120" y="1263"/>
                  </a:cubicBezTo>
                  <a:cubicBezTo>
                    <a:pt x="137" y="1268"/>
                    <a:pt x="154" y="1270"/>
                    <a:pt x="170" y="1270"/>
                  </a:cubicBezTo>
                  <a:cubicBezTo>
                    <a:pt x="235" y="1270"/>
                    <a:pt x="294" y="1234"/>
                    <a:pt x="322" y="1167"/>
                  </a:cubicBezTo>
                  <a:lnTo>
                    <a:pt x="679" y="203"/>
                  </a:lnTo>
                  <a:cubicBezTo>
                    <a:pt x="715" y="132"/>
                    <a:pt x="679" y="36"/>
                    <a:pt x="584" y="13"/>
                  </a:cubicBezTo>
                  <a:cubicBezTo>
                    <a:pt x="567" y="4"/>
                    <a:pt x="549" y="0"/>
                    <a:pt x="5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WERTE</a:t>
            </a:r>
            <a:endParaRPr/>
          </a:p>
        </p:txBody>
      </p:sp>
      <p:sp>
        <p:nvSpPr>
          <p:cNvPr id="498" name="Google Shape;498;p45"/>
          <p:cNvSpPr txBox="1"/>
          <p:nvPr>
            <p:ph idx="6" type="subTitle"/>
          </p:nvPr>
        </p:nvSpPr>
        <p:spPr>
          <a:xfrm>
            <a:off x="1315323" y="3435448"/>
            <a:ext cx="1978200" cy="52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Obwohl er rot ist, ist der Mars sehr kalt</a:t>
            </a:r>
            <a:endParaRPr/>
          </a:p>
        </p:txBody>
      </p:sp>
      <p:sp>
        <p:nvSpPr>
          <p:cNvPr id="499" name="Google Shape;499;p45"/>
          <p:cNvSpPr txBox="1"/>
          <p:nvPr>
            <p:ph idx="2" type="title"/>
          </p:nvPr>
        </p:nvSpPr>
        <p:spPr>
          <a:xfrm>
            <a:off x="1315324" y="1735293"/>
            <a:ext cx="1978200" cy="463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VENUS</a:t>
            </a:r>
            <a:endParaRPr/>
          </a:p>
        </p:txBody>
      </p:sp>
      <p:sp>
        <p:nvSpPr>
          <p:cNvPr id="500" name="Google Shape;500;p45"/>
          <p:cNvSpPr txBox="1"/>
          <p:nvPr>
            <p:ph idx="1" type="subTitle"/>
          </p:nvPr>
        </p:nvSpPr>
        <p:spPr>
          <a:xfrm>
            <a:off x="1315324" y="2044318"/>
            <a:ext cx="1978200" cy="52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Die Venus ist fast so groß wie die Erde</a:t>
            </a:r>
            <a:endParaRPr/>
          </a:p>
        </p:txBody>
      </p:sp>
      <p:sp>
        <p:nvSpPr>
          <p:cNvPr id="501" name="Google Shape;501;p45"/>
          <p:cNvSpPr txBox="1"/>
          <p:nvPr>
            <p:ph idx="3" type="title"/>
          </p:nvPr>
        </p:nvSpPr>
        <p:spPr>
          <a:xfrm>
            <a:off x="5850476" y="1735293"/>
            <a:ext cx="1978200" cy="46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502" name="Google Shape;502;p45"/>
          <p:cNvSpPr txBox="1"/>
          <p:nvPr>
            <p:ph idx="4" type="subTitle"/>
          </p:nvPr>
        </p:nvSpPr>
        <p:spPr>
          <a:xfrm>
            <a:off x="5850476" y="2044318"/>
            <a:ext cx="1978200" cy="52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a:t>
            </a:r>
            <a:r>
              <a:rPr lang="en"/>
              <a:t>st der</a:t>
            </a:r>
            <a:endParaRPr/>
          </a:p>
          <a:p>
            <a:pPr indent="0" lvl="0" marL="0" rtl="0" algn="l">
              <a:spcBef>
                <a:spcPts val="0"/>
              </a:spcBef>
              <a:spcAft>
                <a:spcPts val="0"/>
              </a:spcAft>
              <a:buNone/>
            </a:pPr>
            <a:r>
              <a:rPr lang="en"/>
              <a:t>größte Planet</a:t>
            </a:r>
            <a:endParaRPr/>
          </a:p>
        </p:txBody>
      </p:sp>
      <p:sp>
        <p:nvSpPr>
          <p:cNvPr id="503" name="Google Shape;503;p45"/>
          <p:cNvSpPr txBox="1"/>
          <p:nvPr>
            <p:ph idx="5" type="title"/>
          </p:nvPr>
        </p:nvSpPr>
        <p:spPr>
          <a:xfrm>
            <a:off x="1315323" y="3126523"/>
            <a:ext cx="1978200" cy="463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MARS</a:t>
            </a:r>
            <a:endParaRPr/>
          </a:p>
        </p:txBody>
      </p:sp>
      <p:sp>
        <p:nvSpPr>
          <p:cNvPr id="504" name="Google Shape;504;p45"/>
          <p:cNvSpPr txBox="1"/>
          <p:nvPr>
            <p:ph idx="7" type="title"/>
          </p:nvPr>
        </p:nvSpPr>
        <p:spPr>
          <a:xfrm>
            <a:off x="5850477" y="3126523"/>
            <a:ext cx="1978200" cy="46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SATURN</a:t>
            </a:r>
            <a:endParaRPr/>
          </a:p>
        </p:txBody>
      </p:sp>
      <p:sp>
        <p:nvSpPr>
          <p:cNvPr id="505" name="Google Shape;505;p45"/>
          <p:cNvSpPr txBox="1"/>
          <p:nvPr>
            <p:ph idx="8" type="subTitle"/>
          </p:nvPr>
        </p:nvSpPr>
        <p:spPr>
          <a:xfrm>
            <a:off x="5850475" y="3435448"/>
            <a:ext cx="1978200" cy="52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 S</a:t>
            </a:r>
            <a:r>
              <a:rPr lang="en"/>
              <a:t>aturn ist der Planet mit Ringen</a:t>
            </a:r>
            <a:endParaRPr/>
          </a:p>
        </p:txBody>
      </p:sp>
      <p:sp>
        <p:nvSpPr>
          <p:cNvPr id="506" name="Google Shape;506;p45"/>
          <p:cNvSpPr/>
          <p:nvPr/>
        </p:nvSpPr>
        <p:spPr>
          <a:xfrm>
            <a:off x="4890865" y="178480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5"/>
          <p:cNvSpPr/>
          <p:nvPr/>
        </p:nvSpPr>
        <p:spPr>
          <a:xfrm>
            <a:off x="4890865" y="317598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5"/>
          <p:cNvSpPr/>
          <p:nvPr/>
        </p:nvSpPr>
        <p:spPr>
          <a:xfrm>
            <a:off x="3521735" y="178480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5"/>
          <p:cNvSpPr/>
          <p:nvPr/>
        </p:nvSpPr>
        <p:spPr>
          <a:xfrm>
            <a:off x="3521735" y="317598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45"/>
          <p:cNvGrpSpPr/>
          <p:nvPr/>
        </p:nvGrpSpPr>
        <p:grpSpPr>
          <a:xfrm>
            <a:off x="3671768" y="3313080"/>
            <a:ext cx="431316" cy="457204"/>
            <a:chOff x="853568" y="1975538"/>
            <a:chExt cx="337334" cy="353599"/>
          </a:xfrm>
        </p:grpSpPr>
        <p:sp>
          <p:nvSpPr>
            <p:cNvPr id="511" name="Google Shape;511;p45"/>
            <p:cNvSpPr/>
            <p:nvPr/>
          </p:nvSpPr>
          <p:spPr>
            <a:xfrm>
              <a:off x="853568" y="1975538"/>
              <a:ext cx="337334" cy="353599"/>
            </a:xfrm>
            <a:custGeom>
              <a:rect b="b" l="l" r="r" t="t"/>
              <a:pathLst>
                <a:path extrusionOk="0" h="11109" w="10598">
                  <a:moveTo>
                    <a:pt x="8180" y="322"/>
                  </a:moveTo>
                  <a:lnTo>
                    <a:pt x="5823" y="3596"/>
                  </a:lnTo>
                  <a:lnTo>
                    <a:pt x="5501" y="3132"/>
                  </a:lnTo>
                  <a:lnTo>
                    <a:pt x="7502" y="322"/>
                  </a:lnTo>
                  <a:close/>
                  <a:moveTo>
                    <a:pt x="9252" y="322"/>
                  </a:moveTo>
                  <a:lnTo>
                    <a:pt x="6371" y="4346"/>
                  </a:lnTo>
                  <a:lnTo>
                    <a:pt x="6049" y="3882"/>
                  </a:lnTo>
                  <a:lnTo>
                    <a:pt x="8597" y="322"/>
                  </a:lnTo>
                  <a:close/>
                  <a:moveTo>
                    <a:pt x="2072" y="322"/>
                  </a:moveTo>
                  <a:lnTo>
                    <a:pt x="4966" y="4358"/>
                  </a:lnTo>
                  <a:cubicBezTo>
                    <a:pt x="4906" y="4382"/>
                    <a:pt x="4859" y="4430"/>
                    <a:pt x="4811" y="4477"/>
                  </a:cubicBezTo>
                  <a:cubicBezTo>
                    <a:pt x="4750" y="4538"/>
                    <a:pt x="4652" y="4579"/>
                    <a:pt x="4557" y="4579"/>
                  </a:cubicBezTo>
                  <a:cubicBezTo>
                    <a:pt x="4521" y="4579"/>
                    <a:pt x="4486" y="4574"/>
                    <a:pt x="4454" y="4561"/>
                  </a:cubicBezTo>
                  <a:lnTo>
                    <a:pt x="1418" y="322"/>
                  </a:lnTo>
                  <a:close/>
                  <a:moveTo>
                    <a:pt x="3084" y="322"/>
                  </a:moveTo>
                  <a:lnTo>
                    <a:pt x="6121" y="4584"/>
                  </a:lnTo>
                  <a:cubicBezTo>
                    <a:pt x="6100" y="4589"/>
                    <a:pt x="6079" y="4591"/>
                    <a:pt x="6057" y="4591"/>
                  </a:cubicBezTo>
                  <a:cubicBezTo>
                    <a:pt x="5957" y="4591"/>
                    <a:pt x="5854" y="4546"/>
                    <a:pt x="5775" y="4477"/>
                  </a:cubicBezTo>
                  <a:cubicBezTo>
                    <a:pt x="5644" y="4346"/>
                    <a:pt x="5466" y="4287"/>
                    <a:pt x="5287" y="4287"/>
                  </a:cubicBezTo>
                  <a:lnTo>
                    <a:pt x="2453" y="334"/>
                  </a:lnTo>
                  <a:lnTo>
                    <a:pt x="3084" y="334"/>
                  </a:lnTo>
                  <a:lnTo>
                    <a:pt x="3084" y="322"/>
                  </a:lnTo>
                  <a:close/>
                  <a:moveTo>
                    <a:pt x="1013" y="322"/>
                  </a:moveTo>
                  <a:lnTo>
                    <a:pt x="4025" y="4537"/>
                  </a:lnTo>
                  <a:cubicBezTo>
                    <a:pt x="3858" y="4584"/>
                    <a:pt x="3716" y="4668"/>
                    <a:pt x="3608" y="4823"/>
                  </a:cubicBezTo>
                  <a:lnTo>
                    <a:pt x="394" y="322"/>
                  </a:lnTo>
                  <a:close/>
                  <a:moveTo>
                    <a:pt x="10216" y="322"/>
                  </a:moveTo>
                  <a:lnTo>
                    <a:pt x="7002" y="4823"/>
                  </a:lnTo>
                  <a:cubicBezTo>
                    <a:pt x="6906" y="4680"/>
                    <a:pt x="6775" y="4596"/>
                    <a:pt x="6633" y="4549"/>
                  </a:cubicBezTo>
                  <a:lnTo>
                    <a:pt x="9645" y="322"/>
                  </a:lnTo>
                  <a:close/>
                  <a:moveTo>
                    <a:pt x="5268" y="4599"/>
                  </a:moveTo>
                  <a:cubicBezTo>
                    <a:pt x="5362" y="4599"/>
                    <a:pt x="5454" y="4638"/>
                    <a:pt x="5525" y="4715"/>
                  </a:cubicBezTo>
                  <a:cubicBezTo>
                    <a:pt x="5652" y="4842"/>
                    <a:pt x="5822" y="4911"/>
                    <a:pt x="5994" y="4911"/>
                  </a:cubicBezTo>
                  <a:cubicBezTo>
                    <a:pt x="6081" y="4911"/>
                    <a:pt x="6168" y="4894"/>
                    <a:pt x="6252" y="4858"/>
                  </a:cubicBezTo>
                  <a:cubicBezTo>
                    <a:pt x="6295" y="4843"/>
                    <a:pt x="6338" y="4836"/>
                    <a:pt x="6380" y="4836"/>
                  </a:cubicBezTo>
                  <a:cubicBezTo>
                    <a:pt x="6534" y="4836"/>
                    <a:pt x="6672" y="4932"/>
                    <a:pt x="6728" y="5073"/>
                  </a:cubicBezTo>
                  <a:cubicBezTo>
                    <a:pt x="6728" y="5084"/>
                    <a:pt x="6752" y="5096"/>
                    <a:pt x="6752" y="5120"/>
                  </a:cubicBezTo>
                  <a:cubicBezTo>
                    <a:pt x="6823" y="5311"/>
                    <a:pt x="6954" y="5382"/>
                    <a:pt x="6954" y="5382"/>
                  </a:cubicBezTo>
                  <a:cubicBezTo>
                    <a:pt x="7109" y="5454"/>
                    <a:pt x="7240" y="5513"/>
                    <a:pt x="7371" y="5513"/>
                  </a:cubicBezTo>
                  <a:cubicBezTo>
                    <a:pt x="7561" y="5537"/>
                    <a:pt x="7728" y="5692"/>
                    <a:pt x="7716" y="5906"/>
                  </a:cubicBezTo>
                  <a:cubicBezTo>
                    <a:pt x="7704" y="6168"/>
                    <a:pt x="7847" y="6430"/>
                    <a:pt x="8085" y="6561"/>
                  </a:cubicBezTo>
                  <a:cubicBezTo>
                    <a:pt x="8264" y="6644"/>
                    <a:pt x="8335" y="6870"/>
                    <a:pt x="8252" y="7049"/>
                  </a:cubicBezTo>
                  <a:cubicBezTo>
                    <a:pt x="8133" y="7287"/>
                    <a:pt x="8157" y="7585"/>
                    <a:pt x="8323" y="7799"/>
                  </a:cubicBezTo>
                  <a:cubicBezTo>
                    <a:pt x="8442" y="7954"/>
                    <a:pt x="8430" y="8180"/>
                    <a:pt x="8264" y="8311"/>
                  </a:cubicBezTo>
                  <a:cubicBezTo>
                    <a:pt x="8061" y="8490"/>
                    <a:pt x="7966" y="8763"/>
                    <a:pt x="8026" y="9025"/>
                  </a:cubicBezTo>
                  <a:cubicBezTo>
                    <a:pt x="8073" y="9228"/>
                    <a:pt x="7966" y="9430"/>
                    <a:pt x="7776" y="9478"/>
                  </a:cubicBezTo>
                  <a:cubicBezTo>
                    <a:pt x="7502" y="9549"/>
                    <a:pt x="7311" y="9775"/>
                    <a:pt x="7264" y="10026"/>
                  </a:cubicBezTo>
                  <a:cubicBezTo>
                    <a:pt x="7242" y="10196"/>
                    <a:pt x="7087" y="10329"/>
                    <a:pt x="6909" y="10329"/>
                  </a:cubicBezTo>
                  <a:cubicBezTo>
                    <a:pt x="6889" y="10329"/>
                    <a:pt x="6868" y="10327"/>
                    <a:pt x="6847" y="10323"/>
                  </a:cubicBezTo>
                  <a:cubicBezTo>
                    <a:pt x="6809" y="10316"/>
                    <a:pt x="6770" y="10313"/>
                    <a:pt x="6732" y="10313"/>
                  </a:cubicBezTo>
                  <a:cubicBezTo>
                    <a:pt x="6508" y="10313"/>
                    <a:pt x="6290" y="10429"/>
                    <a:pt x="6168" y="10633"/>
                  </a:cubicBezTo>
                  <a:cubicBezTo>
                    <a:pt x="6100" y="10740"/>
                    <a:pt x="5977" y="10802"/>
                    <a:pt x="5854" y="10802"/>
                  </a:cubicBezTo>
                  <a:cubicBezTo>
                    <a:pt x="5785" y="10802"/>
                    <a:pt x="5716" y="10783"/>
                    <a:pt x="5656" y="10740"/>
                  </a:cubicBezTo>
                  <a:cubicBezTo>
                    <a:pt x="5537" y="10668"/>
                    <a:pt x="5418" y="10633"/>
                    <a:pt x="5287" y="10633"/>
                  </a:cubicBezTo>
                  <a:cubicBezTo>
                    <a:pt x="5156" y="10633"/>
                    <a:pt x="5025" y="10668"/>
                    <a:pt x="4918" y="10740"/>
                  </a:cubicBezTo>
                  <a:cubicBezTo>
                    <a:pt x="4858" y="10779"/>
                    <a:pt x="4788" y="10797"/>
                    <a:pt x="4719" y="10797"/>
                  </a:cubicBezTo>
                  <a:cubicBezTo>
                    <a:pt x="4596" y="10797"/>
                    <a:pt x="4475" y="10739"/>
                    <a:pt x="4406" y="10633"/>
                  </a:cubicBezTo>
                  <a:cubicBezTo>
                    <a:pt x="4275" y="10437"/>
                    <a:pt x="4035" y="10320"/>
                    <a:pt x="3794" y="10320"/>
                  </a:cubicBezTo>
                  <a:cubicBezTo>
                    <a:pt x="3772" y="10320"/>
                    <a:pt x="3750" y="10321"/>
                    <a:pt x="3727" y="10323"/>
                  </a:cubicBezTo>
                  <a:cubicBezTo>
                    <a:pt x="3708" y="10327"/>
                    <a:pt x="3688" y="10329"/>
                    <a:pt x="3668" y="10329"/>
                  </a:cubicBezTo>
                  <a:cubicBezTo>
                    <a:pt x="3497" y="10329"/>
                    <a:pt x="3332" y="10196"/>
                    <a:pt x="3311" y="10026"/>
                  </a:cubicBezTo>
                  <a:cubicBezTo>
                    <a:pt x="3263" y="9764"/>
                    <a:pt x="3073" y="9537"/>
                    <a:pt x="2799" y="9478"/>
                  </a:cubicBezTo>
                  <a:cubicBezTo>
                    <a:pt x="2608" y="9418"/>
                    <a:pt x="2489" y="9228"/>
                    <a:pt x="2549" y="9025"/>
                  </a:cubicBezTo>
                  <a:cubicBezTo>
                    <a:pt x="2620" y="8763"/>
                    <a:pt x="2537" y="8490"/>
                    <a:pt x="2311" y="8311"/>
                  </a:cubicBezTo>
                  <a:cubicBezTo>
                    <a:pt x="2168" y="8180"/>
                    <a:pt x="2132" y="7954"/>
                    <a:pt x="2251" y="7799"/>
                  </a:cubicBezTo>
                  <a:cubicBezTo>
                    <a:pt x="2418" y="7585"/>
                    <a:pt x="2442" y="7287"/>
                    <a:pt x="2322" y="7049"/>
                  </a:cubicBezTo>
                  <a:cubicBezTo>
                    <a:pt x="2239" y="6870"/>
                    <a:pt x="2311" y="6644"/>
                    <a:pt x="2489" y="6561"/>
                  </a:cubicBezTo>
                  <a:cubicBezTo>
                    <a:pt x="2727" y="6442"/>
                    <a:pt x="2882" y="6192"/>
                    <a:pt x="2858" y="5906"/>
                  </a:cubicBezTo>
                  <a:cubicBezTo>
                    <a:pt x="2846" y="5715"/>
                    <a:pt x="3013" y="5537"/>
                    <a:pt x="3204" y="5513"/>
                  </a:cubicBezTo>
                  <a:cubicBezTo>
                    <a:pt x="3418" y="5501"/>
                    <a:pt x="3608" y="5394"/>
                    <a:pt x="3727" y="5215"/>
                  </a:cubicBezTo>
                  <a:lnTo>
                    <a:pt x="3727" y="5204"/>
                  </a:lnTo>
                  <a:cubicBezTo>
                    <a:pt x="3751" y="5156"/>
                    <a:pt x="3787" y="5120"/>
                    <a:pt x="3799" y="5073"/>
                  </a:cubicBezTo>
                  <a:cubicBezTo>
                    <a:pt x="3854" y="4925"/>
                    <a:pt x="3995" y="4835"/>
                    <a:pt x="4145" y="4835"/>
                  </a:cubicBezTo>
                  <a:cubicBezTo>
                    <a:pt x="4188" y="4835"/>
                    <a:pt x="4232" y="4842"/>
                    <a:pt x="4275" y="4858"/>
                  </a:cubicBezTo>
                  <a:cubicBezTo>
                    <a:pt x="4355" y="4889"/>
                    <a:pt x="4438" y="4903"/>
                    <a:pt x="4521" y="4903"/>
                  </a:cubicBezTo>
                  <a:cubicBezTo>
                    <a:pt x="4698" y="4903"/>
                    <a:pt x="4872" y="4837"/>
                    <a:pt x="5001" y="4715"/>
                  </a:cubicBezTo>
                  <a:cubicBezTo>
                    <a:pt x="5079" y="4638"/>
                    <a:pt x="5174" y="4599"/>
                    <a:pt x="5268" y="4599"/>
                  </a:cubicBezTo>
                  <a:close/>
                  <a:moveTo>
                    <a:pt x="298" y="0"/>
                  </a:moveTo>
                  <a:cubicBezTo>
                    <a:pt x="203" y="0"/>
                    <a:pt x="108" y="60"/>
                    <a:pt x="48" y="143"/>
                  </a:cubicBezTo>
                  <a:cubicBezTo>
                    <a:pt x="1" y="239"/>
                    <a:pt x="1" y="358"/>
                    <a:pt x="60" y="429"/>
                  </a:cubicBezTo>
                  <a:lnTo>
                    <a:pt x="3418" y="5096"/>
                  </a:lnTo>
                  <a:cubicBezTo>
                    <a:pt x="3358" y="5144"/>
                    <a:pt x="3275" y="5168"/>
                    <a:pt x="3204" y="5168"/>
                  </a:cubicBezTo>
                  <a:cubicBezTo>
                    <a:pt x="2834" y="5192"/>
                    <a:pt x="2537" y="5513"/>
                    <a:pt x="2549" y="5906"/>
                  </a:cubicBezTo>
                  <a:cubicBezTo>
                    <a:pt x="2549" y="6049"/>
                    <a:pt x="2477" y="6180"/>
                    <a:pt x="2358" y="6239"/>
                  </a:cubicBezTo>
                  <a:cubicBezTo>
                    <a:pt x="2013" y="6418"/>
                    <a:pt x="1882" y="6835"/>
                    <a:pt x="2061" y="7168"/>
                  </a:cubicBezTo>
                  <a:cubicBezTo>
                    <a:pt x="2120" y="7299"/>
                    <a:pt x="2108" y="7454"/>
                    <a:pt x="2013" y="7573"/>
                  </a:cubicBezTo>
                  <a:cubicBezTo>
                    <a:pt x="1775" y="7871"/>
                    <a:pt x="1822" y="8299"/>
                    <a:pt x="2120" y="8537"/>
                  </a:cubicBezTo>
                  <a:cubicBezTo>
                    <a:pt x="2215" y="8621"/>
                    <a:pt x="2275" y="8775"/>
                    <a:pt x="2239" y="8906"/>
                  </a:cubicBezTo>
                  <a:cubicBezTo>
                    <a:pt x="2132" y="9275"/>
                    <a:pt x="2358" y="9656"/>
                    <a:pt x="2727" y="9752"/>
                  </a:cubicBezTo>
                  <a:cubicBezTo>
                    <a:pt x="2858" y="9799"/>
                    <a:pt x="2965" y="9906"/>
                    <a:pt x="3001" y="10049"/>
                  </a:cubicBezTo>
                  <a:cubicBezTo>
                    <a:pt x="3056" y="10399"/>
                    <a:pt x="3361" y="10639"/>
                    <a:pt x="3697" y="10639"/>
                  </a:cubicBezTo>
                  <a:cubicBezTo>
                    <a:pt x="3727" y="10639"/>
                    <a:pt x="3757" y="10637"/>
                    <a:pt x="3787" y="10633"/>
                  </a:cubicBezTo>
                  <a:cubicBezTo>
                    <a:pt x="3799" y="10632"/>
                    <a:pt x="3811" y="10631"/>
                    <a:pt x="3823" y="10631"/>
                  </a:cubicBezTo>
                  <a:cubicBezTo>
                    <a:pt x="3953" y="10631"/>
                    <a:pt x="4079" y="10690"/>
                    <a:pt x="4144" y="10799"/>
                  </a:cubicBezTo>
                  <a:cubicBezTo>
                    <a:pt x="4274" y="10998"/>
                    <a:pt x="4502" y="11109"/>
                    <a:pt x="4731" y="11109"/>
                  </a:cubicBezTo>
                  <a:cubicBezTo>
                    <a:pt x="4858" y="11109"/>
                    <a:pt x="4986" y="11074"/>
                    <a:pt x="5097" y="11002"/>
                  </a:cubicBezTo>
                  <a:cubicBezTo>
                    <a:pt x="5156" y="10966"/>
                    <a:pt x="5228" y="10948"/>
                    <a:pt x="5299" y="10948"/>
                  </a:cubicBezTo>
                  <a:cubicBezTo>
                    <a:pt x="5370" y="10948"/>
                    <a:pt x="5442" y="10966"/>
                    <a:pt x="5501" y="11002"/>
                  </a:cubicBezTo>
                  <a:cubicBezTo>
                    <a:pt x="5621" y="11085"/>
                    <a:pt x="5740" y="11109"/>
                    <a:pt x="5871" y="11109"/>
                  </a:cubicBezTo>
                  <a:cubicBezTo>
                    <a:pt x="6097" y="11109"/>
                    <a:pt x="6311" y="11002"/>
                    <a:pt x="6454" y="10799"/>
                  </a:cubicBezTo>
                  <a:cubicBezTo>
                    <a:pt x="6519" y="10690"/>
                    <a:pt x="6645" y="10631"/>
                    <a:pt x="6775" y="10631"/>
                  </a:cubicBezTo>
                  <a:cubicBezTo>
                    <a:pt x="6787" y="10631"/>
                    <a:pt x="6799" y="10632"/>
                    <a:pt x="6811" y="10633"/>
                  </a:cubicBezTo>
                  <a:cubicBezTo>
                    <a:pt x="6848" y="10639"/>
                    <a:pt x="6884" y="10641"/>
                    <a:pt x="6920" y="10641"/>
                  </a:cubicBezTo>
                  <a:cubicBezTo>
                    <a:pt x="7248" y="10641"/>
                    <a:pt x="7543" y="10403"/>
                    <a:pt x="7597" y="10049"/>
                  </a:cubicBezTo>
                  <a:cubicBezTo>
                    <a:pt x="7621" y="9906"/>
                    <a:pt x="7728" y="9799"/>
                    <a:pt x="7859" y="9752"/>
                  </a:cubicBezTo>
                  <a:cubicBezTo>
                    <a:pt x="8240" y="9656"/>
                    <a:pt x="8442" y="9275"/>
                    <a:pt x="8359" y="8906"/>
                  </a:cubicBezTo>
                  <a:cubicBezTo>
                    <a:pt x="8323" y="8775"/>
                    <a:pt x="8371" y="8621"/>
                    <a:pt x="8478" y="8537"/>
                  </a:cubicBezTo>
                  <a:cubicBezTo>
                    <a:pt x="8776" y="8299"/>
                    <a:pt x="8811" y="7871"/>
                    <a:pt x="8573" y="7573"/>
                  </a:cubicBezTo>
                  <a:cubicBezTo>
                    <a:pt x="8490" y="7454"/>
                    <a:pt x="8478" y="7299"/>
                    <a:pt x="8538" y="7168"/>
                  </a:cubicBezTo>
                  <a:cubicBezTo>
                    <a:pt x="8692" y="6823"/>
                    <a:pt x="8561" y="6406"/>
                    <a:pt x="8240" y="6239"/>
                  </a:cubicBezTo>
                  <a:cubicBezTo>
                    <a:pt x="8097" y="6180"/>
                    <a:pt x="8026" y="6037"/>
                    <a:pt x="8037" y="5906"/>
                  </a:cubicBezTo>
                  <a:cubicBezTo>
                    <a:pt x="8061" y="5525"/>
                    <a:pt x="7776" y="5204"/>
                    <a:pt x="7383" y="5168"/>
                  </a:cubicBezTo>
                  <a:cubicBezTo>
                    <a:pt x="7311" y="5168"/>
                    <a:pt x="7240" y="5144"/>
                    <a:pt x="7180" y="5096"/>
                  </a:cubicBezTo>
                  <a:lnTo>
                    <a:pt x="10526" y="429"/>
                  </a:lnTo>
                  <a:cubicBezTo>
                    <a:pt x="10585" y="358"/>
                    <a:pt x="10597" y="251"/>
                    <a:pt x="10538" y="143"/>
                  </a:cubicBezTo>
                  <a:cubicBezTo>
                    <a:pt x="10490" y="60"/>
                    <a:pt x="10395" y="0"/>
                    <a:pt x="10288" y="0"/>
                  </a:cubicBezTo>
                  <a:lnTo>
                    <a:pt x="7478" y="0"/>
                  </a:lnTo>
                  <a:cubicBezTo>
                    <a:pt x="7383" y="0"/>
                    <a:pt x="7299" y="36"/>
                    <a:pt x="7252" y="120"/>
                  </a:cubicBezTo>
                  <a:lnTo>
                    <a:pt x="5287" y="2858"/>
                  </a:lnTo>
                  <a:lnTo>
                    <a:pt x="3335" y="120"/>
                  </a:lnTo>
                  <a:cubicBezTo>
                    <a:pt x="3299" y="36"/>
                    <a:pt x="3204" y="0"/>
                    <a:pt x="3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5"/>
            <p:cNvSpPr/>
            <p:nvPr/>
          </p:nvSpPr>
          <p:spPr>
            <a:xfrm>
              <a:off x="938458" y="2136979"/>
              <a:ext cx="166789" cy="76742"/>
            </a:xfrm>
            <a:custGeom>
              <a:rect b="b" l="l" r="r" t="t"/>
              <a:pathLst>
                <a:path extrusionOk="0" h="2411" w="5240">
                  <a:moveTo>
                    <a:pt x="2620" y="1"/>
                  </a:moveTo>
                  <a:cubicBezTo>
                    <a:pt x="2001" y="1"/>
                    <a:pt x="1370" y="227"/>
                    <a:pt x="894" y="643"/>
                  </a:cubicBezTo>
                  <a:cubicBezTo>
                    <a:pt x="417" y="1036"/>
                    <a:pt x="108" y="1608"/>
                    <a:pt x="13" y="2227"/>
                  </a:cubicBezTo>
                  <a:cubicBezTo>
                    <a:pt x="1" y="2322"/>
                    <a:pt x="60" y="2406"/>
                    <a:pt x="156" y="2406"/>
                  </a:cubicBezTo>
                  <a:lnTo>
                    <a:pt x="179" y="2406"/>
                  </a:lnTo>
                  <a:cubicBezTo>
                    <a:pt x="251" y="2406"/>
                    <a:pt x="334" y="2346"/>
                    <a:pt x="346" y="2275"/>
                  </a:cubicBezTo>
                  <a:cubicBezTo>
                    <a:pt x="429" y="1739"/>
                    <a:pt x="703" y="1251"/>
                    <a:pt x="1120" y="894"/>
                  </a:cubicBezTo>
                  <a:cubicBezTo>
                    <a:pt x="1537" y="536"/>
                    <a:pt x="2072" y="322"/>
                    <a:pt x="2620" y="322"/>
                  </a:cubicBezTo>
                  <a:cubicBezTo>
                    <a:pt x="3168" y="322"/>
                    <a:pt x="3704" y="524"/>
                    <a:pt x="4120" y="894"/>
                  </a:cubicBezTo>
                  <a:cubicBezTo>
                    <a:pt x="4537" y="1251"/>
                    <a:pt x="4811" y="1739"/>
                    <a:pt x="4894" y="2275"/>
                  </a:cubicBezTo>
                  <a:cubicBezTo>
                    <a:pt x="4904" y="2356"/>
                    <a:pt x="4975" y="2411"/>
                    <a:pt x="5040" y="2411"/>
                  </a:cubicBezTo>
                  <a:cubicBezTo>
                    <a:pt x="5051" y="2411"/>
                    <a:pt x="5062" y="2409"/>
                    <a:pt x="5073" y="2406"/>
                  </a:cubicBezTo>
                  <a:cubicBezTo>
                    <a:pt x="5180" y="2394"/>
                    <a:pt x="5240" y="2322"/>
                    <a:pt x="5228" y="2227"/>
                  </a:cubicBezTo>
                  <a:cubicBezTo>
                    <a:pt x="5132" y="1620"/>
                    <a:pt x="4823" y="1060"/>
                    <a:pt x="4347" y="643"/>
                  </a:cubicBezTo>
                  <a:cubicBezTo>
                    <a:pt x="3870" y="227"/>
                    <a:pt x="3263" y="1"/>
                    <a:pt x="26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5"/>
            <p:cNvSpPr/>
            <p:nvPr/>
          </p:nvSpPr>
          <p:spPr>
            <a:xfrm>
              <a:off x="938840" y="2227377"/>
              <a:ext cx="166407" cy="76774"/>
            </a:xfrm>
            <a:custGeom>
              <a:rect b="b" l="l" r="r" t="t"/>
              <a:pathLst>
                <a:path extrusionOk="0" h="2412" w="5228">
                  <a:moveTo>
                    <a:pt x="193" y="1"/>
                  </a:moveTo>
                  <a:cubicBezTo>
                    <a:pt x="181" y="1"/>
                    <a:pt x="168" y="3"/>
                    <a:pt x="155" y="6"/>
                  </a:cubicBezTo>
                  <a:cubicBezTo>
                    <a:pt x="60" y="18"/>
                    <a:pt x="1" y="101"/>
                    <a:pt x="24" y="197"/>
                  </a:cubicBezTo>
                  <a:cubicBezTo>
                    <a:pt x="108" y="804"/>
                    <a:pt x="417" y="1375"/>
                    <a:pt x="894" y="1768"/>
                  </a:cubicBezTo>
                  <a:cubicBezTo>
                    <a:pt x="1370" y="2185"/>
                    <a:pt x="1989" y="2411"/>
                    <a:pt x="2608" y="2411"/>
                  </a:cubicBezTo>
                  <a:cubicBezTo>
                    <a:pt x="3239" y="2411"/>
                    <a:pt x="3858" y="2185"/>
                    <a:pt x="4335" y="1768"/>
                  </a:cubicBezTo>
                  <a:cubicBezTo>
                    <a:pt x="4811" y="1375"/>
                    <a:pt x="5120" y="804"/>
                    <a:pt x="5216" y="185"/>
                  </a:cubicBezTo>
                  <a:cubicBezTo>
                    <a:pt x="5228" y="101"/>
                    <a:pt x="5168" y="18"/>
                    <a:pt x="5085" y="6"/>
                  </a:cubicBezTo>
                  <a:cubicBezTo>
                    <a:pt x="5070" y="3"/>
                    <a:pt x="5056" y="1"/>
                    <a:pt x="5043" y="1"/>
                  </a:cubicBezTo>
                  <a:cubicBezTo>
                    <a:pt x="4966" y="1"/>
                    <a:pt x="4906" y="56"/>
                    <a:pt x="4906" y="137"/>
                  </a:cubicBezTo>
                  <a:cubicBezTo>
                    <a:pt x="4811" y="673"/>
                    <a:pt x="4549" y="1161"/>
                    <a:pt x="4132" y="1518"/>
                  </a:cubicBezTo>
                  <a:cubicBezTo>
                    <a:pt x="3715" y="1875"/>
                    <a:pt x="3180" y="2090"/>
                    <a:pt x="2620" y="2090"/>
                  </a:cubicBezTo>
                  <a:cubicBezTo>
                    <a:pt x="2072" y="2090"/>
                    <a:pt x="1537" y="1887"/>
                    <a:pt x="1120" y="1518"/>
                  </a:cubicBezTo>
                  <a:cubicBezTo>
                    <a:pt x="703" y="1161"/>
                    <a:pt x="441" y="673"/>
                    <a:pt x="346" y="137"/>
                  </a:cubicBezTo>
                  <a:cubicBezTo>
                    <a:pt x="336" y="56"/>
                    <a:pt x="265" y="1"/>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5"/>
            <p:cNvSpPr/>
            <p:nvPr/>
          </p:nvSpPr>
          <p:spPr>
            <a:xfrm>
              <a:off x="1007052" y="2185106"/>
              <a:ext cx="19003" cy="70153"/>
            </a:xfrm>
            <a:custGeom>
              <a:rect b="b" l="l" r="r" t="t"/>
              <a:pathLst>
                <a:path extrusionOk="0" h="2204" w="597">
                  <a:moveTo>
                    <a:pt x="453" y="1"/>
                  </a:moveTo>
                  <a:cubicBezTo>
                    <a:pt x="418" y="1"/>
                    <a:pt x="394" y="24"/>
                    <a:pt x="382" y="36"/>
                  </a:cubicBezTo>
                  <a:lnTo>
                    <a:pt x="60" y="334"/>
                  </a:lnTo>
                  <a:cubicBezTo>
                    <a:pt x="25" y="358"/>
                    <a:pt x="1" y="405"/>
                    <a:pt x="1" y="453"/>
                  </a:cubicBezTo>
                  <a:cubicBezTo>
                    <a:pt x="1" y="513"/>
                    <a:pt x="48" y="584"/>
                    <a:pt x="108" y="584"/>
                  </a:cubicBezTo>
                  <a:cubicBezTo>
                    <a:pt x="120" y="584"/>
                    <a:pt x="156" y="572"/>
                    <a:pt x="167" y="560"/>
                  </a:cubicBezTo>
                  <a:lnTo>
                    <a:pt x="275" y="417"/>
                  </a:lnTo>
                  <a:lnTo>
                    <a:pt x="275" y="2108"/>
                  </a:lnTo>
                  <a:cubicBezTo>
                    <a:pt x="275" y="2179"/>
                    <a:pt x="346" y="2203"/>
                    <a:pt x="441" y="2203"/>
                  </a:cubicBezTo>
                  <a:cubicBezTo>
                    <a:pt x="513" y="2203"/>
                    <a:pt x="596" y="2179"/>
                    <a:pt x="596" y="2108"/>
                  </a:cubicBezTo>
                  <a:lnTo>
                    <a:pt x="596" y="96"/>
                  </a:lnTo>
                  <a:cubicBezTo>
                    <a:pt x="584" y="48"/>
                    <a:pt x="513" y="1"/>
                    <a:pt x="4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45"/>
          <p:cNvGrpSpPr/>
          <p:nvPr/>
        </p:nvGrpSpPr>
        <p:grpSpPr>
          <a:xfrm>
            <a:off x="3658816" y="1959982"/>
            <a:ext cx="457200" cy="381013"/>
            <a:chOff x="2770052" y="2009628"/>
            <a:chExt cx="327085" cy="277080"/>
          </a:xfrm>
        </p:grpSpPr>
        <p:sp>
          <p:nvSpPr>
            <p:cNvPr id="516" name="Google Shape;516;p45"/>
            <p:cNvSpPr/>
            <p:nvPr/>
          </p:nvSpPr>
          <p:spPr>
            <a:xfrm>
              <a:off x="2770052" y="2023537"/>
              <a:ext cx="327085" cy="263170"/>
            </a:xfrm>
            <a:custGeom>
              <a:rect b="b" l="l" r="r" t="t"/>
              <a:pathLst>
                <a:path extrusionOk="0" h="8268" w="10276">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5"/>
            <p:cNvSpPr/>
            <p:nvPr/>
          </p:nvSpPr>
          <p:spPr>
            <a:xfrm>
              <a:off x="3059960" y="2009628"/>
              <a:ext cx="37177" cy="26960"/>
            </a:xfrm>
            <a:custGeom>
              <a:rect b="b" l="l" r="r" t="t"/>
              <a:pathLst>
                <a:path extrusionOk="0" h="847" w="1168">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45"/>
          <p:cNvGrpSpPr/>
          <p:nvPr/>
        </p:nvGrpSpPr>
        <p:grpSpPr>
          <a:xfrm>
            <a:off x="5027979" y="3335931"/>
            <a:ext cx="457188" cy="411496"/>
            <a:chOff x="4670239" y="1541599"/>
            <a:chExt cx="359679" cy="321833"/>
          </a:xfrm>
        </p:grpSpPr>
        <p:sp>
          <p:nvSpPr>
            <p:cNvPr id="519" name="Google Shape;519;p45"/>
            <p:cNvSpPr/>
            <p:nvPr/>
          </p:nvSpPr>
          <p:spPr>
            <a:xfrm>
              <a:off x="4818790" y="1606787"/>
              <a:ext cx="28838" cy="49687"/>
            </a:xfrm>
            <a:custGeom>
              <a:rect b="b" l="l" r="r" t="t"/>
              <a:pathLst>
                <a:path extrusionOk="0" h="1561" w="906">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5"/>
            <p:cNvSpPr/>
            <p:nvPr/>
          </p:nvSpPr>
          <p:spPr>
            <a:xfrm>
              <a:off x="4875256" y="1557896"/>
              <a:ext cx="82281" cy="82663"/>
            </a:xfrm>
            <a:custGeom>
              <a:rect b="b" l="l" r="r" t="t"/>
              <a:pathLst>
                <a:path extrusionOk="0" h="2597" w="2585">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5"/>
            <p:cNvSpPr/>
            <p:nvPr/>
          </p:nvSpPr>
          <p:spPr>
            <a:xfrm>
              <a:off x="4775215" y="1541599"/>
              <a:ext cx="199001" cy="147850"/>
            </a:xfrm>
            <a:custGeom>
              <a:rect b="b" l="l" r="r" t="t"/>
              <a:pathLst>
                <a:path extrusionOk="0" h="4645" w="6252">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5"/>
            <p:cNvSpPr/>
            <p:nvPr/>
          </p:nvSpPr>
          <p:spPr>
            <a:xfrm>
              <a:off x="4901803" y="1574957"/>
              <a:ext cx="28838" cy="50069"/>
            </a:xfrm>
            <a:custGeom>
              <a:rect b="b" l="l" r="r" t="t"/>
              <a:pathLst>
                <a:path extrusionOk="0" h="1573" w="906">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5"/>
            <p:cNvSpPr/>
            <p:nvPr/>
          </p:nvSpPr>
          <p:spPr>
            <a:xfrm>
              <a:off x="4670239" y="1657269"/>
              <a:ext cx="359679" cy="206163"/>
            </a:xfrm>
            <a:custGeom>
              <a:rect b="b" l="l" r="r" t="t"/>
              <a:pathLst>
                <a:path extrusionOk="0" h="6477" w="1130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45"/>
          <p:cNvGrpSpPr/>
          <p:nvPr/>
        </p:nvGrpSpPr>
        <p:grpSpPr>
          <a:xfrm>
            <a:off x="5027969" y="1921902"/>
            <a:ext cx="457216" cy="457184"/>
            <a:chOff x="2302788" y="1505981"/>
            <a:chExt cx="336188" cy="335425"/>
          </a:xfrm>
        </p:grpSpPr>
        <p:sp>
          <p:nvSpPr>
            <p:cNvPr id="525" name="Google Shape;525;p45"/>
            <p:cNvSpPr/>
            <p:nvPr/>
          </p:nvSpPr>
          <p:spPr>
            <a:xfrm>
              <a:off x="2302788" y="1505981"/>
              <a:ext cx="336188" cy="335425"/>
            </a:xfrm>
            <a:custGeom>
              <a:rect b="b" l="l" r="r" t="t"/>
              <a:pathLst>
                <a:path extrusionOk="0" h="10538" w="10562">
                  <a:moveTo>
                    <a:pt x="5275" y="1"/>
                  </a:moveTo>
                  <a:cubicBezTo>
                    <a:pt x="3858" y="1"/>
                    <a:pt x="2536" y="548"/>
                    <a:pt x="1548" y="1548"/>
                  </a:cubicBezTo>
                  <a:cubicBezTo>
                    <a:pt x="548" y="2549"/>
                    <a:pt x="0" y="3870"/>
                    <a:pt x="0" y="5263"/>
                  </a:cubicBezTo>
                  <a:cubicBezTo>
                    <a:pt x="0" y="6668"/>
                    <a:pt x="548" y="8002"/>
                    <a:pt x="1548" y="8990"/>
                  </a:cubicBezTo>
                  <a:cubicBezTo>
                    <a:pt x="2548" y="9990"/>
                    <a:pt x="3870" y="10538"/>
                    <a:pt x="5275" y="10538"/>
                  </a:cubicBezTo>
                  <a:cubicBezTo>
                    <a:pt x="6680" y="10538"/>
                    <a:pt x="8013" y="9990"/>
                    <a:pt x="8989" y="8990"/>
                  </a:cubicBezTo>
                  <a:cubicBezTo>
                    <a:pt x="9990" y="7990"/>
                    <a:pt x="10537" y="6668"/>
                    <a:pt x="10537" y="5263"/>
                  </a:cubicBezTo>
                  <a:cubicBezTo>
                    <a:pt x="10561" y="5192"/>
                    <a:pt x="10549" y="5085"/>
                    <a:pt x="10549" y="5001"/>
                  </a:cubicBezTo>
                  <a:cubicBezTo>
                    <a:pt x="10549" y="4906"/>
                    <a:pt x="10478" y="4847"/>
                    <a:pt x="10394" y="4847"/>
                  </a:cubicBezTo>
                  <a:cubicBezTo>
                    <a:pt x="10299" y="4847"/>
                    <a:pt x="10240" y="4930"/>
                    <a:pt x="10240" y="5013"/>
                  </a:cubicBezTo>
                  <a:lnTo>
                    <a:pt x="10240" y="5287"/>
                  </a:lnTo>
                  <a:cubicBezTo>
                    <a:pt x="10240" y="6609"/>
                    <a:pt x="9716" y="7859"/>
                    <a:pt x="8787" y="8799"/>
                  </a:cubicBezTo>
                  <a:cubicBezTo>
                    <a:pt x="7846" y="9728"/>
                    <a:pt x="6596" y="10252"/>
                    <a:pt x="5275" y="10252"/>
                  </a:cubicBezTo>
                  <a:cubicBezTo>
                    <a:pt x="3941" y="10252"/>
                    <a:pt x="2691" y="9728"/>
                    <a:pt x="1762" y="8799"/>
                  </a:cubicBezTo>
                  <a:cubicBezTo>
                    <a:pt x="822" y="7859"/>
                    <a:pt x="298" y="6609"/>
                    <a:pt x="298" y="5287"/>
                  </a:cubicBezTo>
                  <a:cubicBezTo>
                    <a:pt x="298" y="3954"/>
                    <a:pt x="822" y="2703"/>
                    <a:pt x="1762" y="1775"/>
                  </a:cubicBezTo>
                  <a:cubicBezTo>
                    <a:pt x="2691" y="834"/>
                    <a:pt x="3941" y="310"/>
                    <a:pt x="5275" y="310"/>
                  </a:cubicBezTo>
                  <a:cubicBezTo>
                    <a:pt x="6442" y="310"/>
                    <a:pt x="7573" y="727"/>
                    <a:pt x="8466" y="1477"/>
                  </a:cubicBezTo>
                  <a:cubicBezTo>
                    <a:pt x="9347" y="2215"/>
                    <a:pt x="9942" y="3239"/>
                    <a:pt x="10156" y="4370"/>
                  </a:cubicBezTo>
                  <a:cubicBezTo>
                    <a:pt x="10167" y="4454"/>
                    <a:pt x="10223" y="4492"/>
                    <a:pt x="10301" y="4492"/>
                  </a:cubicBezTo>
                  <a:cubicBezTo>
                    <a:pt x="10312" y="4492"/>
                    <a:pt x="10323" y="4491"/>
                    <a:pt x="10335" y="4489"/>
                  </a:cubicBezTo>
                  <a:cubicBezTo>
                    <a:pt x="10418" y="4477"/>
                    <a:pt x="10466" y="4406"/>
                    <a:pt x="10454" y="4311"/>
                  </a:cubicBezTo>
                  <a:cubicBezTo>
                    <a:pt x="10228" y="3108"/>
                    <a:pt x="9597" y="2025"/>
                    <a:pt x="8668" y="1239"/>
                  </a:cubicBezTo>
                  <a:cubicBezTo>
                    <a:pt x="7716" y="429"/>
                    <a:pt x="6501" y="1"/>
                    <a:pt x="52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5"/>
            <p:cNvSpPr/>
            <p:nvPr/>
          </p:nvSpPr>
          <p:spPr>
            <a:xfrm>
              <a:off x="2327806" y="1530618"/>
              <a:ext cx="287266" cy="286916"/>
            </a:xfrm>
            <a:custGeom>
              <a:rect b="b" l="l" r="r" t="t"/>
              <a:pathLst>
                <a:path extrusionOk="0" h="9014" w="9025">
                  <a:moveTo>
                    <a:pt x="4513" y="1"/>
                  </a:moveTo>
                  <a:cubicBezTo>
                    <a:pt x="3870" y="1"/>
                    <a:pt x="3262" y="132"/>
                    <a:pt x="2679" y="382"/>
                  </a:cubicBezTo>
                  <a:cubicBezTo>
                    <a:pt x="2119" y="644"/>
                    <a:pt x="1619" y="1001"/>
                    <a:pt x="1215" y="1441"/>
                  </a:cubicBezTo>
                  <a:cubicBezTo>
                    <a:pt x="1155" y="1501"/>
                    <a:pt x="1155" y="1608"/>
                    <a:pt x="1226" y="1667"/>
                  </a:cubicBezTo>
                  <a:cubicBezTo>
                    <a:pt x="1255" y="1696"/>
                    <a:pt x="1294" y="1711"/>
                    <a:pt x="1334" y="1711"/>
                  </a:cubicBezTo>
                  <a:cubicBezTo>
                    <a:pt x="1377" y="1711"/>
                    <a:pt x="1422" y="1693"/>
                    <a:pt x="1453" y="1656"/>
                  </a:cubicBezTo>
                  <a:cubicBezTo>
                    <a:pt x="1834" y="1239"/>
                    <a:pt x="2298" y="894"/>
                    <a:pt x="2822" y="667"/>
                  </a:cubicBezTo>
                  <a:cubicBezTo>
                    <a:pt x="3358" y="429"/>
                    <a:pt x="3929" y="310"/>
                    <a:pt x="4524" y="310"/>
                  </a:cubicBezTo>
                  <a:cubicBezTo>
                    <a:pt x="6834" y="310"/>
                    <a:pt x="8727" y="2191"/>
                    <a:pt x="8727" y="4513"/>
                  </a:cubicBezTo>
                  <a:cubicBezTo>
                    <a:pt x="8727" y="6811"/>
                    <a:pt x="6846" y="8704"/>
                    <a:pt x="4524" y="8704"/>
                  </a:cubicBezTo>
                  <a:cubicBezTo>
                    <a:pt x="2227" y="8704"/>
                    <a:pt x="333" y="6835"/>
                    <a:pt x="333" y="4513"/>
                  </a:cubicBezTo>
                  <a:cubicBezTo>
                    <a:pt x="333" y="3692"/>
                    <a:pt x="572" y="2882"/>
                    <a:pt x="1036" y="2203"/>
                  </a:cubicBezTo>
                  <a:cubicBezTo>
                    <a:pt x="1048" y="2132"/>
                    <a:pt x="1036" y="2037"/>
                    <a:pt x="953" y="1977"/>
                  </a:cubicBezTo>
                  <a:cubicBezTo>
                    <a:pt x="927" y="1960"/>
                    <a:pt x="900" y="1952"/>
                    <a:pt x="874" y="1952"/>
                  </a:cubicBezTo>
                  <a:cubicBezTo>
                    <a:pt x="827" y="1952"/>
                    <a:pt x="781" y="1979"/>
                    <a:pt x="750" y="2025"/>
                  </a:cubicBezTo>
                  <a:cubicBezTo>
                    <a:pt x="262" y="2751"/>
                    <a:pt x="0" y="3620"/>
                    <a:pt x="0" y="4513"/>
                  </a:cubicBezTo>
                  <a:cubicBezTo>
                    <a:pt x="0" y="5716"/>
                    <a:pt x="464" y="6847"/>
                    <a:pt x="1334" y="7692"/>
                  </a:cubicBezTo>
                  <a:cubicBezTo>
                    <a:pt x="2191" y="8537"/>
                    <a:pt x="3310" y="9014"/>
                    <a:pt x="4513" y="9014"/>
                  </a:cubicBezTo>
                  <a:cubicBezTo>
                    <a:pt x="5715" y="9014"/>
                    <a:pt x="6846" y="8549"/>
                    <a:pt x="7692" y="7692"/>
                  </a:cubicBezTo>
                  <a:cubicBezTo>
                    <a:pt x="8549" y="6835"/>
                    <a:pt x="9025" y="5716"/>
                    <a:pt x="9025" y="4513"/>
                  </a:cubicBezTo>
                  <a:cubicBezTo>
                    <a:pt x="9025" y="3299"/>
                    <a:pt x="8561" y="2168"/>
                    <a:pt x="7692" y="1322"/>
                  </a:cubicBezTo>
                  <a:cubicBezTo>
                    <a:pt x="6846" y="477"/>
                    <a:pt x="5715" y="1"/>
                    <a:pt x="4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5"/>
            <p:cNvSpPr/>
            <p:nvPr/>
          </p:nvSpPr>
          <p:spPr>
            <a:xfrm>
              <a:off x="2352061" y="1669333"/>
              <a:ext cx="16679" cy="9485"/>
            </a:xfrm>
            <a:custGeom>
              <a:rect b="b" l="l" r="r" t="t"/>
              <a:pathLst>
                <a:path extrusionOk="0" h="298" w="524">
                  <a:moveTo>
                    <a:pt x="155" y="0"/>
                  </a:moveTo>
                  <a:cubicBezTo>
                    <a:pt x="60" y="0"/>
                    <a:pt x="0" y="60"/>
                    <a:pt x="0" y="155"/>
                  </a:cubicBezTo>
                  <a:cubicBezTo>
                    <a:pt x="0" y="238"/>
                    <a:pt x="72" y="298"/>
                    <a:pt x="155" y="298"/>
                  </a:cubicBezTo>
                  <a:lnTo>
                    <a:pt x="369" y="298"/>
                  </a:lnTo>
                  <a:cubicBezTo>
                    <a:pt x="464" y="298"/>
                    <a:pt x="524" y="226"/>
                    <a:pt x="524" y="155"/>
                  </a:cubicBezTo>
                  <a:cubicBezTo>
                    <a:pt x="524" y="60"/>
                    <a:pt x="453" y="0"/>
                    <a:pt x="3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5"/>
            <p:cNvSpPr/>
            <p:nvPr/>
          </p:nvSpPr>
          <p:spPr>
            <a:xfrm>
              <a:off x="2466871" y="1554490"/>
              <a:ext cx="123946" cy="124328"/>
            </a:xfrm>
            <a:custGeom>
              <a:rect b="b" l="l" r="r" t="t"/>
              <a:pathLst>
                <a:path extrusionOk="0" h="3906" w="3894">
                  <a:moveTo>
                    <a:pt x="144" y="1"/>
                  </a:moveTo>
                  <a:cubicBezTo>
                    <a:pt x="48" y="1"/>
                    <a:pt x="1" y="84"/>
                    <a:pt x="1" y="155"/>
                  </a:cubicBezTo>
                  <a:lnTo>
                    <a:pt x="1" y="3751"/>
                  </a:lnTo>
                  <a:cubicBezTo>
                    <a:pt x="1" y="3846"/>
                    <a:pt x="72" y="3906"/>
                    <a:pt x="144" y="3906"/>
                  </a:cubicBezTo>
                  <a:lnTo>
                    <a:pt x="3751" y="3906"/>
                  </a:lnTo>
                  <a:cubicBezTo>
                    <a:pt x="3834" y="3906"/>
                    <a:pt x="3894" y="3834"/>
                    <a:pt x="3894" y="3751"/>
                  </a:cubicBezTo>
                  <a:cubicBezTo>
                    <a:pt x="3894" y="3668"/>
                    <a:pt x="3823" y="3608"/>
                    <a:pt x="3751" y="3608"/>
                  </a:cubicBezTo>
                  <a:lnTo>
                    <a:pt x="310" y="3608"/>
                  </a:lnTo>
                  <a:lnTo>
                    <a:pt x="310" y="155"/>
                  </a:lnTo>
                  <a:lnTo>
                    <a:pt x="298" y="155"/>
                  </a:lnTo>
                  <a:cubicBezTo>
                    <a:pt x="298" y="72"/>
                    <a:pt x="215"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5"/>
            <p:cNvSpPr/>
            <p:nvPr/>
          </p:nvSpPr>
          <p:spPr>
            <a:xfrm>
              <a:off x="2466107" y="1776950"/>
              <a:ext cx="9517" cy="16711"/>
            </a:xfrm>
            <a:custGeom>
              <a:rect b="b" l="l" r="r" t="t"/>
              <a:pathLst>
                <a:path extrusionOk="0" h="525" w="299">
                  <a:moveTo>
                    <a:pt x="156" y="1"/>
                  </a:moveTo>
                  <a:cubicBezTo>
                    <a:pt x="60" y="1"/>
                    <a:pt x="1" y="72"/>
                    <a:pt x="1" y="144"/>
                  </a:cubicBezTo>
                  <a:lnTo>
                    <a:pt x="1" y="370"/>
                  </a:lnTo>
                  <a:cubicBezTo>
                    <a:pt x="1" y="465"/>
                    <a:pt x="84" y="525"/>
                    <a:pt x="156" y="525"/>
                  </a:cubicBezTo>
                  <a:cubicBezTo>
                    <a:pt x="239" y="525"/>
                    <a:pt x="299" y="441"/>
                    <a:pt x="299" y="370"/>
                  </a:cubicBezTo>
                  <a:lnTo>
                    <a:pt x="299" y="144"/>
                  </a:lnTo>
                  <a:cubicBezTo>
                    <a:pt x="299" y="60"/>
                    <a:pt x="227" y="1"/>
                    <a:pt x="1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5"/>
            <p:cNvSpPr/>
            <p:nvPr/>
          </p:nvSpPr>
          <p:spPr>
            <a:xfrm>
              <a:off x="2384272" y="1587944"/>
              <a:ext cx="16329" cy="15087"/>
            </a:xfrm>
            <a:custGeom>
              <a:rect b="b" l="l" r="r" t="t"/>
              <a:pathLst>
                <a:path extrusionOk="0" h="474" w="513">
                  <a:moveTo>
                    <a:pt x="173" y="0"/>
                  </a:moveTo>
                  <a:cubicBezTo>
                    <a:pt x="131" y="0"/>
                    <a:pt x="89" y="15"/>
                    <a:pt x="60" y="45"/>
                  </a:cubicBezTo>
                  <a:cubicBezTo>
                    <a:pt x="0" y="105"/>
                    <a:pt x="0" y="212"/>
                    <a:pt x="60" y="271"/>
                  </a:cubicBezTo>
                  <a:lnTo>
                    <a:pt x="238" y="426"/>
                  </a:lnTo>
                  <a:cubicBezTo>
                    <a:pt x="274" y="462"/>
                    <a:pt x="310" y="474"/>
                    <a:pt x="345" y="474"/>
                  </a:cubicBezTo>
                  <a:cubicBezTo>
                    <a:pt x="393" y="474"/>
                    <a:pt x="417" y="462"/>
                    <a:pt x="453" y="426"/>
                  </a:cubicBezTo>
                  <a:cubicBezTo>
                    <a:pt x="512" y="367"/>
                    <a:pt x="512" y="271"/>
                    <a:pt x="453" y="212"/>
                  </a:cubicBezTo>
                  <a:lnTo>
                    <a:pt x="286" y="45"/>
                  </a:lnTo>
                  <a:cubicBezTo>
                    <a:pt x="256" y="15"/>
                    <a:pt x="214"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5"/>
            <p:cNvSpPr/>
            <p:nvPr/>
          </p:nvSpPr>
          <p:spPr>
            <a:xfrm>
              <a:off x="2541544" y="1745216"/>
              <a:ext cx="15565" cy="15087"/>
            </a:xfrm>
            <a:custGeom>
              <a:rect b="b" l="l" r="r" t="t"/>
              <a:pathLst>
                <a:path extrusionOk="0" h="474" w="489">
                  <a:moveTo>
                    <a:pt x="171" y="0"/>
                  </a:moveTo>
                  <a:cubicBezTo>
                    <a:pt x="131" y="0"/>
                    <a:pt x="89" y="15"/>
                    <a:pt x="60" y="45"/>
                  </a:cubicBezTo>
                  <a:cubicBezTo>
                    <a:pt x="0" y="105"/>
                    <a:pt x="0" y="212"/>
                    <a:pt x="60" y="259"/>
                  </a:cubicBezTo>
                  <a:lnTo>
                    <a:pt x="226" y="426"/>
                  </a:lnTo>
                  <a:cubicBezTo>
                    <a:pt x="250" y="462"/>
                    <a:pt x="298" y="474"/>
                    <a:pt x="334" y="474"/>
                  </a:cubicBezTo>
                  <a:cubicBezTo>
                    <a:pt x="369" y="474"/>
                    <a:pt x="405" y="462"/>
                    <a:pt x="429" y="426"/>
                  </a:cubicBezTo>
                  <a:cubicBezTo>
                    <a:pt x="488" y="367"/>
                    <a:pt x="488" y="259"/>
                    <a:pt x="429" y="212"/>
                  </a:cubicBezTo>
                  <a:lnTo>
                    <a:pt x="274" y="45"/>
                  </a:lnTo>
                  <a:cubicBezTo>
                    <a:pt x="250" y="15"/>
                    <a:pt x="212" y="0"/>
                    <a:pt x="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5"/>
            <p:cNvSpPr/>
            <p:nvPr/>
          </p:nvSpPr>
          <p:spPr>
            <a:xfrm>
              <a:off x="2541544" y="1587944"/>
              <a:ext cx="16329" cy="15087"/>
            </a:xfrm>
            <a:custGeom>
              <a:rect b="b" l="l" r="r" t="t"/>
              <a:pathLst>
                <a:path extrusionOk="0" h="474" w="513">
                  <a:moveTo>
                    <a:pt x="340" y="0"/>
                  </a:moveTo>
                  <a:cubicBezTo>
                    <a:pt x="298" y="0"/>
                    <a:pt x="256" y="15"/>
                    <a:pt x="226" y="45"/>
                  </a:cubicBezTo>
                  <a:lnTo>
                    <a:pt x="60" y="212"/>
                  </a:lnTo>
                  <a:cubicBezTo>
                    <a:pt x="0" y="271"/>
                    <a:pt x="0" y="367"/>
                    <a:pt x="60" y="426"/>
                  </a:cubicBezTo>
                  <a:cubicBezTo>
                    <a:pt x="95" y="462"/>
                    <a:pt x="131" y="474"/>
                    <a:pt x="167" y="474"/>
                  </a:cubicBezTo>
                  <a:cubicBezTo>
                    <a:pt x="215" y="474"/>
                    <a:pt x="250" y="462"/>
                    <a:pt x="286" y="426"/>
                  </a:cubicBezTo>
                  <a:lnTo>
                    <a:pt x="453" y="271"/>
                  </a:lnTo>
                  <a:cubicBezTo>
                    <a:pt x="512" y="212"/>
                    <a:pt x="512" y="105"/>
                    <a:pt x="453" y="45"/>
                  </a:cubicBezTo>
                  <a:cubicBezTo>
                    <a:pt x="423" y="15"/>
                    <a:pt x="381" y="0"/>
                    <a:pt x="3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5"/>
            <p:cNvSpPr/>
            <p:nvPr/>
          </p:nvSpPr>
          <p:spPr>
            <a:xfrm>
              <a:off x="2384654" y="1744452"/>
              <a:ext cx="15947" cy="15469"/>
            </a:xfrm>
            <a:custGeom>
              <a:rect b="b" l="l" r="r" t="t"/>
              <a:pathLst>
                <a:path extrusionOk="0" h="486" w="501">
                  <a:moveTo>
                    <a:pt x="327" y="1"/>
                  </a:moveTo>
                  <a:cubicBezTo>
                    <a:pt x="286" y="1"/>
                    <a:pt x="244" y="16"/>
                    <a:pt x="214" y="45"/>
                  </a:cubicBezTo>
                  <a:lnTo>
                    <a:pt x="48" y="212"/>
                  </a:lnTo>
                  <a:cubicBezTo>
                    <a:pt x="0" y="272"/>
                    <a:pt x="0" y="379"/>
                    <a:pt x="60" y="438"/>
                  </a:cubicBezTo>
                  <a:cubicBezTo>
                    <a:pt x="95" y="462"/>
                    <a:pt x="143" y="486"/>
                    <a:pt x="167" y="486"/>
                  </a:cubicBezTo>
                  <a:cubicBezTo>
                    <a:pt x="202" y="486"/>
                    <a:pt x="238" y="462"/>
                    <a:pt x="274" y="438"/>
                  </a:cubicBezTo>
                  <a:lnTo>
                    <a:pt x="441" y="272"/>
                  </a:lnTo>
                  <a:cubicBezTo>
                    <a:pt x="500" y="212"/>
                    <a:pt x="500" y="105"/>
                    <a:pt x="441" y="45"/>
                  </a:cubicBezTo>
                  <a:cubicBezTo>
                    <a:pt x="411" y="16"/>
                    <a:pt x="369" y="1"/>
                    <a:pt x="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5"/>
            <p:cNvSpPr/>
            <p:nvPr/>
          </p:nvSpPr>
          <p:spPr>
            <a:xfrm>
              <a:off x="2360018" y="1624548"/>
              <a:ext cx="18207" cy="12605"/>
            </a:xfrm>
            <a:custGeom>
              <a:rect b="b" l="l" r="r" t="t"/>
              <a:pathLst>
                <a:path extrusionOk="0" h="396" w="572">
                  <a:moveTo>
                    <a:pt x="179" y="0"/>
                  </a:moveTo>
                  <a:cubicBezTo>
                    <a:pt x="125" y="0"/>
                    <a:pt x="71" y="33"/>
                    <a:pt x="36" y="86"/>
                  </a:cubicBezTo>
                  <a:cubicBezTo>
                    <a:pt x="0" y="157"/>
                    <a:pt x="36" y="252"/>
                    <a:pt x="107" y="288"/>
                  </a:cubicBezTo>
                  <a:lnTo>
                    <a:pt x="322" y="383"/>
                  </a:lnTo>
                  <a:cubicBezTo>
                    <a:pt x="333" y="395"/>
                    <a:pt x="357" y="395"/>
                    <a:pt x="381" y="395"/>
                  </a:cubicBezTo>
                  <a:cubicBezTo>
                    <a:pt x="429" y="395"/>
                    <a:pt x="500" y="371"/>
                    <a:pt x="524" y="312"/>
                  </a:cubicBezTo>
                  <a:cubicBezTo>
                    <a:pt x="572" y="217"/>
                    <a:pt x="524" y="133"/>
                    <a:pt x="453" y="98"/>
                  </a:cubicBezTo>
                  <a:lnTo>
                    <a:pt x="238" y="14"/>
                  </a:lnTo>
                  <a:cubicBezTo>
                    <a:pt x="219" y="5"/>
                    <a:pt x="199" y="0"/>
                    <a:pt x="1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5"/>
            <p:cNvSpPr/>
            <p:nvPr/>
          </p:nvSpPr>
          <p:spPr>
            <a:xfrm>
              <a:off x="2564271" y="1711126"/>
              <a:ext cx="17475" cy="12796"/>
            </a:xfrm>
            <a:custGeom>
              <a:rect b="b" l="l" r="r" t="t"/>
              <a:pathLst>
                <a:path extrusionOk="0" h="402" w="549">
                  <a:moveTo>
                    <a:pt x="184" y="0"/>
                  </a:moveTo>
                  <a:cubicBezTo>
                    <a:pt x="125" y="0"/>
                    <a:pt x="63" y="29"/>
                    <a:pt x="36" y="92"/>
                  </a:cubicBezTo>
                  <a:cubicBezTo>
                    <a:pt x="1" y="164"/>
                    <a:pt x="36" y="247"/>
                    <a:pt x="108" y="295"/>
                  </a:cubicBezTo>
                  <a:lnTo>
                    <a:pt x="310" y="390"/>
                  </a:lnTo>
                  <a:cubicBezTo>
                    <a:pt x="334" y="402"/>
                    <a:pt x="358" y="402"/>
                    <a:pt x="370" y="402"/>
                  </a:cubicBezTo>
                  <a:cubicBezTo>
                    <a:pt x="429" y="402"/>
                    <a:pt x="489" y="366"/>
                    <a:pt x="524" y="307"/>
                  </a:cubicBezTo>
                  <a:cubicBezTo>
                    <a:pt x="548" y="235"/>
                    <a:pt x="524" y="140"/>
                    <a:pt x="453" y="104"/>
                  </a:cubicBezTo>
                  <a:lnTo>
                    <a:pt x="239" y="9"/>
                  </a:lnTo>
                  <a:cubicBezTo>
                    <a:pt x="221" y="3"/>
                    <a:pt x="203"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5"/>
            <p:cNvSpPr/>
            <p:nvPr/>
          </p:nvSpPr>
          <p:spPr>
            <a:xfrm>
              <a:off x="2507805" y="1563912"/>
              <a:ext cx="14069" cy="16392"/>
            </a:xfrm>
            <a:custGeom>
              <a:rect b="b" l="l" r="r" t="t"/>
              <a:pathLst>
                <a:path extrusionOk="0" h="515" w="442">
                  <a:moveTo>
                    <a:pt x="273" y="0"/>
                  </a:moveTo>
                  <a:cubicBezTo>
                    <a:pt x="215" y="0"/>
                    <a:pt x="154" y="33"/>
                    <a:pt x="120" y="86"/>
                  </a:cubicBezTo>
                  <a:lnTo>
                    <a:pt x="36" y="288"/>
                  </a:lnTo>
                  <a:cubicBezTo>
                    <a:pt x="1" y="371"/>
                    <a:pt x="36" y="455"/>
                    <a:pt x="108" y="502"/>
                  </a:cubicBezTo>
                  <a:cubicBezTo>
                    <a:pt x="120" y="514"/>
                    <a:pt x="155" y="514"/>
                    <a:pt x="167" y="514"/>
                  </a:cubicBezTo>
                  <a:cubicBezTo>
                    <a:pt x="227" y="514"/>
                    <a:pt x="286" y="490"/>
                    <a:pt x="322" y="431"/>
                  </a:cubicBezTo>
                  <a:lnTo>
                    <a:pt x="405" y="217"/>
                  </a:lnTo>
                  <a:cubicBezTo>
                    <a:pt x="441" y="145"/>
                    <a:pt x="405" y="50"/>
                    <a:pt x="334" y="14"/>
                  </a:cubicBezTo>
                  <a:cubicBezTo>
                    <a:pt x="315" y="5"/>
                    <a:pt x="294"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5"/>
            <p:cNvSpPr/>
            <p:nvPr/>
          </p:nvSpPr>
          <p:spPr>
            <a:xfrm>
              <a:off x="2420654" y="1767974"/>
              <a:ext cx="14419" cy="16583"/>
            </a:xfrm>
            <a:custGeom>
              <a:rect b="b" l="l" r="r" t="t"/>
              <a:pathLst>
                <a:path extrusionOk="0" h="521" w="453">
                  <a:moveTo>
                    <a:pt x="290" y="0"/>
                  </a:moveTo>
                  <a:cubicBezTo>
                    <a:pt x="231" y="0"/>
                    <a:pt x="170" y="29"/>
                    <a:pt x="143" y="92"/>
                  </a:cubicBezTo>
                  <a:lnTo>
                    <a:pt x="48" y="295"/>
                  </a:lnTo>
                  <a:cubicBezTo>
                    <a:pt x="0" y="366"/>
                    <a:pt x="48" y="473"/>
                    <a:pt x="119" y="509"/>
                  </a:cubicBezTo>
                  <a:cubicBezTo>
                    <a:pt x="143" y="521"/>
                    <a:pt x="167" y="521"/>
                    <a:pt x="179" y="521"/>
                  </a:cubicBezTo>
                  <a:cubicBezTo>
                    <a:pt x="238" y="521"/>
                    <a:pt x="298" y="485"/>
                    <a:pt x="333" y="426"/>
                  </a:cubicBezTo>
                  <a:lnTo>
                    <a:pt x="417" y="223"/>
                  </a:lnTo>
                  <a:cubicBezTo>
                    <a:pt x="453" y="152"/>
                    <a:pt x="417" y="56"/>
                    <a:pt x="345" y="9"/>
                  </a:cubicBezTo>
                  <a:cubicBezTo>
                    <a:pt x="328" y="3"/>
                    <a:pt x="309" y="0"/>
                    <a:pt x="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5"/>
            <p:cNvSpPr/>
            <p:nvPr/>
          </p:nvSpPr>
          <p:spPr>
            <a:xfrm>
              <a:off x="2422532" y="1562448"/>
              <a:ext cx="14451" cy="17093"/>
            </a:xfrm>
            <a:custGeom>
              <a:rect b="b" l="l" r="r" t="t"/>
              <a:pathLst>
                <a:path extrusionOk="0" h="537" w="454">
                  <a:moveTo>
                    <a:pt x="184" y="0"/>
                  </a:moveTo>
                  <a:cubicBezTo>
                    <a:pt x="164" y="0"/>
                    <a:pt x="142" y="4"/>
                    <a:pt x="120" y="13"/>
                  </a:cubicBezTo>
                  <a:cubicBezTo>
                    <a:pt x="48" y="36"/>
                    <a:pt x="1" y="132"/>
                    <a:pt x="36" y="215"/>
                  </a:cubicBezTo>
                  <a:lnTo>
                    <a:pt x="120" y="429"/>
                  </a:lnTo>
                  <a:cubicBezTo>
                    <a:pt x="155" y="501"/>
                    <a:pt x="215" y="536"/>
                    <a:pt x="274" y="536"/>
                  </a:cubicBezTo>
                  <a:cubicBezTo>
                    <a:pt x="286" y="536"/>
                    <a:pt x="322" y="536"/>
                    <a:pt x="334" y="513"/>
                  </a:cubicBezTo>
                  <a:cubicBezTo>
                    <a:pt x="405" y="489"/>
                    <a:pt x="453" y="394"/>
                    <a:pt x="417" y="310"/>
                  </a:cubicBezTo>
                  <a:lnTo>
                    <a:pt x="334" y="96"/>
                  </a:lnTo>
                  <a:cubicBezTo>
                    <a:pt x="307" y="41"/>
                    <a:pt x="251"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5"/>
            <p:cNvSpPr/>
            <p:nvPr/>
          </p:nvSpPr>
          <p:spPr>
            <a:xfrm>
              <a:off x="2505545" y="1768770"/>
              <a:ext cx="14037" cy="16552"/>
            </a:xfrm>
            <a:custGeom>
              <a:rect b="b" l="l" r="r" t="t"/>
              <a:pathLst>
                <a:path extrusionOk="0" h="520" w="441">
                  <a:moveTo>
                    <a:pt x="195" y="0"/>
                  </a:moveTo>
                  <a:cubicBezTo>
                    <a:pt x="171" y="0"/>
                    <a:pt x="146" y="6"/>
                    <a:pt x="119" y="20"/>
                  </a:cubicBezTo>
                  <a:cubicBezTo>
                    <a:pt x="48" y="43"/>
                    <a:pt x="0" y="139"/>
                    <a:pt x="24" y="222"/>
                  </a:cubicBezTo>
                  <a:lnTo>
                    <a:pt x="119" y="436"/>
                  </a:lnTo>
                  <a:cubicBezTo>
                    <a:pt x="155" y="496"/>
                    <a:pt x="214" y="520"/>
                    <a:pt x="274" y="520"/>
                  </a:cubicBezTo>
                  <a:cubicBezTo>
                    <a:pt x="286" y="520"/>
                    <a:pt x="310" y="520"/>
                    <a:pt x="322" y="508"/>
                  </a:cubicBezTo>
                  <a:cubicBezTo>
                    <a:pt x="405" y="472"/>
                    <a:pt x="441" y="389"/>
                    <a:pt x="417" y="293"/>
                  </a:cubicBezTo>
                  <a:lnTo>
                    <a:pt x="322" y="91"/>
                  </a:lnTo>
                  <a:cubicBezTo>
                    <a:pt x="304" y="39"/>
                    <a:pt x="256" y="0"/>
                    <a:pt x="1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5"/>
            <p:cNvSpPr/>
            <p:nvPr/>
          </p:nvSpPr>
          <p:spPr>
            <a:xfrm>
              <a:off x="2565417" y="1625885"/>
              <a:ext cx="17825" cy="13146"/>
            </a:xfrm>
            <a:custGeom>
              <a:rect b="b" l="l" r="r" t="t"/>
              <a:pathLst>
                <a:path extrusionOk="0" h="413" w="560">
                  <a:moveTo>
                    <a:pt x="378" y="1"/>
                  </a:moveTo>
                  <a:cubicBezTo>
                    <a:pt x="360" y="1"/>
                    <a:pt x="341" y="3"/>
                    <a:pt x="322" y="8"/>
                  </a:cubicBezTo>
                  <a:lnTo>
                    <a:pt x="119" y="103"/>
                  </a:lnTo>
                  <a:cubicBezTo>
                    <a:pt x="36" y="127"/>
                    <a:pt x="0" y="222"/>
                    <a:pt x="24" y="306"/>
                  </a:cubicBezTo>
                  <a:cubicBezTo>
                    <a:pt x="60" y="365"/>
                    <a:pt x="96" y="413"/>
                    <a:pt x="179" y="413"/>
                  </a:cubicBezTo>
                  <a:cubicBezTo>
                    <a:pt x="191" y="413"/>
                    <a:pt x="215" y="413"/>
                    <a:pt x="227" y="401"/>
                  </a:cubicBezTo>
                  <a:lnTo>
                    <a:pt x="441" y="306"/>
                  </a:lnTo>
                  <a:cubicBezTo>
                    <a:pt x="512" y="282"/>
                    <a:pt x="560" y="187"/>
                    <a:pt x="524" y="103"/>
                  </a:cubicBezTo>
                  <a:cubicBezTo>
                    <a:pt x="505" y="37"/>
                    <a:pt x="449" y="1"/>
                    <a:pt x="3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5"/>
            <p:cNvSpPr/>
            <p:nvPr/>
          </p:nvSpPr>
          <p:spPr>
            <a:xfrm>
              <a:off x="2359254" y="1709312"/>
              <a:ext cx="17825" cy="12732"/>
            </a:xfrm>
            <a:custGeom>
              <a:rect b="b" l="l" r="r" t="t"/>
              <a:pathLst>
                <a:path extrusionOk="0" h="400" w="560">
                  <a:moveTo>
                    <a:pt x="372" y="0"/>
                  </a:moveTo>
                  <a:cubicBezTo>
                    <a:pt x="356" y="0"/>
                    <a:pt x="339" y="2"/>
                    <a:pt x="322" y="6"/>
                  </a:cubicBezTo>
                  <a:lnTo>
                    <a:pt x="119" y="102"/>
                  </a:lnTo>
                  <a:cubicBezTo>
                    <a:pt x="48" y="125"/>
                    <a:pt x="0" y="221"/>
                    <a:pt x="24" y="304"/>
                  </a:cubicBezTo>
                  <a:cubicBezTo>
                    <a:pt x="60" y="364"/>
                    <a:pt x="119" y="399"/>
                    <a:pt x="179" y="399"/>
                  </a:cubicBezTo>
                  <a:cubicBezTo>
                    <a:pt x="191" y="399"/>
                    <a:pt x="227" y="399"/>
                    <a:pt x="238" y="387"/>
                  </a:cubicBezTo>
                  <a:lnTo>
                    <a:pt x="441" y="292"/>
                  </a:lnTo>
                  <a:cubicBezTo>
                    <a:pt x="512" y="268"/>
                    <a:pt x="560" y="173"/>
                    <a:pt x="536" y="90"/>
                  </a:cubicBezTo>
                  <a:cubicBezTo>
                    <a:pt x="507" y="41"/>
                    <a:pt x="445" y="0"/>
                    <a:pt x="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6"/>
          <p:cNvSpPr txBox="1"/>
          <p:nvPr>
            <p:ph type="title"/>
          </p:nvPr>
        </p:nvSpPr>
        <p:spPr>
          <a:xfrm>
            <a:off x="1188300" y="1356488"/>
            <a:ext cx="6767400" cy="18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rPr>
              <a:t>150.000</a:t>
            </a:r>
            <a:endParaRPr>
              <a:solidFill>
                <a:schemeClr val="dk1"/>
              </a:solidFill>
            </a:endParaRPr>
          </a:p>
        </p:txBody>
      </p:sp>
      <p:sp>
        <p:nvSpPr>
          <p:cNvPr id="547" name="Google Shape;547;p46"/>
          <p:cNvSpPr txBox="1"/>
          <p:nvPr>
            <p:ph idx="1" type="subTitle"/>
          </p:nvPr>
        </p:nvSpPr>
        <p:spPr>
          <a:xfrm>
            <a:off x="1188750" y="3289913"/>
            <a:ext cx="67665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Große Zahlen erregen die Aufmerksamkeit deines Publikums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cxnSp>
        <p:nvCxnSpPr>
          <p:cNvPr id="548" name="Google Shape;548;p46"/>
          <p:cNvCxnSpPr/>
          <p:nvPr/>
        </p:nvCxnSpPr>
        <p:spPr>
          <a:xfrm>
            <a:off x="1538250" y="3175750"/>
            <a:ext cx="6067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7"/>
          <p:cNvSpPr txBox="1"/>
          <p:nvPr>
            <p:ph type="title"/>
          </p:nvPr>
        </p:nvSpPr>
        <p:spPr>
          <a:xfrm>
            <a:off x="1289250" y="1340199"/>
            <a:ext cx="1371600" cy="4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25%</a:t>
            </a:r>
            <a:endParaRPr/>
          </a:p>
        </p:txBody>
      </p:sp>
      <p:sp>
        <p:nvSpPr>
          <p:cNvPr id="554" name="Google Shape;554;p47"/>
          <p:cNvSpPr txBox="1"/>
          <p:nvPr>
            <p:ph idx="2" type="title"/>
          </p:nvPr>
        </p:nvSpPr>
        <p:spPr>
          <a:xfrm>
            <a:off x="3886200" y="1340199"/>
            <a:ext cx="1371600" cy="4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555" name="Google Shape;555;p47"/>
          <p:cNvSpPr txBox="1"/>
          <p:nvPr>
            <p:ph idx="4" type="title"/>
          </p:nvPr>
        </p:nvSpPr>
        <p:spPr>
          <a:xfrm>
            <a:off x="6483150" y="1340199"/>
            <a:ext cx="1371600" cy="4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75%</a:t>
            </a:r>
            <a:endParaRPr/>
          </a:p>
        </p:txBody>
      </p:sp>
      <p:sp>
        <p:nvSpPr>
          <p:cNvPr id="556" name="Google Shape;556;p47"/>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 ERFOLG</a:t>
            </a:r>
            <a:endParaRPr/>
          </a:p>
        </p:txBody>
      </p:sp>
      <p:sp>
        <p:nvSpPr>
          <p:cNvPr id="557" name="Google Shape;557;p47"/>
          <p:cNvSpPr/>
          <p:nvPr/>
        </p:nvSpPr>
        <p:spPr>
          <a:xfrm>
            <a:off x="1660554" y="1946449"/>
            <a:ext cx="629100" cy="1348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7"/>
          <p:cNvSpPr/>
          <p:nvPr/>
        </p:nvSpPr>
        <p:spPr>
          <a:xfrm>
            <a:off x="1660554" y="2957990"/>
            <a:ext cx="629100" cy="337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7"/>
          <p:cNvSpPr/>
          <p:nvPr/>
        </p:nvSpPr>
        <p:spPr>
          <a:xfrm>
            <a:off x="4257450" y="1946449"/>
            <a:ext cx="629100" cy="1348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7"/>
          <p:cNvSpPr/>
          <p:nvPr/>
        </p:nvSpPr>
        <p:spPr>
          <a:xfrm>
            <a:off x="4257450" y="2620809"/>
            <a:ext cx="629100" cy="674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7"/>
          <p:cNvSpPr/>
          <p:nvPr/>
        </p:nvSpPr>
        <p:spPr>
          <a:xfrm>
            <a:off x="6854346" y="1946449"/>
            <a:ext cx="629100" cy="1348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7"/>
          <p:cNvSpPr/>
          <p:nvPr/>
        </p:nvSpPr>
        <p:spPr>
          <a:xfrm>
            <a:off x="6854346" y="2283629"/>
            <a:ext cx="629100" cy="1011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7"/>
          <p:cNvSpPr txBox="1"/>
          <p:nvPr>
            <p:ph idx="7" type="title"/>
          </p:nvPr>
        </p:nvSpPr>
        <p:spPr>
          <a:xfrm>
            <a:off x="987504" y="3530521"/>
            <a:ext cx="1975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564" name="Google Shape;564;p47"/>
          <p:cNvSpPr txBox="1"/>
          <p:nvPr>
            <p:ph idx="8" type="title"/>
          </p:nvPr>
        </p:nvSpPr>
        <p:spPr>
          <a:xfrm>
            <a:off x="3584400" y="3530521"/>
            <a:ext cx="1975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565" name="Google Shape;565;p47"/>
          <p:cNvSpPr txBox="1"/>
          <p:nvPr>
            <p:ph idx="9" type="title"/>
          </p:nvPr>
        </p:nvSpPr>
        <p:spPr>
          <a:xfrm>
            <a:off x="6181296" y="3530521"/>
            <a:ext cx="1975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566" name="Google Shape;566;p47"/>
          <p:cNvSpPr txBox="1"/>
          <p:nvPr>
            <p:ph idx="1" type="subTitle"/>
          </p:nvPr>
        </p:nvSpPr>
        <p:spPr>
          <a:xfrm>
            <a:off x="3584400" y="3827850"/>
            <a:ext cx="1975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Der Saturn ist der Planet mit Ringen</a:t>
            </a:r>
            <a:endParaRPr/>
          </a:p>
        </p:txBody>
      </p:sp>
      <p:sp>
        <p:nvSpPr>
          <p:cNvPr id="567" name="Google Shape;567;p47"/>
          <p:cNvSpPr txBox="1"/>
          <p:nvPr>
            <p:ph idx="3" type="subTitle"/>
          </p:nvPr>
        </p:nvSpPr>
        <p:spPr>
          <a:xfrm>
            <a:off x="6181296" y="3827850"/>
            <a:ext cx="1975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Jupiter ist der</a:t>
            </a:r>
            <a:endParaRPr/>
          </a:p>
          <a:p>
            <a:pPr indent="0" lvl="0" marL="0" rtl="0" algn="ctr">
              <a:spcBef>
                <a:spcPts val="0"/>
              </a:spcBef>
              <a:spcAft>
                <a:spcPts val="0"/>
              </a:spcAft>
              <a:buNone/>
            </a:pPr>
            <a:r>
              <a:rPr lang="en"/>
              <a:t>größte Planet</a:t>
            </a:r>
            <a:endParaRPr/>
          </a:p>
        </p:txBody>
      </p:sp>
      <p:sp>
        <p:nvSpPr>
          <p:cNvPr id="568" name="Google Shape;568;p47"/>
          <p:cNvSpPr txBox="1"/>
          <p:nvPr>
            <p:ph idx="5" type="subTitle"/>
          </p:nvPr>
        </p:nvSpPr>
        <p:spPr>
          <a:xfrm>
            <a:off x="987504" y="3827850"/>
            <a:ext cx="1975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Die Venus ist fast so groß wie die Erde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8"/>
          <p:cNvSpPr txBox="1"/>
          <p:nvPr>
            <p:ph type="title"/>
          </p:nvPr>
        </p:nvSpPr>
        <p:spPr>
          <a:xfrm>
            <a:off x="1984800" y="1309400"/>
            <a:ext cx="5174400" cy="164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WOW!</a:t>
            </a:r>
            <a:endParaRPr/>
          </a:p>
        </p:txBody>
      </p:sp>
      <p:sp>
        <p:nvSpPr>
          <p:cNvPr id="574" name="Google Shape;574;p48"/>
          <p:cNvSpPr txBox="1"/>
          <p:nvPr>
            <p:ph idx="1" type="subTitle"/>
          </p:nvPr>
        </p:nvSpPr>
        <p:spPr>
          <a:xfrm>
            <a:off x="1984800" y="3178900"/>
            <a:ext cx="5174400" cy="65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 diesem Teil der Präsentation kannst du dich vorstellen, deine E-Mail-Adresse schreiben...</a:t>
            </a:r>
            <a:endParaRPr/>
          </a:p>
        </p:txBody>
      </p:sp>
      <p:cxnSp>
        <p:nvCxnSpPr>
          <p:cNvPr id="575" name="Google Shape;575;p48"/>
          <p:cNvCxnSpPr/>
          <p:nvPr/>
        </p:nvCxnSpPr>
        <p:spPr>
          <a:xfrm>
            <a:off x="2170800" y="3066750"/>
            <a:ext cx="4802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STANDORTE</a:t>
            </a:r>
            <a:endParaRPr/>
          </a:p>
        </p:txBody>
      </p:sp>
      <p:sp>
        <p:nvSpPr>
          <p:cNvPr id="581" name="Google Shape;581;p49"/>
          <p:cNvSpPr txBox="1"/>
          <p:nvPr/>
        </p:nvSpPr>
        <p:spPr>
          <a:xfrm>
            <a:off x="6502801" y="2785577"/>
            <a:ext cx="184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Obwohl er rot ist, ist der Mars sehr kalt</a:t>
            </a:r>
            <a:endParaRPr>
              <a:solidFill>
                <a:schemeClr val="dk1"/>
              </a:solidFill>
              <a:latin typeface="Plus Jakarta Sans"/>
              <a:ea typeface="Plus Jakarta Sans"/>
              <a:cs typeface="Plus Jakarta Sans"/>
              <a:sym typeface="Plus Jakarta Sans"/>
            </a:endParaRPr>
          </a:p>
        </p:txBody>
      </p:sp>
      <p:sp>
        <p:nvSpPr>
          <p:cNvPr id="582" name="Google Shape;582;p49"/>
          <p:cNvSpPr txBox="1"/>
          <p:nvPr/>
        </p:nvSpPr>
        <p:spPr>
          <a:xfrm>
            <a:off x="6502802" y="1425043"/>
            <a:ext cx="1847100" cy="463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Urbanist"/>
                <a:ea typeface="Urbanist"/>
                <a:cs typeface="Urbanist"/>
                <a:sym typeface="Urbanist"/>
              </a:rPr>
              <a:t>VENUS</a:t>
            </a:r>
            <a:endParaRPr sz="2400">
              <a:solidFill>
                <a:schemeClr val="dk1"/>
              </a:solidFill>
              <a:latin typeface="Urbanist"/>
              <a:ea typeface="Urbanist"/>
              <a:cs typeface="Urbanist"/>
              <a:sym typeface="Urbanist"/>
            </a:endParaRPr>
          </a:p>
        </p:txBody>
      </p:sp>
      <p:sp>
        <p:nvSpPr>
          <p:cNvPr id="583" name="Google Shape;583;p49"/>
          <p:cNvSpPr txBox="1"/>
          <p:nvPr/>
        </p:nvSpPr>
        <p:spPr>
          <a:xfrm>
            <a:off x="6502802" y="1734067"/>
            <a:ext cx="184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Die Venus ist fast so groß wie die Erde</a:t>
            </a:r>
            <a:endParaRPr>
              <a:solidFill>
                <a:schemeClr val="dk1"/>
              </a:solidFill>
              <a:latin typeface="Plus Jakarta Sans"/>
              <a:ea typeface="Plus Jakarta Sans"/>
              <a:cs typeface="Plus Jakarta Sans"/>
              <a:sym typeface="Plus Jakarta Sans"/>
            </a:endParaRPr>
          </a:p>
        </p:txBody>
      </p:sp>
      <p:sp>
        <p:nvSpPr>
          <p:cNvPr id="584" name="Google Shape;584;p49"/>
          <p:cNvSpPr txBox="1"/>
          <p:nvPr/>
        </p:nvSpPr>
        <p:spPr>
          <a:xfrm>
            <a:off x="6502801" y="2476653"/>
            <a:ext cx="1847100" cy="463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Urbanist"/>
                <a:ea typeface="Urbanist"/>
                <a:cs typeface="Urbanist"/>
                <a:sym typeface="Urbanist"/>
              </a:rPr>
              <a:t>MARS</a:t>
            </a:r>
            <a:endParaRPr sz="2400">
              <a:solidFill>
                <a:schemeClr val="dk1"/>
              </a:solidFill>
              <a:latin typeface="Urbanist"/>
              <a:ea typeface="Urbanist"/>
              <a:cs typeface="Urbanist"/>
              <a:sym typeface="Urbanist"/>
            </a:endParaRPr>
          </a:p>
        </p:txBody>
      </p:sp>
      <p:sp>
        <p:nvSpPr>
          <p:cNvPr id="585" name="Google Shape;585;p49"/>
          <p:cNvSpPr txBox="1"/>
          <p:nvPr/>
        </p:nvSpPr>
        <p:spPr>
          <a:xfrm>
            <a:off x="6502803" y="3528213"/>
            <a:ext cx="1847100" cy="463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Urbanist"/>
                <a:ea typeface="Urbanist"/>
                <a:cs typeface="Urbanist"/>
                <a:sym typeface="Urbanist"/>
              </a:rPr>
              <a:t>SATURN</a:t>
            </a:r>
            <a:endParaRPr sz="2400">
              <a:solidFill>
                <a:schemeClr val="dk1"/>
              </a:solidFill>
              <a:latin typeface="Urbanist"/>
              <a:ea typeface="Urbanist"/>
              <a:cs typeface="Urbanist"/>
              <a:sym typeface="Urbanist"/>
            </a:endParaRPr>
          </a:p>
        </p:txBody>
      </p:sp>
      <p:sp>
        <p:nvSpPr>
          <p:cNvPr id="586" name="Google Shape;586;p49"/>
          <p:cNvSpPr txBox="1"/>
          <p:nvPr/>
        </p:nvSpPr>
        <p:spPr>
          <a:xfrm>
            <a:off x="6502801" y="3837137"/>
            <a:ext cx="184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Der Saturn ist der Planet mit Ringen</a:t>
            </a:r>
            <a:endParaRPr>
              <a:solidFill>
                <a:schemeClr val="dk1"/>
              </a:solidFill>
              <a:latin typeface="Plus Jakarta Sans"/>
              <a:ea typeface="Plus Jakarta Sans"/>
              <a:cs typeface="Plus Jakarta Sans"/>
              <a:sym typeface="Plus Jakarta Sans"/>
            </a:endParaRPr>
          </a:p>
        </p:txBody>
      </p:sp>
      <p:grpSp>
        <p:nvGrpSpPr>
          <p:cNvPr id="587" name="Google Shape;587;p49"/>
          <p:cNvGrpSpPr/>
          <p:nvPr/>
        </p:nvGrpSpPr>
        <p:grpSpPr>
          <a:xfrm>
            <a:off x="794097" y="1555282"/>
            <a:ext cx="5017522" cy="2673017"/>
            <a:chOff x="233350" y="949250"/>
            <a:chExt cx="7137300" cy="3802300"/>
          </a:xfrm>
        </p:grpSpPr>
        <p:sp>
          <p:nvSpPr>
            <p:cNvPr id="588" name="Google Shape;588;p49"/>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9"/>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9"/>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9"/>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9"/>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9"/>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9"/>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9"/>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9"/>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9"/>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9"/>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9"/>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9"/>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9"/>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9"/>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9"/>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9"/>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9"/>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9"/>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9"/>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9"/>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9"/>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9"/>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9"/>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9"/>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9"/>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9"/>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9"/>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9"/>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9"/>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9"/>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9"/>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9"/>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9"/>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9"/>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9"/>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9"/>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9"/>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9"/>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9"/>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9"/>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9"/>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9"/>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9"/>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9"/>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9"/>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9"/>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9"/>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9"/>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9"/>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9" name="Google Shape;639;p49"/>
          <p:cNvSpPr/>
          <p:nvPr/>
        </p:nvSpPr>
        <p:spPr>
          <a:xfrm>
            <a:off x="6155938" y="1497945"/>
            <a:ext cx="317400" cy="31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9"/>
          <p:cNvSpPr/>
          <p:nvPr/>
        </p:nvSpPr>
        <p:spPr>
          <a:xfrm>
            <a:off x="6155938" y="2549545"/>
            <a:ext cx="317400" cy="317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9"/>
          <p:cNvSpPr/>
          <p:nvPr/>
        </p:nvSpPr>
        <p:spPr>
          <a:xfrm>
            <a:off x="6155938" y="3589020"/>
            <a:ext cx="317400" cy="3174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9"/>
          <p:cNvSpPr/>
          <p:nvPr/>
        </p:nvSpPr>
        <p:spPr>
          <a:xfrm>
            <a:off x="1577063" y="2206518"/>
            <a:ext cx="197400" cy="19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9"/>
          <p:cNvSpPr/>
          <p:nvPr/>
        </p:nvSpPr>
        <p:spPr>
          <a:xfrm>
            <a:off x="2162663" y="3239390"/>
            <a:ext cx="197400" cy="197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9"/>
          <p:cNvSpPr/>
          <p:nvPr/>
        </p:nvSpPr>
        <p:spPr>
          <a:xfrm>
            <a:off x="3136338" y="2135725"/>
            <a:ext cx="197400" cy="1974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9"/>
          <p:cNvSpPr/>
          <p:nvPr/>
        </p:nvSpPr>
        <p:spPr>
          <a:xfrm>
            <a:off x="5055438" y="3490318"/>
            <a:ext cx="197400" cy="19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9"/>
          <p:cNvSpPr/>
          <p:nvPr/>
        </p:nvSpPr>
        <p:spPr>
          <a:xfrm>
            <a:off x="4547388" y="1896065"/>
            <a:ext cx="197400" cy="197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ZIELE</a:t>
            </a:r>
            <a:endParaRPr/>
          </a:p>
        </p:txBody>
      </p:sp>
      <p:sp>
        <p:nvSpPr>
          <p:cNvPr id="652" name="Google Shape;652;p50"/>
          <p:cNvSpPr txBox="1"/>
          <p:nvPr>
            <p:ph idx="2" type="title"/>
          </p:nvPr>
        </p:nvSpPr>
        <p:spPr>
          <a:xfrm>
            <a:off x="937477" y="2303594"/>
            <a:ext cx="20757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MERKUR</a:t>
            </a:r>
            <a:endParaRPr/>
          </a:p>
        </p:txBody>
      </p:sp>
      <p:sp>
        <p:nvSpPr>
          <p:cNvPr id="653" name="Google Shape;653;p50"/>
          <p:cNvSpPr txBox="1"/>
          <p:nvPr>
            <p:ph idx="1" type="subTitle"/>
          </p:nvPr>
        </p:nvSpPr>
        <p:spPr>
          <a:xfrm>
            <a:off x="937477" y="2637278"/>
            <a:ext cx="20757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Der Merkur ist der sonnennächste Planet und der kleinste</a:t>
            </a:r>
            <a:endParaRPr/>
          </a:p>
        </p:txBody>
      </p:sp>
      <p:sp>
        <p:nvSpPr>
          <p:cNvPr id="654" name="Google Shape;654;p50"/>
          <p:cNvSpPr txBox="1"/>
          <p:nvPr>
            <p:ph idx="3" type="title"/>
          </p:nvPr>
        </p:nvSpPr>
        <p:spPr>
          <a:xfrm>
            <a:off x="3533926" y="2760796"/>
            <a:ext cx="20757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655" name="Google Shape;655;p50"/>
          <p:cNvSpPr txBox="1"/>
          <p:nvPr>
            <p:ph idx="4" type="subTitle"/>
          </p:nvPr>
        </p:nvSpPr>
        <p:spPr>
          <a:xfrm>
            <a:off x="3533927" y="3094477"/>
            <a:ext cx="20757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Clr>
                <a:schemeClr val="dk1"/>
              </a:buClr>
              <a:buSzPts val="1100"/>
              <a:buFont typeface="Arial"/>
              <a:buNone/>
            </a:pPr>
            <a:r>
              <a:rPr lang="en"/>
              <a:t>Die Venus ist das zweithellste Objekt des Sonnensystems.</a:t>
            </a:r>
            <a:endParaRPr/>
          </a:p>
        </p:txBody>
      </p:sp>
      <p:sp>
        <p:nvSpPr>
          <p:cNvPr id="656" name="Google Shape;656;p50"/>
          <p:cNvSpPr txBox="1"/>
          <p:nvPr>
            <p:ph idx="5" type="title"/>
          </p:nvPr>
        </p:nvSpPr>
        <p:spPr>
          <a:xfrm>
            <a:off x="6130822" y="3217417"/>
            <a:ext cx="20757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657" name="Google Shape;657;p50"/>
          <p:cNvSpPr txBox="1"/>
          <p:nvPr>
            <p:ph idx="6" type="subTitle"/>
          </p:nvPr>
        </p:nvSpPr>
        <p:spPr>
          <a:xfrm>
            <a:off x="6130823" y="3551101"/>
            <a:ext cx="20757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Obwohl er rot ist, ist der Mars eigentlich kalt. Er hat zwei Monde </a:t>
            </a:r>
            <a:endParaRPr/>
          </a:p>
        </p:txBody>
      </p:sp>
      <p:sp>
        <p:nvSpPr>
          <p:cNvPr id="658" name="Google Shape;658;p50"/>
          <p:cNvSpPr txBox="1"/>
          <p:nvPr>
            <p:ph idx="8" type="title"/>
          </p:nvPr>
        </p:nvSpPr>
        <p:spPr>
          <a:xfrm>
            <a:off x="1609181" y="1383090"/>
            <a:ext cx="7314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59" name="Google Shape;659;p50"/>
          <p:cNvSpPr txBox="1"/>
          <p:nvPr>
            <p:ph idx="7" type="title"/>
          </p:nvPr>
        </p:nvSpPr>
        <p:spPr>
          <a:xfrm>
            <a:off x="4206077" y="1840290"/>
            <a:ext cx="7314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60" name="Google Shape;660;p50"/>
          <p:cNvSpPr txBox="1"/>
          <p:nvPr>
            <p:ph idx="9" type="title"/>
          </p:nvPr>
        </p:nvSpPr>
        <p:spPr>
          <a:xfrm>
            <a:off x="6802973" y="2297490"/>
            <a:ext cx="7314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REGISTRIERUNGSVERFAHREN</a:t>
            </a:r>
            <a:endParaRPr/>
          </a:p>
        </p:txBody>
      </p:sp>
      <p:sp>
        <p:nvSpPr>
          <p:cNvPr id="666" name="Google Shape;666;p51"/>
          <p:cNvSpPr txBox="1"/>
          <p:nvPr/>
        </p:nvSpPr>
        <p:spPr>
          <a:xfrm>
            <a:off x="1216092" y="24710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01</a:t>
            </a:r>
            <a:endParaRPr sz="2800">
              <a:solidFill>
                <a:schemeClr val="dk1"/>
              </a:solidFill>
              <a:latin typeface="Urbanist"/>
              <a:ea typeface="Urbanist"/>
              <a:cs typeface="Urbanist"/>
              <a:sym typeface="Urbanist"/>
            </a:endParaRPr>
          </a:p>
        </p:txBody>
      </p:sp>
      <p:sp>
        <p:nvSpPr>
          <p:cNvPr id="667" name="Google Shape;667;p51"/>
          <p:cNvSpPr txBox="1"/>
          <p:nvPr/>
        </p:nvSpPr>
        <p:spPr>
          <a:xfrm>
            <a:off x="5266884" y="24710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a:t>
            </a:r>
            <a:r>
              <a:rPr lang="en" sz="2800">
                <a:solidFill>
                  <a:schemeClr val="dk1"/>
                </a:solidFill>
                <a:latin typeface="Urbanist"/>
                <a:ea typeface="Urbanist"/>
                <a:cs typeface="Urbanist"/>
                <a:sym typeface="Urbanist"/>
              </a:rPr>
              <a:t>3</a:t>
            </a:r>
            <a:endParaRPr sz="2800">
              <a:solidFill>
                <a:schemeClr val="dk1"/>
              </a:solidFill>
              <a:latin typeface="Urbanist"/>
              <a:ea typeface="Urbanist"/>
              <a:cs typeface="Urbanist"/>
              <a:sym typeface="Urbanist"/>
            </a:endParaRPr>
          </a:p>
        </p:txBody>
      </p:sp>
      <p:sp>
        <p:nvSpPr>
          <p:cNvPr id="668" name="Google Shape;668;p51"/>
          <p:cNvSpPr txBox="1"/>
          <p:nvPr/>
        </p:nvSpPr>
        <p:spPr>
          <a:xfrm>
            <a:off x="3236916" y="15606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02</a:t>
            </a:r>
            <a:endParaRPr sz="2800">
              <a:solidFill>
                <a:schemeClr val="dk1"/>
              </a:solidFill>
              <a:latin typeface="Urbanist"/>
              <a:ea typeface="Urbanist"/>
              <a:cs typeface="Urbanist"/>
              <a:sym typeface="Urbanist"/>
            </a:endParaRPr>
          </a:p>
        </p:txBody>
      </p:sp>
      <p:sp>
        <p:nvSpPr>
          <p:cNvPr id="669" name="Google Shape;669;p51"/>
          <p:cNvSpPr txBox="1"/>
          <p:nvPr/>
        </p:nvSpPr>
        <p:spPr>
          <a:xfrm>
            <a:off x="7287708" y="15606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a:t>
            </a:r>
            <a:r>
              <a:rPr lang="en" sz="2800">
                <a:solidFill>
                  <a:schemeClr val="dk1"/>
                </a:solidFill>
                <a:latin typeface="Urbanist"/>
                <a:ea typeface="Urbanist"/>
                <a:cs typeface="Urbanist"/>
                <a:sym typeface="Urbanist"/>
              </a:rPr>
              <a:t>4</a:t>
            </a:r>
            <a:endParaRPr sz="2800">
              <a:solidFill>
                <a:schemeClr val="dk1"/>
              </a:solidFill>
              <a:latin typeface="Urbanist"/>
              <a:ea typeface="Urbanist"/>
              <a:cs typeface="Urbanist"/>
              <a:sym typeface="Urbanist"/>
            </a:endParaRPr>
          </a:p>
        </p:txBody>
      </p:sp>
      <p:sp>
        <p:nvSpPr>
          <p:cNvPr id="670" name="Google Shape;670;p51"/>
          <p:cNvSpPr txBox="1"/>
          <p:nvPr/>
        </p:nvSpPr>
        <p:spPr>
          <a:xfrm>
            <a:off x="4764084" y="3646684"/>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Der Mars ist eigentlich  kalt</a:t>
            </a:r>
            <a:endParaRPr>
              <a:solidFill>
                <a:schemeClr val="dk1"/>
              </a:solidFill>
              <a:latin typeface="Plus Jakarta Sans"/>
              <a:ea typeface="Plus Jakarta Sans"/>
              <a:cs typeface="Plus Jakarta Sans"/>
              <a:sym typeface="Plus Jakarta Sans"/>
            </a:endParaRPr>
          </a:p>
        </p:txBody>
      </p:sp>
      <p:sp>
        <p:nvSpPr>
          <p:cNvPr id="671" name="Google Shape;671;p51"/>
          <p:cNvSpPr txBox="1"/>
          <p:nvPr/>
        </p:nvSpPr>
        <p:spPr>
          <a:xfrm>
            <a:off x="6784980" y="2736384"/>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Neptun ist der</a:t>
            </a:r>
            <a:endParaRPr>
              <a:solidFill>
                <a:schemeClr val="dk1"/>
              </a:solidFill>
              <a:latin typeface="Plus Jakarta Sans"/>
              <a:ea typeface="Plus Jakarta Sans"/>
              <a:cs typeface="Plus Jakarta Sans"/>
              <a:sym typeface="Plus Jakarta Sans"/>
            </a:endParaRPr>
          </a:p>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äußerste Planet </a:t>
            </a:r>
            <a:endParaRPr>
              <a:solidFill>
                <a:schemeClr val="dk1"/>
              </a:solidFill>
              <a:latin typeface="Plus Jakarta Sans"/>
              <a:ea typeface="Plus Jakarta Sans"/>
              <a:cs typeface="Plus Jakarta Sans"/>
              <a:sym typeface="Plus Jakarta Sans"/>
            </a:endParaRPr>
          </a:p>
        </p:txBody>
      </p:sp>
      <p:sp>
        <p:nvSpPr>
          <p:cNvPr id="672" name="Google Shape;672;p51"/>
          <p:cNvSpPr txBox="1"/>
          <p:nvPr/>
        </p:nvSpPr>
        <p:spPr>
          <a:xfrm>
            <a:off x="4764084" y="3263668"/>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MARS</a:t>
            </a:r>
            <a:endParaRPr sz="2400">
              <a:solidFill>
                <a:schemeClr val="dk1"/>
              </a:solidFill>
              <a:latin typeface="Urbanist"/>
              <a:ea typeface="Urbanist"/>
              <a:cs typeface="Urbanist"/>
              <a:sym typeface="Urbanist"/>
            </a:endParaRPr>
          </a:p>
        </p:txBody>
      </p:sp>
      <p:sp>
        <p:nvSpPr>
          <p:cNvPr id="673" name="Google Shape;673;p51"/>
          <p:cNvSpPr txBox="1"/>
          <p:nvPr/>
        </p:nvSpPr>
        <p:spPr>
          <a:xfrm>
            <a:off x="6784980" y="2353268"/>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NEPTUN</a:t>
            </a:r>
            <a:endParaRPr sz="2400">
              <a:solidFill>
                <a:schemeClr val="dk1"/>
              </a:solidFill>
              <a:latin typeface="Urbanist"/>
              <a:ea typeface="Urbanist"/>
              <a:cs typeface="Urbanist"/>
              <a:sym typeface="Urbanist"/>
            </a:endParaRPr>
          </a:p>
        </p:txBody>
      </p:sp>
      <p:sp>
        <p:nvSpPr>
          <p:cNvPr id="674" name="Google Shape;674;p51"/>
          <p:cNvSpPr txBox="1"/>
          <p:nvPr/>
        </p:nvSpPr>
        <p:spPr>
          <a:xfrm>
            <a:off x="713225" y="3263659"/>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MERKUR</a:t>
            </a:r>
            <a:endParaRPr sz="2400">
              <a:solidFill>
                <a:schemeClr val="dk1"/>
              </a:solidFill>
              <a:latin typeface="Urbanist"/>
              <a:ea typeface="Urbanist"/>
              <a:cs typeface="Urbanist"/>
              <a:sym typeface="Urbanist"/>
            </a:endParaRPr>
          </a:p>
        </p:txBody>
      </p:sp>
      <p:sp>
        <p:nvSpPr>
          <p:cNvPr id="675" name="Google Shape;675;p51"/>
          <p:cNvSpPr txBox="1"/>
          <p:nvPr/>
        </p:nvSpPr>
        <p:spPr>
          <a:xfrm>
            <a:off x="713225" y="3646681"/>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Der Merkur ist der </a:t>
            </a:r>
            <a:r>
              <a:rPr lang="en">
                <a:solidFill>
                  <a:schemeClr val="dk1"/>
                </a:solidFill>
                <a:latin typeface="Plus Jakarta Sans"/>
                <a:ea typeface="Plus Jakarta Sans"/>
                <a:cs typeface="Plus Jakarta Sans"/>
                <a:sym typeface="Plus Jakarta Sans"/>
              </a:rPr>
              <a:t>sonnennächste</a:t>
            </a:r>
            <a:endParaRPr>
              <a:solidFill>
                <a:schemeClr val="dk1"/>
              </a:solidFill>
              <a:latin typeface="Plus Jakarta Sans"/>
              <a:ea typeface="Plus Jakarta Sans"/>
              <a:cs typeface="Plus Jakarta Sans"/>
              <a:sym typeface="Plus Jakarta Sans"/>
            </a:endParaRPr>
          </a:p>
        </p:txBody>
      </p:sp>
      <p:sp>
        <p:nvSpPr>
          <p:cNvPr id="676" name="Google Shape;676;p51"/>
          <p:cNvSpPr txBox="1"/>
          <p:nvPr/>
        </p:nvSpPr>
        <p:spPr>
          <a:xfrm>
            <a:off x="2734116" y="2353268"/>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VENUS</a:t>
            </a:r>
            <a:endParaRPr sz="2400">
              <a:solidFill>
                <a:schemeClr val="dk1"/>
              </a:solidFill>
              <a:latin typeface="Urbanist"/>
              <a:ea typeface="Urbanist"/>
              <a:cs typeface="Urbanist"/>
              <a:sym typeface="Urbanist"/>
            </a:endParaRPr>
          </a:p>
        </p:txBody>
      </p:sp>
      <p:sp>
        <p:nvSpPr>
          <p:cNvPr id="677" name="Google Shape;677;p51"/>
          <p:cNvSpPr txBox="1"/>
          <p:nvPr/>
        </p:nvSpPr>
        <p:spPr>
          <a:xfrm>
            <a:off x="2734116" y="2736284"/>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Die Venus ist ein Gesteinsplanet</a:t>
            </a:r>
            <a:endParaRPr>
              <a:solidFill>
                <a:schemeClr val="dk1"/>
              </a:solidFill>
              <a:latin typeface="Plus Jakarta Sans"/>
              <a:ea typeface="Plus Jakarta Sans"/>
              <a:cs typeface="Plus Jakarta Sans"/>
              <a:sym typeface="Plus Jakarta Sans"/>
            </a:endParaRPr>
          </a:p>
        </p:txBody>
      </p:sp>
      <p:cxnSp>
        <p:nvCxnSpPr>
          <p:cNvPr id="678" name="Google Shape;678;p51"/>
          <p:cNvCxnSpPr>
            <a:stCxn id="666" idx="0"/>
            <a:endCxn id="668" idx="1"/>
          </p:cNvCxnSpPr>
          <p:nvPr/>
        </p:nvCxnSpPr>
        <p:spPr>
          <a:xfrm rot="-5400000">
            <a:off x="2091342" y="1325506"/>
            <a:ext cx="590400" cy="1700700"/>
          </a:xfrm>
          <a:prstGeom prst="bentConnector2">
            <a:avLst/>
          </a:prstGeom>
          <a:noFill/>
          <a:ln cap="flat" cmpd="sng" w="9525">
            <a:solidFill>
              <a:schemeClr val="dk1"/>
            </a:solidFill>
            <a:prstDash val="solid"/>
            <a:round/>
            <a:headEnd len="med" w="med" type="none"/>
            <a:tailEnd len="med" w="med" type="none"/>
          </a:ln>
        </p:spPr>
      </p:cxnSp>
      <p:cxnSp>
        <p:nvCxnSpPr>
          <p:cNvPr id="679" name="Google Shape;679;p51"/>
          <p:cNvCxnSpPr>
            <a:stCxn id="668" idx="3"/>
            <a:endCxn id="667" idx="0"/>
          </p:cNvCxnSpPr>
          <p:nvPr/>
        </p:nvCxnSpPr>
        <p:spPr>
          <a:xfrm>
            <a:off x="3877116" y="1880756"/>
            <a:ext cx="1710000" cy="590400"/>
          </a:xfrm>
          <a:prstGeom prst="bentConnector2">
            <a:avLst/>
          </a:prstGeom>
          <a:noFill/>
          <a:ln cap="flat" cmpd="sng" w="9525">
            <a:solidFill>
              <a:schemeClr val="dk1"/>
            </a:solidFill>
            <a:prstDash val="solid"/>
            <a:round/>
            <a:headEnd len="med" w="med" type="none"/>
            <a:tailEnd len="med" w="med" type="none"/>
          </a:ln>
        </p:spPr>
      </p:cxnSp>
      <p:cxnSp>
        <p:nvCxnSpPr>
          <p:cNvPr id="680" name="Google Shape;680;p51"/>
          <p:cNvCxnSpPr>
            <a:stCxn id="667" idx="0"/>
            <a:endCxn id="669" idx="1"/>
          </p:cNvCxnSpPr>
          <p:nvPr/>
        </p:nvCxnSpPr>
        <p:spPr>
          <a:xfrm rot="-5400000">
            <a:off x="6142134" y="1325506"/>
            <a:ext cx="590400" cy="1700700"/>
          </a:xfrm>
          <a:prstGeom prst="bentConnector2">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2"/>
          <p:cNvSpPr/>
          <p:nvPr/>
        </p:nvSpPr>
        <p:spPr>
          <a:xfrm>
            <a:off x="1992536" y="2761121"/>
            <a:ext cx="1113643" cy="785782"/>
          </a:xfrm>
          <a:custGeom>
            <a:rect b="b" l="l" r="r" t="t"/>
            <a:pathLst>
              <a:path extrusionOk="0" h="31447" w="44568">
                <a:moveTo>
                  <a:pt x="30897" y="0"/>
                </a:moveTo>
                <a:cubicBezTo>
                  <a:pt x="29557" y="0"/>
                  <a:pt x="28214" y="80"/>
                  <a:pt x="26879" y="175"/>
                </a:cubicBezTo>
                <a:cubicBezTo>
                  <a:pt x="23906" y="385"/>
                  <a:pt x="20940" y="662"/>
                  <a:pt x="17972" y="938"/>
                </a:cubicBezTo>
                <a:lnTo>
                  <a:pt x="8378" y="1834"/>
                </a:lnTo>
                <a:cubicBezTo>
                  <a:pt x="5849" y="2069"/>
                  <a:pt x="2888" y="2590"/>
                  <a:pt x="1771" y="4871"/>
                </a:cubicBezTo>
                <a:cubicBezTo>
                  <a:pt x="0" y="8489"/>
                  <a:pt x="3706" y="9426"/>
                  <a:pt x="5791" y="11065"/>
                </a:cubicBezTo>
                <a:cubicBezTo>
                  <a:pt x="8203" y="12958"/>
                  <a:pt x="7799" y="17980"/>
                  <a:pt x="8237" y="20739"/>
                </a:cubicBezTo>
                <a:cubicBezTo>
                  <a:pt x="8778" y="24136"/>
                  <a:pt x="9981" y="27724"/>
                  <a:pt x="12828" y="29658"/>
                </a:cubicBezTo>
                <a:cubicBezTo>
                  <a:pt x="14892" y="31060"/>
                  <a:pt x="17498" y="31366"/>
                  <a:pt x="19991" y="31433"/>
                </a:cubicBezTo>
                <a:cubicBezTo>
                  <a:pt x="20284" y="31441"/>
                  <a:pt x="20578" y="31446"/>
                  <a:pt x="20873" y="31446"/>
                </a:cubicBezTo>
                <a:cubicBezTo>
                  <a:pt x="22394" y="31446"/>
                  <a:pt x="23923" y="31314"/>
                  <a:pt x="25337" y="30772"/>
                </a:cubicBezTo>
                <a:cubicBezTo>
                  <a:pt x="27024" y="30123"/>
                  <a:pt x="28541" y="28798"/>
                  <a:pt x="28997" y="27049"/>
                </a:cubicBezTo>
                <a:cubicBezTo>
                  <a:pt x="29627" y="24630"/>
                  <a:pt x="28156" y="22019"/>
                  <a:pt x="28831" y="19612"/>
                </a:cubicBezTo>
                <a:cubicBezTo>
                  <a:pt x="29381" y="17659"/>
                  <a:pt x="31235" y="16333"/>
                  <a:pt x="33148" y="15651"/>
                </a:cubicBezTo>
                <a:cubicBezTo>
                  <a:pt x="35060" y="14968"/>
                  <a:pt x="37111" y="14774"/>
                  <a:pt x="39050" y="14175"/>
                </a:cubicBezTo>
                <a:cubicBezTo>
                  <a:pt x="40990" y="13577"/>
                  <a:pt x="42925" y="12444"/>
                  <a:pt x="43723" y="10578"/>
                </a:cubicBezTo>
                <a:cubicBezTo>
                  <a:pt x="44568" y="8602"/>
                  <a:pt x="43908" y="6237"/>
                  <a:pt x="42600" y="4531"/>
                </a:cubicBezTo>
                <a:cubicBezTo>
                  <a:pt x="40871" y="2279"/>
                  <a:pt x="38148" y="954"/>
                  <a:pt x="35365" y="396"/>
                </a:cubicBezTo>
                <a:cubicBezTo>
                  <a:pt x="33894" y="101"/>
                  <a:pt x="32398" y="0"/>
                  <a:pt x="30897"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52"/>
          <p:cNvSpPr/>
          <p:nvPr/>
        </p:nvSpPr>
        <p:spPr>
          <a:xfrm>
            <a:off x="4504274" y="3433238"/>
            <a:ext cx="1039617" cy="981708"/>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2"/>
          <p:cNvSpPr/>
          <p:nvPr/>
        </p:nvSpPr>
        <p:spPr>
          <a:xfrm flipH="1">
            <a:off x="1280326" y="3419652"/>
            <a:ext cx="1533145" cy="78300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52"/>
          <p:cNvSpPr txBox="1"/>
          <p:nvPr>
            <p:ph idx="1" type="subTitle"/>
          </p:nvPr>
        </p:nvSpPr>
        <p:spPr>
          <a:xfrm>
            <a:off x="1090500" y="1264700"/>
            <a:ext cx="6963000" cy="122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Hier ist eine Auswahl an alternativen Ressourcen im gleichen Stil wie diese Vorlage</a:t>
            </a:r>
            <a:endParaRPr/>
          </a:p>
          <a:p>
            <a:pPr indent="-317500" lvl="0" marL="457200" rtl="0" algn="l">
              <a:spcBef>
                <a:spcPts val="1000"/>
              </a:spcBef>
              <a:spcAft>
                <a:spcPts val="0"/>
              </a:spcAft>
              <a:buSzPts val="1400"/>
              <a:buChar char="■"/>
            </a:pPr>
            <a:r>
              <a:rPr lang="en">
                <a:uFill>
                  <a:noFill/>
                </a:uFill>
                <a:hlinkClick r:id="rId3"/>
              </a:rPr>
              <a:t>Minimal dynamic atelier youtube channel art</a:t>
            </a:r>
            <a:endParaRPr/>
          </a:p>
          <a:p>
            <a:pPr indent="-317500" lvl="0" marL="457200" rtl="0" algn="l">
              <a:spcBef>
                <a:spcPts val="0"/>
              </a:spcBef>
              <a:spcAft>
                <a:spcPts val="0"/>
              </a:spcAft>
              <a:buSzPts val="1400"/>
              <a:buChar char="■"/>
            </a:pPr>
            <a:r>
              <a:rPr lang="en">
                <a:uFill>
                  <a:noFill/>
                </a:uFill>
                <a:hlinkClick r:id="rId4"/>
              </a:rPr>
              <a:t>Minimal dynamic atelier twitch background</a:t>
            </a:r>
            <a:endParaRPr/>
          </a:p>
          <a:p>
            <a:pPr indent="-317500" lvl="0" marL="457200" rtl="0" algn="l">
              <a:spcBef>
                <a:spcPts val="0"/>
              </a:spcBef>
              <a:spcAft>
                <a:spcPts val="0"/>
              </a:spcAft>
              <a:buSzPts val="1400"/>
              <a:buChar char="■"/>
            </a:pPr>
            <a:r>
              <a:rPr lang="en">
                <a:uFill>
                  <a:noFill/>
                </a:uFill>
                <a:hlinkClick r:id="rId5"/>
              </a:rPr>
              <a:t>Minimal dynamic atelier twitter header</a:t>
            </a:r>
            <a:endParaRPr/>
          </a:p>
        </p:txBody>
      </p:sp>
      <p:sp>
        <p:nvSpPr>
          <p:cNvPr id="689" name="Google Shape;689;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ALTERNATIVE RESSOURCEN</a:t>
            </a:r>
            <a:endParaRPr/>
          </a:p>
        </p:txBody>
      </p:sp>
      <p:sp>
        <p:nvSpPr>
          <p:cNvPr id="690" name="Google Shape;690;p52"/>
          <p:cNvSpPr/>
          <p:nvPr/>
        </p:nvSpPr>
        <p:spPr>
          <a:xfrm>
            <a:off x="1921372" y="2733547"/>
            <a:ext cx="1113643" cy="785782"/>
          </a:xfrm>
          <a:custGeom>
            <a:rect b="b" l="l" r="r" t="t"/>
            <a:pathLst>
              <a:path extrusionOk="0" h="31447" w="44568">
                <a:moveTo>
                  <a:pt x="30897" y="0"/>
                </a:moveTo>
                <a:cubicBezTo>
                  <a:pt x="29557" y="0"/>
                  <a:pt x="28214" y="80"/>
                  <a:pt x="26879" y="175"/>
                </a:cubicBezTo>
                <a:cubicBezTo>
                  <a:pt x="23906" y="385"/>
                  <a:pt x="20940" y="662"/>
                  <a:pt x="17972" y="938"/>
                </a:cubicBezTo>
                <a:lnTo>
                  <a:pt x="8378" y="1834"/>
                </a:lnTo>
                <a:cubicBezTo>
                  <a:pt x="5849" y="2069"/>
                  <a:pt x="2888" y="2590"/>
                  <a:pt x="1771" y="4871"/>
                </a:cubicBezTo>
                <a:cubicBezTo>
                  <a:pt x="0" y="8489"/>
                  <a:pt x="3706" y="9426"/>
                  <a:pt x="5791" y="11065"/>
                </a:cubicBezTo>
                <a:cubicBezTo>
                  <a:pt x="8203" y="12958"/>
                  <a:pt x="7799" y="17980"/>
                  <a:pt x="8237" y="20739"/>
                </a:cubicBezTo>
                <a:cubicBezTo>
                  <a:pt x="8778" y="24136"/>
                  <a:pt x="9981" y="27724"/>
                  <a:pt x="12828" y="29658"/>
                </a:cubicBezTo>
                <a:cubicBezTo>
                  <a:pt x="14892" y="31060"/>
                  <a:pt x="17498" y="31366"/>
                  <a:pt x="19991" y="31433"/>
                </a:cubicBezTo>
                <a:cubicBezTo>
                  <a:pt x="20284" y="31441"/>
                  <a:pt x="20578" y="31446"/>
                  <a:pt x="20873" y="31446"/>
                </a:cubicBezTo>
                <a:cubicBezTo>
                  <a:pt x="22394" y="31446"/>
                  <a:pt x="23923" y="31314"/>
                  <a:pt x="25337" y="30772"/>
                </a:cubicBezTo>
                <a:cubicBezTo>
                  <a:pt x="27024" y="30123"/>
                  <a:pt x="28541" y="28798"/>
                  <a:pt x="28997" y="27049"/>
                </a:cubicBezTo>
                <a:cubicBezTo>
                  <a:pt x="29627" y="24630"/>
                  <a:pt x="28156" y="22019"/>
                  <a:pt x="28831" y="19612"/>
                </a:cubicBezTo>
                <a:cubicBezTo>
                  <a:pt x="29381" y="17659"/>
                  <a:pt x="31235" y="16333"/>
                  <a:pt x="33148" y="15651"/>
                </a:cubicBezTo>
                <a:cubicBezTo>
                  <a:pt x="35060" y="14968"/>
                  <a:pt x="37111" y="14774"/>
                  <a:pt x="39050" y="14175"/>
                </a:cubicBezTo>
                <a:cubicBezTo>
                  <a:pt x="40990" y="13577"/>
                  <a:pt x="42925" y="12444"/>
                  <a:pt x="43723" y="10578"/>
                </a:cubicBezTo>
                <a:cubicBezTo>
                  <a:pt x="44568" y="8602"/>
                  <a:pt x="43908" y="6237"/>
                  <a:pt x="42600" y="4531"/>
                </a:cubicBezTo>
                <a:cubicBezTo>
                  <a:pt x="40871" y="2279"/>
                  <a:pt x="38148" y="954"/>
                  <a:pt x="35365" y="396"/>
                </a:cubicBezTo>
                <a:cubicBezTo>
                  <a:pt x="33894" y="101"/>
                  <a:pt x="32398" y="0"/>
                  <a:pt x="30897"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2"/>
          <p:cNvSpPr/>
          <p:nvPr/>
        </p:nvSpPr>
        <p:spPr>
          <a:xfrm>
            <a:off x="4619424" y="3387988"/>
            <a:ext cx="1039617" cy="981708"/>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2"/>
          <p:cNvSpPr/>
          <p:nvPr/>
        </p:nvSpPr>
        <p:spPr>
          <a:xfrm>
            <a:off x="6284421" y="2883993"/>
            <a:ext cx="1730103" cy="981665"/>
          </a:xfrm>
          <a:custGeom>
            <a:rect b="b" l="l" r="r" t="t"/>
            <a:pathLst>
              <a:path extrusionOk="0" h="28752" w="50673">
                <a:moveTo>
                  <a:pt x="48065" y="0"/>
                </a:moveTo>
                <a:lnTo>
                  <a:pt x="1451" y="60"/>
                </a:lnTo>
                <a:lnTo>
                  <a:pt x="342" y="2285"/>
                </a:lnTo>
                <a:cubicBezTo>
                  <a:pt x="0" y="4207"/>
                  <a:pt x="2004" y="5875"/>
                  <a:pt x="3950" y="6023"/>
                </a:cubicBezTo>
                <a:cubicBezTo>
                  <a:pt x="4101" y="6035"/>
                  <a:pt x="4250" y="6040"/>
                  <a:pt x="4399" y="6040"/>
                </a:cubicBezTo>
                <a:cubicBezTo>
                  <a:pt x="6184" y="6040"/>
                  <a:pt x="7898" y="5257"/>
                  <a:pt x="9590" y="4632"/>
                </a:cubicBezTo>
                <a:cubicBezTo>
                  <a:pt x="10719" y="4216"/>
                  <a:pt x="11949" y="3873"/>
                  <a:pt x="13137" y="3873"/>
                </a:cubicBezTo>
                <a:cubicBezTo>
                  <a:pt x="13879" y="3873"/>
                  <a:pt x="14603" y="4007"/>
                  <a:pt x="15276" y="4339"/>
                </a:cubicBezTo>
                <a:cubicBezTo>
                  <a:pt x="16359" y="4873"/>
                  <a:pt x="17163" y="5864"/>
                  <a:pt x="18245" y="6398"/>
                </a:cubicBezTo>
                <a:cubicBezTo>
                  <a:pt x="18906" y="6724"/>
                  <a:pt x="19607" y="6858"/>
                  <a:pt x="20324" y="6858"/>
                </a:cubicBezTo>
                <a:cubicBezTo>
                  <a:pt x="21843" y="6858"/>
                  <a:pt x="23432" y="6259"/>
                  <a:pt x="24856" y="5624"/>
                </a:cubicBezTo>
                <a:cubicBezTo>
                  <a:pt x="26466" y="4907"/>
                  <a:pt x="28210" y="4132"/>
                  <a:pt x="29921" y="4132"/>
                </a:cubicBezTo>
                <a:cubicBezTo>
                  <a:pt x="30438" y="4132"/>
                  <a:pt x="30952" y="4202"/>
                  <a:pt x="31459" y="4367"/>
                </a:cubicBezTo>
                <a:cubicBezTo>
                  <a:pt x="32832" y="4814"/>
                  <a:pt x="33954" y="5964"/>
                  <a:pt x="34364" y="7348"/>
                </a:cubicBezTo>
                <a:cubicBezTo>
                  <a:pt x="34776" y="8731"/>
                  <a:pt x="34464" y="10307"/>
                  <a:pt x="33559" y="11431"/>
                </a:cubicBezTo>
                <a:cubicBezTo>
                  <a:pt x="33013" y="12105"/>
                  <a:pt x="32246" y="12670"/>
                  <a:pt x="32054" y="13516"/>
                </a:cubicBezTo>
                <a:cubicBezTo>
                  <a:pt x="31774" y="14756"/>
                  <a:pt x="32923" y="15909"/>
                  <a:pt x="34138" y="16274"/>
                </a:cubicBezTo>
                <a:cubicBezTo>
                  <a:pt x="34662" y="16431"/>
                  <a:pt x="35197" y="16492"/>
                  <a:pt x="35737" y="16492"/>
                </a:cubicBezTo>
                <a:cubicBezTo>
                  <a:pt x="36938" y="16492"/>
                  <a:pt x="38165" y="16188"/>
                  <a:pt x="39356" y="15947"/>
                </a:cubicBezTo>
                <a:cubicBezTo>
                  <a:pt x="40123" y="15791"/>
                  <a:pt x="40932" y="15669"/>
                  <a:pt x="41722" y="15669"/>
                </a:cubicBezTo>
                <a:cubicBezTo>
                  <a:pt x="42709" y="15669"/>
                  <a:pt x="43666" y="15859"/>
                  <a:pt x="44475" y="16410"/>
                </a:cubicBezTo>
                <a:cubicBezTo>
                  <a:pt x="45663" y="17219"/>
                  <a:pt x="46291" y="18772"/>
                  <a:pt x="46001" y="20179"/>
                </a:cubicBezTo>
                <a:cubicBezTo>
                  <a:pt x="45710" y="21586"/>
                  <a:pt x="44518" y="22763"/>
                  <a:pt x="43107" y="23035"/>
                </a:cubicBezTo>
                <a:cubicBezTo>
                  <a:pt x="42842" y="23087"/>
                  <a:pt x="42576" y="23108"/>
                  <a:pt x="42309" y="23108"/>
                </a:cubicBezTo>
                <a:cubicBezTo>
                  <a:pt x="41245" y="23108"/>
                  <a:pt x="40173" y="22767"/>
                  <a:pt x="39104" y="22614"/>
                </a:cubicBezTo>
                <a:cubicBezTo>
                  <a:pt x="38839" y="22576"/>
                  <a:pt x="38564" y="22555"/>
                  <a:pt x="38288" y="22555"/>
                </a:cubicBezTo>
                <a:cubicBezTo>
                  <a:pt x="37168" y="22555"/>
                  <a:pt x="36030" y="22900"/>
                  <a:pt x="35508" y="23850"/>
                </a:cubicBezTo>
                <a:cubicBezTo>
                  <a:pt x="34941" y="24884"/>
                  <a:pt x="35397" y="26249"/>
                  <a:pt x="36273" y="27039"/>
                </a:cubicBezTo>
                <a:cubicBezTo>
                  <a:pt x="37148" y="27829"/>
                  <a:pt x="38339" y="28159"/>
                  <a:pt x="39499" y="28374"/>
                </a:cubicBezTo>
                <a:cubicBezTo>
                  <a:pt x="40860" y="28626"/>
                  <a:pt x="42239" y="28752"/>
                  <a:pt x="43620" y="28752"/>
                </a:cubicBezTo>
                <a:cubicBezTo>
                  <a:pt x="44496" y="28752"/>
                  <a:pt x="45373" y="28701"/>
                  <a:pt x="46246" y="28599"/>
                </a:cubicBezTo>
                <a:cubicBezTo>
                  <a:pt x="47532" y="28449"/>
                  <a:pt x="48910" y="28129"/>
                  <a:pt x="49746" y="27141"/>
                </a:cubicBezTo>
                <a:cubicBezTo>
                  <a:pt x="50627" y="26099"/>
                  <a:pt x="50672" y="24609"/>
                  <a:pt x="50650" y="23244"/>
                </a:cubicBezTo>
                <a:cubicBezTo>
                  <a:pt x="50528" y="15431"/>
                  <a:pt x="49662" y="7648"/>
                  <a:pt x="48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2"/>
          <p:cNvSpPr/>
          <p:nvPr/>
        </p:nvSpPr>
        <p:spPr>
          <a:xfrm>
            <a:off x="3106171" y="3763849"/>
            <a:ext cx="1158236" cy="619911"/>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2"/>
          <p:cNvSpPr/>
          <p:nvPr/>
        </p:nvSpPr>
        <p:spPr>
          <a:xfrm rot="5400000">
            <a:off x="3417433" y="2689324"/>
            <a:ext cx="813319" cy="1033621"/>
          </a:xfrm>
          <a:custGeom>
            <a:rect b="b" l="l" r="r" t="t"/>
            <a:pathLst>
              <a:path extrusionOk="0" h="27330" w="21505">
                <a:moveTo>
                  <a:pt x="17535" y="1"/>
                </a:moveTo>
                <a:cubicBezTo>
                  <a:pt x="17221" y="1"/>
                  <a:pt x="16908" y="35"/>
                  <a:pt x="16603" y="102"/>
                </a:cubicBezTo>
                <a:cubicBezTo>
                  <a:pt x="15461" y="356"/>
                  <a:pt x="14446" y="1036"/>
                  <a:pt x="13645" y="1889"/>
                </a:cubicBezTo>
                <a:cubicBezTo>
                  <a:pt x="12999" y="2578"/>
                  <a:pt x="12446" y="3407"/>
                  <a:pt x="11600" y="3828"/>
                </a:cubicBezTo>
                <a:cubicBezTo>
                  <a:pt x="11119" y="4067"/>
                  <a:pt x="10598" y="4149"/>
                  <a:pt x="10064" y="4149"/>
                </a:cubicBezTo>
                <a:cubicBezTo>
                  <a:pt x="9379" y="4149"/>
                  <a:pt x="8672" y="4015"/>
                  <a:pt x="7995" y="3902"/>
                </a:cubicBezTo>
                <a:cubicBezTo>
                  <a:pt x="7553" y="3829"/>
                  <a:pt x="7088" y="3775"/>
                  <a:pt x="6632" y="3775"/>
                </a:cubicBezTo>
                <a:cubicBezTo>
                  <a:pt x="5839" y="3775"/>
                  <a:pt x="5071" y="3940"/>
                  <a:pt x="4496" y="4463"/>
                </a:cubicBezTo>
                <a:cubicBezTo>
                  <a:pt x="3939" y="4969"/>
                  <a:pt x="3682" y="5716"/>
                  <a:pt x="3446" y="6431"/>
                </a:cubicBezTo>
                <a:lnTo>
                  <a:pt x="2069" y="10586"/>
                </a:lnTo>
                <a:cubicBezTo>
                  <a:pt x="1559" y="12124"/>
                  <a:pt x="1049" y="13664"/>
                  <a:pt x="693" y="15243"/>
                </a:cubicBezTo>
                <a:cubicBezTo>
                  <a:pt x="195" y="17448"/>
                  <a:pt x="0" y="19709"/>
                  <a:pt x="112" y="21965"/>
                </a:cubicBezTo>
                <a:cubicBezTo>
                  <a:pt x="176" y="23255"/>
                  <a:pt x="370" y="24610"/>
                  <a:pt x="1166" y="25627"/>
                </a:cubicBezTo>
                <a:cubicBezTo>
                  <a:pt x="1865" y="26517"/>
                  <a:pt x="2959" y="27037"/>
                  <a:pt x="4074" y="27228"/>
                </a:cubicBezTo>
                <a:cubicBezTo>
                  <a:pt x="4490" y="27300"/>
                  <a:pt x="4909" y="27329"/>
                  <a:pt x="5330" y="27329"/>
                </a:cubicBezTo>
                <a:cubicBezTo>
                  <a:pt x="6040" y="27329"/>
                  <a:pt x="6753" y="27245"/>
                  <a:pt x="7454" y="27133"/>
                </a:cubicBezTo>
                <a:cubicBezTo>
                  <a:pt x="9560" y="26799"/>
                  <a:pt x="11600" y="25864"/>
                  <a:pt x="13725" y="25773"/>
                </a:cubicBezTo>
                <a:cubicBezTo>
                  <a:pt x="15600" y="25694"/>
                  <a:pt x="17465" y="25325"/>
                  <a:pt x="18624" y="23679"/>
                </a:cubicBezTo>
                <a:cubicBezTo>
                  <a:pt x="19598" y="22299"/>
                  <a:pt x="19734" y="20372"/>
                  <a:pt x="18961" y="18867"/>
                </a:cubicBezTo>
                <a:cubicBezTo>
                  <a:pt x="18405" y="17780"/>
                  <a:pt x="17449" y="16959"/>
                  <a:pt x="16515" y="16172"/>
                </a:cubicBezTo>
                <a:cubicBezTo>
                  <a:pt x="15580" y="15384"/>
                  <a:pt x="14621" y="14573"/>
                  <a:pt x="14048" y="13493"/>
                </a:cubicBezTo>
                <a:cubicBezTo>
                  <a:pt x="13474" y="12413"/>
                  <a:pt x="13377" y="10988"/>
                  <a:pt x="14138" y="10033"/>
                </a:cubicBezTo>
                <a:cubicBezTo>
                  <a:pt x="14909" y="9067"/>
                  <a:pt x="16263" y="8861"/>
                  <a:pt x="17423" y="8433"/>
                </a:cubicBezTo>
                <a:cubicBezTo>
                  <a:pt x="18946" y="7871"/>
                  <a:pt x="20318" y="6757"/>
                  <a:pt x="20912" y="5246"/>
                </a:cubicBezTo>
                <a:cubicBezTo>
                  <a:pt x="21504" y="3734"/>
                  <a:pt x="21175" y="1829"/>
                  <a:pt x="19919" y="803"/>
                </a:cubicBezTo>
                <a:cubicBezTo>
                  <a:pt x="19255" y="259"/>
                  <a:pt x="18396" y="1"/>
                  <a:pt x="175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2"/>
          <p:cNvSpPr/>
          <p:nvPr/>
        </p:nvSpPr>
        <p:spPr>
          <a:xfrm flipH="1">
            <a:off x="1197351" y="3555052"/>
            <a:ext cx="1533145" cy="78300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2"/>
          <p:cNvSpPr/>
          <p:nvPr/>
        </p:nvSpPr>
        <p:spPr>
          <a:xfrm flipH="1" rot="6899438">
            <a:off x="5038241" y="2455961"/>
            <a:ext cx="855012" cy="1081727"/>
          </a:xfrm>
          <a:custGeom>
            <a:rect b="b" l="l" r="r" t="t"/>
            <a:pathLst>
              <a:path extrusionOk="0" h="25245" w="19954">
                <a:moveTo>
                  <a:pt x="11518" y="0"/>
                </a:moveTo>
                <a:cubicBezTo>
                  <a:pt x="11194" y="0"/>
                  <a:pt x="10870" y="22"/>
                  <a:pt x="10546" y="68"/>
                </a:cubicBezTo>
                <a:cubicBezTo>
                  <a:pt x="6566" y="624"/>
                  <a:pt x="3391" y="4626"/>
                  <a:pt x="3755" y="8629"/>
                </a:cubicBezTo>
                <a:cubicBezTo>
                  <a:pt x="3938" y="10639"/>
                  <a:pt x="4871" y="12738"/>
                  <a:pt x="4067" y="14588"/>
                </a:cubicBezTo>
                <a:cubicBezTo>
                  <a:pt x="3464" y="15975"/>
                  <a:pt x="2031" y="16813"/>
                  <a:pt x="1201" y="18078"/>
                </a:cubicBezTo>
                <a:cubicBezTo>
                  <a:pt x="1" y="19905"/>
                  <a:pt x="344" y="22589"/>
                  <a:pt x="1967" y="24054"/>
                </a:cubicBezTo>
                <a:cubicBezTo>
                  <a:pt x="2754" y="24763"/>
                  <a:pt x="3988" y="25245"/>
                  <a:pt x="5151" y="25245"/>
                </a:cubicBezTo>
                <a:cubicBezTo>
                  <a:pt x="5650" y="25245"/>
                  <a:pt x="6135" y="25156"/>
                  <a:pt x="6566" y="24959"/>
                </a:cubicBezTo>
                <a:cubicBezTo>
                  <a:pt x="7657" y="24460"/>
                  <a:pt x="8094" y="23197"/>
                  <a:pt x="8899" y="22366"/>
                </a:cubicBezTo>
                <a:cubicBezTo>
                  <a:pt x="11618" y="19563"/>
                  <a:pt x="15032" y="17656"/>
                  <a:pt x="17326" y="14397"/>
                </a:cubicBezTo>
                <a:cubicBezTo>
                  <a:pt x="18951" y="12092"/>
                  <a:pt x="19954" y="9207"/>
                  <a:pt x="19427" y="6435"/>
                </a:cubicBezTo>
                <a:cubicBezTo>
                  <a:pt x="18739" y="2808"/>
                  <a:pt x="15180" y="0"/>
                  <a:pt x="115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52"/>
          <p:cNvSpPr/>
          <p:nvPr/>
        </p:nvSpPr>
        <p:spPr>
          <a:xfrm>
            <a:off x="6014070" y="3614150"/>
            <a:ext cx="1393255" cy="619897"/>
          </a:xfrm>
          <a:custGeom>
            <a:rect b="b" l="l" r="r" t="t"/>
            <a:pathLst>
              <a:path extrusionOk="0" h="19244" w="43252">
                <a:moveTo>
                  <a:pt x="25969" y="1"/>
                </a:moveTo>
                <a:cubicBezTo>
                  <a:pt x="24579" y="1"/>
                  <a:pt x="23136" y="531"/>
                  <a:pt x="21858" y="1155"/>
                </a:cubicBezTo>
                <a:cubicBezTo>
                  <a:pt x="19986" y="2070"/>
                  <a:pt x="18104" y="3214"/>
                  <a:pt x="16020" y="3219"/>
                </a:cubicBezTo>
                <a:cubicBezTo>
                  <a:pt x="16015" y="3219"/>
                  <a:pt x="16011" y="3219"/>
                  <a:pt x="16006" y="3219"/>
                </a:cubicBezTo>
                <a:cubicBezTo>
                  <a:pt x="14140" y="3219"/>
                  <a:pt x="12415" y="2302"/>
                  <a:pt x="10636" y="1741"/>
                </a:cubicBezTo>
                <a:cubicBezTo>
                  <a:pt x="9871" y="1501"/>
                  <a:pt x="9033" y="1341"/>
                  <a:pt x="8220" y="1341"/>
                </a:cubicBezTo>
                <a:cubicBezTo>
                  <a:pt x="7137" y="1341"/>
                  <a:pt x="6098" y="1624"/>
                  <a:pt x="5338" y="2377"/>
                </a:cubicBezTo>
                <a:cubicBezTo>
                  <a:pt x="4359" y="3347"/>
                  <a:pt x="4123" y="4858"/>
                  <a:pt x="4268" y="6229"/>
                </a:cubicBezTo>
                <a:cubicBezTo>
                  <a:pt x="4416" y="7600"/>
                  <a:pt x="4889" y="8916"/>
                  <a:pt x="5121" y="10274"/>
                </a:cubicBezTo>
                <a:cubicBezTo>
                  <a:pt x="5353" y="11634"/>
                  <a:pt x="5313" y="13129"/>
                  <a:pt x="4530" y="14265"/>
                </a:cubicBezTo>
                <a:cubicBezTo>
                  <a:pt x="3703" y="15467"/>
                  <a:pt x="2789" y="15213"/>
                  <a:pt x="1615" y="15459"/>
                </a:cubicBezTo>
                <a:cubicBezTo>
                  <a:pt x="608" y="15669"/>
                  <a:pt x="0" y="16611"/>
                  <a:pt x="1114" y="17565"/>
                </a:cubicBezTo>
                <a:cubicBezTo>
                  <a:pt x="1775" y="18132"/>
                  <a:pt x="2712" y="18217"/>
                  <a:pt x="3584" y="18275"/>
                </a:cubicBezTo>
                <a:lnTo>
                  <a:pt x="15724" y="19085"/>
                </a:lnTo>
                <a:cubicBezTo>
                  <a:pt x="16919" y="19164"/>
                  <a:pt x="18123" y="19243"/>
                  <a:pt x="19321" y="19243"/>
                </a:cubicBezTo>
                <a:cubicBezTo>
                  <a:pt x="20636" y="19243"/>
                  <a:pt x="21944" y="19148"/>
                  <a:pt x="23225" y="18855"/>
                </a:cubicBezTo>
                <a:cubicBezTo>
                  <a:pt x="24649" y="18530"/>
                  <a:pt x="26017" y="17963"/>
                  <a:pt x="27462" y="17747"/>
                </a:cubicBezTo>
                <a:cubicBezTo>
                  <a:pt x="27972" y="17670"/>
                  <a:pt x="28483" y="17639"/>
                  <a:pt x="28994" y="17639"/>
                </a:cubicBezTo>
                <a:cubicBezTo>
                  <a:pt x="31512" y="17639"/>
                  <a:pt x="34041" y="18409"/>
                  <a:pt x="36580" y="18409"/>
                </a:cubicBezTo>
                <a:cubicBezTo>
                  <a:pt x="36663" y="18409"/>
                  <a:pt x="36746" y="18408"/>
                  <a:pt x="36829" y="18407"/>
                </a:cubicBezTo>
                <a:cubicBezTo>
                  <a:pt x="38463" y="18374"/>
                  <a:pt x="40153" y="17963"/>
                  <a:pt x="41384" y="16887"/>
                </a:cubicBezTo>
                <a:cubicBezTo>
                  <a:pt x="42612" y="15810"/>
                  <a:pt x="43251" y="13968"/>
                  <a:pt x="42599" y="12470"/>
                </a:cubicBezTo>
                <a:cubicBezTo>
                  <a:pt x="41938" y="10953"/>
                  <a:pt x="40232" y="10196"/>
                  <a:pt x="38624" y="9796"/>
                </a:cubicBezTo>
                <a:cubicBezTo>
                  <a:pt x="37018" y="9397"/>
                  <a:pt x="35295" y="9185"/>
                  <a:pt x="33953" y="8215"/>
                </a:cubicBezTo>
                <a:cubicBezTo>
                  <a:pt x="31228" y="6247"/>
                  <a:pt x="30917" y="1777"/>
                  <a:pt x="27855" y="389"/>
                </a:cubicBezTo>
                <a:cubicBezTo>
                  <a:pt x="27252" y="116"/>
                  <a:pt x="26616" y="1"/>
                  <a:pt x="2596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3"/>
          <p:cNvSpPr txBox="1"/>
          <p:nvPr>
            <p:ph idx="1" type="subTitle"/>
          </p:nvPr>
        </p:nvSpPr>
        <p:spPr>
          <a:xfrm>
            <a:off x="1127700" y="1136500"/>
            <a:ext cx="6888600" cy="347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Haben dir die Ressourcen auf dieser Vorlage gefallen? Erhalte sie kostenlos auf unseren anderen Webseiten:</a:t>
            </a:r>
            <a:endParaRPr/>
          </a:p>
          <a:p>
            <a:pPr indent="0" lvl="0" marL="0" rtl="0" algn="l">
              <a:spcBef>
                <a:spcPts val="1000"/>
              </a:spcBef>
              <a:spcAft>
                <a:spcPts val="0"/>
              </a:spcAft>
              <a:buClr>
                <a:schemeClr val="dk1"/>
              </a:buClr>
              <a:buSzPts val="1100"/>
              <a:buFont typeface="Arial"/>
              <a:buNone/>
            </a:pPr>
            <a:r>
              <a:rPr lang="en" sz="2400">
                <a:latin typeface="Urbanist"/>
                <a:ea typeface="Urbanist"/>
                <a:cs typeface="Urbanist"/>
                <a:sym typeface="Urbanist"/>
              </a:rPr>
              <a:t>VEKTOREN</a:t>
            </a:r>
            <a:endParaRPr sz="2400">
              <a:latin typeface="Urbanist"/>
              <a:ea typeface="Urbanist"/>
              <a:cs typeface="Urbanist"/>
              <a:sym typeface="Urbanist"/>
            </a:endParaRPr>
          </a:p>
          <a:p>
            <a:pPr indent="-317500" lvl="0" marL="457200" rtl="0" algn="l">
              <a:spcBef>
                <a:spcPts val="1000"/>
              </a:spcBef>
              <a:spcAft>
                <a:spcPts val="0"/>
              </a:spcAft>
              <a:buClr>
                <a:schemeClr val="dk1"/>
              </a:buClr>
              <a:buSzPts val="1400"/>
              <a:buChar char="■"/>
            </a:pPr>
            <a:r>
              <a:rPr lang="en">
                <a:uFill>
                  <a:noFill/>
                </a:uFill>
                <a:hlinkClick r:id="rId3"/>
              </a:rPr>
              <a:t>Minimal dynamic atelier youtube channel art</a:t>
            </a:r>
            <a:endParaRPr/>
          </a:p>
          <a:p>
            <a:pPr indent="-317500" lvl="0" marL="457200" rtl="0" algn="l">
              <a:spcBef>
                <a:spcPts val="0"/>
              </a:spcBef>
              <a:spcAft>
                <a:spcPts val="0"/>
              </a:spcAft>
              <a:buClr>
                <a:schemeClr val="dk1"/>
              </a:buClr>
              <a:buSzPts val="1400"/>
              <a:buChar char="■"/>
            </a:pPr>
            <a:r>
              <a:rPr lang="en">
                <a:uFill>
                  <a:noFill/>
                </a:uFill>
                <a:hlinkClick r:id="rId4"/>
              </a:rPr>
              <a:t>Minimal dynamic atelier twitch background</a:t>
            </a:r>
            <a:endParaRPr/>
          </a:p>
          <a:p>
            <a:pPr indent="-317500" lvl="0" marL="457200" rtl="0" algn="l">
              <a:spcBef>
                <a:spcPts val="0"/>
              </a:spcBef>
              <a:spcAft>
                <a:spcPts val="0"/>
              </a:spcAft>
              <a:buClr>
                <a:schemeClr val="dk1"/>
              </a:buClr>
              <a:buSzPts val="1400"/>
              <a:buChar char="■"/>
            </a:pPr>
            <a:r>
              <a:rPr lang="en">
                <a:uFill>
                  <a:noFill/>
                </a:uFill>
                <a:hlinkClick r:id="rId5"/>
              </a:rPr>
              <a:t>Minimal dynamic atelier twitter header</a:t>
            </a:r>
            <a:endParaRPr/>
          </a:p>
          <a:p>
            <a:pPr indent="0" lvl="0" marL="0" rtl="0" algn="l">
              <a:spcBef>
                <a:spcPts val="1000"/>
              </a:spcBef>
              <a:spcAft>
                <a:spcPts val="0"/>
              </a:spcAft>
              <a:buNone/>
            </a:pPr>
            <a:r>
              <a:rPr lang="en" sz="2400">
                <a:latin typeface="Urbanist"/>
                <a:ea typeface="Urbanist"/>
                <a:cs typeface="Urbanist"/>
                <a:sym typeface="Urbanist"/>
              </a:rPr>
              <a:t>PHOTOS</a:t>
            </a:r>
            <a:endParaRPr sz="2400">
              <a:latin typeface="Urbanist"/>
              <a:ea typeface="Urbanist"/>
              <a:cs typeface="Urbanist"/>
              <a:sym typeface="Urbanist"/>
            </a:endParaRPr>
          </a:p>
          <a:p>
            <a:pPr indent="-317500" lvl="0" marL="457200" rtl="0" algn="l">
              <a:spcBef>
                <a:spcPts val="1000"/>
              </a:spcBef>
              <a:spcAft>
                <a:spcPts val="0"/>
              </a:spcAft>
              <a:buClr>
                <a:schemeClr val="dk1"/>
              </a:buClr>
              <a:buSzPts val="1400"/>
              <a:buChar char="■"/>
            </a:pPr>
            <a:r>
              <a:rPr lang="en">
                <a:uFill>
                  <a:noFill/>
                </a:uFill>
                <a:hlinkClick r:id="rId6"/>
              </a:rPr>
              <a:t>Young students learning together during a group study</a:t>
            </a:r>
            <a:endParaRPr/>
          </a:p>
          <a:p>
            <a:pPr indent="-317500" lvl="0" marL="457200" rtl="0" algn="l">
              <a:spcBef>
                <a:spcPts val="0"/>
              </a:spcBef>
              <a:spcAft>
                <a:spcPts val="0"/>
              </a:spcAft>
              <a:buClr>
                <a:schemeClr val="dk1"/>
              </a:buClr>
              <a:buSzPts val="1400"/>
              <a:buChar char="■"/>
            </a:pPr>
            <a:r>
              <a:rPr lang="en">
                <a:uFill>
                  <a:noFill/>
                </a:uFill>
                <a:hlinkClick r:id="rId7"/>
              </a:rPr>
              <a:t>People collage design</a:t>
            </a:r>
            <a:endParaRPr/>
          </a:p>
          <a:p>
            <a:pPr indent="-317500" lvl="0" marL="457200" rtl="0" algn="l">
              <a:spcBef>
                <a:spcPts val="0"/>
              </a:spcBef>
              <a:spcAft>
                <a:spcPts val="0"/>
              </a:spcAft>
              <a:buClr>
                <a:schemeClr val="dk1"/>
              </a:buClr>
              <a:buSzPts val="1400"/>
              <a:buChar char="■"/>
            </a:pPr>
            <a:r>
              <a:rPr lang="en">
                <a:uFill>
                  <a:noFill/>
                </a:uFill>
                <a:hlinkClick r:id="rId8"/>
              </a:rPr>
              <a:t>Woman attending online class</a:t>
            </a:r>
            <a:endParaRPr/>
          </a:p>
          <a:p>
            <a:pPr indent="-317500" lvl="0" marL="457200" rtl="0" algn="l">
              <a:spcBef>
                <a:spcPts val="0"/>
              </a:spcBef>
              <a:spcAft>
                <a:spcPts val="0"/>
              </a:spcAft>
              <a:buClr>
                <a:schemeClr val="dk1"/>
              </a:buClr>
              <a:buSzPts val="1400"/>
              <a:buChar char="■"/>
            </a:pPr>
            <a:r>
              <a:rPr lang="en">
                <a:uFill>
                  <a:noFill/>
                </a:uFill>
                <a:hlinkClick r:id="rId9"/>
              </a:rPr>
              <a:t>Close up hand writing on notebook top view</a:t>
            </a:r>
            <a:endParaRPr/>
          </a:p>
        </p:txBody>
      </p:sp>
      <p:sp>
        <p:nvSpPr>
          <p:cNvPr id="703" name="Google Shape;703;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RESSOURCEN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07" name="Shape 707"/>
        <p:cNvGrpSpPr/>
        <p:nvPr/>
      </p:nvGrpSpPr>
      <p:grpSpPr>
        <a:xfrm>
          <a:off x="0" y="0"/>
          <a:ext cx="0" cy="0"/>
          <a:chOff x="0" y="0"/>
          <a:chExt cx="0" cy="0"/>
        </a:xfrm>
      </p:grpSpPr>
      <p:pic>
        <p:nvPicPr>
          <p:cNvPr id="708" name="Google Shape;708;p54">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rman Language Academy by Slidesgo">
  <a:themeElements>
    <a:clrScheme name="Simple Light">
      <a:dk1>
        <a:srgbClr val="000000"/>
      </a:dk1>
      <a:lt1>
        <a:srgbClr val="D50C1A"/>
      </a:lt1>
      <a:dk2>
        <a:srgbClr val="DAAC18"/>
      </a:dk2>
      <a:lt2>
        <a:srgbClr val="E8E8E8"/>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