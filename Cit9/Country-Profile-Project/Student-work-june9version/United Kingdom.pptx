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8c1bba7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8c1bba7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8c1bba7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8c1bba7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8c1bba7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8c1bba7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8c1bba7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8c1bba7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8c1bba7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8c1bba7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8c1bba75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8c1bba75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8c1bba75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8c1bba75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8c1bba7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8c1bba7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8851fe0a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8851fe0a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8851fe0a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8851fe0a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8851fe0a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8851fe0a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8851fe0ab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8851fe0a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 Id="rId4" Type="http://schemas.openxmlformats.org/officeDocument/2006/relationships/image" Target="../media/image3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6.jpg"/><Relationship Id="rId6" Type="http://schemas.openxmlformats.org/officeDocument/2006/relationships/image" Target="../media/image8.png"/><Relationship Id="rId7" Type="http://schemas.openxmlformats.org/officeDocument/2006/relationships/image" Target="../media/image23.jpg"/></Relationships>
</file>

<file path=ppt/slides/_rels/slide3.xml.rels><?xml version="1.0" encoding="UTF-8" standalone="yes"?><Relationships xmlns="http://schemas.openxmlformats.org/package/2006/relationships"><Relationship Id="rId11" Type="http://schemas.openxmlformats.org/officeDocument/2006/relationships/image" Target="../media/image3.jpg"/><Relationship Id="rId10" Type="http://schemas.openxmlformats.org/officeDocument/2006/relationships/image" Target="../media/image7.png"/><Relationship Id="rId13" Type="http://schemas.openxmlformats.org/officeDocument/2006/relationships/image" Target="../media/image15.png"/><Relationship Id="rId12" Type="http://schemas.openxmlformats.org/officeDocument/2006/relationships/image" Target="../media/image11.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1.png"/><Relationship Id="rId1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5.gif"/></Relationships>
</file>

<file path=ppt/slides/_rels/slide4.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1.jpg"/><Relationship Id="rId9"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24.png"/><Relationship Id="rId7" Type="http://schemas.openxmlformats.org/officeDocument/2006/relationships/image" Target="../media/image1.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7.png"/><Relationship Id="rId6" Type="http://schemas.openxmlformats.org/officeDocument/2006/relationships/image" Target="../media/image25.png"/><Relationship Id="rId7" Type="http://schemas.openxmlformats.org/officeDocument/2006/relationships/image" Target="../media/image36.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0"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1.png"/><Relationship Id="rId5" Type="http://schemas.openxmlformats.org/officeDocument/2006/relationships/image" Target="../media/image30.jpg"/><Relationship Id="rId6" Type="http://schemas.openxmlformats.org/officeDocument/2006/relationships/image" Target="../media/image24.png"/><Relationship Id="rId7" Type="http://schemas.openxmlformats.org/officeDocument/2006/relationships/image" Target="../media/image4.png"/><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29.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9.png"/><Relationship Id="rId12" Type="http://schemas.openxmlformats.org/officeDocument/2006/relationships/image" Target="../media/image35.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9.png"/></Relationships>
</file>

<file path=ppt/slides/_rels/slide10.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9.png"/><Relationship Id="rId12" Type="http://schemas.openxmlformats.org/officeDocument/2006/relationships/image" Target="../media/image35.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26.png"/><Relationship Id="rId1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9.png"/></Relationships>
</file>

<file path=ppt/slides/_rels/slide11.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9.png"/><Relationship Id="rId12" Type="http://schemas.openxmlformats.org/officeDocument/2006/relationships/image" Target="../media/image35.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26.png"/><Relationship Id="rId1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9.png"/></Relationships>
</file>

<file path=ppt/slides/_rels/slide12.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9.png"/><Relationship Id="rId12" Type="http://schemas.openxmlformats.org/officeDocument/2006/relationships/image" Target="../media/image35.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26.png"/><Relationship Id="rId1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9.png"/></Relationships>
</file>

<file path=ppt/slides/_rels/slide13.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40.png"/><Relationship Id="rId12" Type="http://schemas.openxmlformats.org/officeDocument/2006/relationships/image" Target="../media/image41.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38.png"/><Relationship Id="rId5" Type="http://schemas.openxmlformats.org/officeDocument/2006/relationships/image" Target="../media/image31.png"/><Relationship Id="rId6" Type="http://schemas.openxmlformats.org/officeDocument/2006/relationships/image" Target="../media/image37.png"/><Relationship Id="rId7" Type="http://schemas.openxmlformats.org/officeDocument/2006/relationships/image" Target="../media/image33.png"/><Relationship Id="rId8"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title="United-Kingdom-6-4-2026.gif"/>
          <p:cNvPicPr preferRelativeResize="0"/>
          <p:nvPr/>
        </p:nvPicPr>
        <p:blipFill>
          <a:blip r:embed="rId4">
            <a:alphaModFix/>
          </a:blip>
          <a:stretch>
            <a:fillRect/>
          </a:stretch>
        </p:blipFill>
        <p:spPr>
          <a:xfrm rot="524696">
            <a:off x="847300" y="1689813"/>
            <a:ext cx="7620001" cy="1895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311700" y="168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The </a:t>
            </a:r>
            <a:r>
              <a:rPr lang="en">
                <a:solidFill>
                  <a:srgbClr val="FFFFFF"/>
                </a:solidFill>
              </a:rPr>
              <a:t>Background And</a:t>
            </a:r>
            <a:r>
              <a:rPr lang="en">
                <a:solidFill>
                  <a:srgbClr val="FFFFFF"/>
                </a:solidFill>
              </a:rPr>
              <a:t> history of The United Kingdom</a:t>
            </a:r>
            <a:endParaRPr>
              <a:solidFill>
                <a:srgbClr val="FFFFFF"/>
              </a:solidFill>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FFFFF"/>
                </a:solidFill>
              </a:rPr>
              <a:t>The United Kingdom is located in northwestern coast in Europe. The UK has 69 to 70 million people in thy country. The UK is a country that is </a:t>
            </a:r>
            <a:r>
              <a:rPr lang="en">
                <a:solidFill>
                  <a:srgbClr val="FFFFFF"/>
                </a:solidFill>
              </a:rPr>
              <a:t>multicultural. The United Kingdom became a country in 1801. But they also were in the medieval times in 1066. </a:t>
            </a:r>
            <a:endParaRPr>
              <a:solidFill>
                <a:srgbClr val="FFFFFF"/>
              </a:solidFill>
            </a:endParaRPr>
          </a:p>
        </p:txBody>
      </p:sp>
      <p:pic>
        <p:nvPicPr>
          <p:cNvPr id="61" name="Google Shape;61;p14" title="unnamed.jpg"/>
          <p:cNvPicPr preferRelativeResize="0"/>
          <p:nvPr/>
        </p:nvPicPr>
        <p:blipFill>
          <a:blip r:embed="rId4">
            <a:alphaModFix/>
          </a:blip>
          <a:stretch>
            <a:fillRect/>
          </a:stretch>
        </p:blipFill>
        <p:spPr>
          <a:xfrm>
            <a:off x="0" y="3564525"/>
            <a:ext cx="2370775" cy="1578975"/>
          </a:xfrm>
          <a:prstGeom prst="rect">
            <a:avLst/>
          </a:prstGeom>
          <a:noFill/>
          <a:ln>
            <a:noFill/>
          </a:ln>
        </p:spPr>
      </p:pic>
      <p:pic>
        <p:nvPicPr>
          <p:cNvPr id="62" name="Google Shape;62;p14" title="image.jpg"/>
          <p:cNvPicPr preferRelativeResize="0"/>
          <p:nvPr/>
        </p:nvPicPr>
        <p:blipFill>
          <a:blip r:embed="rId5">
            <a:alphaModFix/>
          </a:blip>
          <a:stretch>
            <a:fillRect/>
          </a:stretch>
        </p:blipFill>
        <p:spPr>
          <a:xfrm>
            <a:off x="2370775" y="3562197"/>
            <a:ext cx="2370775" cy="1581304"/>
          </a:xfrm>
          <a:prstGeom prst="rect">
            <a:avLst/>
          </a:prstGeom>
          <a:noFill/>
          <a:ln>
            <a:noFill/>
          </a:ln>
        </p:spPr>
      </p:pic>
      <p:pic>
        <p:nvPicPr>
          <p:cNvPr id="63" name="Google Shape;63;p14"/>
          <p:cNvPicPr preferRelativeResize="0"/>
          <p:nvPr/>
        </p:nvPicPr>
        <p:blipFill>
          <a:blip r:embed="rId6">
            <a:alphaModFix/>
          </a:blip>
          <a:stretch>
            <a:fillRect/>
          </a:stretch>
        </p:blipFill>
        <p:spPr>
          <a:xfrm>
            <a:off x="4741550" y="3564525"/>
            <a:ext cx="2875191" cy="1578976"/>
          </a:xfrm>
          <a:prstGeom prst="rect">
            <a:avLst/>
          </a:prstGeom>
          <a:noFill/>
          <a:ln>
            <a:noFill/>
          </a:ln>
        </p:spPr>
      </p:pic>
      <p:pic>
        <p:nvPicPr>
          <p:cNvPr id="64" name="Google Shape;64;p14" title="06062023125656PM-shutterstock_514737448.jpg"/>
          <p:cNvPicPr preferRelativeResize="0"/>
          <p:nvPr/>
        </p:nvPicPr>
        <p:blipFill rotWithShape="1">
          <a:blip r:embed="rId7">
            <a:alphaModFix/>
          </a:blip>
          <a:srcRect b="0" l="0" r="0" t="19634"/>
          <a:stretch/>
        </p:blipFill>
        <p:spPr>
          <a:xfrm>
            <a:off x="7616750" y="3564525"/>
            <a:ext cx="1527249" cy="15789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2169"/>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0000"/>
                </a:solidFill>
              </a:rPr>
              <a:t>Sēo woruldlīce sprǣc on þǣm ānlǣhtan rīce</a:t>
            </a:r>
            <a:endParaRPr b="1">
              <a:solidFill>
                <a:srgbClr val="FF0000"/>
              </a:solidFill>
            </a:endParaRPr>
          </a:p>
          <a:p>
            <a:pPr indent="0" lvl="0" marL="0" rtl="0" algn="l">
              <a:spcBef>
                <a:spcPts val="0"/>
              </a:spcBef>
              <a:spcAft>
                <a:spcPts val="0"/>
              </a:spcAft>
              <a:buNone/>
            </a:pPr>
            <a:r>
              <a:rPr b="1" lang="en" sz="1689">
                <a:solidFill>
                  <a:srgbClr val="FF0000"/>
                </a:solidFill>
              </a:rPr>
              <a:t>(“The worldly discussion in the united kingdom” Its old English)</a:t>
            </a:r>
            <a:endParaRPr b="1" sz="1689">
              <a:solidFill>
                <a:srgbClr val="FF0000"/>
              </a:solidFill>
            </a:endParaRPr>
          </a:p>
        </p:txBody>
      </p:sp>
      <p:pic>
        <p:nvPicPr>
          <p:cNvPr id="70" name="Google Shape;70;p15"/>
          <p:cNvPicPr preferRelativeResize="0"/>
          <p:nvPr/>
        </p:nvPicPr>
        <p:blipFill>
          <a:blip r:embed="rId3">
            <a:alphaModFix/>
          </a:blip>
          <a:stretch>
            <a:fillRect/>
          </a:stretch>
        </p:blipFill>
        <p:spPr>
          <a:xfrm>
            <a:off x="4599134" y="3242992"/>
            <a:ext cx="639061" cy="426044"/>
          </a:xfrm>
          <a:prstGeom prst="rect">
            <a:avLst/>
          </a:prstGeom>
          <a:noFill/>
          <a:ln>
            <a:noFill/>
          </a:ln>
        </p:spPr>
      </p:pic>
      <p:pic>
        <p:nvPicPr>
          <p:cNvPr id="71" name="Google Shape;71;p15"/>
          <p:cNvPicPr preferRelativeResize="0"/>
          <p:nvPr/>
        </p:nvPicPr>
        <p:blipFill>
          <a:blip r:embed="rId4">
            <a:alphaModFix/>
          </a:blip>
          <a:stretch>
            <a:fillRect/>
          </a:stretch>
        </p:blipFill>
        <p:spPr>
          <a:xfrm>
            <a:off x="4599134" y="3692397"/>
            <a:ext cx="639060" cy="319530"/>
          </a:xfrm>
          <a:prstGeom prst="rect">
            <a:avLst/>
          </a:prstGeom>
          <a:noFill/>
          <a:ln>
            <a:noFill/>
          </a:ln>
        </p:spPr>
      </p:pic>
      <p:pic>
        <p:nvPicPr>
          <p:cNvPr id="72" name="Google Shape;72;p15"/>
          <p:cNvPicPr preferRelativeResize="0"/>
          <p:nvPr/>
        </p:nvPicPr>
        <p:blipFill>
          <a:blip r:embed="rId5">
            <a:alphaModFix/>
          </a:blip>
          <a:stretch>
            <a:fillRect/>
          </a:stretch>
        </p:blipFill>
        <p:spPr>
          <a:xfrm>
            <a:off x="4599134" y="4035294"/>
            <a:ext cx="639060" cy="426573"/>
          </a:xfrm>
          <a:prstGeom prst="rect">
            <a:avLst/>
          </a:prstGeom>
          <a:noFill/>
          <a:ln>
            <a:noFill/>
          </a:ln>
        </p:spPr>
      </p:pic>
      <p:pic>
        <p:nvPicPr>
          <p:cNvPr id="73" name="Google Shape;73;p15"/>
          <p:cNvPicPr preferRelativeResize="0"/>
          <p:nvPr/>
        </p:nvPicPr>
        <p:blipFill>
          <a:blip r:embed="rId6">
            <a:alphaModFix/>
          </a:blip>
          <a:stretch>
            <a:fillRect/>
          </a:stretch>
        </p:blipFill>
        <p:spPr>
          <a:xfrm>
            <a:off x="4599138" y="4485251"/>
            <a:ext cx="639053" cy="426362"/>
          </a:xfrm>
          <a:prstGeom prst="rect">
            <a:avLst/>
          </a:prstGeom>
          <a:noFill/>
          <a:ln>
            <a:noFill/>
          </a:ln>
        </p:spPr>
      </p:pic>
      <p:pic>
        <p:nvPicPr>
          <p:cNvPr id="74" name="Google Shape;74;p15" title="download.png"/>
          <p:cNvPicPr preferRelativeResize="0"/>
          <p:nvPr/>
        </p:nvPicPr>
        <p:blipFill>
          <a:blip r:embed="rId7">
            <a:alphaModFix/>
          </a:blip>
          <a:stretch>
            <a:fillRect/>
          </a:stretch>
        </p:blipFill>
        <p:spPr>
          <a:xfrm>
            <a:off x="1569361" y="3627790"/>
            <a:ext cx="1668174" cy="834077"/>
          </a:xfrm>
          <a:prstGeom prst="rect">
            <a:avLst/>
          </a:prstGeom>
          <a:noFill/>
          <a:ln>
            <a:noFill/>
          </a:ln>
        </p:spPr>
      </p:pic>
      <p:sp>
        <p:nvSpPr>
          <p:cNvPr id="75" name="Google Shape;75;p15"/>
          <p:cNvSpPr txBox="1"/>
          <p:nvPr/>
        </p:nvSpPr>
        <p:spPr>
          <a:xfrm>
            <a:off x="3201151" y="3830620"/>
            <a:ext cx="232800" cy="2037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sp>
        <p:nvSpPr>
          <p:cNvPr id="76" name="Google Shape;76;p15"/>
          <p:cNvSpPr txBox="1"/>
          <p:nvPr/>
        </p:nvSpPr>
        <p:spPr>
          <a:xfrm>
            <a:off x="1336611" y="4064547"/>
            <a:ext cx="232800" cy="2859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pic>
        <p:nvPicPr>
          <p:cNvPr id="77" name="Google Shape;77;p15" title="country.gif"/>
          <p:cNvPicPr preferRelativeResize="0"/>
          <p:nvPr/>
        </p:nvPicPr>
        <p:blipFill>
          <a:blip r:embed="rId8">
            <a:alphaModFix/>
          </a:blip>
          <a:stretch>
            <a:fillRect/>
          </a:stretch>
        </p:blipFill>
        <p:spPr>
          <a:xfrm>
            <a:off x="1" y="3122290"/>
            <a:ext cx="1381065" cy="1845083"/>
          </a:xfrm>
          <a:prstGeom prst="rect">
            <a:avLst/>
          </a:prstGeom>
          <a:noFill/>
          <a:ln>
            <a:noFill/>
          </a:ln>
        </p:spPr>
      </p:pic>
      <p:sp>
        <p:nvSpPr>
          <p:cNvPr id="78" name="Google Shape;78;p15"/>
          <p:cNvSpPr/>
          <p:nvPr/>
        </p:nvSpPr>
        <p:spPr>
          <a:xfrm>
            <a:off x="1620886" y="2178400"/>
            <a:ext cx="1753200" cy="683700"/>
          </a:xfrm>
          <a:prstGeom prst="wedgeEllipseCallout">
            <a:avLst>
              <a:gd fmla="val 8371" name="adj1"/>
              <a:gd fmla="val 98234"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GO BACK!!!!</a:t>
            </a:r>
            <a:endParaRPr sz="1105"/>
          </a:p>
        </p:txBody>
      </p:sp>
      <p:pic>
        <p:nvPicPr>
          <p:cNvPr id="79" name="Google Shape;79;p15" title="download.png"/>
          <p:cNvPicPr preferRelativeResize="0"/>
          <p:nvPr/>
        </p:nvPicPr>
        <p:blipFill>
          <a:blip r:embed="rId9">
            <a:alphaModFix/>
          </a:blip>
          <a:stretch>
            <a:fillRect/>
          </a:stretch>
        </p:blipFill>
        <p:spPr>
          <a:xfrm>
            <a:off x="6353658" y="3886996"/>
            <a:ext cx="571573" cy="285787"/>
          </a:xfrm>
          <a:prstGeom prst="rect">
            <a:avLst/>
          </a:prstGeom>
          <a:noFill/>
          <a:ln>
            <a:noFill/>
          </a:ln>
        </p:spPr>
      </p:pic>
      <p:pic>
        <p:nvPicPr>
          <p:cNvPr id="80" name="Google Shape;80;p15" title="download.png"/>
          <p:cNvPicPr preferRelativeResize="0"/>
          <p:nvPr/>
        </p:nvPicPr>
        <p:blipFill>
          <a:blip r:embed="rId10">
            <a:alphaModFix/>
          </a:blip>
          <a:stretch>
            <a:fillRect/>
          </a:stretch>
        </p:blipFill>
        <p:spPr>
          <a:xfrm>
            <a:off x="7146360" y="3879147"/>
            <a:ext cx="571574" cy="301480"/>
          </a:xfrm>
          <a:prstGeom prst="rect">
            <a:avLst/>
          </a:prstGeom>
          <a:noFill/>
          <a:ln>
            <a:noFill/>
          </a:ln>
        </p:spPr>
      </p:pic>
      <p:sp>
        <p:nvSpPr>
          <p:cNvPr id="81" name="Google Shape;81;p15"/>
          <p:cNvSpPr/>
          <p:nvPr/>
        </p:nvSpPr>
        <p:spPr>
          <a:xfrm>
            <a:off x="4990500" y="2315520"/>
            <a:ext cx="1203900" cy="301500"/>
          </a:xfrm>
          <a:prstGeom prst="wedgeEllipseCallout">
            <a:avLst>
              <a:gd fmla="val 66085" name="adj1"/>
              <a:gd fmla="val 443749"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Sheesh! Dad’s rude.</a:t>
            </a:r>
            <a:endParaRPr sz="868"/>
          </a:p>
        </p:txBody>
      </p:sp>
      <p:sp>
        <p:nvSpPr>
          <p:cNvPr id="82" name="Google Shape;82;p15"/>
          <p:cNvSpPr/>
          <p:nvPr/>
        </p:nvSpPr>
        <p:spPr>
          <a:xfrm>
            <a:off x="6019299" y="2049280"/>
            <a:ext cx="1997700" cy="834000"/>
          </a:xfrm>
          <a:prstGeom prst="wedgeEllipseCallout">
            <a:avLst>
              <a:gd fmla="val 10343" name="adj1"/>
              <a:gd fmla="val 15757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I know. Hey! </a:t>
            </a:r>
            <a:r>
              <a:rPr lang="en" sz="868"/>
              <a:t>Remember</a:t>
            </a:r>
            <a:r>
              <a:rPr lang="en" sz="868"/>
              <a:t> when Mom (France) had so many </a:t>
            </a:r>
            <a:r>
              <a:rPr lang="en" sz="868"/>
              <a:t>arguments with dad, before we were born?</a:t>
            </a:r>
            <a:endParaRPr sz="868"/>
          </a:p>
        </p:txBody>
      </p:sp>
      <p:sp>
        <p:nvSpPr>
          <p:cNvPr id="83" name="Google Shape;83;p15"/>
          <p:cNvSpPr txBox="1"/>
          <p:nvPr>
            <p:ph idx="1" type="body"/>
          </p:nvPr>
        </p:nvSpPr>
        <p:spPr>
          <a:xfrm>
            <a:off x="0" y="745850"/>
            <a:ext cx="8520600" cy="1943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solidFill>
                  <a:srgbClr val="FF0000"/>
                </a:solidFill>
              </a:rPr>
              <a:t>The UK is having a huge problem with Immigration policies. The UK didn’t want people from Afghanistan, Cameroon, Myanmar, and Sudan, to buy tickets to go to the UK and ask to be refugees. So the UK had made a Visa brake. Which is like saying “No more planes that are going to the UK from those countries!”</a:t>
            </a:r>
            <a:endParaRPr b="1">
              <a:solidFill>
                <a:srgbClr val="FF0000"/>
              </a:solidFill>
            </a:endParaRPr>
          </a:p>
          <a:p>
            <a:pPr indent="0" lvl="0" marL="0" rtl="0" algn="l">
              <a:spcBef>
                <a:spcPts val="1200"/>
              </a:spcBef>
              <a:spcAft>
                <a:spcPts val="1200"/>
              </a:spcAft>
              <a:buNone/>
            </a:pPr>
            <a:r>
              <a:t/>
            </a:r>
            <a:endParaRPr b="1">
              <a:solidFill>
                <a:srgbClr val="FF0000"/>
              </a:solidFill>
            </a:endParaRPr>
          </a:p>
        </p:txBody>
      </p:sp>
      <p:sp>
        <p:nvSpPr>
          <p:cNvPr id="84" name="Google Shape;84;p15"/>
          <p:cNvSpPr/>
          <p:nvPr/>
        </p:nvSpPr>
        <p:spPr>
          <a:xfrm>
            <a:off x="7940100" y="2124424"/>
            <a:ext cx="1203900" cy="683700"/>
          </a:xfrm>
          <a:prstGeom prst="wedgeEllipseCallout">
            <a:avLst>
              <a:gd fmla="val -142167" name="adj1"/>
              <a:gd fmla="val 187597"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YEAH! They had that one  </a:t>
            </a:r>
            <a:r>
              <a:rPr lang="en" sz="868"/>
              <a:t>argument</a:t>
            </a:r>
            <a:r>
              <a:rPr lang="en" sz="868"/>
              <a:t> for like 100 years!</a:t>
            </a:r>
            <a:endParaRPr sz="868"/>
          </a:p>
        </p:txBody>
      </p:sp>
      <p:sp>
        <p:nvSpPr>
          <p:cNvPr id="85" name="Google Shape;85;p15"/>
          <p:cNvSpPr/>
          <p:nvPr/>
        </p:nvSpPr>
        <p:spPr>
          <a:xfrm rot="-8100000">
            <a:off x="4241313" y="2969976"/>
            <a:ext cx="389474" cy="203647"/>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 name="Google Shape;86;p15" title="download.jpg"/>
          <p:cNvPicPr preferRelativeResize="0"/>
          <p:nvPr/>
        </p:nvPicPr>
        <p:blipFill>
          <a:blip r:embed="rId11">
            <a:alphaModFix/>
          </a:blip>
          <a:stretch>
            <a:fillRect/>
          </a:stretch>
        </p:blipFill>
        <p:spPr>
          <a:xfrm flipH="1">
            <a:off x="3654775" y="2254213"/>
            <a:ext cx="571575" cy="635083"/>
          </a:xfrm>
          <a:prstGeom prst="rect">
            <a:avLst/>
          </a:prstGeom>
          <a:noFill/>
          <a:ln>
            <a:noFill/>
          </a:ln>
        </p:spPr>
      </p:pic>
      <p:pic>
        <p:nvPicPr>
          <p:cNvPr id="87" name="Google Shape;87;p15" title="istockphoto-1283621184-612x612-removebg-preview.png"/>
          <p:cNvPicPr preferRelativeResize="0"/>
          <p:nvPr/>
        </p:nvPicPr>
        <p:blipFill rotWithShape="1">
          <a:blip r:embed="rId12">
            <a:alphaModFix/>
          </a:blip>
          <a:srcRect b="23564" l="9674" r="9915" t="18066"/>
          <a:stretch/>
        </p:blipFill>
        <p:spPr>
          <a:xfrm>
            <a:off x="2064000" y="3176295"/>
            <a:ext cx="678875" cy="492725"/>
          </a:xfrm>
          <a:prstGeom prst="rect">
            <a:avLst/>
          </a:prstGeom>
          <a:noFill/>
          <a:ln>
            <a:noFill/>
          </a:ln>
        </p:spPr>
      </p:pic>
      <p:pic>
        <p:nvPicPr>
          <p:cNvPr id="88" name="Google Shape;88;p15" title="MyProject14-001_e16c1176-9427-49fd-a67c-ec915326262c-removebg-preview.png"/>
          <p:cNvPicPr preferRelativeResize="0"/>
          <p:nvPr/>
        </p:nvPicPr>
        <p:blipFill>
          <a:blip r:embed="rId13">
            <a:alphaModFix/>
          </a:blip>
          <a:stretch>
            <a:fillRect/>
          </a:stretch>
        </p:blipFill>
        <p:spPr>
          <a:xfrm>
            <a:off x="6462638" y="3579850"/>
            <a:ext cx="353600" cy="353600"/>
          </a:xfrm>
          <a:prstGeom prst="rect">
            <a:avLst/>
          </a:prstGeom>
          <a:noFill/>
          <a:ln>
            <a:noFill/>
          </a:ln>
        </p:spPr>
      </p:pic>
      <p:pic>
        <p:nvPicPr>
          <p:cNvPr id="89" name="Google Shape;89;p15" title="s-l1200-removebg-preview.png"/>
          <p:cNvPicPr preferRelativeResize="0"/>
          <p:nvPr/>
        </p:nvPicPr>
        <p:blipFill rotWithShape="1">
          <a:blip r:embed="rId14">
            <a:alphaModFix/>
          </a:blip>
          <a:srcRect b="9822" l="11592" r="8516" t="10901"/>
          <a:stretch/>
        </p:blipFill>
        <p:spPr>
          <a:xfrm>
            <a:off x="7255338" y="3581200"/>
            <a:ext cx="353600" cy="3508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102E"/>
        </a:solidFill>
      </p:bgPr>
    </p:bg>
    <p:spTree>
      <p:nvGrpSpPr>
        <p:cNvPr id="93" name="Shape 93"/>
        <p:cNvGrpSpPr/>
        <p:nvPr/>
      </p:nvGrpSpPr>
      <p:grpSpPr>
        <a:xfrm>
          <a:off x="0" y="0"/>
          <a:ext cx="0" cy="0"/>
          <a:chOff x="0" y="0"/>
          <a:chExt cx="0" cy="0"/>
        </a:xfrm>
      </p:grpSpPr>
      <p:sp>
        <p:nvSpPr>
          <p:cNvPr id="94" name="Google Shape;94;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Countries </a:t>
            </a:r>
            <a:r>
              <a:rPr lang="en"/>
              <a:t>response. The VISA Brake.</a:t>
            </a:r>
            <a:endParaRPr/>
          </a:p>
        </p:txBody>
      </p:sp>
      <p:sp>
        <p:nvSpPr>
          <p:cNvPr id="95" name="Google Shape;95;p16"/>
          <p:cNvSpPr txBox="1"/>
          <p:nvPr>
            <p:ph idx="1" type="body"/>
          </p:nvPr>
        </p:nvSpPr>
        <p:spPr>
          <a:xfrm>
            <a:off x="0" y="737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 UK’s </a:t>
            </a:r>
            <a:r>
              <a:rPr lang="en">
                <a:solidFill>
                  <a:schemeClr val="dk1"/>
                </a:solidFill>
              </a:rPr>
              <a:t>response</a:t>
            </a:r>
            <a:r>
              <a:rPr lang="en">
                <a:solidFill>
                  <a:schemeClr val="dk1"/>
                </a:solidFill>
              </a:rPr>
              <a:t> was this thing called the “VISA Brake”. Let me tell ya how it is. </a:t>
            </a:r>
            <a:endParaRPr>
              <a:solidFill>
                <a:schemeClr val="dk1"/>
              </a:solidFill>
            </a:endParaRPr>
          </a:p>
          <a:p>
            <a:pPr indent="0" lvl="0" marL="0" rtl="0" algn="l">
              <a:spcBef>
                <a:spcPts val="1200"/>
              </a:spcBef>
              <a:spcAft>
                <a:spcPts val="1200"/>
              </a:spcAft>
              <a:buNone/>
            </a:pPr>
            <a:r>
              <a:rPr lang="en">
                <a:solidFill>
                  <a:schemeClr val="dk1"/>
                </a:solidFill>
              </a:rPr>
              <a:t>The UK would say no to give a student from those 4 countries a student VISA. For example: If you were a student in </a:t>
            </a:r>
            <a:r>
              <a:rPr lang="en">
                <a:solidFill>
                  <a:schemeClr val="dk1"/>
                </a:solidFill>
              </a:rPr>
              <a:t>afghanistan, and you won a schoolscholarship to a British University, the UK would say no to that because of the VISA Break. </a:t>
            </a:r>
            <a:endParaRPr>
              <a:solidFill>
                <a:schemeClr val="dk1"/>
              </a:solidFill>
            </a:endParaRPr>
          </a:p>
        </p:txBody>
      </p:sp>
      <p:pic>
        <p:nvPicPr>
          <p:cNvPr id="96" name="Google Shape;96;p16" title="Visa_acceptance_logo_(2015_onwards).svg.png"/>
          <p:cNvPicPr preferRelativeResize="0"/>
          <p:nvPr/>
        </p:nvPicPr>
        <p:blipFill>
          <a:blip r:embed="rId3">
            <a:alphaModFix/>
          </a:blip>
          <a:stretch>
            <a:fillRect/>
          </a:stretch>
        </p:blipFill>
        <p:spPr>
          <a:xfrm>
            <a:off x="271913" y="3762477"/>
            <a:ext cx="1009475" cy="642000"/>
          </a:xfrm>
          <a:prstGeom prst="rect">
            <a:avLst/>
          </a:prstGeom>
          <a:noFill/>
          <a:ln>
            <a:noFill/>
          </a:ln>
        </p:spPr>
      </p:pic>
      <p:pic>
        <p:nvPicPr>
          <p:cNvPr id="97" name="Google Shape;97;p16" title="UK-Universities-for-Masters-Top-10-Universities-in-UK-for-Masters-copy-1.jpg"/>
          <p:cNvPicPr preferRelativeResize="0"/>
          <p:nvPr/>
        </p:nvPicPr>
        <p:blipFill>
          <a:blip r:embed="rId4">
            <a:alphaModFix/>
          </a:blip>
          <a:stretch>
            <a:fillRect/>
          </a:stretch>
        </p:blipFill>
        <p:spPr>
          <a:xfrm>
            <a:off x="230560" y="3014200"/>
            <a:ext cx="1092197" cy="748275"/>
          </a:xfrm>
          <a:prstGeom prst="rect">
            <a:avLst/>
          </a:prstGeom>
          <a:noFill/>
          <a:ln>
            <a:noFill/>
          </a:ln>
        </p:spPr>
      </p:pic>
      <p:pic>
        <p:nvPicPr>
          <p:cNvPr id="98" name="Google Shape;98;p16" title="download.png"/>
          <p:cNvPicPr preferRelativeResize="0"/>
          <p:nvPr/>
        </p:nvPicPr>
        <p:blipFill>
          <a:blip r:embed="rId5">
            <a:alphaModFix/>
          </a:blip>
          <a:stretch>
            <a:fillRect/>
          </a:stretch>
        </p:blipFill>
        <p:spPr>
          <a:xfrm>
            <a:off x="2334436" y="3320015"/>
            <a:ext cx="1668174" cy="834077"/>
          </a:xfrm>
          <a:prstGeom prst="rect">
            <a:avLst/>
          </a:prstGeom>
          <a:noFill/>
          <a:ln>
            <a:noFill/>
          </a:ln>
        </p:spPr>
      </p:pic>
      <p:sp>
        <p:nvSpPr>
          <p:cNvPr id="99" name="Google Shape;99;p16"/>
          <p:cNvSpPr txBox="1"/>
          <p:nvPr/>
        </p:nvSpPr>
        <p:spPr>
          <a:xfrm rot="-2700000">
            <a:off x="610679" y="3626545"/>
            <a:ext cx="848104" cy="22104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sp>
        <p:nvSpPr>
          <p:cNvPr id="100" name="Google Shape;100;p16"/>
          <p:cNvSpPr txBox="1"/>
          <p:nvPr/>
        </p:nvSpPr>
        <p:spPr>
          <a:xfrm>
            <a:off x="1860025" y="3626513"/>
            <a:ext cx="8481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sp>
        <p:nvSpPr>
          <p:cNvPr id="101" name="Google Shape;101;p16"/>
          <p:cNvSpPr/>
          <p:nvPr/>
        </p:nvSpPr>
        <p:spPr>
          <a:xfrm>
            <a:off x="575100" y="2283225"/>
            <a:ext cx="2811300" cy="683700"/>
          </a:xfrm>
          <a:prstGeom prst="wedgeEllipseCallout">
            <a:avLst>
              <a:gd fmla="val 27546" name="adj1"/>
              <a:gd fmla="val 95378"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NO VISA, NO SCHOOL, NO COMING TO THE UK!!!!</a:t>
            </a:r>
            <a:endParaRPr sz="1105"/>
          </a:p>
        </p:txBody>
      </p:sp>
      <p:pic>
        <p:nvPicPr>
          <p:cNvPr id="102" name="Google Shape;102;p16"/>
          <p:cNvPicPr preferRelativeResize="0"/>
          <p:nvPr/>
        </p:nvPicPr>
        <p:blipFill>
          <a:blip r:embed="rId6">
            <a:alphaModFix/>
          </a:blip>
          <a:stretch>
            <a:fillRect/>
          </a:stretch>
        </p:blipFill>
        <p:spPr>
          <a:xfrm>
            <a:off x="4924309" y="3524042"/>
            <a:ext cx="639061" cy="426043"/>
          </a:xfrm>
          <a:prstGeom prst="rect">
            <a:avLst/>
          </a:prstGeom>
          <a:noFill/>
          <a:ln>
            <a:noFill/>
          </a:ln>
        </p:spPr>
      </p:pic>
      <p:sp>
        <p:nvSpPr>
          <p:cNvPr id="103" name="Google Shape;103;p16"/>
          <p:cNvSpPr/>
          <p:nvPr/>
        </p:nvSpPr>
        <p:spPr>
          <a:xfrm>
            <a:off x="4924300" y="2441500"/>
            <a:ext cx="1447200" cy="572700"/>
          </a:xfrm>
          <a:prstGeom prst="wedgeRoundRectCallout">
            <a:avLst>
              <a:gd fmla="val -25288" name="adj1"/>
              <a:gd fmla="val 12517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But I worked so hard. </a:t>
            </a:r>
            <a:r>
              <a:rPr lang="en" sz="1800">
                <a:solidFill>
                  <a:schemeClr val="dk2"/>
                </a:solidFill>
              </a:rPr>
              <a:t>😢</a:t>
            </a:r>
            <a:endParaRPr/>
          </a:p>
        </p:txBody>
      </p:sp>
      <p:sp>
        <p:nvSpPr>
          <p:cNvPr id="104" name="Google Shape;104;p16"/>
          <p:cNvSpPr txBox="1"/>
          <p:nvPr/>
        </p:nvSpPr>
        <p:spPr>
          <a:xfrm>
            <a:off x="4692000" y="3682775"/>
            <a:ext cx="341100" cy="2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sp>
        <p:nvSpPr>
          <p:cNvPr id="105" name="Google Shape;105;p16"/>
          <p:cNvSpPr txBox="1"/>
          <p:nvPr/>
        </p:nvSpPr>
        <p:spPr>
          <a:xfrm>
            <a:off x="4332800" y="4319100"/>
            <a:ext cx="31707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A+ on The Kankor Exam. The hardest exam in </a:t>
            </a:r>
            <a:r>
              <a:rPr lang="en" sz="1700">
                <a:solidFill>
                  <a:schemeClr val="dk1"/>
                </a:solidFill>
              </a:rPr>
              <a:t>Afghanistan.</a:t>
            </a:r>
            <a:r>
              <a:rPr lang="en" sz="1700">
                <a:solidFill>
                  <a:schemeClr val="dk1"/>
                </a:solidFill>
              </a:rPr>
              <a:t> </a:t>
            </a:r>
            <a:endParaRPr sz="1700">
              <a:solidFill>
                <a:schemeClr val="dk1"/>
              </a:solidFill>
            </a:endParaRPr>
          </a:p>
        </p:txBody>
      </p:sp>
      <p:sp>
        <p:nvSpPr>
          <p:cNvPr id="106" name="Google Shape;106;p16"/>
          <p:cNvSpPr/>
          <p:nvPr/>
        </p:nvSpPr>
        <p:spPr>
          <a:xfrm rot="-3816755">
            <a:off x="4555072" y="4153022"/>
            <a:ext cx="389480" cy="203528"/>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 name="Google Shape;107;p16" title="download.png"/>
          <p:cNvPicPr preferRelativeResize="0"/>
          <p:nvPr/>
        </p:nvPicPr>
        <p:blipFill>
          <a:blip r:embed="rId7">
            <a:alphaModFix/>
          </a:blip>
          <a:stretch>
            <a:fillRect/>
          </a:stretch>
        </p:blipFill>
        <p:spPr>
          <a:xfrm>
            <a:off x="6777683" y="3476696"/>
            <a:ext cx="571573" cy="285787"/>
          </a:xfrm>
          <a:prstGeom prst="rect">
            <a:avLst/>
          </a:prstGeom>
          <a:noFill/>
          <a:ln>
            <a:noFill/>
          </a:ln>
        </p:spPr>
      </p:pic>
      <p:sp>
        <p:nvSpPr>
          <p:cNvPr id="108" name="Google Shape;108;p16"/>
          <p:cNvSpPr/>
          <p:nvPr/>
        </p:nvSpPr>
        <p:spPr>
          <a:xfrm>
            <a:off x="6723750" y="2197525"/>
            <a:ext cx="1447200" cy="572700"/>
          </a:xfrm>
          <a:prstGeom prst="wedgeRoundRectCallout">
            <a:avLst>
              <a:gd fmla="val -13611" name="adj1"/>
              <a:gd fmla="val 16086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Aww poor him. </a:t>
            </a:r>
            <a:r>
              <a:rPr lang="en" sz="1800">
                <a:solidFill>
                  <a:schemeClr val="dk2"/>
                </a:solidFill>
              </a:rPr>
              <a:t>😢</a:t>
            </a:r>
            <a:endParaRPr/>
          </a:p>
        </p:txBody>
      </p:sp>
      <p:pic>
        <p:nvPicPr>
          <p:cNvPr id="109" name="Google Shape;109;p16" title="download.png"/>
          <p:cNvPicPr preferRelativeResize="0"/>
          <p:nvPr/>
        </p:nvPicPr>
        <p:blipFill>
          <a:blip r:embed="rId8">
            <a:alphaModFix/>
          </a:blip>
          <a:stretch>
            <a:fillRect/>
          </a:stretch>
        </p:blipFill>
        <p:spPr>
          <a:xfrm>
            <a:off x="7653335" y="3847622"/>
            <a:ext cx="571574" cy="301480"/>
          </a:xfrm>
          <a:prstGeom prst="rect">
            <a:avLst/>
          </a:prstGeom>
          <a:noFill/>
          <a:ln>
            <a:noFill/>
          </a:ln>
        </p:spPr>
      </p:pic>
      <p:sp>
        <p:nvSpPr>
          <p:cNvPr id="110" name="Google Shape;110;p16"/>
          <p:cNvSpPr/>
          <p:nvPr/>
        </p:nvSpPr>
        <p:spPr>
          <a:xfrm>
            <a:off x="7725525" y="2678013"/>
            <a:ext cx="1447200" cy="642000"/>
          </a:xfrm>
          <a:prstGeom prst="wedgeRoundRectCallout">
            <a:avLst>
              <a:gd fmla="val -20357" name="adj1"/>
              <a:gd fmla="val 12304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Gee! Mom is so much nicer!</a:t>
            </a:r>
            <a:endParaRPr/>
          </a:p>
        </p:txBody>
      </p:sp>
      <p:pic>
        <p:nvPicPr>
          <p:cNvPr id="111" name="Google Shape;111;p16" title="istockphoto-1283621184-612x612-removebg-preview.png"/>
          <p:cNvPicPr preferRelativeResize="0"/>
          <p:nvPr/>
        </p:nvPicPr>
        <p:blipFill rotWithShape="1">
          <a:blip r:embed="rId9">
            <a:alphaModFix/>
          </a:blip>
          <a:srcRect b="23564" l="9674" r="9915" t="18066"/>
          <a:stretch/>
        </p:blipFill>
        <p:spPr>
          <a:xfrm>
            <a:off x="2891400" y="2835045"/>
            <a:ext cx="678875" cy="492725"/>
          </a:xfrm>
          <a:prstGeom prst="rect">
            <a:avLst/>
          </a:prstGeom>
          <a:noFill/>
          <a:ln>
            <a:noFill/>
          </a:ln>
        </p:spPr>
      </p:pic>
      <p:pic>
        <p:nvPicPr>
          <p:cNvPr id="112" name="Google Shape;112;p16" title="MyProject14-001_e16c1176-9427-49fd-a67c-ec915326262c-removebg-preview.png"/>
          <p:cNvPicPr preferRelativeResize="0"/>
          <p:nvPr/>
        </p:nvPicPr>
        <p:blipFill>
          <a:blip r:embed="rId10">
            <a:alphaModFix/>
          </a:blip>
          <a:stretch>
            <a:fillRect/>
          </a:stretch>
        </p:blipFill>
        <p:spPr>
          <a:xfrm>
            <a:off x="6886663" y="3170450"/>
            <a:ext cx="353600" cy="353600"/>
          </a:xfrm>
          <a:prstGeom prst="rect">
            <a:avLst/>
          </a:prstGeom>
          <a:noFill/>
          <a:ln>
            <a:noFill/>
          </a:ln>
        </p:spPr>
      </p:pic>
      <p:pic>
        <p:nvPicPr>
          <p:cNvPr id="113" name="Google Shape;113;p16" title="s-l1200-removebg-preview.png"/>
          <p:cNvPicPr preferRelativeResize="0"/>
          <p:nvPr/>
        </p:nvPicPr>
        <p:blipFill rotWithShape="1">
          <a:blip r:embed="rId11">
            <a:alphaModFix/>
          </a:blip>
          <a:srcRect b="9822" l="11592" r="8516" t="10901"/>
          <a:stretch/>
        </p:blipFill>
        <p:spPr>
          <a:xfrm>
            <a:off x="7762300" y="3626525"/>
            <a:ext cx="353600" cy="3508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t>Consequences. </a:t>
            </a:r>
            <a:endParaRPr/>
          </a:p>
        </p:txBody>
      </p:sp>
      <p:sp>
        <p:nvSpPr>
          <p:cNvPr id="119" name="Google Shape;119;p17"/>
          <p:cNvSpPr txBox="1"/>
          <p:nvPr>
            <p:ph idx="1" type="body"/>
          </p:nvPr>
        </p:nvSpPr>
        <p:spPr>
          <a:xfrm>
            <a:off x="311700" y="1152475"/>
            <a:ext cx="8520600" cy="1849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0000"/>
                </a:solidFill>
              </a:rPr>
              <a:t>The </a:t>
            </a:r>
            <a:r>
              <a:rPr lang="en">
                <a:solidFill>
                  <a:srgbClr val="000000"/>
                </a:solidFill>
              </a:rPr>
              <a:t>consequences</a:t>
            </a:r>
            <a:r>
              <a:rPr lang="en">
                <a:solidFill>
                  <a:srgbClr val="000000"/>
                </a:solidFill>
              </a:rPr>
              <a:t> are terrible. The people wanna flee out of those countries, </a:t>
            </a:r>
            <a:r>
              <a:rPr lang="en">
                <a:solidFill>
                  <a:srgbClr val="000000"/>
                </a:solidFill>
              </a:rPr>
              <a:t>because</a:t>
            </a:r>
            <a:r>
              <a:rPr lang="en">
                <a:solidFill>
                  <a:srgbClr val="000000"/>
                </a:solidFill>
              </a:rPr>
              <a:t> those countries are like war zones. They might even get caught in the Iran and USA war, like </a:t>
            </a:r>
            <a:r>
              <a:rPr lang="en">
                <a:solidFill>
                  <a:srgbClr val="000000"/>
                </a:solidFill>
              </a:rPr>
              <a:t>Afghanistan is just right next to Iran. Their dreams would end, because what if they wanted to get a job in UK. Like the example on the slide before. </a:t>
            </a:r>
            <a:endParaRPr>
              <a:solidFill>
                <a:srgbClr val="000000"/>
              </a:solidFill>
            </a:endParaRPr>
          </a:p>
        </p:txBody>
      </p:sp>
      <p:pic>
        <p:nvPicPr>
          <p:cNvPr id="120" name="Google Shape;120;p17" title="_128388889_bbcmp_iran.png"/>
          <p:cNvPicPr preferRelativeResize="0"/>
          <p:nvPr/>
        </p:nvPicPr>
        <p:blipFill rotWithShape="1">
          <a:blip r:embed="rId3">
            <a:alphaModFix/>
          </a:blip>
          <a:srcRect b="16192" l="0" r="0" t="0"/>
          <a:stretch/>
        </p:blipFill>
        <p:spPr>
          <a:xfrm>
            <a:off x="2047275" y="2609500"/>
            <a:ext cx="5049450" cy="2380450"/>
          </a:xfrm>
          <a:prstGeom prst="rect">
            <a:avLst/>
          </a:prstGeom>
          <a:noFill/>
          <a:ln>
            <a:noFill/>
          </a:ln>
        </p:spPr>
      </p:pic>
      <p:pic>
        <p:nvPicPr>
          <p:cNvPr id="121" name="Google Shape;121;p17"/>
          <p:cNvPicPr preferRelativeResize="0"/>
          <p:nvPr/>
        </p:nvPicPr>
        <p:blipFill>
          <a:blip r:embed="rId4">
            <a:alphaModFix/>
          </a:blip>
          <a:stretch>
            <a:fillRect/>
          </a:stretch>
        </p:blipFill>
        <p:spPr>
          <a:xfrm>
            <a:off x="5281747" y="3720279"/>
            <a:ext cx="639061" cy="426043"/>
          </a:xfrm>
          <a:prstGeom prst="rect">
            <a:avLst/>
          </a:prstGeom>
          <a:noFill/>
          <a:ln>
            <a:noFill/>
          </a:ln>
        </p:spPr>
      </p:pic>
      <p:pic>
        <p:nvPicPr>
          <p:cNvPr id="122" name="Google Shape;122;p17" title="download.png"/>
          <p:cNvPicPr preferRelativeResize="0"/>
          <p:nvPr/>
        </p:nvPicPr>
        <p:blipFill>
          <a:blip r:embed="rId5">
            <a:alphaModFix/>
          </a:blip>
          <a:stretch>
            <a:fillRect/>
          </a:stretch>
        </p:blipFill>
        <p:spPr>
          <a:xfrm>
            <a:off x="3688657" y="3354254"/>
            <a:ext cx="807748" cy="426025"/>
          </a:xfrm>
          <a:prstGeom prst="rect">
            <a:avLst/>
          </a:prstGeom>
          <a:noFill/>
          <a:ln>
            <a:noFill/>
          </a:ln>
        </p:spPr>
      </p:pic>
      <p:pic>
        <p:nvPicPr>
          <p:cNvPr id="123" name="Google Shape;123;p17"/>
          <p:cNvPicPr preferRelativeResize="0"/>
          <p:nvPr/>
        </p:nvPicPr>
        <p:blipFill>
          <a:blip r:embed="rId6">
            <a:alphaModFix/>
          </a:blip>
          <a:stretch>
            <a:fillRect/>
          </a:stretch>
        </p:blipFill>
        <p:spPr>
          <a:xfrm>
            <a:off x="3642575" y="4480975"/>
            <a:ext cx="853824" cy="487736"/>
          </a:xfrm>
          <a:prstGeom prst="rect">
            <a:avLst/>
          </a:prstGeom>
          <a:noFill/>
          <a:ln>
            <a:noFill/>
          </a:ln>
        </p:spPr>
      </p:pic>
      <p:pic>
        <p:nvPicPr>
          <p:cNvPr id="124" name="Google Shape;124;p17" title="download.png"/>
          <p:cNvPicPr preferRelativeResize="0"/>
          <p:nvPr/>
        </p:nvPicPr>
        <p:blipFill>
          <a:blip r:embed="rId5">
            <a:alphaModFix/>
          </a:blip>
          <a:stretch>
            <a:fillRect/>
          </a:stretch>
        </p:blipFill>
        <p:spPr>
          <a:xfrm>
            <a:off x="3871296" y="2609500"/>
            <a:ext cx="288935" cy="152400"/>
          </a:xfrm>
          <a:prstGeom prst="rect">
            <a:avLst/>
          </a:prstGeom>
          <a:noFill/>
          <a:ln>
            <a:noFill/>
          </a:ln>
        </p:spPr>
      </p:pic>
      <p:pic>
        <p:nvPicPr>
          <p:cNvPr id="125" name="Google Shape;125;p17" title="download.png"/>
          <p:cNvPicPr preferRelativeResize="0"/>
          <p:nvPr/>
        </p:nvPicPr>
        <p:blipFill>
          <a:blip r:embed="rId5">
            <a:alphaModFix/>
          </a:blip>
          <a:stretch>
            <a:fillRect/>
          </a:stretch>
        </p:blipFill>
        <p:spPr>
          <a:xfrm>
            <a:off x="3948071" y="2805175"/>
            <a:ext cx="288935" cy="152400"/>
          </a:xfrm>
          <a:prstGeom prst="rect">
            <a:avLst/>
          </a:prstGeom>
          <a:noFill/>
          <a:ln>
            <a:noFill/>
          </a:ln>
        </p:spPr>
      </p:pic>
      <p:pic>
        <p:nvPicPr>
          <p:cNvPr id="126" name="Google Shape;126;p17" title="download.png"/>
          <p:cNvPicPr preferRelativeResize="0"/>
          <p:nvPr/>
        </p:nvPicPr>
        <p:blipFill>
          <a:blip r:embed="rId5">
            <a:alphaModFix/>
          </a:blip>
          <a:stretch>
            <a:fillRect/>
          </a:stretch>
        </p:blipFill>
        <p:spPr>
          <a:xfrm>
            <a:off x="4126096" y="3137025"/>
            <a:ext cx="288935" cy="152400"/>
          </a:xfrm>
          <a:prstGeom prst="rect">
            <a:avLst/>
          </a:prstGeom>
          <a:noFill/>
          <a:ln>
            <a:noFill/>
          </a:ln>
        </p:spPr>
      </p:pic>
      <p:pic>
        <p:nvPicPr>
          <p:cNvPr id="127" name="Google Shape;127;p17" title="download.png"/>
          <p:cNvPicPr preferRelativeResize="0"/>
          <p:nvPr/>
        </p:nvPicPr>
        <p:blipFill>
          <a:blip r:embed="rId5">
            <a:alphaModFix/>
          </a:blip>
          <a:stretch>
            <a:fillRect/>
          </a:stretch>
        </p:blipFill>
        <p:spPr>
          <a:xfrm>
            <a:off x="3787146" y="3000850"/>
            <a:ext cx="288935" cy="152400"/>
          </a:xfrm>
          <a:prstGeom prst="rect">
            <a:avLst/>
          </a:prstGeom>
          <a:noFill/>
          <a:ln>
            <a:noFill/>
          </a:ln>
        </p:spPr>
      </p:pic>
      <p:pic>
        <p:nvPicPr>
          <p:cNvPr id="128" name="Google Shape;128;p17"/>
          <p:cNvPicPr preferRelativeResize="0"/>
          <p:nvPr/>
        </p:nvPicPr>
        <p:blipFill>
          <a:blip r:embed="rId6">
            <a:alphaModFix/>
          </a:blip>
          <a:stretch>
            <a:fillRect/>
          </a:stretch>
        </p:blipFill>
        <p:spPr>
          <a:xfrm>
            <a:off x="4066850" y="4066075"/>
            <a:ext cx="288924" cy="165041"/>
          </a:xfrm>
          <a:prstGeom prst="rect">
            <a:avLst/>
          </a:prstGeom>
          <a:noFill/>
          <a:ln>
            <a:noFill/>
          </a:ln>
        </p:spPr>
      </p:pic>
      <p:pic>
        <p:nvPicPr>
          <p:cNvPr id="129" name="Google Shape;129;p17"/>
          <p:cNvPicPr preferRelativeResize="0"/>
          <p:nvPr/>
        </p:nvPicPr>
        <p:blipFill>
          <a:blip r:embed="rId6">
            <a:alphaModFix/>
          </a:blip>
          <a:stretch>
            <a:fillRect/>
          </a:stretch>
        </p:blipFill>
        <p:spPr>
          <a:xfrm>
            <a:off x="3688650" y="3981275"/>
            <a:ext cx="288924" cy="165041"/>
          </a:xfrm>
          <a:prstGeom prst="rect">
            <a:avLst/>
          </a:prstGeom>
          <a:noFill/>
          <a:ln>
            <a:noFill/>
          </a:ln>
        </p:spPr>
      </p:pic>
      <p:pic>
        <p:nvPicPr>
          <p:cNvPr id="130" name="Google Shape;130;p17"/>
          <p:cNvPicPr preferRelativeResize="0"/>
          <p:nvPr/>
        </p:nvPicPr>
        <p:blipFill>
          <a:blip r:embed="rId6">
            <a:alphaModFix/>
          </a:blip>
          <a:stretch>
            <a:fillRect/>
          </a:stretch>
        </p:blipFill>
        <p:spPr>
          <a:xfrm>
            <a:off x="3787150" y="4231125"/>
            <a:ext cx="288924" cy="165041"/>
          </a:xfrm>
          <a:prstGeom prst="rect">
            <a:avLst/>
          </a:prstGeom>
          <a:noFill/>
          <a:ln>
            <a:noFill/>
          </a:ln>
        </p:spPr>
      </p:pic>
      <p:pic>
        <p:nvPicPr>
          <p:cNvPr id="131" name="Google Shape;131;p17"/>
          <p:cNvPicPr preferRelativeResize="0"/>
          <p:nvPr/>
        </p:nvPicPr>
        <p:blipFill>
          <a:blip r:embed="rId6">
            <a:alphaModFix/>
          </a:blip>
          <a:stretch>
            <a:fillRect/>
          </a:stretch>
        </p:blipFill>
        <p:spPr>
          <a:xfrm>
            <a:off x="4445050" y="3979537"/>
            <a:ext cx="288924" cy="165041"/>
          </a:xfrm>
          <a:prstGeom prst="rect">
            <a:avLst/>
          </a:prstGeom>
          <a:noFill/>
          <a:ln>
            <a:noFill/>
          </a:ln>
        </p:spPr>
      </p:pic>
      <p:sp>
        <p:nvSpPr>
          <p:cNvPr id="132" name="Google Shape;132;p17"/>
          <p:cNvSpPr/>
          <p:nvPr/>
        </p:nvSpPr>
        <p:spPr>
          <a:xfrm>
            <a:off x="4572000" y="2436850"/>
            <a:ext cx="1411800" cy="716400"/>
          </a:xfrm>
          <a:prstGeom prst="wedgeRoundRectCallout">
            <a:avLst>
              <a:gd fmla="val 20690" name="adj1"/>
              <a:gd fmla="val 120875"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Hey, can my plane passthrough without getting shot?</a:t>
            </a:r>
            <a:endParaRPr sz="1000"/>
          </a:p>
        </p:txBody>
      </p:sp>
      <p:pic>
        <p:nvPicPr>
          <p:cNvPr id="133" name="Google Shape;133;p17" title="YA-PIC_B734_Ariana_Afghan_Airlines_SVO__32573103064___2_-removebg-preview.png"/>
          <p:cNvPicPr preferRelativeResize="0"/>
          <p:nvPr/>
        </p:nvPicPr>
        <p:blipFill rotWithShape="1">
          <a:blip r:embed="rId7">
            <a:alphaModFix/>
          </a:blip>
          <a:srcRect b="27184" l="3204" r="2000" t="14656"/>
          <a:stretch/>
        </p:blipFill>
        <p:spPr>
          <a:xfrm>
            <a:off x="5684884" y="4146313"/>
            <a:ext cx="1411842" cy="487725"/>
          </a:xfrm>
          <a:prstGeom prst="rect">
            <a:avLst/>
          </a:prstGeom>
          <a:noFill/>
          <a:ln>
            <a:noFill/>
          </a:ln>
        </p:spPr>
      </p:pic>
      <p:sp>
        <p:nvSpPr>
          <p:cNvPr id="134" name="Google Shape;134;p17"/>
          <p:cNvSpPr/>
          <p:nvPr/>
        </p:nvSpPr>
        <p:spPr>
          <a:xfrm>
            <a:off x="6623125" y="2488950"/>
            <a:ext cx="1411800" cy="716400"/>
          </a:xfrm>
          <a:prstGeom prst="wedgeRoundRectCallout">
            <a:avLst>
              <a:gd fmla="val -192867" name="adj1"/>
              <a:gd fmla="val 8979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my dad won’t let you go into his country!</a:t>
            </a:r>
            <a:endParaRPr sz="1000"/>
          </a:p>
        </p:txBody>
      </p:sp>
      <p:pic>
        <p:nvPicPr>
          <p:cNvPr id="135" name="Google Shape;135;p17" title="s-l1200-removebg-preview.png"/>
          <p:cNvPicPr preferRelativeResize="0"/>
          <p:nvPr/>
        </p:nvPicPr>
        <p:blipFill rotWithShape="1">
          <a:blip r:embed="rId8">
            <a:alphaModFix/>
          </a:blip>
          <a:srcRect b="9822" l="11592" r="8516" t="10901"/>
          <a:stretch/>
        </p:blipFill>
        <p:spPr>
          <a:xfrm>
            <a:off x="3892688" y="3137025"/>
            <a:ext cx="353600" cy="350885"/>
          </a:xfrm>
          <a:prstGeom prst="rect">
            <a:avLst/>
          </a:prstGeom>
          <a:noFill/>
          <a:ln>
            <a:noFill/>
          </a:ln>
        </p:spPr>
      </p:pic>
      <p:pic>
        <p:nvPicPr>
          <p:cNvPr id="136" name="Google Shape;136;p17" title="s-l1200-removebg-preview.png"/>
          <p:cNvPicPr preferRelativeResize="0"/>
          <p:nvPr/>
        </p:nvPicPr>
        <p:blipFill rotWithShape="1">
          <a:blip r:embed="rId8">
            <a:alphaModFix/>
          </a:blip>
          <a:srcRect b="9822" l="11592" r="8516" t="10901"/>
          <a:stretch/>
        </p:blipFill>
        <p:spPr>
          <a:xfrm>
            <a:off x="4009369" y="2695701"/>
            <a:ext cx="166331" cy="165050"/>
          </a:xfrm>
          <a:prstGeom prst="rect">
            <a:avLst/>
          </a:prstGeom>
          <a:noFill/>
          <a:ln>
            <a:noFill/>
          </a:ln>
        </p:spPr>
      </p:pic>
      <p:pic>
        <p:nvPicPr>
          <p:cNvPr id="137" name="Google Shape;137;p17" title="s-l1200-removebg-preview.png"/>
          <p:cNvPicPr preferRelativeResize="0"/>
          <p:nvPr/>
        </p:nvPicPr>
        <p:blipFill rotWithShape="1">
          <a:blip r:embed="rId8">
            <a:alphaModFix/>
          </a:blip>
          <a:srcRect b="9822" l="11592" r="8516" t="10901"/>
          <a:stretch/>
        </p:blipFill>
        <p:spPr>
          <a:xfrm>
            <a:off x="3853973" y="2866938"/>
            <a:ext cx="166331" cy="165050"/>
          </a:xfrm>
          <a:prstGeom prst="rect">
            <a:avLst/>
          </a:prstGeom>
          <a:noFill/>
          <a:ln>
            <a:noFill/>
          </a:ln>
        </p:spPr>
      </p:pic>
      <p:pic>
        <p:nvPicPr>
          <p:cNvPr id="138" name="Google Shape;138;p17" title="s-l1200-removebg-preview.png"/>
          <p:cNvPicPr preferRelativeResize="0"/>
          <p:nvPr/>
        </p:nvPicPr>
        <p:blipFill rotWithShape="1">
          <a:blip r:embed="rId8">
            <a:alphaModFix/>
          </a:blip>
          <a:srcRect b="9822" l="11592" r="8516" t="10901"/>
          <a:stretch/>
        </p:blipFill>
        <p:spPr>
          <a:xfrm>
            <a:off x="3932594" y="2475850"/>
            <a:ext cx="166331" cy="165050"/>
          </a:xfrm>
          <a:prstGeom prst="rect">
            <a:avLst/>
          </a:prstGeom>
          <a:noFill/>
          <a:ln>
            <a:noFill/>
          </a:ln>
        </p:spPr>
      </p:pic>
      <p:pic>
        <p:nvPicPr>
          <p:cNvPr id="139" name="Google Shape;139;p17" title="s-l1200-removebg-preview.png"/>
          <p:cNvPicPr preferRelativeResize="0"/>
          <p:nvPr/>
        </p:nvPicPr>
        <p:blipFill rotWithShape="1">
          <a:blip r:embed="rId8">
            <a:alphaModFix/>
          </a:blip>
          <a:srcRect b="9822" l="11592" r="8516" t="10901"/>
          <a:stretch/>
        </p:blipFill>
        <p:spPr>
          <a:xfrm>
            <a:off x="4204453" y="3002275"/>
            <a:ext cx="166331" cy="16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143" name="Shape 143"/>
        <p:cNvGrpSpPr/>
        <p:nvPr/>
      </p:nvGrpSpPr>
      <p:grpSpPr>
        <a:xfrm>
          <a:off x="0" y="0"/>
          <a:ext cx="0" cy="0"/>
          <a:chOff x="0" y="0"/>
          <a:chExt cx="0" cy="0"/>
        </a:xfrm>
      </p:grpSpPr>
      <p:sp>
        <p:nvSpPr>
          <p:cNvPr id="144" name="Google Shape;14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UK problem + Canada = Me telling you the comparison </a:t>
            </a:r>
            <a:endParaRPr/>
          </a:p>
        </p:txBody>
      </p:sp>
      <p:sp>
        <p:nvSpPr>
          <p:cNvPr id="145" name="Google Shape;145;p18"/>
          <p:cNvSpPr txBox="1"/>
          <p:nvPr>
            <p:ph idx="1" type="body"/>
          </p:nvPr>
        </p:nvSpPr>
        <p:spPr>
          <a:xfrm>
            <a:off x="311700" y="1152475"/>
            <a:ext cx="8520600" cy="1723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solidFill>
                  <a:schemeClr val="dk1"/>
                </a:solidFill>
              </a:rPr>
              <a:t>Canada has the same problem, but Canada works differently than </a:t>
            </a:r>
            <a:r>
              <a:rPr lang="en">
                <a:solidFill>
                  <a:schemeClr val="dk1"/>
                </a:solidFill>
              </a:rPr>
              <a:t>the</a:t>
            </a:r>
            <a:r>
              <a:rPr lang="en">
                <a:solidFill>
                  <a:schemeClr val="dk1"/>
                </a:solidFill>
              </a:rPr>
              <a:t> UK. The UK, keeps its country locked, like 2 slideshows before. But Canada, keeps it unlocked, but still has some strict rules before they move on, like </a:t>
            </a:r>
            <a:r>
              <a:rPr lang="en">
                <a:solidFill>
                  <a:schemeClr val="dk1"/>
                </a:solidFill>
              </a:rPr>
              <a:t>financial</a:t>
            </a:r>
            <a:r>
              <a:rPr lang="en">
                <a:solidFill>
                  <a:schemeClr val="dk1"/>
                </a:solidFill>
              </a:rPr>
              <a:t> check. Canada also made them have time limits that makes it not so easy to become a refugee. But, </a:t>
            </a:r>
            <a:r>
              <a:rPr lang="en">
                <a:solidFill>
                  <a:schemeClr val="dk1"/>
                </a:solidFill>
              </a:rPr>
              <a:t>Canada</a:t>
            </a:r>
            <a:r>
              <a:rPr lang="en">
                <a:solidFill>
                  <a:schemeClr val="dk1"/>
                </a:solidFill>
              </a:rPr>
              <a:t> lets them in, but they have a one year time limit in Canada. Once it ends, they have to work with papers and then get sent back home.</a:t>
            </a:r>
            <a:endParaRPr>
              <a:solidFill>
                <a:schemeClr val="dk1"/>
              </a:solidFill>
            </a:endParaRPr>
          </a:p>
        </p:txBody>
      </p:sp>
      <p:pic>
        <p:nvPicPr>
          <p:cNvPr id="146" name="Google Shape;146;p18" title="download.png"/>
          <p:cNvPicPr preferRelativeResize="0"/>
          <p:nvPr/>
        </p:nvPicPr>
        <p:blipFill>
          <a:blip r:embed="rId3">
            <a:alphaModFix/>
          </a:blip>
          <a:stretch>
            <a:fillRect/>
          </a:stretch>
        </p:blipFill>
        <p:spPr>
          <a:xfrm>
            <a:off x="1753590" y="3703641"/>
            <a:ext cx="1260675" cy="630325"/>
          </a:xfrm>
          <a:prstGeom prst="rect">
            <a:avLst/>
          </a:prstGeom>
          <a:noFill/>
          <a:ln>
            <a:noFill/>
          </a:ln>
        </p:spPr>
      </p:pic>
      <p:sp>
        <p:nvSpPr>
          <p:cNvPr id="147" name="Google Shape;147;p18"/>
          <p:cNvSpPr txBox="1"/>
          <p:nvPr/>
        </p:nvSpPr>
        <p:spPr>
          <a:xfrm>
            <a:off x="1348225" y="3908250"/>
            <a:ext cx="8481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pic>
        <p:nvPicPr>
          <p:cNvPr id="148" name="Google Shape;148;p18" title="Visa_acceptance_logo_(2015_onwards).svg.png"/>
          <p:cNvPicPr preferRelativeResize="0"/>
          <p:nvPr/>
        </p:nvPicPr>
        <p:blipFill>
          <a:blip r:embed="rId4">
            <a:alphaModFix/>
          </a:blip>
          <a:stretch>
            <a:fillRect/>
          </a:stretch>
        </p:blipFill>
        <p:spPr>
          <a:xfrm>
            <a:off x="220738" y="4180427"/>
            <a:ext cx="1009475" cy="642000"/>
          </a:xfrm>
          <a:prstGeom prst="rect">
            <a:avLst/>
          </a:prstGeom>
          <a:noFill/>
          <a:ln>
            <a:noFill/>
          </a:ln>
        </p:spPr>
      </p:pic>
      <p:pic>
        <p:nvPicPr>
          <p:cNvPr id="149" name="Google Shape;149;p18" title="UofT_cmh2315fl.jpg"/>
          <p:cNvPicPr preferRelativeResize="0"/>
          <p:nvPr/>
        </p:nvPicPr>
        <p:blipFill>
          <a:blip r:embed="rId5">
            <a:alphaModFix/>
          </a:blip>
          <a:stretch>
            <a:fillRect/>
          </a:stretch>
        </p:blipFill>
        <p:spPr>
          <a:xfrm>
            <a:off x="220748" y="3357423"/>
            <a:ext cx="1009475" cy="673396"/>
          </a:xfrm>
          <a:prstGeom prst="rect">
            <a:avLst/>
          </a:prstGeom>
          <a:noFill/>
          <a:ln>
            <a:noFill/>
          </a:ln>
        </p:spPr>
      </p:pic>
      <p:sp>
        <p:nvSpPr>
          <p:cNvPr id="150" name="Google Shape;150;p18"/>
          <p:cNvSpPr txBox="1"/>
          <p:nvPr/>
        </p:nvSpPr>
        <p:spPr>
          <a:xfrm rot="-2700000">
            <a:off x="673908" y="3931558"/>
            <a:ext cx="810344" cy="40008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2"/>
                </a:solidFill>
              </a:rPr>
              <a:t>🔓</a:t>
            </a:r>
            <a:endParaRPr sz="4800">
              <a:solidFill>
                <a:schemeClr val="dk2"/>
              </a:solidFill>
            </a:endParaRPr>
          </a:p>
        </p:txBody>
      </p:sp>
      <p:pic>
        <p:nvPicPr>
          <p:cNvPr id="151" name="Google Shape;151;p18"/>
          <p:cNvPicPr preferRelativeResize="0"/>
          <p:nvPr/>
        </p:nvPicPr>
        <p:blipFill>
          <a:blip r:embed="rId6">
            <a:alphaModFix/>
          </a:blip>
          <a:stretch>
            <a:fillRect/>
          </a:stretch>
        </p:blipFill>
        <p:spPr>
          <a:xfrm>
            <a:off x="3421997" y="3736099"/>
            <a:ext cx="848099" cy="565400"/>
          </a:xfrm>
          <a:prstGeom prst="rect">
            <a:avLst/>
          </a:prstGeom>
          <a:noFill/>
          <a:ln>
            <a:noFill/>
          </a:ln>
        </p:spPr>
      </p:pic>
      <p:pic>
        <p:nvPicPr>
          <p:cNvPr id="152" name="Google Shape;152;p18" title="download.png"/>
          <p:cNvPicPr preferRelativeResize="0"/>
          <p:nvPr/>
        </p:nvPicPr>
        <p:blipFill>
          <a:blip r:embed="rId7">
            <a:alphaModFix/>
          </a:blip>
          <a:stretch>
            <a:fillRect/>
          </a:stretch>
        </p:blipFill>
        <p:spPr>
          <a:xfrm>
            <a:off x="5603977" y="3703635"/>
            <a:ext cx="1260675" cy="630328"/>
          </a:xfrm>
          <a:prstGeom prst="rect">
            <a:avLst/>
          </a:prstGeom>
          <a:noFill/>
          <a:ln>
            <a:noFill/>
          </a:ln>
        </p:spPr>
      </p:pic>
      <p:pic>
        <p:nvPicPr>
          <p:cNvPr id="153" name="Google Shape;153;p18"/>
          <p:cNvPicPr preferRelativeResize="0"/>
          <p:nvPr/>
        </p:nvPicPr>
        <p:blipFill>
          <a:blip r:embed="rId8">
            <a:alphaModFix/>
          </a:blip>
          <a:stretch>
            <a:fillRect/>
          </a:stretch>
        </p:blipFill>
        <p:spPr>
          <a:xfrm>
            <a:off x="7257036" y="3703613"/>
            <a:ext cx="944787" cy="630350"/>
          </a:xfrm>
          <a:prstGeom prst="rect">
            <a:avLst/>
          </a:prstGeom>
          <a:noFill/>
          <a:ln>
            <a:noFill/>
          </a:ln>
        </p:spPr>
      </p:pic>
      <p:sp>
        <p:nvSpPr>
          <p:cNvPr id="154" name="Google Shape;154;p18"/>
          <p:cNvSpPr/>
          <p:nvPr/>
        </p:nvSpPr>
        <p:spPr>
          <a:xfrm>
            <a:off x="725561" y="2635300"/>
            <a:ext cx="1753200" cy="683700"/>
          </a:xfrm>
          <a:prstGeom prst="wedgeEllipseCallout">
            <a:avLst>
              <a:gd fmla="val 25383" name="adj1"/>
              <a:gd fmla="val 105013"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05"/>
              <a:t>Alright, you can come here, but you have one year here before you go back!</a:t>
            </a:r>
            <a:endParaRPr sz="805"/>
          </a:p>
        </p:txBody>
      </p:sp>
      <p:sp>
        <p:nvSpPr>
          <p:cNvPr id="155" name="Google Shape;155;p18"/>
          <p:cNvSpPr/>
          <p:nvPr/>
        </p:nvSpPr>
        <p:spPr>
          <a:xfrm>
            <a:off x="3061611" y="2771775"/>
            <a:ext cx="1753200" cy="683700"/>
          </a:xfrm>
          <a:prstGeom prst="wedgeEllipseCallout">
            <a:avLst>
              <a:gd fmla="val 2580" name="adj1"/>
              <a:gd fmla="val 8131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ALRIGHT!!! YOU ROCK CANADA!!!</a:t>
            </a:r>
            <a:endParaRPr sz="1105"/>
          </a:p>
        </p:txBody>
      </p:sp>
      <p:sp>
        <p:nvSpPr>
          <p:cNvPr id="156" name="Google Shape;156;p18"/>
          <p:cNvSpPr/>
          <p:nvPr/>
        </p:nvSpPr>
        <p:spPr>
          <a:xfrm>
            <a:off x="4572011" y="2571750"/>
            <a:ext cx="1753200" cy="683700"/>
          </a:xfrm>
          <a:prstGeom prst="wedgeEllipseCallout">
            <a:avLst>
              <a:gd fmla="val 110068" name="adj1"/>
              <a:gd fmla="val 99338"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05"/>
              <a:t>See Hon? Our son got its </a:t>
            </a:r>
            <a:r>
              <a:rPr lang="en" sz="805"/>
              <a:t>kindness</a:t>
            </a:r>
            <a:r>
              <a:rPr lang="en" sz="805"/>
              <a:t> from me, NOT you!</a:t>
            </a:r>
            <a:endParaRPr sz="805"/>
          </a:p>
        </p:txBody>
      </p:sp>
      <p:sp>
        <p:nvSpPr>
          <p:cNvPr id="157" name="Google Shape;157;p18"/>
          <p:cNvSpPr/>
          <p:nvPr/>
        </p:nvSpPr>
        <p:spPr>
          <a:xfrm>
            <a:off x="6548036" y="2571750"/>
            <a:ext cx="1753200" cy="683700"/>
          </a:xfrm>
          <a:prstGeom prst="wedgeEllipseCallout">
            <a:avLst>
              <a:gd fmla="val -42537" name="adj1"/>
              <a:gd fmla="val 104329"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905"/>
              <a:t>Whatever. At least my other son is on my side.</a:t>
            </a:r>
            <a:endParaRPr sz="905"/>
          </a:p>
        </p:txBody>
      </p:sp>
      <p:sp>
        <p:nvSpPr>
          <p:cNvPr id="158" name="Google Shape;158;p18"/>
          <p:cNvSpPr txBox="1"/>
          <p:nvPr/>
        </p:nvSpPr>
        <p:spPr>
          <a:xfrm rot="-1097646">
            <a:off x="3660214" y="3974114"/>
            <a:ext cx="810463" cy="40006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2"/>
                </a:solidFill>
              </a:rPr>
              <a:t>👜</a:t>
            </a:r>
            <a:endParaRPr sz="4800">
              <a:solidFill>
                <a:schemeClr val="dk2"/>
              </a:solidFill>
            </a:endParaRPr>
          </a:p>
        </p:txBody>
      </p:sp>
      <p:sp>
        <p:nvSpPr>
          <p:cNvPr id="159" name="Google Shape;159;p18"/>
          <p:cNvSpPr txBox="1"/>
          <p:nvPr/>
        </p:nvSpPr>
        <p:spPr>
          <a:xfrm>
            <a:off x="7836150" y="3418725"/>
            <a:ext cx="5652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2"/>
                </a:solidFill>
              </a:rPr>
              <a:t>🌸</a:t>
            </a:r>
            <a:endParaRPr sz="2500">
              <a:solidFill>
                <a:schemeClr val="dk2"/>
              </a:solidFill>
            </a:endParaRPr>
          </a:p>
        </p:txBody>
      </p:sp>
      <p:pic>
        <p:nvPicPr>
          <p:cNvPr id="160" name="Google Shape;160;p18" title="istockphoto-1283621184-612x612-removebg-preview.png"/>
          <p:cNvPicPr preferRelativeResize="0"/>
          <p:nvPr/>
        </p:nvPicPr>
        <p:blipFill rotWithShape="1">
          <a:blip r:embed="rId9">
            <a:alphaModFix/>
          </a:blip>
          <a:srcRect b="23564" l="9674" r="9915" t="18066"/>
          <a:stretch/>
        </p:blipFill>
        <p:spPr>
          <a:xfrm>
            <a:off x="5894875" y="3210895"/>
            <a:ext cx="678875" cy="492725"/>
          </a:xfrm>
          <a:prstGeom prst="rect">
            <a:avLst/>
          </a:prstGeom>
          <a:noFill/>
          <a:ln>
            <a:noFill/>
          </a:ln>
        </p:spPr>
      </p:pic>
      <p:pic>
        <p:nvPicPr>
          <p:cNvPr id="161" name="Google Shape;161;p18" title="MyProject14-001_e16c1176-9427-49fd-a67c-ec915326262c-removebg-preview.png"/>
          <p:cNvPicPr preferRelativeResize="0"/>
          <p:nvPr/>
        </p:nvPicPr>
        <p:blipFill>
          <a:blip r:embed="rId10">
            <a:alphaModFix/>
          </a:blip>
          <a:stretch>
            <a:fillRect/>
          </a:stretch>
        </p:blipFill>
        <p:spPr>
          <a:xfrm>
            <a:off x="2162063" y="3319000"/>
            <a:ext cx="443750" cy="443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165" name="Shape 165"/>
        <p:cNvGrpSpPr/>
        <p:nvPr/>
      </p:nvGrpSpPr>
      <p:grpSpPr>
        <a:xfrm>
          <a:off x="0" y="0"/>
          <a:ext cx="0" cy="0"/>
          <a:chOff x="0" y="0"/>
          <a:chExt cx="0" cy="0"/>
        </a:xfrm>
      </p:grpSpPr>
      <p:sp>
        <p:nvSpPr>
          <p:cNvPr id="166" name="Google Shape;16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should Canadians care?</a:t>
            </a:r>
            <a:endParaRPr/>
          </a:p>
        </p:txBody>
      </p:sp>
      <p:sp>
        <p:nvSpPr>
          <p:cNvPr id="167" name="Google Shape;167;p19"/>
          <p:cNvSpPr txBox="1"/>
          <p:nvPr>
            <p:ph idx="1" type="body"/>
          </p:nvPr>
        </p:nvSpPr>
        <p:spPr>
          <a:xfrm>
            <a:off x="311700" y="1152475"/>
            <a:ext cx="8520600" cy="2022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solidFill>
                  <a:schemeClr val="dk1"/>
                </a:solidFill>
              </a:rPr>
              <a:t>I think we should care. Because, I think people from those countries live in safe countries like the UK and Canada. When I looked up </a:t>
            </a:r>
            <a:r>
              <a:rPr lang="en">
                <a:solidFill>
                  <a:schemeClr val="dk1"/>
                </a:solidFill>
              </a:rPr>
              <a:t>Afghanistan, I only saw military and wreckage. When I look up something like USA, I see beautiful landscapes and safe places. If people from those countries wanna live somewhere safe, then the UK and Canada should make it easy for them to live as refugees.  </a:t>
            </a:r>
            <a:endParaRPr>
              <a:solidFill>
                <a:schemeClr val="dk1"/>
              </a:solidFill>
            </a:endParaRPr>
          </a:p>
        </p:txBody>
      </p:sp>
      <p:pic>
        <p:nvPicPr>
          <p:cNvPr id="168" name="Google Shape;168;p19" title="download.png"/>
          <p:cNvPicPr preferRelativeResize="0"/>
          <p:nvPr/>
        </p:nvPicPr>
        <p:blipFill>
          <a:blip r:embed="rId3">
            <a:alphaModFix/>
          </a:blip>
          <a:stretch>
            <a:fillRect/>
          </a:stretch>
        </p:blipFill>
        <p:spPr>
          <a:xfrm>
            <a:off x="2721876" y="3716971"/>
            <a:ext cx="648275" cy="324125"/>
          </a:xfrm>
          <a:prstGeom prst="rect">
            <a:avLst/>
          </a:prstGeom>
          <a:noFill/>
          <a:ln>
            <a:noFill/>
          </a:ln>
        </p:spPr>
      </p:pic>
      <p:pic>
        <p:nvPicPr>
          <p:cNvPr id="169" name="Google Shape;169;p19"/>
          <p:cNvPicPr preferRelativeResize="0"/>
          <p:nvPr/>
        </p:nvPicPr>
        <p:blipFill>
          <a:blip r:embed="rId4">
            <a:alphaModFix/>
          </a:blip>
          <a:stretch>
            <a:fillRect/>
          </a:stretch>
        </p:blipFill>
        <p:spPr>
          <a:xfrm>
            <a:off x="5620144" y="2935950"/>
            <a:ext cx="872880" cy="523725"/>
          </a:xfrm>
          <a:prstGeom prst="rect">
            <a:avLst/>
          </a:prstGeom>
          <a:noFill/>
          <a:ln>
            <a:noFill/>
          </a:ln>
        </p:spPr>
      </p:pic>
      <p:pic>
        <p:nvPicPr>
          <p:cNvPr id="170" name="Google Shape;170;p19" title="Flag_of_Italy.svg.png"/>
          <p:cNvPicPr preferRelativeResize="0"/>
          <p:nvPr/>
        </p:nvPicPr>
        <p:blipFill>
          <a:blip r:embed="rId5">
            <a:alphaModFix/>
          </a:blip>
          <a:stretch>
            <a:fillRect/>
          </a:stretch>
        </p:blipFill>
        <p:spPr>
          <a:xfrm>
            <a:off x="5664587" y="3617175"/>
            <a:ext cx="784000" cy="523725"/>
          </a:xfrm>
          <a:prstGeom prst="rect">
            <a:avLst/>
          </a:prstGeom>
          <a:noFill/>
          <a:ln>
            <a:noFill/>
          </a:ln>
        </p:spPr>
      </p:pic>
      <p:pic>
        <p:nvPicPr>
          <p:cNvPr id="171" name="Google Shape;171;p19"/>
          <p:cNvPicPr preferRelativeResize="0"/>
          <p:nvPr/>
        </p:nvPicPr>
        <p:blipFill>
          <a:blip r:embed="rId6">
            <a:alphaModFix/>
          </a:blip>
          <a:stretch>
            <a:fillRect/>
          </a:stretch>
        </p:blipFill>
        <p:spPr>
          <a:xfrm>
            <a:off x="5664572" y="4351900"/>
            <a:ext cx="872876" cy="582091"/>
          </a:xfrm>
          <a:prstGeom prst="rect">
            <a:avLst/>
          </a:prstGeom>
          <a:noFill/>
          <a:ln>
            <a:noFill/>
          </a:ln>
        </p:spPr>
      </p:pic>
      <p:sp>
        <p:nvSpPr>
          <p:cNvPr id="172" name="Google Shape;172;p19"/>
          <p:cNvSpPr/>
          <p:nvPr/>
        </p:nvSpPr>
        <p:spPr>
          <a:xfrm>
            <a:off x="311700" y="3484175"/>
            <a:ext cx="1620600" cy="572700"/>
          </a:xfrm>
          <a:prstGeom prst="wedgeRectCallout">
            <a:avLst>
              <a:gd fmla="val 91300" name="adj1"/>
              <a:gd fmla="val 2407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My mom told me to be the </a:t>
            </a:r>
            <a:r>
              <a:rPr lang="en" sz="1000"/>
              <a:t>nicest</a:t>
            </a:r>
            <a:r>
              <a:rPr lang="en" sz="1000"/>
              <a:t> country in the whole wide world!</a:t>
            </a:r>
            <a:endParaRPr sz="1000"/>
          </a:p>
        </p:txBody>
      </p:sp>
      <p:sp>
        <p:nvSpPr>
          <p:cNvPr id="173" name="Google Shape;173;p19"/>
          <p:cNvSpPr/>
          <p:nvPr/>
        </p:nvSpPr>
        <p:spPr>
          <a:xfrm>
            <a:off x="7343050" y="4302975"/>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Aww! How adorable! </a:t>
            </a:r>
            <a:endParaRPr sz="1000"/>
          </a:p>
        </p:txBody>
      </p:sp>
      <p:sp>
        <p:nvSpPr>
          <p:cNvPr id="174" name="Google Shape;174;p19"/>
          <p:cNvSpPr/>
          <p:nvPr/>
        </p:nvSpPr>
        <p:spPr>
          <a:xfrm>
            <a:off x="7246925" y="2757938"/>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So cute!</a:t>
            </a:r>
            <a:endParaRPr sz="1000"/>
          </a:p>
        </p:txBody>
      </p:sp>
      <p:sp>
        <p:nvSpPr>
          <p:cNvPr id="175" name="Google Shape;175;p19"/>
          <p:cNvSpPr/>
          <p:nvPr/>
        </p:nvSpPr>
        <p:spPr>
          <a:xfrm>
            <a:off x="7246925" y="3484175"/>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Well, PIZZA FOR YOU!!</a:t>
            </a:r>
            <a:endParaRPr sz="1000"/>
          </a:p>
        </p:txBody>
      </p:sp>
      <p:pic>
        <p:nvPicPr>
          <p:cNvPr id="176" name="Google Shape;176;p19" title="MyProject14-001_e16c1176-9427-49fd-a67c-ec915326262c-removebg-preview.png"/>
          <p:cNvPicPr preferRelativeResize="0"/>
          <p:nvPr/>
        </p:nvPicPr>
        <p:blipFill>
          <a:blip r:embed="rId7">
            <a:alphaModFix/>
          </a:blip>
          <a:stretch>
            <a:fillRect/>
          </a:stretch>
        </p:blipFill>
        <p:spPr>
          <a:xfrm>
            <a:off x="2824125" y="3335115"/>
            <a:ext cx="443750" cy="44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0" name="Shape 180"/>
        <p:cNvGrpSpPr/>
        <p:nvPr/>
      </p:nvGrpSpPr>
      <p:grpSpPr>
        <a:xfrm>
          <a:off x="0" y="0"/>
          <a:ext cx="0" cy="0"/>
          <a:chOff x="0" y="0"/>
          <a:chExt cx="0" cy="0"/>
        </a:xfrm>
      </p:grpSpPr>
      <p:sp>
        <p:nvSpPr>
          <p:cNvPr id="181" name="Google Shape;18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A short story after this slide that I wanted to make.</a:t>
            </a:r>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5" name="Shape 185"/>
        <p:cNvGrpSpPr/>
        <p:nvPr/>
      </p:nvGrpSpPr>
      <p:grpSpPr>
        <a:xfrm>
          <a:off x="0" y="0"/>
          <a:ext cx="0" cy="0"/>
          <a:chOff x="0" y="0"/>
          <a:chExt cx="0" cy="0"/>
        </a:xfrm>
      </p:grpSpPr>
      <p:sp>
        <p:nvSpPr>
          <p:cNvPr id="186" name="Google Shape;186;p21"/>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 name="Google Shape;187;p21"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188" name="Google Shape;188;p21"/>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189" name="Google Shape;189;p21"/>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190" name="Google Shape;190;p21"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191" name="Google Shape;191;p21"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192" name="Google Shape;192;p21"/>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193" name="Google Shape;193;p21"/>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194" name="Google Shape;194;p21"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195" name="Google Shape;195;p21"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196" name="Google Shape;196;p21"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197" name="Google Shape;197;p21"/>
          <p:cNvSpPr/>
          <p:nvPr/>
        </p:nvSpPr>
        <p:spPr>
          <a:xfrm>
            <a:off x="5621175" y="4351925"/>
            <a:ext cx="1757100" cy="582000"/>
          </a:xfrm>
          <a:prstGeom prst="wedgeRectCallout">
            <a:avLst>
              <a:gd fmla="val -96723" name="adj1"/>
              <a:gd fmla="val -16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Alright, We are here to </a:t>
            </a:r>
            <a:r>
              <a:rPr lang="en" sz="1000"/>
              <a:t>discuss</a:t>
            </a:r>
            <a:r>
              <a:rPr lang="en" sz="1000"/>
              <a:t> if we should have nukes or not in our country.</a:t>
            </a:r>
            <a:endParaRPr sz="1000"/>
          </a:p>
        </p:txBody>
      </p:sp>
      <p:pic>
        <p:nvPicPr>
          <p:cNvPr id="198" name="Google Shape;198;p21"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199" name="Google Shape;199;p21"/>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1"/>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4" name="Shape 204"/>
        <p:cNvGrpSpPr/>
        <p:nvPr/>
      </p:nvGrpSpPr>
      <p:grpSpPr>
        <a:xfrm>
          <a:off x="0" y="0"/>
          <a:ext cx="0" cy="0"/>
          <a:chOff x="0" y="0"/>
          <a:chExt cx="0" cy="0"/>
        </a:xfrm>
      </p:grpSpPr>
      <p:sp>
        <p:nvSpPr>
          <p:cNvPr id="205" name="Google Shape;205;p22"/>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6" name="Google Shape;206;p22"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07" name="Google Shape;207;p22"/>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08" name="Google Shape;208;p22"/>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09" name="Google Shape;209;p22"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10" name="Google Shape;210;p22"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11" name="Google Shape;211;p22"/>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12" name="Google Shape;212;p22"/>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13" name="Google Shape;213;p22"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14" name="Google Shape;214;p22"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15" name="Google Shape;215;p22"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16" name="Google Shape;216;p22"/>
          <p:cNvSpPr/>
          <p:nvPr/>
        </p:nvSpPr>
        <p:spPr>
          <a:xfrm>
            <a:off x="7284500" y="2615438"/>
            <a:ext cx="1757100" cy="582000"/>
          </a:xfrm>
          <a:prstGeom prst="wedgeRectCallout">
            <a:avLst>
              <a:gd fmla="val -17960" name="adj1"/>
              <a:gd fmla="val 9650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Sorry that I’m late!!</a:t>
            </a:r>
            <a:endParaRPr sz="1000"/>
          </a:p>
        </p:txBody>
      </p:sp>
      <p:pic>
        <p:nvPicPr>
          <p:cNvPr id="217" name="Google Shape;217;p22"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18" name="Google Shape;218;p22"/>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2"/>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0" name="Google Shape;220;p22" title="download.png"/>
          <p:cNvPicPr preferRelativeResize="0"/>
          <p:nvPr/>
        </p:nvPicPr>
        <p:blipFill>
          <a:blip r:embed="rId14">
            <a:alphaModFix/>
          </a:blip>
          <a:stretch>
            <a:fillRect/>
          </a:stretch>
        </p:blipFill>
        <p:spPr>
          <a:xfrm>
            <a:off x="7640110" y="3512347"/>
            <a:ext cx="571574" cy="3014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24" name="Shape 224"/>
        <p:cNvGrpSpPr/>
        <p:nvPr/>
      </p:nvGrpSpPr>
      <p:grpSpPr>
        <a:xfrm>
          <a:off x="0" y="0"/>
          <a:ext cx="0" cy="0"/>
          <a:chOff x="0" y="0"/>
          <a:chExt cx="0" cy="0"/>
        </a:xfrm>
      </p:grpSpPr>
      <p:sp>
        <p:nvSpPr>
          <p:cNvPr id="225" name="Google Shape;225;p23"/>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6" name="Google Shape;226;p23"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27" name="Google Shape;227;p23"/>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28" name="Google Shape;228;p23"/>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29" name="Google Shape;229;p23"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30" name="Google Shape;230;p23"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31" name="Google Shape;231;p23"/>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32" name="Google Shape;232;p23"/>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33" name="Google Shape;233;p23"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34" name="Google Shape;234;p23"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35" name="Google Shape;235;p23"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36" name="Google Shape;236;p23"/>
          <p:cNvSpPr/>
          <p:nvPr/>
        </p:nvSpPr>
        <p:spPr>
          <a:xfrm>
            <a:off x="7047338" y="1867750"/>
            <a:ext cx="1757100" cy="582000"/>
          </a:xfrm>
          <a:prstGeom prst="wedgeRectCallout">
            <a:avLst>
              <a:gd fmla="val -53979" name="adj1"/>
              <a:gd fmla="val 1980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Didn’t I tell you to stay with your brother?!</a:t>
            </a:r>
            <a:endParaRPr sz="1000"/>
          </a:p>
        </p:txBody>
      </p:sp>
      <p:pic>
        <p:nvPicPr>
          <p:cNvPr id="237" name="Google Shape;237;p23"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38" name="Google Shape;238;p23"/>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0" name="Google Shape;240;p23" title="download.png"/>
          <p:cNvPicPr preferRelativeResize="0"/>
          <p:nvPr/>
        </p:nvPicPr>
        <p:blipFill>
          <a:blip r:embed="rId14">
            <a:alphaModFix/>
          </a:blip>
          <a:stretch>
            <a:fillRect/>
          </a:stretch>
        </p:blipFill>
        <p:spPr>
          <a:xfrm>
            <a:off x="7640110" y="3512347"/>
            <a:ext cx="571574" cy="301480"/>
          </a:xfrm>
          <a:prstGeom prst="rect">
            <a:avLst/>
          </a:prstGeom>
          <a:noFill/>
          <a:ln>
            <a:noFill/>
          </a:ln>
        </p:spPr>
      </p:pic>
      <p:sp>
        <p:nvSpPr>
          <p:cNvPr id="241" name="Google Shape;241;p23"/>
          <p:cNvSpPr/>
          <p:nvPr/>
        </p:nvSpPr>
        <p:spPr>
          <a:xfrm>
            <a:off x="7047338" y="4137000"/>
            <a:ext cx="1757100" cy="582000"/>
          </a:xfrm>
          <a:prstGeom prst="wedgeRectCallout">
            <a:avLst>
              <a:gd fmla="val 10100" name="adj1"/>
              <a:gd fmla="val -9221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I’m the most powerful country in the world!</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45" name="Shape 245"/>
        <p:cNvGrpSpPr/>
        <p:nvPr/>
      </p:nvGrpSpPr>
      <p:grpSpPr>
        <a:xfrm>
          <a:off x="0" y="0"/>
          <a:ext cx="0" cy="0"/>
          <a:chOff x="0" y="0"/>
          <a:chExt cx="0" cy="0"/>
        </a:xfrm>
      </p:grpSpPr>
      <p:sp>
        <p:nvSpPr>
          <p:cNvPr id="246" name="Google Shape;246;p24"/>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7" name="Google Shape;247;p24"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48" name="Google Shape;248;p24"/>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49" name="Google Shape;249;p24"/>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50" name="Google Shape;250;p24"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51" name="Google Shape;251;p24"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52" name="Google Shape;252;p24"/>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53" name="Google Shape;253;p24"/>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54" name="Google Shape;254;p24"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55" name="Google Shape;255;p24"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56" name="Google Shape;256;p24"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57" name="Google Shape;257;p24"/>
          <p:cNvSpPr/>
          <p:nvPr/>
        </p:nvSpPr>
        <p:spPr>
          <a:xfrm>
            <a:off x="7047350" y="1867750"/>
            <a:ext cx="1757100" cy="669300"/>
          </a:xfrm>
          <a:prstGeom prst="wedgeRectCallout">
            <a:avLst>
              <a:gd fmla="val -52039" name="adj1"/>
              <a:gd fmla="val 18479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Your 15! Your too young to discuss this. Now go stay with your brother, or no XBox for 2 weeks!</a:t>
            </a:r>
            <a:endParaRPr sz="1000"/>
          </a:p>
        </p:txBody>
      </p:sp>
      <p:pic>
        <p:nvPicPr>
          <p:cNvPr id="258" name="Google Shape;258;p24"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59" name="Google Shape;259;p24"/>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4"/>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1" name="Google Shape;261;p24" title="download.png"/>
          <p:cNvPicPr preferRelativeResize="0"/>
          <p:nvPr/>
        </p:nvPicPr>
        <p:blipFill>
          <a:blip r:embed="rId14">
            <a:alphaModFix/>
          </a:blip>
          <a:stretch>
            <a:fillRect/>
          </a:stretch>
        </p:blipFill>
        <p:spPr>
          <a:xfrm>
            <a:off x="8804460" y="3512347"/>
            <a:ext cx="571574" cy="301480"/>
          </a:xfrm>
          <a:prstGeom prst="rect">
            <a:avLst/>
          </a:prstGeom>
          <a:noFill/>
          <a:ln>
            <a:noFill/>
          </a:ln>
        </p:spPr>
      </p:pic>
      <p:sp>
        <p:nvSpPr>
          <p:cNvPr id="262" name="Google Shape;262;p24"/>
          <p:cNvSpPr/>
          <p:nvPr/>
        </p:nvSpPr>
        <p:spPr>
          <a:xfrm>
            <a:off x="7047338" y="4137000"/>
            <a:ext cx="1757100" cy="582000"/>
          </a:xfrm>
          <a:prstGeom prst="wedgeRectCallout">
            <a:avLst>
              <a:gd fmla="val 46994" name="adj1"/>
              <a:gd fmla="val -936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UGH! FINE!</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66" name="Shape 266"/>
        <p:cNvGrpSpPr/>
        <p:nvPr/>
      </p:nvGrpSpPr>
      <p:grpSpPr>
        <a:xfrm>
          <a:off x="0" y="0"/>
          <a:ext cx="0" cy="0"/>
          <a:chOff x="0" y="0"/>
          <a:chExt cx="0" cy="0"/>
        </a:xfrm>
      </p:grpSpPr>
      <p:pic>
        <p:nvPicPr>
          <p:cNvPr id="267" name="Google Shape;267;p25" title="download.png"/>
          <p:cNvPicPr preferRelativeResize="0"/>
          <p:nvPr/>
        </p:nvPicPr>
        <p:blipFill>
          <a:blip r:embed="rId3">
            <a:alphaModFix/>
          </a:blip>
          <a:stretch>
            <a:fillRect/>
          </a:stretch>
        </p:blipFill>
        <p:spPr>
          <a:xfrm>
            <a:off x="4103726" y="2130647"/>
            <a:ext cx="786300" cy="374514"/>
          </a:xfrm>
          <a:prstGeom prst="rect">
            <a:avLst/>
          </a:prstGeom>
          <a:noFill/>
          <a:ln>
            <a:noFill/>
          </a:ln>
        </p:spPr>
      </p:pic>
      <p:pic>
        <p:nvPicPr>
          <p:cNvPr id="268" name="Google Shape;268;p25" title="download.png"/>
          <p:cNvPicPr preferRelativeResize="0"/>
          <p:nvPr/>
        </p:nvPicPr>
        <p:blipFill>
          <a:blip r:embed="rId4">
            <a:alphaModFix/>
          </a:blip>
          <a:stretch>
            <a:fillRect/>
          </a:stretch>
        </p:blipFill>
        <p:spPr>
          <a:xfrm>
            <a:off x="3549276" y="2863971"/>
            <a:ext cx="648275" cy="324125"/>
          </a:xfrm>
          <a:prstGeom prst="rect">
            <a:avLst/>
          </a:prstGeom>
          <a:noFill/>
          <a:ln>
            <a:noFill/>
          </a:ln>
        </p:spPr>
      </p:pic>
      <p:pic>
        <p:nvPicPr>
          <p:cNvPr id="269" name="Google Shape;269;p25"/>
          <p:cNvPicPr preferRelativeResize="0"/>
          <p:nvPr/>
        </p:nvPicPr>
        <p:blipFill>
          <a:blip r:embed="rId5">
            <a:alphaModFix/>
          </a:blip>
          <a:stretch>
            <a:fillRect/>
          </a:stretch>
        </p:blipFill>
        <p:spPr>
          <a:xfrm>
            <a:off x="4739941" y="2863979"/>
            <a:ext cx="566760" cy="324125"/>
          </a:xfrm>
          <a:prstGeom prst="rect">
            <a:avLst/>
          </a:prstGeom>
          <a:noFill/>
          <a:ln>
            <a:noFill/>
          </a:ln>
        </p:spPr>
      </p:pic>
      <p:pic>
        <p:nvPicPr>
          <p:cNvPr id="270" name="Google Shape;270;p25"/>
          <p:cNvPicPr preferRelativeResize="0"/>
          <p:nvPr/>
        </p:nvPicPr>
        <p:blipFill>
          <a:blip r:embed="rId6">
            <a:alphaModFix/>
          </a:blip>
          <a:stretch>
            <a:fillRect/>
          </a:stretch>
        </p:blipFill>
        <p:spPr>
          <a:xfrm>
            <a:off x="1791250" y="4110250"/>
            <a:ext cx="463450" cy="463450"/>
          </a:xfrm>
          <a:prstGeom prst="rect">
            <a:avLst/>
          </a:prstGeom>
          <a:noFill/>
          <a:ln>
            <a:noFill/>
          </a:ln>
        </p:spPr>
      </p:pic>
      <p:pic>
        <p:nvPicPr>
          <p:cNvPr id="271" name="Google Shape;271;p25" title="download.png"/>
          <p:cNvPicPr preferRelativeResize="0"/>
          <p:nvPr/>
        </p:nvPicPr>
        <p:blipFill>
          <a:blip r:embed="rId7">
            <a:alphaModFix/>
          </a:blip>
          <a:stretch>
            <a:fillRect/>
          </a:stretch>
        </p:blipFill>
        <p:spPr>
          <a:xfrm>
            <a:off x="7211425" y="3871425"/>
            <a:ext cx="926900" cy="463450"/>
          </a:xfrm>
          <a:prstGeom prst="rect">
            <a:avLst/>
          </a:prstGeom>
          <a:noFill/>
          <a:ln>
            <a:noFill/>
          </a:ln>
        </p:spPr>
      </p:pic>
      <p:pic>
        <p:nvPicPr>
          <p:cNvPr id="272" name="Google Shape;272;p25" title="download.png"/>
          <p:cNvPicPr preferRelativeResize="0"/>
          <p:nvPr/>
        </p:nvPicPr>
        <p:blipFill>
          <a:blip r:embed="rId8">
            <a:alphaModFix/>
          </a:blip>
          <a:stretch>
            <a:fillRect/>
          </a:stretch>
        </p:blipFill>
        <p:spPr>
          <a:xfrm>
            <a:off x="809200" y="1508650"/>
            <a:ext cx="648275" cy="431397"/>
          </a:xfrm>
          <a:prstGeom prst="rect">
            <a:avLst/>
          </a:prstGeom>
          <a:noFill/>
          <a:ln>
            <a:noFill/>
          </a:ln>
        </p:spPr>
      </p:pic>
      <p:pic>
        <p:nvPicPr>
          <p:cNvPr id="273" name="Google Shape;273;p25" title="download.png"/>
          <p:cNvPicPr preferRelativeResize="0"/>
          <p:nvPr/>
        </p:nvPicPr>
        <p:blipFill>
          <a:blip r:embed="rId9">
            <a:alphaModFix/>
          </a:blip>
          <a:stretch>
            <a:fillRect/>
          </a:stretch>
        </p:blipFill>
        <p:spPr>
          <a:xfrm>
            <a:off x="7443450" y="903025"/>
            <a:ext cx="786300" cy="523247"/>
          </a:xfrm>
          <a:prstGeom prst="rect">
            <a:avLst/>
          </a:prstGeom>
          <a:noFill/>
          <a:ln>
            <a:noFill/>
          </a:ln>
        </p:spPr>
      </p:pic>
      <p:pic>
        <p:nvPicPr>
          <p:cNvPr id="274" name="Google Shape;274;p25" title="download.png"/>
          <p:cNvPicPr preferRelativeResize="0"/>
          <p:nvPr/>
        </p:nvPicPr>
        <p:blipFill>
          <a:blip r:embed="rId10">
            <a:alphaModFix/>
          </a:blip>
          <a:stretch>
            <a:fillRect/>
          </a:stretch>
        </p:blipFill>
        <p:spPr>
          <a:xfrm>
            <a:off x="3154900" y="749475"/>
            <a:ext cx="648275" cy="406313"/>
          </a:xfrm>
          <a:prstGeom prst="rect">
            <a:avLst/>
          </a:prstGeom>
          <a:noFill/>
          <a:ln>
            <a:noFill/>
          </a:ln>
        </p:spPr>
      </p:pic>
      <p:pic>
        <p:nvPicPr>
          <p:cNvPr id="275" name="Google Shape;275;p25" title="download.png"/>
          <p:cNvPicPr preferRelativeResize="0"/>
          <p:nvPr/>
        </p:nvPicPr>
        <p:blipFill>
          <a:blip r:embed="rId11">
            <a:alphaModFix/>
          </a:blip>
          <a:stretch>
            <a:fillRect/>
          </a:stretch>
        </p:blipFill>
        <p:spPr>
          <a:xfrm>
            <a:off x="6381300" y="2209898"/>
            <a:ext cx="648275" cy="562197"/>
          </a:xfrm>
          <a:prstGeom prst="rect">
            <a:avLst/>
          </a:prstGeom>
          <a:noFill/>
          <a:ln>
            <a:noFill/>
          </a:ln>
        </p:spPr>
      </p:pic>
      <p:pic>
        <p:nvPicPr>
          <p:cNvPr id="276" name="Google Shape;276;p25" title="download.png"/>
          <p:cNvPicPr preferRelativeResize="0"/>
          <p:nvPr/>
        </p:nvPicPr>
        <p:blipFill>
          <a:blip r:embed="rId12">
            <a:alphaModFix/>
          </a:blip>
          <a:stretch>
            <a:fillRect/>
          </a:stretch>
        </p:blipFill>
        <p:spPr>
          <a:xfrm>
            <a:off x="4340272" y="4334874"/>
            <a:ext cx="463450" cy="325100"/>
          </a:xfrm>
          <a:prstGeom prst="rect">
            <a:avLst/>
          </a:prstGeom>
          <a:noFill/>
          <a:ln>
            <a:noFill/>
          </a:ln>
        </p:spPr>
      </p:pic>
      <p:sp>
        <p:nvSpPr>
          <p:cNvPr id="277" name="Google Shape;277;p25"/>
          <p:cNvSpPr/>
          <p:nvPr/>
        </p:nvSpPr>
        <p:spPr>
          <a:xfrm>
            <a:off x="3249875" y="3524525"/>
            <a:ext cx="648300" cy="406200"/>
          </a:xfrm>
          <a:prstGeom prst="wedgeRectCallout">
            <a:avLst>
              <a:gd fmla="val 40784" name="adj1"/>
              <a:gd fmla="val -12634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Are you my lost brother?</a:t>
            </a:r>
            <a:endParaRPr sz="800"/>
          </a:p>
        </p:txBody>
      </p:sp>
      <p:sp>
        <p:nvSpPr>
          <p:cNvPr id="278" name="Google Shape;278;p25"/>
          <p:cNvSpPr/>
          <p:nvPr/>
        </p:nvSpPr>
        <p:spPr>
          <a:xfrm>
            <a:off x="4890025" y="3546913"/>
            <a:ext cx="648300" cy="406200"/>
          </a:xfrm>
          <a:prstGeom prst="wedgeRectCallout">
            <a:avLst>
              <a:gd fmla="val -20110" name="adj1"/>
              <a:gd fmla="val -11850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Mhhh… I’m not sure.</a:t>
            </a:r>
            <a:endParaRPr sz="800"/>
          </a:p>
        </p:txBody>
      </p:sp>
      <p:sp>
        <p:nvSpPr>
          <p:cNvPr id="279" name="Google Shape;279;p25"/>
          <p:cNvSpPr/>
          <p:nvPr/>
        </p:nvSpPr>
        <p:spPr>
          <a:xfrm>
            <a:off x="415675" y="4452000"/>
            <a:ext cx="648300" cy="406200"/>
          </a:xfrm>
          <a:prstGeom prst="wedgeRectCallout">
            <a:avLst>
              <a:gd fmla="val 126662" name="adj1"/>
              <a:gd fmla="val -6623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0" name="Google Shape;280;p25"/>
          <p:cNvSpPr/>
          <p:nvPr/>
        </p:nvSpPr>
        <p:spPr>
          <a:xfrm>
            <a:off x="246213" y="2368650"/>
            <a:ext cx="648300" cy="406200"/>
          </a:xfrm>
          <a:prstGeom prst="wedgeRectCallout">
            <a:avLst>
              <a:gd fmla="val 77802" name="adj1"/>
              <a:gd fmla="val -14762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1" name="Google Shape;281;p25"/>
          <p:cNvSpPr/>
          <p:nvPr/>
        </p:nvSpPr>
        <p:spPr>
          <a:xfrm>
            <a:off x="3034338" y="4573700"/>
            <a:ext cx="648300" cy="406200"/>
          </a:xfrm>
          <a:prstGeom prst="wedgeRectCallout">
            <a:avLst>
              <a:gd fmla="val 143766" name="adj1"/>
              <a:gd fmla="val -5419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2" name="Google Shape;282;p25"/>
          <p:cNvSpPr/>
          <p:nvPr/>
        </p:nvSpPr>
        <p:spPr>
          <a:xfrm>
            <a:off x="6223388" y="4737300"/>
            <a:ext cx="648300" cy="406200"/>
          </a:xfrm>
          <a:prstGeom prst="wedgeRectCallout">
            <a:avLst>
              <a:gd fmla="val 77802" name="adj1"/>
              <a:gd fmla="val -14762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3" name="Google Shape;283;p25"/>
          <p:cNvSpPr/>
          <p:nvPr/>
        </p:nvSpPr>
        <p:spPr>
          <a:xfrm>
            <a:off x="7808788" y="2521050"/>
            <a:ext cx="648300" cy="406200"/>
          </a:xfrm>
          <a:prstGeom prst="wedgeRectCallout">
            <a:avLst>
              <a:gd fmla="val -147977" name="adj1"/>
              <a:gd fmla="val -5285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4" name="Google Shape;284;p25"/>
          <p:cNvSpPr/>
          <p:nvPr/>
        </p:nvSpPr>
        <p:spPr>
          <a:xfrm>
            <a:off x="6450675" y="854300"/>
            <a:ext cx="648300" cy="406200"/>
          </a:xfrm>
          <a:prstGeom prst="wedgeRectCallout">
            <a:avLst>
              <a:gd fmla="val 94405" name="adj1"/>
              <a:gd fmla="val 3829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5" name="Google Shape;285;p25"/>
          <p:cNvSpPr/>
          <p:nvPr/>
        </p:nvSpPr>
        <p:spPr>
          <a:xfrm>
            <a:off x="2424163" y="1689100"/>
            <a:ext cx="648300" cy="406200"/>
          </a:xfrm>
          <a:prstGeom prst="wedgeRectCallout">
            <a:avLst>
              <a:gd fmla="val 77802" name="adj1"/>
              <a:gd fmla="val -14762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Goo goo gaa gaa</a:t>
            </a:r>
            <a:endParaRPr sz="800"/>
          </a:p>
        </p:txBody>
      </p:sp>
      <p:sp>
        <p:nvSpPr>
          <p:cNvPr id="286" name="Google Shape;286;p25"/>
          <p:cNvSpPr/>
          <p:nvPr/>
        </p:nvSpPr>
        <p:spPr>
          <a:xfrm>
            <a:off x="4340275" y="1081375"/>
            <a:ext cx="837300" cy="562200"/>
          </a:xfrm>
          <a:prstGeom prst="wedgeRectCallout">
            <a:avLst>
              <a:gd fmla="val -26099" name="adj1"/>
              <a:gd fmla="val 11905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Sigh…</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