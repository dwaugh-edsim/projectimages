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3"/>
    <p:sldMasterId id="214748367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Proxima Nova"/>
      <p:regular r:id="rId26"/>
      <p:bold r:id="rId27"/>
      <p:italic r:id="rId28"/>
      <p:boldItalic r:id="rId29"/>
    </p:embeddedFont>
    <p:embeddedFont>
      <p:font typeface="Plus Jakarta Sans"/>
      <p:regular r:id="rId30"/>
      <p:bold r:id="rId31"/>
      <p:italic r:id="rId32"/>
      <p:boldItalic r:id="rId33"/>
    </p:embeddedFont>
    <p:embeddedFont>
      <p:font typeface="Urbanist"/>
      <p:regular r:id="rId34"/>
      <p:bold r:id="rId35"/>
      <p:italic r:id="rId36"/>
      <p:boldItalic r:id="rId37"/>
    </p:embeddedFont>
    <p:embeddedFont>
      <p:font typeface="PT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TSans-italic.fntdata"/><Relationship Id="rId20" Type="http://schemas.openxmlformats.org/officeDocument/2006/relationships/slide" Target="slides/slide15.xml"/><Relationship Id="rId41" Type="http://schemas.openxmlformats.org/officeDocument/2006/relationships/font" Target="fonts/PTSans-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roximaNova-regular.fntdata"/><Relationship Id="rId25" Type="http://schemas.openxmlformats.org/officeDocument/2006/relationships/slide" Target="slides/slide20.xml"/><Relationship Id="rId28" Type="http://schemas.openxmlformats.org/officeDocument/2006/relationships/font" Target="fonts/ProximaNova-italic.fntdata"/><Relationship Id="rId27" Type="http://schemas.openxmlformats.org/officeDocument/2006/relationships/font" Target="fonts/ProximaNova-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roximaNova-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lusJakartaSans-bold.fntdata"/><Relationship Id="rId30" Type="http://schemas.openxmlformats.org/officeDocument/2006/relationships/font" Target="fonts/PlusJakartaSans-regular.fntdata"/><Relationship Id="rId11" Type="http://schemas.openxmlformats.org/officeDocument/2006/relationships/slide" Target="slides/slide6.xml"/><Relationship Id="rId33" Type="http://schemas.openxmlformats.org/officeDocument/2006/relationships/font" Target="fonts/PlusJakartaSans-boldItalic.fntdata"/><Relationship Id="rId10" Type="http://schemas.openxmlformats.org/officeDocument/2006/relationships/slide" Target="slides/slide5.xml"/><Relationship Id="rId32" Type="http://schemas.openxmlformats.org/officeDocument/2006/relationships/font" Target="fonts/PlusJakartaSans-italic.fntdata"/><Relationship Id="rId13" Type="http://schemas.openxmlformats.org/officeDocument/2006/relationships/slide" Target="slides/slide8.xml"/><Relationship Id="rId35" Type="http://schemas.openxmlformats.org/officeDocument/2006/relationships/font" Target="fonts/Urbanist-bold.fntdata"/><Relationship Id="rId12" Type="http://schemas.openxmlformats.org/officeDocument/2006/relationships/slide" Target="slides/slide7.xml"/><Relationship Id="rId34" Type="http://schemas.openxmlformats.org/officeDocument/2006/relationships/font" Target="fonts/Urbanist-regular.fntdata"/><Relationship Id="rId15" Type="http://schemas.openxmlformats.org/officeDocument/2006/relationships/slide" Target="slides/slide10.xml"/><Relationship Id="rId37" Type="http://schemas.openxmlformats.org/officeDocument/2006/relationships/font" Target="fonts/Urbanist-boldItalic.fntdata"/><Relationship Id="rId14" Type="http://schemas.openxmlformats.org/officeDocument/2006/relationships/slide" Target="slides/slide9.xml"/><Relationship Id="rId36" Type="http://schemas.openxmlformats.org/officeDocument/2006/relationships/font" Target="fonts/Urbanist-italic.fntdata"/><Relationship Id="rId17" Type="http://schemas.openxmlformats.org/officeDocument/2006/relationships/slide" Target="slides/slide12.xml"/><Relationship Id="rId39" Type="http://schemas.openxmlformats.org/officeDocument/2006/relationships/font" Target="fonts/PTSans-bold.fntdata"/><Relationship Id="rId16" Type="http://schemas.openxmlformats.org/officeDocument/2006/relationships/slide" Target="slides/slide11.xml"/><Relationship Id="rId38" Type="http://schemas.openxmlformats.org/officeDocument/2006/relationships/font" Target="fonts/PTSans-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bafd0f3d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bafd0f3d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99f2f57a71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99f2f57a71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bd6c00e730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bd6c00e730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99f2f57a7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99f2f57a71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99f2f57a71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99f2f57a71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bd6c00e73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bd6c00e73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bd6c00e730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bd6c00e730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bbcb35b5ae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bbcb35b5ae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bd6c00e730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bd6c00e730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bd6c00e730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bd6c00e730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bd6c00e730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bd6c00e730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bd6c00e730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bd6c00e730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cc98d9fb70_8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cc98d9fb70_8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99f2f57a71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99f2f57a71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1bbcb35b5ae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1bbcb35b5ae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1bbcb35b5ae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1bbcb35b5ae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1bbcb35b5ae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1bbcb35b5ae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1bbcb35b5ae_0_22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1bbcb35b5ae_0_22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1bbcb35b5ae_0_229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1bbcb35b5ae_0_229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1bbcb35b5ae_0_22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1bbcb35b5ae_0_22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471200" y="1134374"/>
            <a:ext cx="6201600" cy="23307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rgbClr val="191919"/>
              </a:buClr>
              <a:buSzPts val="5200"/>
              <a:buNone/>
              <a:defRPr sz="5200">
                <a:solidFill>
                  <a:srgbClr val="191919"/>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2057400" y="3608026"/>
            <a:ext cx="5029200" cy="40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2"/>
          <p:cNvSpPr/>
          <p:nvPr/>
        </p:nvSpPr>
        <p:spPr>
          <a:xfrm rot="200015">
            <a:off x="-70637" y="-83394"/>
            <a:ext cx="1744380" cy="1608161"/>
          </a:xfrm>
          <a:custGeom>
            <a:rect b="b" l="l" r="r" t="t"/>
            <a:pathLst>
              <a:path extrusionOk="0" h="21026" w="22807">
                <a:moveTo>
                  <a:pt x="22807" y="1"/>
                </a:moveTo>
                <a:lnTo>
                  <a:pt x="0" y="1365"/>
                </a:lnTo>
                <a:lnTo>
                  <a:pt x="0" y="1365"/>
                </a:lnTo>
                <a:lnTo>
                  <a:pt x="547" y="18653"/>
                </a:lnTo>
                <a:cubicBezTo>
                  <a:pt x="1436" y="20116"/>
                  <a:pt x="3140" y="21026"/>
                  <a:pt x="4844" y="21026"/>
                </a:cubicBezTo>
                <a:cubicBezTo>
                  <a:pt x="5155" y="21026"/>
                  <a:pt x="5465" y="20996"/>
                  <a:pt x="5771" y="20933"/>
                </a:cubicBezTo>
                <a:cubicBezTo>
                  <a:pt x="7755" y="20527"/>
                  <a:pt x="9394" y="18788"/>
                  <a:pt x="9682" y="16784"/>
                </a:cubicBezTo>
                <a:cubicBezTo>
                  <a:pt x="10160" y="13459"/>
                  <a:pt x="7255" y="10295"/>
                  <a:pt x="7871" y="6992"/>
                </a:cubicBezTo>
                <a:cubicBezTo>
                  <a:pt x="8279" y="4809"/>
                  <a:pt x="10415" y="3112"/>
                  <a:pt x="12620" y="3112"/>
                </a:cubicBezTo>
                <a:cubicBezTo>
                  <a:pt x="12793" y="3112"/>
                  <a:pt x="12967" y="3122"/>
                  <a:pt x="13140" y="3144"/>
                </a:cubicBezTo>
                <a:cubicBezTo>
                  <a:pt x="14562" y="3323"/>
                  <a:pt x="15843" y="4131"/>
                  <a:pt x="17261" y="4329"/>
                </a:cubicBezTo>
                <a:cubicBezTo>
                  <a:pt x="17457" y="4356"/>
                  <a:pt x="17653" y="4369"/>
                  <a:pt x="17849" y="4369"/>
                </a:cubicBezTo>
                <a:cubicBezTo>
                  <a:pt x="20242" y="4369"/>
                  <a:pt x="22546" y="2404"/>
                  <a:pt x="22807" y="1"/>
                </a:cubicBezTo>
                <a:close/>
              </a:path>
            </a:pathLst>
          </a:cu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114300" y="92800"/>
            <a:ext cx="1490666" cy="1481334"/>
          </a:xfrm>
          <a:custGeom>
            <a:rect b="b" l="l" r="r" t="t"/>
            <a:pathLst>
              <a:path extrusionOk="0" h="21026" w="22807">
                <a:moveTo>
                  <a:pt x="22807" y="1"/>
                </a:moveTo>
                <a:lnTo>
                  <a:pt x="0" y="1365"/>
                </a:lnTo>
                <a:lnTo>
                  <a:pt x="0" y="1365"/>
                </a:lnTo>
                <a:lnTo>
                  <a:pt x="547" y="18653"/>
                </a:lnTo>
                <a:cubicBezTo>
                  <a:pt x="1436" y="20116"/>
                  <a:pt x="3140" y="21026"/>
                  <a:pt x="4844" y="21026"/>
                </a:cubicBezTo>
                <a:cubicBezTo>
                  <a:pt x="5155" y="21026"/>
                  <a:pt x="5465" y="20996"/>
                  <a:pt x="5771" y="20933"/>
                </a:cubicBezTo>
                <a:cubicBezTo>
                  <a:pt x="7755" y="20527"/>
                  <a:pt x="9394" y="18788"/>
                  <a:pt x="9682" y="16784"/>
                </a:cubicBezTo>
                <a:cubicBezTo>
                  <a:pt x="10160" y="13459"/>
                  <a:pt x="7255" y="10295"/>
                  <a:pt x="7871" y="6992"/>
                </a:cubicBezTo>
                <a:cubicBezTo>
                  <a:pt x="8279" y="4809"/>
                  <a:pt x="10415" y="3112"/>
                  <a:pt x="12620" y="3112"/>
                </a:cubicBezTo>
                <a:cubicBezTo>
                  <a:pt x="12793" y="3112"/>
                  <a:pt x="12967" y="3122"/>
                  <a:pt x="13140" y="3144"/>
                </a:cubicBezTo>
                <a:cubicBezTo>
                  <a:pt x="14562" y="3323"/>
                  <a:pt x="15843" y="4131"/>
                  <a:pt x="17261" y="4329"/>
                </a:cubicBezTo>
                <a:cubicBezTo>
                  <a:pt x="17457" y="4356"/>
                  <a:pt x="17653" y="4369"/>
                  <a:pt x="17849" y="4369"/>
                </a:cubicBezTo>
                <a:cubicBezTo>
                  <a:pt x="20242" y="4369"/>
                  <a:pt x="22546" y="2404"/>
                  <a:pt x="22807"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146825" y="3467101"/>
            <a:ext cx="3145770" cy="1713123"/>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6798944" y="3959785"/>
            <a:ext cx="2351370" cy="11857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6597750" y="3608024"/>
            <a:ext cx="2606353" cy="1592859"/>
          </a:xfrm>
          <a:custGeom>
            <a:rect b="b" l="l" r="r" t="t"/>
            <a:pathLst>
              <a:path extrusionOk="0" fill="none" h="19503" w="37080">
                <a:moveTo>
                  <a:pt x="37079" y="2478"/>
                </a:moveTo>
                <a:cubicBezTo>
                  <a:pt x="33546" y="1"/>
                  <a:pt x="28233" y="527"/>
                  <a:pt x="25254" y="3649"/>
                </a:cubicBezTo>
                <a:cubicBezTo>
                  <a:pt x="23262" y="5734"/>
                  <a:pt x="22272" y="8744"/>
                  <a:pt x="19897" y="10382"/>
                </a:cubicBezTo>
                <a:cubicBezTo>
                  <a:pt x="17363" y="12130"/>
                  <a:pt x="14014" y="11826"/>
                  <a:pt x="10950" y="12123"/>
                </a:cubicBezTo>
                <a:cubicBezTo>
                  <a:pt x="9025" y="12311"/>
                  <a:pt x="7136" y="12759"/>
                  <a:pt x="5334" y="13458"/>
                </a:cubicBezTo>
                <a:cubicBezTo>
                  <a:pt x="4002" y="13976"/>
                  <a:pt x="2698" y="14645"/>
                  <a:pt x="1691" y="15659"/>
                </a:cubicBezTo>
                <a:cubicBezTo>
                  <a:pt x="685" y="16673"/>
                  <a:pt x="0" y="18077"/>
                  <a:pt x="99" y="19503"/>
                </a:cubicBezTo>
                <a:lnTo>
                  <a:pt x="37079" y="19503"/>
                </a:lnTo>
                <a:close/>
              </a:path>
            </a:pathLst>
          </a:custGeom>
          <a:solidFill>
            <a:schemeClr val="dk1"/>
          </a:solidFill>
          <a:ln cap="flat" cmpd="sng" w="9525">
            <a:solidFill>
              <a:schemeClr val="dk1"/>
            </a:solidFill>
            <a:prstDash val="solid"/>
            <a:miter lim="1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flipH="1" rot="10376807">
            <a:off x="7263583" y="-355382"/>
            <a:ext cx="2215930" cy="1599283"/>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1086900" y="2490413"/>
            <a:ext cx="6970200" cy="864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hasCustomPrompt="1" idx="2" type="title"/>
          </p:nvPr>
        </p:nvSpPr>
        <p:spPr>
          <a:xfrm>
            <a:off x="4023300" y="1267688"/>
            <a:ext cx="1097400" cy="10974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 name="Google Shape;20;p3"/>
          <p:cNvSpPr txBox="1"/>
          <p:nvPr>
            <p:ph idx="1" type="subTitle"/>
          </p:nvPr>
        </p:nvSpPr>
        <p:spPr>
          <a:xfrm>
            <a:off x="2038200" y="3510113"/>
            <a:ext cx="50676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 name="Google Shape;21;p3"/>
          <p:cNvSpPr/>
          <p:nvPr/>
        </p:nvSpPr>
        <p:spPr>
          <a:xfrm rot="-10177876">
            <a:off x="-412039" y="4032063"/>
            <a:ext cx="2624361" cy="1173037"/>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89571">
            <a:off x="6924660" y="-34314"/>
            <a:ext cx="2569122" cy="1146696"/>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10406059">
            <a:off x="-164783" y="-247591"/>
            <a:ext cx="2869886" cy="1994411"/>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5981654" y="3432417"/>
            <a:ext cx="3385796" cy="1828808"/>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312361">
            <a:off x="-457450" y="4194502"/>
            <a:ext cx="2624403" cy="1173042"/>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425596">
            <a:off x="6971866" y="-203918"/>
            <a:ext cx="2569082" cy="1146677"/>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 name="Google Shape;29;p4"/>
          <p:cNvSpPr txBox="1"/>
          <p:nvPr>
            <p:ph idx="1" type="body"/>
          </p:nvPr>
        </p:nvSpPr>
        <p:spPr>
          <a:xfrm>
            <a:off x="720000" y="1135564"/>
            <a:ext cx="7704000" cy="375000"/>
          </a:xfrm>
          <a:prstGeom prst="rect">
            <a:avLst/>
          </a:prstGeom>
        </p:spPr>
        <p:txBody>
          <a:bodyPr anchorCtr="0" anchor="t" bIns="91425" lIns="91425" spcFirstLastPara="1" rIns="91425" wrap="square" tIns="91425">
            <a:noAutofit/>
          </a:bodyPr>
          <a:lstStyle>
            <a:lvl1pPr indent="-304800" lvl="0" marL="457200" rtl="0" algn="ctr">
              <a:lnSpc>
                <a:spcPct val="100000"/>
              </a:lnSpc>
              <a:spcBef>
                <a:spcPts val="0"/>
              </a:spcBef>
              <a:spcAft>
                <a:spcPts val="0"/>
              </a:spcAft>
              <a:buClr>
                <a:srgbClr val="434343"/>
              </a:buClr>
              <a:buSzPts val="1200"/>
              <a:buAutoNum type="arabicPeriod"/>
              <a:defRPr sz="1200"/>
            </a:lvl1pPr>
            <a:lvl2pPr indent="-304800" lvl="1" marL="914400" rtl="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indent="-304800" lvl="2" marL="13716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indent="-304800" lvl="3" marL="1828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indent="-304800" lvl="4" marL="22860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indent="-304800" lvl="5" marL="27432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indent="-304800" lvl="6" marL="3200400" rtl="0">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indent="-304800" lvl="7" marL="36576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indent="-304800" lvl="8" marL="4114800" rtl="0">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p:txBody>
      </p:sp>
      <p:sp>
        <p:nvSpPr>
          <p:cNvPr id="30" name="Google Shape;30;p4"/>
          <p:cNvSpPr/>
          <p:nvPr/>
        </p:nvSpPr>
        <p:spPr>
          <a:xfrm flipH="1" rot="-371371">
            <a:off x="7667218" y="4470208"/>
            <a:ext cx="1974472" cy="740945"/>
          </a:xfrm>
          <a:custGeom>
            <a:rect b="b" l="l" r="r" t="t"/>
            <a:pathLst>
              <a:path extrusionOk="0" h="11080" w="29526">
                <a:moveTo>
                  <a:pt x="8183" y="1"/>
                </a:moveTo>
                <a:cubicBezTo>
                  <a:pt x="6391" y="1"/>
                  <a:pt x="4609" y="1063"/>
                  <a:pt x="3819" y="2682"/>
                </a:cubicBezTo>
                <a:cubicBezTo>
                  <a:pt x="3238" y="3873"/>
                  <a:pt x="3173" y="5249"/>
                  <a:pt x="2755" y="6507"/>
                </a:cubicBezTo>
                <a:cubicBezTo>
                  <a:pt x="2339" y="7755"/>
                  <a:pt x="1345" y="9000"/>
                  <a:pt x="35" y="9000"/>
                </a:cubicBezTo>
                <a:cubicBezTo>
                  <a:pt x="23" y="9000"/>
                  <a:pt x="12" y="9000"/>
                  <a:pt x="0" y="9000"/>
                </a:cubicBezTo>
                <a:lnTo>
                  <a:pt x="0" y="11079"/>
                </a:lnTo>
                <a:lnTo>
                  <a:pt x="24342" y="11079"/>
                </a:lnTo>
                <a:lnTo>
                  <a:pt x="28963" y="10111"/>
                </a:lnTo>
                <a:cubicBezTo>
                  <a:pt x="29526" y="7642"/>
                  <a:pt x="27731" y="4887"/>
                  <a:pt x="25245" y="4404"/>
                </a:cubicBezTo>
                <a:cubicBezTo>
                  <a:pt x="24901" y="4337"/>
                  <a:pt x="24555" y="4309"/>
                  <a:pt x="24209" y="4309"/>
                </a:cubicBezTo>
                <a:cubicBezTo>
                  <a:pt x="22334" y="4309"/>
                  <a:pt x="20437" y="5140"/>
                  <a:pt x="18558" y="5140"/>
                </a:cubicBezTo>
                <a:cubicBezTo>
                  <a:pt x="18238" y="5140"/>
                  <a:pt x="17918" y="5116"/>
                  <a:pt x="17598" y="5059"/>
                </a:cubicBezTo>
                <a:cubicBezTo>
                  <a:pt x="14265" y="4467"/>
                  <a:pt x="12243" y="612"/>
                  <a:pt x="8902" y="59"/>
                </a:cubicBezTo>
                <a:cubicBezTo>
                  <a:pt x="8664" y="20"/>
                  <a:pt x="8423" y="1"/>
                  <a:pt x="8183"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rot="-371406">
            <a:off x="7456462" y="4289730"/>
            <a:ext cx="2395980" cy="899149"/>
          </a:xfrm>
          <a:custGeom>
            <a:rect b="b" l="l" r="r" t="t"/>
            <a:pathLst>
              <a:path extrusionOk="0" h="11080" w="29526">
                <a:moveTo>
                  <a:pt x="8183" y="1"/>
                </a:moveTo>
                <a:cubicBezTo>
                  <a:pt x="6391" y="1"/>
                  <a:pt x="4609" y="1063"/>
                  <a:pt x="3819" y="2682"/>
                </a:cubicBezTo>
                <a:cubicBezTo>
                  <a:pt x="3238" y="3873"/>
                  <a:pt x="3173" y="5249"/>
                  <a:pt x="2755" y="6507"/>
                </a:cubicBezTo>
                <a:cubicBezTo>
                  <a:pt x="2339" y="7755"/>
                  <a:pt x="1345" y="9000"/>
                  <a:pt x="35" y="9000"/>
                </a:cubicBezTo>
                <a:cubicBezTo>
                  <a:pt x="23" y="9000"/>
                  <a:pt x="12" y="9000"/>
                  <a:pt x="0" y="9000"/>
                </a:cubicBezTo>
                <a:lnTo>
                  <a:pt x="0" y="11079"/>
                </a:lnTo>
                <a:lnTo>
                  <a:pt x="24342" y="11079"/>
                </a:lnTo>
                <a:lnTo>
                  <a:pt x="28963" y="10111"/>
                </a:lnTo>
                <a:cubicBezTo>
                  <a:pt x="29526" y="7642"/>
                  <a:pt x="27731" y="4887"/>
                  <a:pt x="25245" y="4404"/>
                </a:cubicBezTo>
                <a:cubicBezTo>
                  <a:pt x="24901" y="4337"/>
                  <a:pt x="24555" y="4309"/>
                  <a:pt x="24209" y="4309"/>
                </a:cubicBezTo>
                <a:cubicBezTo>
                  <a:pt x="22334" y="4309"/>
                  <a:pt x="20437" y="5140"/>
                  <a:pt x="18558" y="5140"/>
                </a:cubicBezTo>
                <a:cubicBezTo>
                  <a:pt x="18238" y="5140"/>
                  <a:pt x="17918" y="5116"/>
                  <a:pt x="17598" y="5059"/>
                </a:cubicBezTo>
                <a:cubicBezTo>
                  <a:pt x="14265" y="4467"/>
                  <a:pt x="12243" y="612"/>
                  <a:pt x="8902" y="59"/>
                </a:cubicBezTo>
                <a:cubicBezTo>
                  <a:pt x="8664" y="20"/>
                  <a:pt x="8423" y="1"/>
                  <a:pt x="8183"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rot="10800000">
            <a:off x="-78109" y="-54440"/>
            <a:ext cx="1877832" cy="946966"/>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108243" y="-82113"/>
            <a:ext cx="2190686" cy="1152237"/>
          </a:xfrm>
          <a:custGeom>
            <a:rect b="b" l="l" r="r" t="t"/>
            <a:pathLst>
              <a:path extrusionOk="0" fill="none" h="19503" w="37080">
                <a:moveTo>
                  <a:pt x="37079" y="2478"/>
                </a:moveTo>
                <a:cubicBezTo>
                  <a:pt x="33546" y="1"/>
                  <a:pt x="28233" y="527"/>
                  <a:pt x="25254" y="3649"/>
                </a:cubicBezTo>
                <a:cubicBezTo>
                  <a:pt x="23262" y="5734"/>
                  <a:pt x="22272" y="8744"/>
                  <a:pt x="19897" y="10382"/>
                </a:cubicBezTo>
                <a:cubicBezTo>
                  <a:pt x="17363" y="12130"/>
                  <a:pt x="14014" y="11826"/>
                  <a:pt x="10950" y="12123"/>
                </a:cubicBezTo>
                <a:cubicBezTo>
                  <a:pt x="9025" y="12311"/>
                  <a:pt x="7136" y="12759"/>
                  <a:pt x="5334" y="13458"/>
                </a:cubicBezTo>
                <a:cubicBezTo>
                  <a:pt x="4002" y="13976"/>
                  <a:pt x="2698" y="14645"/>
                  <a:pt x="1691" y="15659"/>
                </a:cubicBezTo>
                <a:cubicBezTo>
                  <a:pt x="685" y="16673"/>
                  <a:pt x="0" y="18077"/>
                  <a:pt x="99" y="19503"/>
                </a:cubicBezTo>
                <a:lnTo>
                  <a:pt x="37079" y="19503"/>
                </a:lnTo>
                <a:close/>
              </a:path>
            </a:pathLst>
          </a:custGeom>
          <a:solidFill>
            <a:schemeClr val="dk1"/>
          </a:solidFill>
          <a:ln cap="flat" cmpd="sng" w="9525">
            <a:solidFill>
              <a:schemeClr val="dk1"/>
            </a:solidFill>
            <a:prstDash val="solid"/>
            <a:miter lim="1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 name="Shape 34"/>
        <p:cNvGrpSpPr/>
        <p:nvPr/>
      </p:nvGrpSpPr>
      <p:grpSpPr>
        <a:xfrm>
          <a:off x="0" y="0"/>
          <a:ext cx="0" cy="0"/>
          <a:chOff x="0" y="0"/>
          <a:chExt cx="0" cy="0"/>
        </a:xfrm>
      </p:grpSpPr>
      <p:sp>
        <p:nvSpPr>
          <p:cNvPr id="35" name="Google Shape;35;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6" name="Google Shape;36;p5"/>
          <p:cNvSpPr txBox="1"/>
          <p:nvPr>
            <p:ph idx="2" type="title"/>
          </p:nvPr>
        </p:nvSpPr>
        <p:spPr>
          <a:xfrm>
            <a:off x="1537450" y="2648588"/>
            <a:ext cx="2742600" cy="42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2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7" name="Google Shape;37;p5"/>
          <p:cNvSpPr txBox="1"/>
          <p:nvPr>
            <p:ph idx="3" type="title"/>
          </p:nvPr>
        </p:nvSpPr>
        <p:spPr>
          <a:xfrm>
            <a:off x="4864299" y="2648588"/>
            <a:ext cx="2742600" cy="42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2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8" name="Google Shape;38;p5"/>
          <p:cNvSpPr txBox="1"/>
          <p:nvPr>
            <p:ph idx="1" type="subTitle"/>
          </p:nvPr>
        </p:nvSpPr>
        <p:spPr>
          <a:xfrm>
            <a:off x="4863999" y="2985289"/>
            <a:ext cx="2743200" cy="1044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9" name="Google Shape;39;p5"/>
          <p:cNvSpPr txBox="1"/>
          <p:nvPr>
            <p:ph idx="4" type="subTitle"/>
          </p:nvPr>
        </p:nvSpPr>
        <p:spPr>
          <a:xfrm>
            <a:off x="1537450" y="2985289"/>
            <a:ext cx="2742600" cy="1044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0" name="Google Shape;40;p5"/>
          <p:cNvSpPr/>
          <p:nvPr/>
        </p:nvSpPr>
        <p:spPr>
          <a:xfrm flipH="1" rot="2978961">
            <a:off x="-1168688" y="-238557"/>
            <a:ext cx="2500048" cy="324259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flipH="1" rot="2473911">
            <a:off x="7539227" y="2987272"/>
            <a:ext cx="2500055" cy="3242606"/>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flipH="1" rot="2473911">
            <a:off x="7682102" y="3070509"/>
            <a:ext cx="2500055" cy="3242606"/>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flipH="1" rot="2978961">
            <a:off x="-1297086" y="-313570"/>
            <a:ext cx="2500048" cy="324259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6" name="Google Shape;46;p6"/>
          <p:cNvSpPr/>
          <p:nvPr/>
        </p:nvSpPr>
        <p:spPr>
          <a:xfrm rot="169350">
            <a:off x="7168154" y="-102276"/>
            <a:ext cx="2100675" cy="987345"/>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6"/>
          <p:cNvSpPr/>
          <p:nvPr/>
        </p:nvSpPr>
        <p:spPr>
          <a:xfrm rot="5400000">
            <a:off x="261255" y="3697985"/>
            <a:ext cx="903930" cy="1987110"/>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p:nvPr/>
        </p:nvSpPr>
        <p:spPr>
          <a:xfrm rot="5400000">
            <a:off x="360783" y="3966076"/>
            <a:ext cx="704893" cy="1764342"/>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6"/>
          <p:cNvSpPr/>
          <p:nvPr/>
        </p:nvSpPr>
        <p:spPr>
          <a:xfrm rot="-10509608">
            <a:off x="7796912" y="3885338"/>
            <a:ext cx="1441468" cy="1328903"/>
          </a:xfrm>
          <a:custGeom>
            <a:rect b="b" l="l" r="r" t="t"/>
            <a:pathLst>
              <a:path extrusionOk="0" h="21026" w="22807">
                <a:moveTo>
                  <a:pt x="22807" y="1"/>
                </a:moveTo>
                <a:lnTo>
                  <a:pt x="0" y="1365"/>
                </a:lnTo>
                <a:lnTo>
                  <a:pt x="0" y="1365"/>
                </a:lnTo>
                <a:lnTo>
                  <a:pt x="547" y="18653"/>
                </a:lnTo>
                <a:cubicBezTo>
                  <a:pt x="1436" y="20116"/>
                  <a:pt x="3140" y="21026"/>
                  <a:pt x="4844" y="21026"/>
                </a:cubicBezTo>
                <a:cubicBezTo>
                  <a:pt x="5155" y="21026"/>
                  <a:pt x="5465" y="20996"/>
                  <a:pt x="5771" y="20933"/>
                </a:cubicBezTo>
                <a:cubicBezTo>
                  <a:pt x="7755" y="20527"/>
                  <a:pt x="9394" y="18788"/>
                  <a:pt x="9682" y="16784"/>
                </a:cubicBezTo>
                <a:cubicBezTo>
                  <a:pt x="10160" y="13459"/>
                  <a:pt x="7255" y="10295"/>
                  <a:pt x="7871" y="6992"/>
                </a:cubicBezTo>
                <a:cubicBezTo>
                  <a:pt x="8279" y="4809"/>
                  <a:pt x="10415" y="3112"/>
                  <a:pt x="12620" y="3112"/>
                </a:cubicBezTo>
                <a:cubicBezTo>
                  <a:pt x="12793" y="3112"/>
                  <a:pt x="12967" y="3122"/>
                  <a:pt x="13140" y="3144"/>
                </a:cubicBezTo>
                <a:cubicBezTo>
                  <a:pt x="14562" y="3323"/>
                  <a:pt x="15843" y="4131"/>
                  <a:pt x="17261" y="4329"/>
                </a:cubicBezTo>
                <a:cubicBezTo>
                  <a:pt x="17457" y="4356"/>
                  <a:pt x="17653" y="4369"/>
                  <a:pt x="17849" y="4369"/>
                </a:cubicBezTo>
                <a:cubicBezTo>
                  <a:pt x="20242" y="4369"/>
                  <a:pt x="22546" y="2404"/>
                  <a:pt x="22807"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6"/>
          <p:cNvSpPr/>
          <p:nvPr/>
        </p:nvSpPr>
        <p:spPr>
          <a:xfrm rot="169366">
            <a:off x="7473294" y="-111128"/>
            <a:ext cx="1737364" cy="816579"/>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flipH="1" rot="10800000">
            <a:off x="-179525" y="-47649"/>
            <a:ext cx="1615996" cy="1297974"/>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2" name="Shape 52"/>
        <p:cNvGrpSpPr/>
        <p:nvPr/>
      </p:nvGrpSpPr>
      <p:grpSpPr>
        <a:xfrm>
          <a:off x="0" y="0"/>
          <a:ext cx="0" cy="0"/>
          <a:chOff x="0" y="0"/>
          <a:chExt cx="0" cy="0"/>
        </a:xfrm>
      </p:grpSpPr>
      <p:sp>
        <p:nvSpPr>
          <p:cNvPr id="53" name="Google Shape;53;p7"/>
          <p:cNvSpPr txBox="1"/>
          <p:nvPr>
            <p:ph idx="1" type="body"/>
          </p:nvPr>
        </p:nvSpPr>
        <p:spPr>
          <a:xfrm>
            <a:off x="4186800" y="1593575"/>
            <a:ext cx="3966300" cy="2505000"/>
          </a:xfrm>
          <a:prstGeom prst="rect">
            <a:avLst/>
          </a:prstGeom>
        </p:spPr>
        <p:txBody>
          <a:bodyPr anchorCtr="0" anchor="ctr" bIns="91425" lIns="91425" spcFirstLastPara="1" rIns="91425" wrap="square" tIns="91425">
            <a:noAutofit/>
          </a:bodyPr>
          <a:lstStyle>
            <a:lvl1pPr indent="-317500" lvl="0" marL="457200" rtl="0">
              <a:lnSpc>
                <a:spcPct val="100000"/>
              </a:lnSpc>
              <a:spcBef>
                <a:spcPts val="0"/>
              </a:spcBef>
              <a:spcAft>
                <a:spcPts val="0"/>
              </a:spcAft>
              <a:buSzPts val="1400"/>
              <a:buAutoNum type="arabicPeriod"/>
              <a:defRPr>
                <a:solidFill>
                  <a:srgbClr val="434343"/>
                </a:solidFill>
              </a:defRPr>
            </a:lvl1pPr>
            <a:lvl2pPr indent="-317500" lvl="1" marL="914400" rtl="0">
              <a:lnSpc>
                <a:spcPct val="115000"/>
              </a:lnSpc>
              <a:spcBef>
                <a:spcPts val="1600"/>
              </a:spcBef>
              <a:spcAft>
                <a:spcPts val="0"/>
              </a:spcAft>
              <a:buSzPts val="1400"/>
              <a:buAutoNum type="alphaLcPeriod"/>
              <a:defRPr>
                <a:solidFill>
                  <a:srgbClr val="434343"/>
                </a:solidFill>
              </a:defRPr>
            </a:lvl2pPr>
            <a:lvl3pPr indent="-317500" lvl="2" marL="1371600" rtl="0">
              <a:lnSpc>
                <a:spcPct val="115000"/>
              </a:lnSpc>
              <a:spcBef>
                <a:spcPts val="1600"/>
              </a:spcBef>
              <a:spcAft>
                <a:spcPts val="0"/>
              </a:spcAft>
              <a:buSzPts val="1400"/>
              <a:buAutoNum type="romanLcPeriod"/>
              <a:defRPr>
                <a:solidFill>
                  <a:srgbClr val="434343"/>
                </a:solidFill>
              </a:defRPr>
            </a:lvl3pPr>
            <a:lvl4pPr indent="-317500" lvl="3" marL="1828800" rtl="0">
              <a:lnSpc>
                <a:spcPct val="115000"/>
              </a:lnSpc>
              <a:spcBef>
                <a:spcPts val="1600"/>
              </a:spcBef>
              <a:spcAft>
                <a:spcPts val="0"/>
              </a:spcAft>
              <a:buSzPts val="1400"/>
              <a:buAutoNum type="arabicPeriod"/>
              <a:defRPr>
                <a:solidFill>
                  <a:srgbClr val="434343"/>
                </a:solidFill>
              </a:defRPr>
            </a:lvl4pPr>
            <a:lvl5pPr indent="-317500" lvl="4" marL="2286000" rtl="0">
              <a:lnSpc>
                <a:spcPct val="115000"/>
              </a:lnSpc>
              <a:spcBef>
                <a:spcPts val="1600"/>
              </a:spcBef>
              <a:spcAft>
                <a:spcPts val="0"/>
              </a:spcAft>
              <a:buSzPts val="1400"/>
              <a:buAutoNum type="alphaLcPeriod"/>
              <a:defRPr>
                <a:solidFill>
                  <a:srgbClr val="434343"/>
                </a:solidFill>
              </a:defRPr>
            </a:lvl5pPr>
            <a:lvl6pPr indent="-317500" lvl="5" marL="2743200" rtl="0">
              <a:lnSpc>
                <a:spcPct val="115000"/>
              </a:lnSpc>
              <a:spcBef>
                <a:spcPts val="1600"/>
              </a:spcBef>
              <a:spcAft>
                <a:spcPts val="0"/>
              </a:spcAft>
              <a:buSzPts val="1400"/>
              <a:buAutoNum type="romanLcPeriod"/>
              <a:defRPr>
                <a:solidFill>
                  <a:srgbClr val="434343"/>
                </a:solidFill>
              </a:defRPr>
            </a:lvl6pPr>
            <a:lvl7pPr indent="-317500" lvl="6" marL="3200400" rtl="0">
              <a:lnSpc>
                <a:spcPct val="115000"/>
              </a:lnSpc>
              <a:spcBef>
                <a:spcPts val="1600"/>
              </a:spcBef>
              <a:spcAft>
                <a:spcPts val="0"/>
              </a:spcAft>
              <a:buSzPts val="1400"/>
              <a:buAutoNum type="arabicPeriod"/>
              <a:defRPr>
                <a:solidFill>
                  <a:srgbClr val="434343"/>
                </a:solidFill>
              </a:defRPr>
            </a:lvl7pPr>
            <a:lvl8pPr indent="-317500" lvl="7" marL="3657600" rtl="0">
              <a:lnSpc>
                <a:spcPct val="115000"/>
              </a:lnSpc>
              <a:spcBef>
                <a:spcPts val="1600"/>
              </a:spcBef>
              <a:spcAft>
                <a:spcPts val="0"/>
              </a:spcAft>
              <a:buSzPts val="1400"/>
              <a:buAutoNum type="alphaLcPeriod"/>
              <a:defRPr>
                <a:solidFill>
                  <a:srgbClr val="434343"/>
                </a:solidFill>
              </a:defRPr>
            </a:lvl8pPr>
            <a:lvl9pPr indent="-317500" lvl="8" marL="4114800" rtl="0">
              <a:lnSpc>
                <a:spcPct val="115000"/>
              </a:lnSpc>
              <a:spcBef>
                <a:spcPts val="1600"/>
              </a:spcBef>
              <a:spcAft>
                <a:spcPts val="1600"/>
              </a:spcAft>
              <a:buSzPts val="1400"/>
              <a:buAutoNum type="romanLcPeriod"/>
              <a:defRPr>
                <a:solidFill>
                  <a:srgbClr val="434343"/>
                </a:solidFill>
              </a:defRPr>
            </a:lvl9pPr>
          </a:lstStyle>
          <a:p/>
        </p:txBody>
      </p:sp>
      <p:sp>
        <p:nvSpPr>
          <p:cNvPr id="54" name="Google Shape;54;p7"/>
          <p:cNvSpPr txBox="1"/>
          <p:nvPr>
            <p:ph type="title"/>
          </p:nvPr>
        </p:nvSpPr>
        <p:spPr>
          <a:xfrm>
            <a:off x="720000" y="482350"/>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5" name="Google Shape;55;p7"/>
          <p:cNvSpPr/>
          <p:nvPr>
            <p:ph idx="2" type="pic"/>
          </p:nvPr>
        </p:nvSpPr>
        <p:spPr>
          <a:xfrm>
            <a:off x="990900" y="1475407"/>
            <a:ext cx="2796600" cy="2741400"/>
          </a:xfrm>
          <a:prstGeom prst="rect">
            <a:avLst/>
          </a:prstGeom>
          <a:noFill/>
          <a:ln cap="flat" cmpd="sng" w="9525">
            <a:solidFill>
              <a:schemeClr val="dk1"/>
            </a:solidFill>
            <a:prstDash val="solid"/>
            <a:round/>
            <a:headEnd len="sm" w="sm" type="none"/>
            <a:tailEnd len="sm" w="sm" type="none"/>
          </a:ln>
        </p:spPr>
      </p:sp>
      <p:sp>
        <p:nvSpPr>
          <p:cNvPr id="56" name="Google Shape;56;p7"/>
          <p:cNvSpPr/>
          <p:nvPr/>
        </p:nvSpPr>
        <p:spPr>
          <a:xfrm rot="10800000">
            <a:off x="-583494" y="4052891"/>
            <a:ext cx="2187552" cy="1150789"/>
          </a:xfrm>
          <a:custGeom>
            <a:rect b="b" l="l" r="r" t="t"/>
            <a:pathLst>
              <a:path extrusionOk="0" h="24494" w="46561">
                <a:moveTo>
                  <a:pt x="2087" y="0"/>
                </a:moveTo>
                <a:cubicBezTo>
                  <a:pt x="277" y="911"/>
                  <a:pt x="0" y="3563"/>
                  <a:pt x="1015" y="5315"/>
                </a:cubicBezTo>
                <a:cubicBezTo>
                  <a:pt x="1972" y="6963"/>
                  <a:pt x="3842" y="8040"/>
                  <a:pt x="5747" y="8040"/>
                </a:cubicBezTo>
                <a:cubicBezTo>
                  <a:pt x="5758" y="8040"/>
                  <a:pt x="5769" y="8040"/>
                  <a:pt x="5780" y="8040"/>
                </a:cubicBezTo>
                <a:cubicBezTo>
                  <a:pt x="7349" y="8031"/>
                  <a:pt x="8825" y="7355"/>
                  <a:pt x="10259" y="6722"/>
                </a:cubicBezTo>
                <a:cubicBezTo>
                  <a:pt x="11574" y="6142"/>
                  <a:pt x="12956" y="5576"/>
                  <a:pt x="14383" y="5576"/>
                </a:cubicBezTo>
                <a:cubicBezTo>
                  <a:pt x="14513" y="5576"/>
                  <a:pt x="14644" y="5581"/>
                  <a:pt x="14774" y="5591"/>
                </a:cubicBezTo>
                <a:cubicBezTo>
                  <a:pt x="16338" y="5710"/>
                  <a:pt x="17943" y="6802"/>
                  <a:pt x="18104" y="8361"/>
                </a:cubicBezTo>
                <a:cubicBezTo>
                  <a:pt x="18223" y="9521"/>
                  <a:pt x="17546" y="10613"/>
                  <a:pt x="16766" y="11479"/>
                </a:cubicBezTo>
                <a:cubicBezTo>
                  <a:pt x="15987" y="12346"/>
                  <a:pt x="15064" y="13109"/>
                  <a:pt x="14503" y="14131"/>
                </a:cubicBezTo>
                <a:cubicBezTo>
                  <a:pt x="13651" y="15682"/>
                  <a:pt x="13812" y="17731"/>
                  <a:pt x="14893" y="19131"/>
                </a:cubicBezTo>
                <a:cubicBezTo>
                  <a:pt x="15755" y="20245"/>
                  <a:pt x="17163" y="20897"/>
                  <a:pt x="18567" y="20897"/>
                </a:cubicBezTo>
                <a:cubicBezTo>
                  <a:pt x="18926" y="20897"/>
                  <a:pt x="19284" y="20855"/>
                  <a:pt x="19633" y="20766"/>
                </a:cubicBezTo>
                <a:cubicBezTo>
                  <a:pt x="21012" y="20418"/>
                  <a:pt x="22359" y="19430"/>
                  <a:pt x="23694" y="19430"/>
                </a:cubicBezTo>
                <a:cubicBezTo>
                  <a:pt x="23981" y="19430"/>
                  <a:pt x="24267" y="19476"/>
                  <a:pt x="24553" y="19583"/>
                </a:cubicBezTo>
                <a:cubicBezTo>
                  <a:pt x="25832" y="20066"/>
                  <a:pt x="26363" y="21548"/>
                  <a:pt x="27259" y="22581"/>
                </a:cubicBezTo>
                <a:cubicBezTo>
                  <a:pt x="28460" y="23966"/>
                  <a:pt x="30312" y="24493"/>
                  <a:pt x="32185" y="24493"/>
                </a:cubicBezTo>
                <a:cubicBezTo>
                  <a:pt x="32904" y="24493"/>
                  <a:pt x="33626" y="24416"/>
                  <a:pt x="34315" y="24279"/>
                </a:cubicBezTo>
                <a:cubicBezTo>
                  <a:pt x="39815" y="23192"/>
                  <a:pt x="44542" y="18847"/>
                  <a:pt x="46089" y="13457"/>
                </a:cubicBezTo>
                <a:lnTo>
                  <a:pt x="4656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7"/>
          <p:cNvSpPr/>
          <p:nvPr/>
        </p:nvSpPr>
        <p:spPr>
          <a:xfrm flipH="1" rot="2919970">
            <a:off x="7411560" y="2953759"/>
            <a:ext cx="2376122" cy="3081773"/>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7"/>
          <p:cNvSpPr/>
          <p:nvPr/>
        </p:nvSpPr>
        <p:spPr>
          <a:xfrm rot="10800000">
            <a:off x="-659670" y="4121590"/>
            <a:ext cx="2187552" cy="1150789"/>
          </a:xfrm>
          <a:custGeom>
            <a:rect b="b" l="l" r="r" t="t"/>
            <a:pathLst>
              <a:path extrusionOk="0" h="24494" w="46561">
                <a:moveTo>
                  <a:pt x="2087" y="0"/>
                </a:moveTo>
                <a:cubicBezTo>
                  <a:pt x="277" y="911"/>
                  <a:pt x="0" y="3563"/>
                  <a:pt x="1015" y="5315"/>
                </a:cubicBezTo>
                <a:cubicBezTo>
                  <a:pt x="1972" y="6963"/>
                  <a:pt x="3842" y="8040"/>
                  <a:pt x="5747" y="8040"/>
                </a:cubicBezTo>
                <a:cubicBezTo>
                  <a:pt x="5758" y="8040"/>
                  <a:pt x="5769" y="8040"/>
                  <a:pt x="5780" y="8040"/>
                </a:cubicBezTo>
                <a:cubicBezTo>
                  <a:pt x="7349" y="8031"/>
                  <a:pt x="8825" y="7355"/>
                  <a:pt x="10259" y="6722"/>
                </a:cubicBezTo>
                <a:cubicBezTo>
                  <a:pt x="11574" y="6142"/>
                  <a:pt x="12956" y="5576"/>
                  <a:pt x="14383" y="5576"/>
                </a:cubicBezTo>
                <a:cubicBezTo>
                  <a:pt x="14513" y="5576"/>
                  <a:pt x="14644" y="5581"/>
                  <a:pt x="14774" y="5591"/>
                </a:cubicBezTo>
                <a:cubicBezTo>
                  <a:pt x="16338" y="5710"/>
                  <a:pt x="17943" y="6802"/>
                  <a:pt x="18104" y="8361"/>
                </a:cubicBezTo>
                <a:cubicBezTo>
                  <a:pt x="18223" y="9521"/>
                  <a:pt x="17546" y="10613"/>
                  <a:pt x="16766" y="11479"/>
                </a:cubicBezTo>
                <a:cubicBezTo>
                  <a:pt x="15987" y="12346"/>
                  <a:pt x="15064" y="13109"/>
                  <a:pt x="14503" y="14131"/>
                </a:cubicBezTo>
                <a:cubicBezTo>
                  <a:pt x="13651" y="15682"/>
                  <a:pt x="13812" y="17731"/>
                  <a:pt x="14893" y="19131"/>
                </a:cubicBezTo>
                <a:cubicBezTo>
                  <a:pt x="15755" y="20245"/>
                  <a:pt x="17163" y="20897"/>
                  <a:pt x="18567" y="20897"/>
                </a:cubicBezTo>
                <a:cubicBezTo>
                  <a:pt x="18926" y="20897"/>
                  <a:pt x="19284" y="20855"/>
                  <a:pt x="19633" y="20766"/>
                </a:cubicBezTo>
                <a:cubicBezTo>
                  <a:pt x="21012" y="20418"/>
                  <a:pt x="22359" y="19430"/>
                  <a:pt x="23694" y="19430"/>
                </a:cubicBezTo>
                <a:cubicBezTo>
                  <a:pt x="23981" y="19430"/>
                  <a:pt x="24267" y="19476"/>
                  <a:pt x="24553" y="19583"/>
                </a:cubicBezTo>
                <a:cubicBezTo>
                  <a:pt x="25832" y="20066"/>
                  <a:pt x="26363" y="21548"/>
                  <a:pt x="27259" y="22581"/>
                </a:cubicBezTo>
                <a:cubicBezTo>
                  <a:pt x="28460" y="23966"/>
                  <a:pt x="30312" y="24493"/>
                  <a:pt x="32185" y="24493"/>
                </a:cubicBezTo>
                <a:cubicBezTo>
                  <a:pt x="32904" y="24493"/>
                  <a:pt x="33626" y="24416"/>
                  <a:pt x="34315" y="24279"/>
                </a:cubicBezTo>
                <a:cubicBezTo>
                  <a:pt x="39815" y="23192"/>
                  <a:pt x="44542" y="18847"/>
                  <a:pt x="46089" y="13457"/>
                </a:cubicBezTo>
                <a:lnTo>
                  <a:pt x="4656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7"/>
          <p:cNvSpPr/>
          <p:nvPr/>
        </p:nvSpPr>
        <p:spPr>
          <a:xfrm flipH="1" rot="2919970">
            <a:off x="7561528" y="3039456"/>
            <a:ext cx="2376122" cy="3081773"/>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7"/>
          <p:cNvSpPr/>
          <p:nvPr/>
        </p:nvSpPr>
        <p:spPr>
          <a:xfrm flipH="1" rot="10800000">
            <a:off x="-845300" y="-462323"/>
            <a:ext cx="2796555" cy="1049442"/>
          </a:xfrm>
          <a:custGeom>
            <a:rect b="b" l="l" r="r" t="t"/>
            <a:pathLst>
              <a:path extrusionOk="0" h="11080" w="29526">
                <a:moveTo>
                  <a:pt x="8183" y="1"/>
                </a:moveTo>
                <a:cubicBezTo>
                  <a:pt x="6391" y="1"/>
                  <a:pt x="4609" y="1063"/>
                  <a:pt x="3819" y="2682"/>
                </a:cubicBezTo>
                <a:cubicBezTo>
                  <a:pt x="3238" y="3873"/>
                  <a:pt x="3173" y="5249"/>
                  <a:pt x="2755" y="6507"/>
                </a:cubicBezTo>
                <a:cubicBezTo>
                  <a:pt x="2339" y="7755"/>
                  <a:pt x="1345" y="9000"/>
                  <a:pt x="35" y="9000"/>
                </a:cubicBezTo>
                <a:cubicBezTo>
                  <a:pt x="23" y="9000"/>
                  <a:pt x="12" y="9000"/>
                  <a:pt x="0" y="9000"/>
                </a:cubicBezTo>
                <a:lnTo>
                  <a:pt x="0" y="11079"/>
                </a:lnTo>
                <a:lnTo>
                  <a:pt x="24342" y="11079"/>
                </a:lnTo>
                <a:lnTo>
                  <a:pt x="28963" y="10111"/>
                </a:lnTo>
                <a:cubicBezTo>
                  <a:pt x="29526" y="7642"/>
                  <a:pt x="27731" y="4887"/>
                  <a:pt x="25245" y="4404"/>
                </a:cubicBezTo>
                <a:cubicBezTo>
                  <a:pt x="24901" y="4337"/>
                  <a:pt x="24555" y="4309"/>
                  <a:pt x="24209" y="4309"/>
                </a:cubicBezTo>
                <a:cubicBezTo>
                  <a:pt x="22334" y="4309"/>
                  <a:pt x="20437" y="5140"/>
                  <a:pt x="18558" y="5140"/>
                </a:cubicBezTo>
                <a:cubicBezTo>
                  <a:pt x="18238" y="5140"/>
                  <a:pt x="17918" y="5116"/>
                  <a:pt x="17598" y="5059"/>
                </a:cubicBezTo>
                <a:cubicBezTo>
                  <a:pt x="14265" y="4467"/>
                  <a:pt x="12243" y="612"/>
                  <a:pt x="8902" y="59"/>
                </a:cubicBezTo>
                <a:cubicBezTo>
                  <a:pt x="8664" y="20"/>
                  <a:pt x="8423" y="1"/>
                  <a:pt x="8183"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7"/>
          <p:cNvSpPr/>
          <p:nvPr/>
        </p:nvSpPr>
        <p:spPr>
          <a:xfrm rot="10800000">
            <a:off x="7032500" y="-509948"/>
            <a:ext cx="2796555" cy="1049442"/>
          </a:xfrm>
          <a:custGeom>
            <a:rect b="b" l="l" r="r" t="t"/>
            <a:pathLst>
              <a:path extrusionOk="0" h="11080" w="29526">
                <a:moveTo>
                  <a:pt x="8183" y="1"/>
                </a:moveTo>
                <a:cubicBezTo>
                  <a:pt x="6391" y="1"/>
                  <a:pt x="4609" y="1063"/>
                  <a:pt x="3819" y="2682"/>
                </a:cubicBezTo>
                <a:cubicBezTo>
                  <a:pt x="3238" y="3873"/>
                  <a:pt x="3173" y="5249"/>
                  <a:pt x="2755" y="6507"/>
                </a:cubicBezTo>
                <a:cubicBezTo>
                  <a:pt x="2339" y="7755"/>
                  <a:pt x="1345" y="9000"/>
                  <a:pt x="35" y="9000"/>
                </a:cubicBezTo>
                <a:cubicBezTo>
                  <a:pt x="23" y="9000"/>
                  <a:pt x="12" y="9000"/>
                  <a:pt x="0" y="9000"/>
                </a:cubicBezTo>
                <a:lnTo>
                  <a:pt x="0" y="11079"/>
                </a:lnTo>
                <a:lnTo>
                  <a:pt x="24342" y="11079"/>
                </a:lnTo>
                <a:lnTo>
                  <a:pt x="28963" y="10111"/>
                </a:lnTo>
                <a:cubicBezTo>
                  <a:pt x="29526" y="7642"/>
                  <a:pt x="27731" y="4887"/>
                  <a:pt x="25245" y="4404"/>
                </a:cubicBezTo>
                <a:cubicBezTo>
                  <a:pt x="24901" y="4337"/>
                  <a:pt x="24555" y="4309"/>
                  <a:pt x="24209" y="4309"/>
                </a:cubicBezTo>
                <a:cubicBezTo>
                  <a:pt x="22334" y="4309"/>
                  <a:pt x="20437" y="5140"/>
                  <a:pt x="18558" y="5140"/>
                </a:cubicBezTo>
                <a:cubicBezTo>
                  <a:pt x="18238" y="5140"/>
                  <a:pt x="17918" y="5116"/>
                  <a:pt x="17598" y="5059"/>
                </a:cubicBezTo>
                <a:cubicBezTo>
                  <a:pt x="14265" y="4467"/>
                  <a:pt x="12243" y="612"/>
                  <a:pt x="8902" y="59"/>
                </a:cubicBezTo>
                <a:cubicBezTo>
                  <a:pt x="8664" y="20"/>
                  <a:pt x="8423" y="1"/>
                  <a:pt x="8183"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2" name="Shape 62"/>
        <p:cNvGrpSpPr/>
        <p:nvPr/>
      </p:nvGrpSpPr>
      <p:grpSpPr>
        <a:xfrm>
          <a:off x="0" y="0"/>
          <a:ext cx="0" cy="0"/>
          <a:chOff x="0" y="0"/>
          <a:chExt cx="0" cy="0"/>
        </a:xfrm>
      </p:grpSpPr>
      <p:sp>
        <p:nvSpPr>
          <p:cNvPr id="63" name="Google Shape;63;p8"/>
          <p:cNvSpPr/>
          <p:nvPr/>
        </p:nvSpPr>
        <p:spPr>
          <a:xfrm flipH="1" rot="10800000">
            <a:off x="-142350" y="80963"/>
            <a:ext cx="2271289" cy="1757362"/>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8"/>
          <p:cNvSpPr/>
          <p:nvPr/>
        </p:nvSpPr>
        <p:spPr>
          <a:xfrm flipH="1">
            <a:off x="7014368" y="3308890"/>
            <a:ext cx="2271289" cy="1757362"/>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8"/>
          <p:cNvSpPr/>
          <p:nvPr/>
        </p:nvSpPr>
        <p:spPr>
          <a:xfrm flipH="1" rot="10800000">
            <a:off x="-142349" y="3502823"/>
            <a:ext cx="3337278" cy="180260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8"/>
          <p:cNvSpPr/>
          <p:nvPr/>
        </p:nvSpPr>
        <p:spPr>
          <a:xfrm flipH="1" rot="10800000">
            <a:off x="-301525" y="-52387"/>
            <a:ext cx="2271289" cy="1757362"/>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8"/>
          <p:cNvSpPr/>
          <p:nvPr/>
        </p:nvSpPr>
        <p:spPr>
          <a:xfrm flipH="1">
            <a:off x="5944126" y="-176177"/>
            <a:ext cx="3337278" cy="180260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8"/>
          <p:cNvSpPr/>
          <p:nvPr/>
        </p:nvSpPr>
        <p:spPr>
          <a:xfrm flipH="1">
            <a:off x="7173543" y="3442240"/>
            <a:ext cx="2271289" cy="1757362"/>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8"/>
          <p:cNvSpPr txBox="1"/>
          <p:nvPr>
            <p:ph type="title"/>
          </p:nvPr>
        </p:nvSpPr>
        <p:spPr>
          <a:xfrm>
            <a:off x="1721250" y="1263963"/>
            <a:ext cx="57015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0" name="Shape 70"/>
        <p:cNvGrpSpPr/>
        <p:nvPr/>
      </p:nvGrpSpPr>
      <p:grpSpPr>
        <a:xfrm>
          <a:off x="0" y="0"/>
          <a:ext cx="0" cy="0"/>
          <a:chOff x="0" y="0"/>
          <a:chExt cx="0" cy="0"/>
        </a:xfrm>
      </p:grpSpPr>
      <p:sp>
        <p:nvSpPr>
          <p:cNvPr id="71" name="Google Shape;71;p9"/>
          <p:cNvSpPr txBox="1"/>
          <p:nvPr>
            <p:ph type="title"/>
          </p:nvPr>
        </p:nvSpPr>
        <p:spPr>
          <a:xfrm>
            <a:off x="2151750" y="1436838"/>
            <a:ext cx="4840500" cy="729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2" name="Google Shape;72;p9"/>
          <p:cNvSpPr txBox="1"/>
          <p:nvPr>
            <p:ph idx="1" type="subTitle"/>
          </p:nvPr>
        </p:nvSpPr>
        <p:spPr>
          <a:xfrm>
            <a:off x="2151750" y="2239663"/>
            <a:ext cx="4840500" cy="146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3" name="Google Shape;73;p9"/>
          <p:cNvSpPr/>
          <p:nvPr/>
        </p:nvSpPr>
        <p:spPr>
          <a:xfrm>
            <a:off x="6446701" y="3638550"/>
            <a:ext cx="2773455" cy="1507626"/>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9"/>
          <p:cNvSpPr/>
          <p:nvPr/>
        </p:nvSpPr>
        <p:spPr>
          <a:xfrm rot="22194">
            <a:off x="-353040" y="-265393"/>
            <a:ext cx="3463722" cy="1870900"/>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9"/>
          <p:cNvSpPr/>
          <p:nvPr/>
        </p:nvSpPr>
        <p:spPr>
          <a:xfrm>
            <a:off x="-200025" y="4125013"/>
            <a:ext cx="1638143" cy="1243377"/>
          </a:xfrm>
          <a:custGeom>
            <a:rect b="b" l="l" r="r" t="t"/>
            <a:pathLst>
              <a:path extrusionOk="0" h="15953" w="21018">
                <a:moveTo>
                  <a:pt x="7144" y="1"/>
                </a:moveTo>
                <a:cubicBezTo>
                  <a:pt x="6372" y="1"/>
                  <a:pt x="5606" y="184"/>
                  <a:pt x="4844" y="476"/>
                </a:cubicBezTo>
                <a:cubicBezTo>
                  <a:pt x="4568" y="582"/>
                  <a:pt x="4294" y="616"/>
                  <a:pt x="4022" y="616"/>
                </a:cubicBezTo>
                <a:cubicBezTo>
                  <a:pt x="3530" y="616"/>
                  <a:pt x="3043" y="504"/>
                  <a:pt x="2550" y="504"/>
                </a:cubicBezTo>
                <a:cubicBezTo>
                  <a:pt x="2146" y="504"/>
                  <a:pt x="1738" y="579"/>
                  <a:pt x="1320" y="855"/>
                </a:cubicBezTo>
                <a:cubicBezTo>
                  <a:pt x="471" y="1416"/>
                  <a:pt x="1" y="2500"/>
                  <a:pt x="172" y="3504"/>
                </a:cubicBezTo>
                <a:cubicBezTo>
                  <a:pt x="393" y="4797"/>
                  <a:pt x="1540" y="5794"/>
                  <a:pt x="1729" y="7093"/>
                </a:cubicBezTo>
                <a:cubicBezTo>
                  <a:pt x="1996" y="8906"/>
                  <a:pt x="327" y="10493"/>
                  <a:pt x="272" y="12325"/>
                </a:cubicBezTo>
                <a:cubicBezTo>
                  <a:pt x="226" y="13887"/>
                  <a:pt x="1460" y="15311"/>
                  <a:pt x="2956" y="15764"/>
                </a:cubicBezTo>
                <a:cubicBezTo>
                  <a:pt x="3383" y="15893"/>
                  <a:pt x="3824" y="15952"/>
                  <a:pt x="4267" y="15952"/>
                </a:cubicBezTo>
                <a:cubicBezTo>
                  <a:pt x="5374" y="15952"/>
                  <a:pt x="6491" y="15579"/>
                  <a:pt x="7436" y="14985"/>
                </a:cubicBezTo>
                <a:cubicBezTo>
                  <a:pt x="8163" y="14529"/>
                  <a:pt x="8824" y="13942"/>
                  <a:pt x="9642" y="13681"/>
                </a:cubicBezTo>
                <a:cubicBezTo>
                  <a:pt x="9973" y="13577"/>
                  <a:pt x="10309" y="13531"/>
                  <a:pt x="10647" y="13531"/>
                </a:cubicBezTo>
                <a:cubicBezTo>
                  <a:pt x="11750" y="13531"/>
                  <a:pt x="12872" y="14016"/>
                  <a:pt x="13891" y="14509"/>
                </a:cubicBezTo>
                <a:cubicBezTo>
                  <a:pt x="14990" y="15041"/>
                  <a:pt x="16171" y="15604"/>
                  <a:pt x="17360" y="15604"/>
                </a:cubicBezTo>
                <a:cubicBezTo>
                  <a:pt x="17615" y="15604"/>
                  <a:pt x="17869" y="15578"/>
                  <a:pt x="18124" y="15521"/>
                </a:cubicBezTo>
                <a:cubicBezTo>
                  <a:pt x="19546" y="15200"/>
                  <a:pt x="20624" y="13866"/>
                  <a:pt x="20822" y="12422"/>
                </a:cubicBezTo>
                <a:cubicBezTo>
                  <a:pt x="21018" y="10979"/>
                  <a:pt x="20411" y="9490"/>
                  <a:pt x="19391" y="8450"/>
                </a:cubicBezTo>
                <a:cubicBezTo>
                  <a:pt x="18371" y="7408"/>
                  <a:pt x="16980" y="6784"/>
                  <a:pt x="15549" y="6508"/>
                </a:cubicBezTo>
                <a:cubicBezTo>
                  <a:pt x="14915" y="6386"/>
                  <a:pt x="14264" y="6326"/>
                  <a:pt x="13652" y="6123"/>
                </a:cubicBezTo>
                <a:cubicBezTo>
                  <a:pt x="13037" y="5921"/>
                  <a:pt x="12447" y="5545"/>
                  <a:pt x="12160" y="4966"/>
                </a:cubicBezTo>
                <a:cubicBezTo>
                  <a:pt x="11980" y="4604"/>
                  <a:pt x="11934" y="4194"/>
                  <a:pt x="11842" y="3799"/>
                </a:cubicBezTo>
                <a:cubicBezTo>
                  <a:pt x="11483" y="2270"/>
                  <a:pt x="10352" y="944"/>
                  <a:pt x="8899" y="346"/>
                </a:cubicBezTo>
                <a:cubicBezTo>
                  <a:pt x="8312" y="105"/>
                  <a:pt x="7726" y="1"/>
                  <a:pt x="71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9"/>
          <p:cNvSpPr/>
          <p:nvPr/>
        </p:nvSpPr>
        <p:spPr>
          <a:xfrm rot="22221">
            <a:off x="-194185" y="-141951"/>
            <a:ext cx="3348426" cy="1824691"/>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9"/>
          <p:cNvSpPr/>
          <p:nvPr/>
        </p:nvSpPr>
        <p:spPr>
          <a:xfrm rot="3908686">
            <a:off x="8242948" y="-144513"/>
            <a:ext cx="1638128" cy="1243366"/>
          </a:xfrm>
          <a:custGeom>
            <a:rect b="b" l="l" r="r" t="t"/>
            <a:pathLst>
              <a:path extrusionOk="0" h="15953" w="21018">
                <a:moveTo>
                  <a:pt x="7144" y="1"/>
                </a:moveTo>
                <a:cubicBezTo>
                  <a:pt x="6372" y="1"/>
                  <a:pt x="5606" y="184"/>
                  <a:pt x="4844" y="476"/>
                </a:cubicBezTo>
                <a:cubicBezTo>
                  <a:pt x="4568" y="582"/>
                  <a:pt x="4294" y="616"/>
                  <a:pt x="4022" y="616"/>
                </a:cubicBezTo>
                <a:cubicBezTo>
                  <a:pt x="3530" y="616"/>
                  <a:pt x="3043" y="504"/>
                  <a:pt x="2550" y="504"/>
                </a:cubicBezTo>
                <a:cubicBezTo>
                  <a:pt x="2146" y="504"/>
                  <a:pt x="1738" y="579"/>
                  <a:pt x="1320" y="855"/>
                </a:cubicBezTo>
                <a:cubicBezTo>
                  <a:pt x="471" y="1416"/>
                  <a:pt x="1" y="2500"/>
                  <a:pt x="172" y="3504"/>
                </a:cubicBezTo>
                <a:cubicBezTo>
                  <a:pt x="393" y="4797"/>
                  <a:pt x="1540" y="5794"/>
                  <a:pt x="1729" y="7093"/>
                </a:cubicBezTo>
                <a:cubicBezTo>
                  <a:pt x="1996" y="8906"/>
                  <a:pt x="327" y="10493"/>
                  <a:pt x="272" y="12325"/>
                </a:cubicBezTo>
                <a:cubicBezTo>
                  <a:pt x="226" y="13887"/>
                  <a:pt x="1460" y="15311"/>
                  <a:pt x="2956" y="15764"/>
                </a:cubicBezTo>
                <a:cubicBezTo>
                  <a:pt x="3383" y="15893"/>
                  <a:pt x="3824" y="15952"/>
                  <a:pt x="4267" y="15952"/>
                </a:cubicBezTo>
                <a:cubicBezTo>
                  <a:pt x="5374" y="15952"/>
                  <a:pt x="6491" y="15579"/>
                  <a:pt x="7436" y="14985"/>
                </a:cubicBezTo>
                <a:cubicBezTo>
                  <a:pt x="8163" y="14529"/>
                  <a:pt x="8824" y="13942"/>
                  <a:pt x="9642" y="13681"/>
                </a:cubicBezTo>
                <a:cubicBezTo>
                  <a:pt x="9973" y="13577"/>
                  <a:pt x="10309" y="13531"/>
                  <a:pt x="10647" y="13531"/>
                </a:cubicBezTo>
                <a:cubicBezTo>
                  <a:pt x="11750" y="13531"/>
                  <a:pt x="12872" y="14016"/>
                  <a:pt x="13891" y="14509"/>
                </a:cubicBezTo>
                <a:cubicBezTo>
                  <a:pt x="14990" y="15041"/>
                  <a:pt x="16171" y="15604"/>
                  <a:pt x="17360" y="15604"/>
                </a:cubicBezTo>
                <a:cubicBezTo>
                  <a:pt x="17615" y="15604"/>
                  <a:pt x="17869" y="15578"/>
                  <a:pt x="18124" y="15521"/>
                </a:cubicBezTo>
                <a:cubicBezTo>
                  <a:pt x="19546" y="15200"/>
                  <a:pt x="20624" y="13866"/>
                  <a:pt x="20822" y="12422"/>
                </a:cubicBezTo>
                <a:cubicBezTo>
                  <a:pt x="21018" y="10979"/>
                  <a:pt x="20411" y="9490"/>
                  <a:pt x="19391" y="8450"/>
                </a:cubicBezTo>
                <a:cubicBezTo>
                  <a:pt x="18371" y="7408"/>
                  <a:pt x="16980" y="6784"/>
                  <a:pt x="15549" y="6508"/>
                </a:cubicBezTo>
                <a:cubicBezTo>
                  <a:pt x="14915" y="6386"/>
                  <a:pt x="14264" y="6326"/>
                  <a:pt x="13652" y="6123"/>
                </a:cubicBezTo>
                <a:cubicBezTo>
                  <a:pt x="13037" y="5921"/>
                  <a:pt x="12447" y="5545"/>
                  <a:pt x="12160" y="4966"/>
                </a:cubicBezTo>
                <a:cubicBezTo>
                  <a:pt x="11980" y="4604"/>
                  <a:pt x="11934" y="4194"/>
                  <a:pt x="11842" y="3799"/>
                </a:cubicBezTo>
                <a:cubicBezTo>
                  <a:pt x="11483" y="2270"/>
                  <a:pt x="10352" y="944"/>
                  <a:pt x="8899" y="346"/>
                </a:cubicBezTo>
                <a:cubicBezTo>
                  <a:pt x="8312" y="105"/>
                  <a:pt x="7726" y="1"/>
                  <a:pt x="71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9"/>
          <p:cNvSpPr/>
          <p:nvPr/>
        </p:nvSpPr>
        <p:spPr>
          <a:xfrm>
            <a:off x="6654894" y="3887374"/>
            <a:ext cx="2565240" cy="1285964"/>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9" name="Shape 79"/>
        <p:cNvGrpSpPr/>
        <p:nvPr/>
      </p:nvGrpSpPr>
      <p:grpSpPr>
        <a:xfrm>
          <a:off x="0" y="0"/>
          <a:ext cx="0" cy="0"/>
          <a:chOff x="0" y="0"/>
          <a:chExt cx="0" cy="0"/>
        </a:xfrm>
      </p:grpSpPr>
      <p:sp>
        <p:nvSpPr>
          <p:cNvPr id="80" name="Google Shape;80;p10"/>
          <p:cNvSpPr txBox="1"/>
          <p:nvPr>
            <p:ph type="title"/>
          </p:nvPr>
        </p:nvSpPr>
        <p:spPr>
          <a:xfrm>
            <a:off x="713225" y="3460475"/>
            <a:ext cx="4611300" cy="11481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1" name="Google Shape;81;p10"/>
          <p:cNvSpPr/>
          <p:nvPr/>
        </p:nvSpPr>
        <p:spPr>
          <a:xfrm rot="-219531">
            <a:off x="7193308" y="3486413"/>
            <a:ext cx="2665425" cy="1923693"/>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0"/>
          <p:cNvSpPr/>
          <p:nvPr/>
        </p:nvSpPr>
        <p:spPr>
          <a:xfrm rot="-219531">
            <a:off x="7297708" y="3572138"/>
            <a:ext cx="2665425" cy="1923693"/>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0"/>
          <p:cNvSpPr/>
          <p:nvPr/>
        </p:nvSpPr>
        <p:spPr>
          <a:xfrm flipH="1" rot="-5543251">
            <a:off x="-298935" y="-318264"/>
            <a:ext cx="2161186" cy="1992366"/>
          </a:xfrm>
          <a:custGeom>
            <a:rect b="b" l="l" r="r" t="t"/>
            <a:pathLst>
              <a:path extrusionOk="0" h="21026" w="22807">
                <a:moveTo>
                  <a:pt x="22807" y="1"/>
                </a:moveTo>
                <a:lnTo>
                  <a:pt x="0" y="1365"/>
                </a:lnTo>
                <a:lnTo>
                  <a:pt x="0" y="1365"/>
                </a:lnTo>
                <a:lnTo>
                  <a:pt x="547" y="18653"/>
                </a:lnTo>
                <a:cubicBezTo>
                  <a:pt x="1436" y="20116"/>
                  <a:pt x="3140" y="21026"/>
                  <a:pt x="4844" y="21026"/>
                </a:cubicBezTo>
                <a:cubicBezTo>
                  <a:pt x="5155" y="21026"/>
                  <a:pt x="5465" y="20996"/>
                  <a:pt x="5771" y="20933"/>
                </a:cubicBezTo>
                <a:cubicBezTo>
                  <a:pt x="7755" y="20527"/>
                  <a:pt x="9394" y="18788"/>
                  <a:pt x="9682" y="16784"/>
                </a:cubicBezTo>
                <a:cubicBezTo>
                  <a:pt x="10160" y="13459"/>
                  <a:pt x="7255" y="10295"/>
                  <a:pt x="7871" y="6992"/>
                </a:cubicBezTo>
                <a:cubicBezTo>
                  <a:pt x="8279" y="4809"/>
                  <a:pt x="10415" y="3112"/>
                  <a:pt x="12620" y="3112"/>
                </a:cubicBezTo>
                <a:cubicBezTo>
                  <a:pt x="12793" y="3112"/>
                  <a:pt x="12967" y="3122"/>
                  <a:pt x="13140" y="3144"/>
                </a:cubicBezTo>
                <a:cubicBezTo>
                  <a:pt x="14562" y="3323"/>
                  <a:pt x="15843" y="4131"/>
                  <a:pt x="17261" y="4329"/>
                </a:cubicBezTo>
                <a:cubicBezTo>
                  <a:pt x="17457" y="4356"/>
                  <a:pt x="17653" y="4369"/>
                  <a:pt x="17849" y="4369"/>
                </a:cubicBezTo>
                <a:cubicBezTo>
                  <a:pt x="20242" y="4369"/>
                  <a:pt x="22546" y="2404"/>
                  <a:pt x="228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4" name="Shape 84"/>
        <p:cNvGrpSpPr/>
        <p:nvPr/>
      </p:nvGrpSpPr>
      <p:grpSpPr>
        <a:xfrm>
          <a:off x="0" y="0"/>
          <a:ext cx="0" cy="0"/>
          <a:chOff x="0" y="0"/>
          <a:chExt cx="0" cy="0"/>
        </a:xfrm>
      </p:grpSpPr>
      <p:sp>
        <p:nvSpPr>
          <p:cNvPr id="85" name="Google Shape;85;p11"/>
          <p:cNvSpPr txBox="1"/>
          <p:nvPr>
            <p:ph hasCustomPrompt="1" type="title"/>
          </p:nvPr>
        </p:nvSpPr>
        <p:spPr>
          <a:xfrm>
            <a:off x="1188300" y="1356488"/>
            <a:ext cx="6767400" cy="18858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14000">
                <a:solidFill>
                  <a:srgbClr val="10112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6" name="Google Shape;86;p11"/>
          <p:cNvSpPr txBox="1"/>
          <p:nvPr>
            <p:ph idx="1" type="subTitle"/>
          </p:nvPr>
        </p:nvSpPr>
        <p:spPr>
          <a:xfrm>
            <a:off x="1188750" y="3289913"/>
            <a:ext cx="67665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87" name="Google Shape;87;p11"/>
          <p:cNvSpPr/>
          <p:nvPr/>
        </p:nvSpPr>
        <p:spPr>
          <a:xfrm rot="10800000">
            <a:off x="-733809" y="-289591"/>
            <a:ext cx="2894061" cy="2088705"/>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1"/>
          <p:cNvSpPr/>
          <p:nvPr/>
        </p:nvSpPr>
        <p:spPr>
          <a:xfrm rot="10635829">
            <a:off x="-889271" y="-356276"/>
            <a:ext cx="2894082" cy="2088720"/>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1"/>
          <p:cNvSpPr/>
          <p:nvPr/>
        </p:nvSpPr>
        <p:spPr>
          <a:xfrm flipH="1" rot="10800000">
            <a:off x="8210550" y="-398797"/>
            <a:ext cx="933450" cy="2584347"/>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1"/>
          <p:cNvSpPr/>
          <p:nvPr/>
        </p:nvSpPr>
        <p:spPr>
          <a:xfrm flipH="1">
            <a:off x="-381" y="2963528"/>
            <a:ext cx="933450" cy="2584347"/>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1"/>
          <p:cNvSpPr/>
          <p:nvPr/>
        </p:nvSpPr>
        <p:spPr>
          <a:xfrm>
            <a:off x="6982488" y="3344384"/>
            <a:ext cx="2894061" cy="2088705"/>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1"/>
          <p:cNvSpPr/>
          <p:nvPr/>
        </p:nvSpPr>
        <p:spPr>
          <a:xfrm rot="-164171">
            <a:off x="7137929" y="3411054"/>
            <a:ext cx="2894082" cy="2088720"/>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93" name="Shape 9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4" name="Shape 94"/>
        <p:cNvGrpSpPr/>
        <p:nvPr/>
      </p:nvGrpSpPr>
      <p:grpSpPr>
        <a:xfrm>
          <a:off x="0" y="0"/>
          <a:ext cx="0" cy="0"/>
          <a:chOff x="0" y="0"/>
          <a:chExt cx="0" cy="0"/>
        </a:xfrm>
      </p:grpSpPr>
      <p:sp>
        <p:nvSpPr>
          <p:cNvPr id="95" name="Google Shape;95;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6" name="Google Shape;96;p13"/>
          <p:cNvSpPr txBox="1"/>
          <p:nvPr>
            <p:ph idx="2" type="title"/>
          </p:nvPr>
        </p:nvSpPr>
        <p:spPr>
          <a:xfrm>
            <a:off x="1605703" y="1508078"/>
            <a:ext cx="27888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7" name="Google Shape;97;p13"/>
          <p:cNvSpPr txBox="1"/>
          <p:nvPr>
            <p:ph idx="1" type="subTitle"/>
          </p:nvPr>
        </p:nvSpPr>
        <p:spPr>
          <a:xfrm>
            <a:off x="1605703" y="2035765"/>
            <a:ext cx="27888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8" name="Google Shape;98;p13"/>
          <p:cNvSpPr txBox="1"/>
          <p:nvPr>
            <p:ph idx="3" type="title"/>
          </p:nvPr>
        </p:nvSpPr>
        <p:spPr>
          <a:xfrm>
            <a:off x="5578397" y="1510685"/>
            <a:ext cx="27888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9" name="Google Shape;99;p13"/>
          <p:cNvSpPr txBox="1"/>
          <p:nvPr>
            <p:ph idx="4" type="subTitle"/>
          </p:nvPr>
        </p:nvSpPr>
        <p:spPr>
          <a:xfrm>
            <a:off x="5578397" y="2035055"/>
            <a:ext cx="27888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0" name="Google Shape;100;p13"/>
          <p:cNvSpPr txBox="1"/>
          <p:nvPr>
            <p:ph idx="5" type="title"/>
          </p:nvPr>
        </p:nvSpPr>
        <p:spPr>
          <a:xfrm>
            <a:off x="1605703" y="3169253"/>
            <a:ext cx="27888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1" name="Google Shape;101;p13"/>
          <p:cNvSpPr txBox="1"/>
          <p:nvPr>
            <p:ph idx="6" type="subTitle"/>
          </p:nvPr>
        </p:nvSpPr>
        <p:spPr>
          <a:xfrm>
            <a:off x="1605703" y="3696953"/>
            <a:ext cx="27888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2" name="Google Shape;102;p13"/>
          <p:cNvSpPr txBox="1"/>
          <p:nvPr>
            <p:ph idx="7" type="title"/>
          </p:nvPr>
        </p:nvSpPr>
        <p:spPr>
          <a:xfrm>
            <a:off x="5578397" y="3165749"/>
            <a:ext cx="27888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3" name="Google Shape;103;p13"/>
          <p:cNvSpPr txBox="1"/>
          <p:nvPr>
            <p:ph idx="8" type="subTitle"/>
          </p:nvPr>
        </p:nvSpPr>
        <p:spPr>
          <a:xfrm>
            <a:off x="5578397" y="3699263"/>
            <a:ext cx="27888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4" name="Google Shape;104;p13"/>
          <p:cNvSpPr txBox="1"/>
          <p:nvPr>
            <p:ph hasCustomPrompt="1" idx="9" type="title"/>
          </p:nvPr>
        </p:nvSpPr>
        <p:spPr>
          <a:xfrm>
            <a:off x="4749503" y="1627829"/>
            <a:ext cx="752700" cy="7689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5" name="Google Shape;105;p13"/>
          <p:cNvSpPr txBox="1"/>
          <p:nvPr>
            <p:ph hasCustomPrompt="1" idx="13" type="title"/>
          </p:nvPr>
        </p:nvSpPr>
        <p:spPr>
          <a:xfrm>
            <a:off x="4749503" y="3292037"/>
            <a:ext cx="752700" cy="7689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6" name="Google Shape;106;p13"/>
          <p:cNvSpPr txBox="1"/>
          <p:nvPr>
            <p:ph hasCustomPrompt="1" idx="14" type="title"/>
          </p:nvPr>
        </p:nvSpPr>
        <p:spPr>
          <a:xfrm>
            <a:off x="776803" y="1628802"/>
            <a:ext cx="752700" cy="7689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7" name="Google Shape;107;p13"/>
          <p:cNvSpPr txBox="1"/>
          <p:nvPr>
            <p:ph hasCustomPrompt="1" idx="15" type="title"/>
          </p:nvPr>
        </p:nvSpPr>
        <p:spPr>
          <a:xfrm>
            <a:off x="776803" y="3291053"/>
            <a:ext cx="752700" cy="7689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8" name="Google Shape;108;p13"/>
          <p:cNvSpPr/>
          <p:nvPr/>
        </p:nvSpPr>
        <p:spPr>
          <a:xfrm flipH="1" rot="-4417560">
            <a:off x="-491850" y="3940772"/>
            <a:ext cx="1758370" cy="1660495"/>
          </a:xfrm>
          <a:custGeom>
            <a:rect b="b" l="l" r="r" t="t"/>
            <a:pathLst>
              <a:path extrusionOk="0" h="29006" w="30717">
                <a:moveTo>
                  <a:pt x="10543" y="0"/>
                </a:moveTo>
                <a:cubicBezTo>
                  <a:pt x="7303" y="0"/>
                  <a:pt x="4068" y="388"/>
                  <a:pt x="1873" y="3130"/>
                </a:cubicBezTo>
                <a:cubicBezTo>
                  <a:pt x="331" y="5056"/>
                  <a:pt x="0" y="8036"/>
                  <a:pt x="1520" y="9979"/>
                </a:cubicBezTo>
                <a:cubicBezTo>
                  <a:pt x="3667" y="12719"/>
                  <a:pt x="8342" y="12488"/>
                  <a:pt x="10260" y="15391"/>
                </a:cubicBezTo>
                <a:cubicBezTo>
                  <a:pt x="11428" y="17159"/>
                  <a:pt x="11146" y="19465"/>
                  <a:pt x="10929" y="21572"/>
                </a:cubicBezTo>
                <a:cubicBezTo>
                  <a:pt x="10712" y="23678"/>
                  <a:pt x="10707" y="26080"/>
                  <a:pt x="12216" y="27566"/>
                </a:cubicBezTo>
                <a:cubicBezTo>
                  <a:pt x="13524" y="28855"/>
                  <a:pt x="15524" y="29006"/>
                  <a:pt x="17383" y="29006"/>
                </a:cubicBezTo>
                <a:cubicBezTo>
                  <a:pt x="17496" y="29006"/>
                  <a:pt x="17609" y="29005"/>
                  <a:pt x="17722" y="29004"/>
                </a:cubicBezTo>
                <a:cubicBezTo>
                  <a:pt x="20075" y="28987"/>
                  <a:pt x="22473" y="28935"/>
                  <a:pt x="24704" y="28188"/>
                </a:cubicBezTo>
                <a:cubicBezTo>
                  <a:pt x="26937" y="27439"/>
                  <a:pt x="29016" y="25878"/>
                  <a:pt x="29811" y="23663"/>
                </a:cubicBezTo>
                <a:cubicBezTo>
                  <a:pt x="30716" y="21138"/>
                  <a:pt x="29826" y="18362"/>
                  <a:pt x="28939" y="15830"/>
                </a:cubicBezTo>
                <a:cubicBezTo>
                  <a:pt x="27670" y="12209"/>
                  <a:pt x="26365" y="8522"/>
                  <a:pt x="24049" y="5463"/>
                </a:cubicBezTo>
                <a:cubicBezTo>
                  <a:pt x="21672" y="2326"/>
                  <a:pt x="18198" y="71"/>
                  <a:pt x="14211" y="60"/>
                </a:cubicBezTo>
                <a:cubicBezTo>
                  <a:pt x="13026" y="57"/>
                  <a:pt x="11784" y="0"/>
                  <a:pt x="1054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3"/>
          <p:cNvSpPr/>
          <p:nvPr/>
        </p:nvSpPr>
        <p:spPr>
          <a:xfrm flipH="1" rot="-4417555">
            <a:off x="-453576" y="4111131"/>
            <a:ext cx="1557874" cy="1471167"/>
          </a:xfrm>
          <a:custGeom>
            <a:rect b="b" l="l" r="r" t="t"/>
            <a:pathLst>
              <a:path extrusionOk="0" h="29006" w="30717">
                <a:moveTo>
                  <a:pt x="10543" y="0"/>
                </a:moveTo>
                <a:cubicBezTo>
                  <a:pt x="7303" y="0"/>
                  <a:pt x="4068" y="388"/>
                  <a:pt x="1873" y="3130"/>
                </a:cubicBezTo>
                <a:cubicBezTo>
                  <a:pt x="331" y="5056"/>
                  <a:pt x="0" y="8036"/>
                  <a:pt x="1520" y="9979"/>
                </a:cubicBezTo>
                <a:cubicBezTo>
                  <a:pt x="3667" y="12719"/>
                  <a:pt x="8342" y="12488"/>
                  <a:pt x="10260" y="15391"/>
                </a:cubicBezTo>
                <a:cubicBezTo>
                  <a:pt x="11428" y="17159"/>
                  <a:pt x="11146" y="19465"/>
                  <a:pt x="10929" y="21572"/>
                </a:cubicBezTo>
                <a:cubicBezTo>
                  <a:pt x="10712" y="23678"/>
                  <a:pt x="10707" y="26080"/>
                  <a:pt x="12216" y="27566"/>
                </a:cubicBezTo>
                <a:cubicBezTo>
                  <a:pt x="13524" y="28855"/>
                  <a:pt x="15524" y="29006"/>
                  <a:pt x="17383" y="29006"/>
                </a:cubicBezTo>
                <a:cubicBezTo>
                  <a:pt x="17496" y="29006"/>
                  <a:pt x="17609" y="29005"/>
                  <a:pt x="17722" y="29004"/>
                </a:cubicBezTo>
                <a:cubicBezTo>
                  <a:pt x="20075" y="28987"/>
                  <a:pt x="22473" y="28935"/>
                  <a:pt x="24704" y="28188"/>
                </a:cubicBezTo>
                <a:cubicBezTo>
                  <a:pt x="26937" y="27439"/>
                  <a:pt x="29016" y="25878"/>
                  <a:pt x="29811" y="23663"/>
                </a:cubicBezTo>
                <a:cubicBezTo>
                  <a:pt x="30716" y="21138"/>
                  <a:pt x="29826" y="18362"/>
                  <a:pt x="28939" y="15830"/>
                </a:cubicBezTo>
                <a:cubicBezTo>
                  <a:pt x="27670" y="12209"/>
                  <a:pt x="26365" y="8522"/>
                  <a:pt x="24049" y="5463"/>
                </a:cubicBezTo>
                <a:cubicBezTo>
                  <a:pt x="21672" y="2326"/>
                  <a:pt x="18198" y="71"/>
                  <a:pt x="14211" y="60"/>
                </a:cubicBezTo>
                <a:cubicBezTo>
                  <a:pt x="13026" y="57"/>
                  <a:pt x="11784" y="0"/>
                  <a:pt x="1054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3"/>
          <p:cNvSpPr/>
          <p:nvPr/>
        </p:nvSpPr>
        <p:spPr>
          <a:xfrm rot="-151101">
            <a:off x="7229070" y="4059960"/>
            <a:ext cx="2403424" cy="1227601"/>
          </a:xfrm>
          <a:custGeom>
            <a:rect b="b" l="l" r="r" t="t"/>
            <a:pathLst>
              <a:path extrusionOk="0" h="19596" w="38367">
                <a:moveTo>
                  <a:pt x="23187" y="0"/>
                </a:moveTo>
                <a:cubicBezTo>
                  <a:pt x="21336" y="0"/>
                  <a:pt x="19523" y="1461"/>
                  <a:pt x="19259" y="3318"/>
                </a:cubicBezTo>
                <a:cubicBezTo>
                  <a:pt x="18901" y="5858"/>
                  <a:pt x="21052" y="8501"/>
                  <a:pt x="20010" y="10847"/>
                </a:cubicBezTo>
                <a:cubicBezTo>
                  <a:pt x="19397" y="12226"/>
                  <a:pt x="17804" y="12962"/>
                  <a:pt x="16295" y="12984"/>
                </a:cubicBezTo>
                <a:cubicBezTo>
                  <a:pt x="16266" y="12985"/>
                  <a:pt x="16238" y="12985"/>
                  <a:pt x="16209" y="12985"/>
                </a:cubicBezTo>
                <a:cubicBezTo>
                  <a:pt x="14733" y="12985"/>
                  <a:pt x="13309" y="12432"/>
                  <a:pt x="11950" y="11847"/>
                </a:cubicBezTo>
                <a:cubicBezTo>
                  <a:pt x="10563" y="11250"/>
                  <a:pt x="9167" y="10601"/>
                  <a:pt x="7667" y="10433"/>
                </a:cubicBezTo>
                <a:cubicBezTo>
                  <a:pt x="7421" y="10406"/>
                  <a:pt x="7173" y="10393"/>
                  <a:pt x="6926" y="10393"/>
                </a:cubicBezTo>
                <a:cubicBezTo>
                  <a:pt x="5345" y="10393"/>
                  <a:pt x="3765" y="10942"/>
                  <a:pt x="2537" y="11939"/>
                </a:cubicBezTo>
                <a:cubicBezTo>
                  <a:pt x="1458" y="12815"/>
                  <a:pt x="1" y="14636"/>
                  <a:pt x="115" y="16140"/>
                </a:cubicBezTo>
                <a:cubicBezTo>
                  <a:pt x="242" y="17828"/>
                  <a:pt x="2622" y="17937"/>
                  <a:pt x="3882" y="17995"/>
                </a:cubicBezTo>
                <a:lnTo>
                  <a:pt x="37937" y="19595"/>
                </a:lnTo>
                <a:cubicBezTo>
                  <a:pt x="38366" y="14493"/>
                  <a:pt x="38330" y="9363"/>
                  <a:pt x="37832" y="4269"/>
                </a:cubicBezTo>
                <a:cubicBezTo>
                  <a:pt x="37724" y="3160"/>
                  <a:pt x="37566" y="1986"/>
                  <a:pt x="36862" y="1121"/>
                </a:cubicBezTo>
                <a:cubicBezTo>
                  <a:pt x="36431" y="591"/>
                  <a:pt x="35722" y="252"/>
                  <a:pt x="35056" y="252"/>
                </a:cubicBezTo>
                <a:cubicBezTo>
                  <a:pt x="34636" y="252"/>
                  <a:pt x="34234" y="386"/>
                  <a:pt x="33930" y="692"/>
                </a:cubicBezTo>
                <a:cubicBezTo>
                  <a:pt x="33416" y="1207"/>
                  <a:pt x="33340" y="2016"/>
                  <a:pt x="32935" y="2622"/>
                </a:cubicBezTo>
                <a:cubicBezTo>
                  <a:pt x="32466" y="3325"/>
                  <a:pt x="31612" y="3647"/>
                  <a:pt x="30752" y="3647"/>
                </a:cubicBezTo>
                <a:cubicBezTo>
                  <a:pt x="30437" y="3647"/>
                  <a:pt x="30120" y="3604"/>
                  <a:pt x="29822" y="3520"/>
                </a:cubicBezTo>
                <a:cubicBezTo>
                  <a:pt x="28709" y="3208"/>
                  <a:pt x="27780" y="2458"/>
                  <a:pt x="26875" y="1740"/>
                </a:cubicBezTo>
                <a:cubicBezTo>
                  <a:pt x="25967" y="1024"/>
                  <a:pt x="25007" y="303"/>
                  <a:pt x="23876" y="70"/>
                </a:cubicBezTo>
                <a:cubicBezTo>
                  <a:pt x="23648" y="23"/>
                  <a:pt x="23417" y="0"/>
                  <a:pt x="23187"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3"/>
          <p:cNvSpPr/>
          <p:nvPr/>
        </p:nvSpPr>
        <p:spPr>
          <a:xfrm rot="10800000">
            <a:off x="-72875" y="-19689"/>
            <a:ext cx="1806450" cy="905514"/>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3"/>
          <p:cNvSpPr/>
          <p:nvPr/>
        </p:nvSpPr>
        <p:spPr>
          <a:xfrm rot="432445">
            <a:off x="7139565" y="-62157"/>
            <a:ext cx="2076015" cy="990429"/>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3"/>
          <p:cNvSpPr/>
          <p:nvPr/>
        </p:nvSpPr>
        <p:spPr>
          <a:xfrm rot="432385">
            <a:off x="7319513" y="-130495"/>
            <a:ext cx="1975419" cy="942437"/>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114" name="Shape 114"/>
        <p:cNvGrpSpPr/>
        <p:nvPr/>
      </p:nvGrpSpPr>
      <p:grpSpPr>
        <a:xfrm>
          <a:off x="0" y="0"/>
          <a:ext cx="0" cy="0"/>
          <a:chOff x="0" y="0"/>
          <a:chExt cx="0" cy="0"/>
        </a:xfrm>
      </p:grpSpPr>
      <p:sp>
        <p:nvSpPr>
          <p:cNvPr id="115" name="Google Shape;115;p14"/>
          <p:cNvSpPr txBox="1"/>
          <p:nvPr>
            <p:ph type="title"/>
          </p:nvPr>
        </p:nvSpPr>
        <p:spPr>
          <a:xfrm>
            <a:off x="1984800" y="1309400"/>
            <a:ext cx="5174400" cy="1645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14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16" name="Google Shape;116;p14"/>
          <p:cNvSpPr txBox="1"/>
          <p:nvPr>
            <p:ph idx="1" type="subTitle"/>
          </p:nvPr>
        </p:nvSpPr>
        <p:spPr>
          <a:xfrm>
            <a:off x="1984800" y="3178900"/>
            <a:ext cx="5174400" cy="65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7" name="Google Shape;117;p14"/>
          <p:cNvSpPr/>
          <p:nvPr/>
        </p:nvSpPr>
        <p:spPr>
          <a:xfrm flipH="1" rot="-5260772">
            <a:off x="7345280" y="3535769"/>
            <a:ext cx="2168294" cy="1095407"/>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4"/>
          <p:cNvSpPr/>
          <p:nvPr/>
        </p:nvSpPr>
        <p:spPr>
          <a:xfrm flipH="1" rot="-5125085">
            <a:off x="-1303001" y="855254"/>
            <a:ext cx="3174892" cy="964198"/>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4"/>
          <p:cNvSpPr/>
          <p:nvPr/>
        </p:nvSpPr>
        <p:spPr>
          <a:xfrm flipH="1" rot="10800000">
            <a:off x="7022550" y="-31944"/>
            <a:ext cx="2121461" cy="106341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4"/>
          <p:cNvSpPr/>
          <p:nvPr/>
        </p:nvSpPr>
        <p:spPr>
          <a:xfrm flipH="1" rot="-5400000">
            <a:off x="7503631" y="3503185"/>
            <a:ext cx="2185242" cy="1095391"/>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4"/>
          <p:cNvSpPr/>
          <p:nvPr/>
        </p:nvSpPr>
        <p:spPr>
          <a:xfrm flipH="1" rot="-5071491">
            <a:off x="-1394969" y="842944"/>
            <a:ext cx="3174976" cy="964224"/>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4"/>
          <p:cNvSpPr/>
          <p:nvPr/>
        </p:nvSpPr>
        <p:spPr>
          <a:xfrm flipH="1">
            <a:off x="-15" y="4183619"/>
            <a:ext cx="1914914" cy="959884"/>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23" name="Shape 123"/>
        <p:cNvGrpSpPr/>
        <p:nvPr/>
      </p:nvGrpSpPr>
      <p:grpSpPr>
        <a:xfrm>
          <a:off x="0" y="0"/>
          <a:ext cx="0" cy="0"/>
          <a:chOff x="0" y="0"/>
          <a:chExt cx="0" cy="0"/>
        </a:xfrm>
      </p:grpSpPr>
      <p:sp>
        <p:nvSpPr>
          <p:cNvPr id="124" name="Google Shape;124;p15"/>
          <p:cNvSpPr txBox="1"/>
          <p:nvPr>
            <p:ph type="title"/>
          </p:nvPr>
        </p:nvSpPr>
        <p:spPr>
          <a:xfrm>
            <a:off x="1638575" y="3400400"/>
            <a:ext cx="5874600" cy="53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25" name="Google Shape;125;p15"/>
          <p:cNvSpPr txBox="1"/>
          <p:nvPr>
            <p:ph idx="1" type="subTitle"/>
          </p:nvPr>
        </p:nvSpPr>
        <p:spPr>
          <a:xfrm>
            <a:off x="1634700" y="1287425"/>
            <a:ext cx="5874600" cy="19620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sp>
        <p:nvSpPr>
          <p:cNvPr id="126" name="Google Shape;126;p15"/>
          <p:cNvSpPr/>
          <p:nvPr/>
        </p:nvSpPr>
        <p:spPr>
          <a:xfrm flipH="1" rot="10800000">
            <a:off x="52225" y="3125777"/>
            <a:ext cx="3409984" cy="1849223"/>
          </a:xfrm>
          <a:custGeom>
            <a:rect b="b" l="l" r="r" t="t"/>
            <a:pathLst>
              <a:path extrusionOk="0" fill="none" h="22546" w="41031">
                <a:moveTo>
                  <a:pt x="1522" y="20961"/>
                </a:moveTo>
                <a:cubicBezTo>
                  <a:pt x="3156" y="22293"/>
                  <a:pt x="5591" y="22545"/>
                  <a:pt x="7464" y="21577"/>
                </a:cubicBezTo>
                <a:cubicBezTo>
                  <a:pt x="9336" y="20609"/>
                  <a:pt x="10540" y="18476"/>
                  <a:pt x="10399" y="16373"/>
                </a:cubicBezTo>
                <a:cubicBezTo>
                  <a:pt x="10306" y="14998"/>
                  <a:pt x="9703" y="13719"/>
                  <a:pt x="9278" y="12408"/>
                </a:cubicBezTo>
                <a:cubicBezTo>
                  <a:pt x="8854" y="11096"/>
                  <a:pt x="8620" y="9611"/>
                  <a:pt x="9239" y="8379"/>
                </a:cubicBezTo>
                <a:cubicBezTo>
                  <a:pt x="10077" y="6715"/>
                  <a:pt x="12219" y="6101"/>
                  <a:pt x="14068" y="6342"/>
                </a:cubicBezTo>
                <a:cubicBezTo>
                  <a:pt x="15919" y="6585"/>
                  <a:pt x="17608" y="7475"/>
                  <a:pt x="19369" y="8088"/>
                </a:cubicBezTo>
                <a:cubicBezTo>
                  <a:pt x="21130" y="8702"/>
                  <a:pt x="23156" y="9018"/>
                  <a:pt x="24802" y="8142"/>
                </a:cubicBezTo>
                <a:cubicBezTo>
                  <a:pt x="26425" y="7281"/>
                  <a:pt x="27390" y="5408"/>
                  <a:pt x="29111" y="4761"/>
                </a:cubicBezTo>
                <a:cubicBezTo>
                  <a:pt x="31986" y="3678"/>
                  <a:pt x="35239" y="6563"/>
                  <a:pt x="38119" y="5498"/>
                </a:cubicBezTo>
                <a:cubicBezTo>
                  <a:pt x="40200" y="4730"/>
                  <a:pt x="41030" y="1731"/>
                  <a:pt x="39642" y="1"/>
                </a:cubicBezTo>
                <a:lnTo>
                  <a:pt x="1" y="1"/>
                </a:lnTo>
                <a:close/>
              </a:path>
            </a:pathLst>
          </a:custGeom>
          <a:noFill/>
          <a:ln cap="flat" cmpd="sng" w="9525">
            <a:solidFill>
              <a:srgbClr val="000000"/>
            </a:solidFill>
            <a:prstDash val="solid"/>
            <a:miter lim="1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5"/>
          <p:cNvSpPr/>
          <p:nvPr/>
        </p:nvSpPr>
        <p:spPr>
          <a:xfrm flipH="1" rot="10800000">
            <a:off x="6315075" y="-363453"/>
            <a:ext cx="2847986" cy="2295503"/>
          </a:xfrm>
          <a:custGeom>
            <a:rect b="b" l="l" r="r" t="t"/>
            <a:pathLst>
              <a:path extrusionOk="0" fill="none" h="22411" w="31568">
                <a:moveTo>
                  <a:pt x="2049" y="20154"/>
                </a:moveTo>
                <a:cubicBezTo>
                  <a:pt x="662" y="19435"/>
                  <a:pt x="1" y="17677"/>
                  <a:pt x="319" y="16148"/>
                </a:cubicBezTo>
                <a:cubicBezTo>
                  <a:pt x="635" y="14618"/>
                  <a:pt x="1787" y="13351"/>
                  <a:pt x="3166" y="12616"/>
                </a:cubicBezTo>
                <a:cubicBezTo>
                  <a:pt x="4546" y="11883"/>
                  <a:pt x="6132" y="11627"/>
                  <a:pt x="7694" y="11574"/>
                </a:cubicBezTo>
                <a:cubicBezTo>
                  <a:pt x="9995" y="11499"/>
                  <a:pt x="12289" y="11837"/>
                  <a:pt x="14470" y="12575"/>
                </a:cubicBezTo>
                <a:cubicBezTo>
                  <a:pt x="17147" y="13484"/>
                  <a:pt x="19932" y="15009"/>
                  <a:pt x="22633" y="14173"/>
                </a:cubicBezTo>
                <a:cubicBezTo>
                  <a:pt x="25092" y="13413"/>
                  <a:pt x="26665" y="10527"/>
                  <a:pt x="25971" y="8050"/>
                </a:cubicBezTo>
                <a:cubicBezTo>
                  <a:pt x="25469" y="6257"/>
                  <a:pt x="23965" y="4623"/>
                  <a:pt x="24358" y="2804"/>
                </a:cubicBezTo>
                <a:cubicBezTo>
                  <a:pt x="24655" y="1431"/>
                  <a:pt x="26013" y="493"/>
                  <a:pt x="27397" y="247"/>
                </a:cubicBezTo>
                <a:cubicBezTo>
                  <a:pt x="28780" y="1"/>
                  <a:pt x="30197" y="308"/>
                  <a:pt x="31568" y="612"/>
                </a:cubicBezTo>
                <a:lnTo>
                  <a:pt x="31568" y="21141"/>
                </a:lnTo>
                <a:cubicBezTo>
                  <a:pt x="31568" y="21141"/>
                  <a:pt x="1055" y="22411"/>
                  <a:pt x="1153" y="22020"/>
                </a:cubicBezTo>
                <a:cubicBezTo>
                  <a:pt x="1250" y="21629"/>
                  <a:pt x="2049" y="20154"/>
                  <a:pt x="2049" y="20154"/>
                </a:cubicBezTo>
                <a:close/>
              </a:path>
            </a:pathLst>
          </a:custGeom>
          <a:noFill/>
          <a:ln cap="flat" cmpd="sng" w="9525">
            <a:solidFill>
              <a:schemeClr val="dk1"/>
            </a:solidFill>
            <a:prstDash val="solid"/>
            <a:miter lim="1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5"/>
          <p:cNvSpPr/>
          <p:nvPr/>
        </p:nvSpPr>
        <p:spPr>
          <a:xfrm flipH="1" rot="-10612389">
            <a:off x="6391285" y="-342952"/>
            <a:ext cx="2902342" cy="2016966"/>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5"/>
          <p:cNvSpPr/>
          <p:nvPr/>
        </p:nvSpPr>
        <p:spPr>
          <a:xfrm flipH="1" rot="10800000">
            <a:off x="-163450" y="3125775"/>
            <a:ext cx="3841331" cy="207486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130" name="Shape 130"/>
        <p:cNvGrpSpPr/>
        <p:nvPr/>
      </p:nvGrpSpPr>
      <p:grpSpPr>
        <a:xfrm>
          <a:off x="0" y="0"/>
          <a:ext cx="0" cy="0"/>
          <a:chOff x="0" y="0"/>
          <a:chExt cx="0" cy="0"/>
        </a:xfrm>
      </p:grpSpPr>
      <p:sp>
        <p:nvSpPr>
          <p:cNvPr id="131" name="Google Shape;131;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2" name="Google Shape;132;p16"/>
          <p:cNvSpPr/>
          <p:nvPr/>
        </p:nvSpPr>
        <p:spPr>
          <a:xfrm>
            <a:off x="-98300" y="-38100"/>
            <a:ext cx="2138689" cy="1155194"/>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p:cNvSpPr/>
          <p:nvPr/>
        </p:nvSpPr>
        <p:spPr>
          <a:xfrm flipH="1" rot="10800000">
            <a:off x="-71049" y="3879708"/>
            <a:ext cx="1615073" cy="1289067"/>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6"/>
          <p:cNvSpPr/>
          <p:nvPr/>
        </p:nvSpPr>
        <p:spPr>
          <a:xfrm flipH="1">
            <a:off x="7646475" y="0"/>
            <a:ext cx="1568585" cy="1251963"/>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p:cNvSpPr/>
          <p:nvPr/>
        </p:nvSpPr>
        <p:spPr>
          <a:xfrm rot="10800000">
            <a:off x="7124525" y="4013575"/>
            <a:ext cx="2138689" cy="1155194"/>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6"/>
          <p:cNvSpPr/>
          <p:nvPr/>
        </p:nvSpPr>
        <p:spPr>
          <a:xfrm flipH="1" rot="10800000">
            <a:off x="32390" y="3979361"/>
            <a:ext cx="1442543" cy="1084958"/>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6"/>
          <p:cNvSpPr/>
          <p:nvPr/>
        </p:nvSpPr>
        <p:spPr>
          <a:xfrm flipH="1">
            <a:off x="7681975" y="99117"/>
            <a:ext cx="1401039" cy="1053745"/>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
    <p:spTree>
      <p:nvGrpSpPr>
        <p:cNvPr id="138" name="Shape 138"/>
        <p:cNvGrpSpPr/>
        <p:nvPr/>
      </p:nvGrpSpPr>
      <p:grpSpPr>
        <a:xfrm>
          <a:off x="0" y="0"/>
          <a:ext cx="0" cy="0"/>
          <a:chOff x="0" y="0"/>
          <a:chExt cx="0" cy="0"/>
        </a:xfrm>
      </p:grpSpPr>
      <p:sp>
        <p:nvSpPr>
          <p:cNvPr id="139" name="Google Shape;139;p17"/>
          <p:cNvSpPr txBox="1"/>
          <p:nvPr>
            <p:ph type="title"/>
          </p:nvPr>
        </p:nvSpPr>
        <p:spPr>
          <a:xfrm>
            <a:off x="1237676" y="1191713"/>
            <a:ext cx="3166200" cy="1746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0" name="Google Shape;140;p17"/>
          <p:cNvSpPr txBox="1"/>
          <p:nvPr>
            <p:ph idx="1" type="subTitle"/>
          </p:nvPr>
        </p:nvSpPr>
        <p:spPr>
          <a:xfrm>
            <a:off x="1237676" y="3088688"/>
            <a:ext cx="3166200" cy="863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1" name="Google Shape;141;p17"/>
          <p:cNvSpPr/>
          <p:nvPr>
            <p:ph idx="2" type="pic"/>
          </p:nvPr>
        </p:nvSpPr>
        <p:spPr>
          <a:xfrm>
            <a:off x="5048826" y="693613"/>
            <a:ext cx="2857500" cy="3756300"/>
          </a:xfrm>
          <a:prstGeom prst="rect">
            <a:avLst/>
          </a:prstGeom>
          <a:noFill/>
          <a:ln cap="flat" cmpd="sng" w="9525">
            <a:solidFill>
              <a:schemeClr val="dk1"/>
            </a:solidFill>
            <a:prstDash val="solid"/>
            <a:round/>
            <a:headEnd len="sm" w="sm" type="none"/>
            <a:tailEnd len="sm" w="sm" type="none"/>
          </a:ln>
        </p:spPr>
      </p:sp>
      <p:sp>
        <p:nvSpPr>
          <p:cNvPr id="142" name="Google Shape;142;p17"/>
          <p:cNvSpPr/>
          <p:nvPr/>
        </p:nvSpPr>
        <p:spPr>
          <a:xfrm rot="5260772">
            <a:off x="-382382" y="3575669"/>
            <a:ext cx="2168294" cy="1095407"/>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7"/>
          <p:cNvSpPr/>
          <p:nvPr/>
        </p:nvSpPr>
        <p:spPr>
          <a:xfrm rot="5396840">
            <a:off x="6967876" y="1935319"/>
            <a:ext cx="4207479" cy="1277789"/>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7"/>
          <p:cNvSpPr/>
          <p:nvPr/>
        </p:nvSpPr>
        <p:spPr>
          <a:xfrm rot="10800000">
            <a:off x="-42" y="-15"/>
            <a:ext cx="2185242" cy="1095391"/>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7"/>
          <p:cNvSpPr/>
          <p:nvPr/>
        </p:nvSpPr>
        <p:spPr>
          <a:xfrm rot="5400000">
            <a:off x="-557681" y="3543085"/>
            <a:ext cx="2185242" cy="1095391"/>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7"/>
          <p:cNvSpPr/>
          <p:nvPr/>
        </p:nvSpPr>
        <p:spPr>
          <a:xfrm rot="5343115">
            <a:off x="7090702" y="1928657"/>
            <a:ext cx="4207473" cy="1277787"/>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spTree>
      <p:nvGrpSpPr>
        <p:cNvPr id="147" name="Shape 147"/>
        <p:cNvGrpSpPr/>
        <p:nvPr/>
      </p:nvGrpSpPr>
      <p:grpSpPr>
        <a:xfrm>
          <a:off x="0" y="0"/>
          <a:ext cx="0" cy="0"/>
          <a:chOff x="0" y="0"/>
          <a:chExt cx="0" cy="0"/>
        </a:xfrm>
      </p:grpSpPr>
      <p:sp>
        <p:nvSpPr>
          <p:cNvPr id="148" name="Google Shape;148;p18"/>
          <p:cNvSpPr/>
          <p:nvPr/>
        </p:nvSpPr>
        <p:spPr>
          <a:xfrm>
            <a:off x="0" y="82950"/>
            <a:ext cx="2224199" cy="1531121"/>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8"/>
          <p:cNvSpPr/>
          <p:nvPr/>
        </p:nvSpPr>
        <p:spPr>
          <a:xfrm>
            <a:off x="7033301" y="411565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8"/>
          <p:cNvSpPr/>
          <p:nvPr/>
        </p:nvSpPr>
        <p:spPr>
          <a:xfrm>
            <a:off x="-87810" y="-37700"/>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8"/>
          <p:cNvSpPr/>
          <p:nvPr/>
        </p:nvSpPr>
        <p:spPr>
          <a:xfrm flipH="1">
            <a:off x="6933615" y="-37700"/>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8"/>
          <p:cNvSpPr/>
          <p:nvPr/>
        </p:nvSpPr>
        <p:spPr>
          <a:xfrm flipH="1">
            <a:off x="-33937" y="411565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8"/>
          <p:cNvSpPr/>
          <p:nvPr/>
        </p:nvSpPr>
        <p:spPr>
          <a:xfrm>
            <a:off x="7095225" y="3964825"/>
            <a:ext cx="2048780"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8"/>
          <p:cNvSpPr txBox="1"/>
          <p:nvPr>
            <p:ph type="title"/>
          </p:nvPr>
        </p:nvSpPr>
        <p:spPr>
          <a:xfrm>
            <a:off x="1181513" y="1586488"/>
            <a:ext cx="2441400" cy="651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5" name="Google Shape;155;p18"/>
          <p:cNvSpPr txBox="1"/>
          <p:nvPr>
            <p:ph idx="1" type="subTitle"/>
          </p:nvPr>
        </p:nvSpPr>
        <p:spPr>
          <a:xfrm>
            <a:off x="1181513" y="2314713"/>
            <a:ext cx="2440800" cy="1242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
    <p:spTree>
      <p:nvGrpSpPr>
        <p:cNvPr id="156" name="Shape 156"/>
        <p:cNvGrpSpPr/>
        <p:nvPr/>
      </p:nvGrpSpPr>
      <p:grpSpPr>
        <a:xfrm>
          <a:off x="0" y="0"/>
          <a:ext cx="0" cy="0"/>
          <a:chOff x="0" y="0"/>
          <a:chExt cx="0" cy="0"/>
        </a:xfrm>
      </p:grpSpPr>
      <p:sp>
        <p:nvSpPr>
          <p:cNvPr id="157" name="Google Shape;157;p19"/>
          <p:cNvSpPr/>
          <p:nvPr/>
        </p:nvSpPr>
        <p:spPr>
          <a:xfrm flipH="1" rot="10800000">
            <a:off x="7095225" y="113125"/>
            <a:ext cx="2048780"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9"/>
          <p:cNvSpPr/>
          <p:nvPr/>
        </p:nvSpPr>
        <p:spPr>
          <a:xfrm flipH="1" rot="10800000">
            <a:off x="0" y="3521908"/>
            <a:ext cx="2224199" cy="1531121"/>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9"/>
          <p:cNvSpPr/>
          <p:nvPr/>
        </p:nvSpPr>
        <p:spPr>
          <a:xfrm flipH="1" rot="10800000">
            <a:off x="7064263" y="-3770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flipH="1" rot="10800000">
            <a:off x="-87810" y="3339379"/>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rot="10800000">
            <a:off x="6933615" y="3339379"/>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9"/>
          <p:cNvSpPr/>
          <p:nvPr/>
        </p:nvSpPr>
        <p:spPr>
          <a:xfrm rot="10800000">
            <a:off x="-41937" y="-3770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9"/>
          <p:cNvSpPr txBox="1"/>
          <p:nvPr>
            <p:ph idx="1" type="subTitle"/>
          </p:nvPr>
        </p:nvSpPr>
        <p:spPr>
          <a:xfrm>
            <a:off x="1090500" y="1264700"/>
            <a:ext cx="6963000" cy="1221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sp>
        <p:nvSpPr>
          <p:cNvPr id="164" name="Google Shape;164;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_1_1">
    <p:spTree>
      <p:nvGrpSpPr>
        <p:cNvPr id="165" name="Shape 165"/>
        <p:cNvGrpSpPr/>
        <p:nvPr/>
      </p:nvGrpSpPr>
      <p:grpSpPr>
        <a:xfrm>
          <a:off x="0" y="0"/>
          <a:ext cx="0" cy="0"/>
          <a:chOff x="0" y="0"/>
          <a:chExt cx="0" cy="0"/>
        </a:xfrm>
      </p:grpSpPr>
      <p:sp>
        <p:nvSpPr>
          <p:cNvPr id="166" name="Google Shape;166;p20"/>
          <p:cNvSpPr/>
          <p:nvPr/>
        </p:nvSpPr>
        <p:spPr>
          <a:xfrm>
            <a:off x="7095225" y="3964825"/>
            <a:ext cx="2048780"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0"/>
          <p:cNvSpPr/>
          <p:nvPr/>
        </p:nvSpPr>
        <p:spPr>
          <a:xfrm>
            <a:off x="0" y="82950"/>
            <a:ext cx="2224199" cy="1531121"/>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0"/>
          <p:cNvSpPr/>
          <p:nvPr/>
        </p:nvSpPr>
        <p:spPr>
          <a:xfrm>
            <a:off x="7033301" y="411565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0"/>
          <p:cNvSpPr/>
          <p:nvPr/>
        </p:nvSpPr>
        <p:spPr>
          <a:xfrm>
            <a:off x="-87810" y="-37700"/>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0"/>
          <p:cNvSpPr txBox="1"/>
          <p:nvPr>
            <p:ph idx="1" type="subTitle"/>
          </p:nvPr>
        </p:nvSpPr>
        <p:spPr>
          <a:xfrm>
            <a:off x="1127700" y="1136500"/>
            <a:ext cx="6888600" cy="347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434343"/>
              </a:buClr>
              <a:buSzPts val="1200"/>
              <a:buChar char="■"/>
              <a:defRPr/>
            </a:lvl1pPr>
            <a:lvl2pPr lvl="1" rtl="0" algn="ctr">
              <a:lnSpc>
                <a:spcPct val="100000"/>
              </a:lnSpc>
              <a:spcBef>
                <a:spcPts val="0"/>
              </a:spcBef>
              <a:spcAft>
                <a:spcPts val="0"/>
              </a:spcAft>
              <a:buClr>
                <a:srgbClr val="434343"/>
              </a:buClr>
              <a:buSzPts val="1200"/>
              <a:buFont typeface="Roboto Condensed Light"/>
              <a:buChar char="○"/>
              <a:defRPr/>
            </a:lvl2pPr>
            <a:lvl3pPr lvl="2" rtl="0" algn="ctr">
              <a:lnSpc>
                <a:spcPct val="100000"/>
              </a:lnSpc>
              <a:spcBef>
                <a:spcPts val="1600"/>
              </a:spcBef>
              <a:spcAft>
                <a:spcPts val="0"/>
              </a:spcAft>
              <a:buClr>
                <a:srgbClr val="434343"/>
              </a:buClr>
              <a:buSzPts val="1200"/>
              <a:buFont typeface="Roboto Condensed Light"/>
              <a:buChar char="■"/>
              <a:defRPr/>
            </a:lvl3pPr>
            <a:lvl4pPr lvl="3" rtl="0" algn="ctr">
              <a:lnSpc>
                <a:spcPct val="100000"/>
              </a:lnSpc>
              <a:spcBef>
                <a:spcPts val="1600"/>
              </a:spcBef>
              <a:spcAft>
                <a:spcPts val="0"/>
              </a:spcAft>
              <a:buClr>
                <a:srgbClr val="434343"/>
              </a:buClr>
              <a:buSzPts val="1200"/>
              <a:buFont typeface="Roboto Condensed Light"/>
              <a:buChar char="●"/>
              <a:defRPr/>
            </a:lvl4pPr>
            <a:lvl5pPr lvl="4" rtl="0" algn="ctr">
              <a:lnSpc>
                <a:spcPct val="100000"/>
              </a:lnSpc>
              <a:spcBef>
                <a:spcPts val="1600"/>
              </a:spcBef>
              <a:spcAft>
                <a:spcPts val="0"/>
              </a:spcAft>
              <a:buClr>
                <a:srgbClr val="434343"/>
              </a:buClr>
              <a:buSzPts val="1200"/>
              <a:buFont typeface="Roboto Condensed Light"/>
              <a:buChar char="○"/>
              <a:defRPr/>
            </a:lvl5pPr>
            <a:lvl6pPr lvl="5" rtl="0" algn="ctr">
              <a:lnSpc>
                <a:spcPct val="100000"/>
              </a:lnSpc>
              <a:spcBef>
                <a:spcPts val="1600"/>
              </a:spcBef>
              <a:spcAft>
                <a:spcPts val="0"/>
              </a:spcAft>
              <a:buClr>
                <a:srgbClr val="434343"/>
              </a:buClr>
              <a:buSzPts val="1200"/>
              <a:buFont typeface="Roboto Condensed Light"/>
              <a:buChar char="■"/>
              <a:defRPr/>
            </a:lvl6pPr>
            <a:lvl7pPr lvl="6" rtl="0" algn="ctr">
              <a:lnSpc>
                <a:spcPct val="100000"/>
              </a:lnSpc>
              <a:spcBef>
                <a:spcPts val="1600"/>
              </a:spcBef>
              <a:spcAft>
                <a:spcPts val="0"/>
              </a:spcAft>
              <a:buClr>
                <a:srgbClr val="434343"/>
              </a:buClr>
              <a:buSzPts val="1200"/>
              <a:buFont typeface="Roboto Condensed Light"/>
              <a:buChar char="●"/>
              <a:defRPr/>
            </a:lvl7pPr>
            <a:lvl8pPr lvl="7" rtl="0" algn="ctr">
              <a:lnSpc>
                <a:spcPct val="100000"/>
              </a:lnSpc>
              <a:spcBef>
                <a:spcPts val="1600"/>
              </a:spcBef>
              <a:spcAft>
                <a:spcPts val="0"/>
              </a:spcAft>
              <a:buClr>
                <a:srgbClr val="434343"/>
              </a:buClr>
              <a:buSzPts val="1200"/>
              <a:buFont typeface="Roboto Condensed Light"/>
              <a:buChar char="○"/>
              <a:defRPr/>
            </a:lvl8pPr>
            <a:lvl9pPr lvl="8" rtl="0" algn="ctr">
              <a:lnSpc>
                <a:spcPct val="100000"/>
              </a:lnSpc>
              <a:spcBef>
                <a:spcPts val="1600"/>
              </a:spcBef>
              <a:spcAft>
                <a:spcPts val="1600"/>
              </a:spcAft>
              <a:buClr>
                <a:srgbClr val="434343"/>
              </a:buClr>
              <a:buSzPts val="1200"/>
              <a:buFont typeface="Roboto Condensed Light"/>
              <a:buChar char="■"/>
              <a:defRPr/>
            </a:lvl9pPr>
          </a:lstStyle>
          <a:p/>
        </p:txBody>
      </p:sp>
      <p:sp>
        <p:nvSpPr>
          <p:cNvPr id="171" name="Google Shape;171;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72" name="Shape 172"/>
        <p:cNvGrpSpPr/>
        <p:nvPr/>
      </p:nvGrpSpPr>
      <p:grpSpPr>
        <a:xfrm>
          <a:off x="0" y="0"/>
          <a:ext cx="0" cy="0"/>
          <a:chOff x="0" y="0"/>
          <a:chExt cx="0" cy="0"/>
        </a:xfrm>
      </p:grpSpPr>
      <p:sp>
        <p:nvSpPr>
          <p:cNvPr id="173" name="Google Shape;173;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4" name="Google Shape;174;p21"/>
          <p:cNvSpPr txBox="1"/>
          <p:nvPr>
            <p:ph idx="2" type="title"/>
          </p:nvPr>
        </p:nvSpPr>
        <p:spPr>
          <a:xfrm>
            <a:off x="937700" y="2812083"/>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5" name="Google Shape;175;p21"/>
          <p:cNvSpPr txBox="1"/>
          <p:nvPr>
            <p:ph idx="1" type="subTitle"/>
          </p:nvPr>
        </p:nvSpPr>
        <p:spPr>
          <a:xfrm>
            <a:off x="937700" y="3145757"/>
            <a:ext cx="21753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6" name="Google Shape;176;p21"/>
          <p:cNvSpPr txBox="1"/>
          <p:nvPr>
            <p:ph idx="3" type="title"/>
          </p:nvPr>
        </p:nvSpPr>
        <p:spPr>
          <a:xfrm>
            <a:off x="3484421" y="2812083"/>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7" name="Google Shape;177;p21"/>
          <p:cNvSpPr txBox="1"/>
          <p:nvPr>
            <p:ph idx="4" type="subTitle"/>
          </p:nvPr>
        </p:nvSpPr>
        <p:spPr>
          <a:xfrm>
            <a:off x="3484422" y="3145757"/>
            <a:ext cx="21753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8" name="Google Shape;178;p21"/>
          <p:cNvSpPr txBox="1"/>
          <p:nvPr>
            <p:ph idx="5" type="title"/>
          </p:nvPr>
        </p:nvSpPr>
        <p:spPr>
          <a:xfrm>
            <a:off x="6031149" y="2812083"/>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9" name="Google Shape;179;p21"/>
          <p:cNvSpPr txBox="1"/>
          <p:nvPr>
            <p:ph idx="6" type="subTitle"/>
          </p:nvPr>
        </p:nvSpPr>
        <p:spPr>
          <a:xfrm>
            <a:off x="6031150" y="3145757"/>
            <a:ext cx="21753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0" name="Google Shape;180;p21"/>
          <p:cNvSpPr/>
          <p:nvPr/>
        </p:nvSpPr>
        <p:spPr>
          <a:xfrm flipH="1" rot="-5400000">
            <a:off x="-420649" y="336949"/>
            <a:ext cx="2565298" cy="1533500"/>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1"/>
          <p:cNvSpPr/>
          <p:nvPr/>
        </p:nvSpPr>
        <p:spPr>
          <a:xfrm flipH="1" rot="-5400000">
            <a:off x="-681950" y="283425"/>
            <a:ext cx="2790348" cy="150718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1"/>
          <p:cNvSpPr/>
          <p:nvPr/>
        </p:nvSpPr>
        <p:spPr>
          <a:xfrm flipH="1" rot="-5191632">
            <a:off x="7126284" y="3909003"/>
            <a:ext cx="2837559" cy="1449287"/>
          </a:xfrm>
          <a:custGeom>
            <a:rect b="b" l="l" r="r" t="t"/>
            <a:pathLst>
              <a:path extrusionOk="0" h="19596" w="38367">
                <a:moveTo>
                  <a:pt x="23187" y="0"/>
                </a:moveTo>
                <a:cubicBezTo>
                  <a:pt x="21336" y="0"/>
                  <a:pt x="19523" y="1461"/>
                  <a:pt x="19259" y="3318"/>
                </a:cubicBezTo>
                <a:cubicBezTo>
                  <a:pt x="18901" y="5858"/>
                  <a:pt x="21052" y="8501"/>
                  <a:pt x="20010" y="10847"/>
                </a:cubicBezTo>
                <a:cubicBezTo>
                  <a:pt x="19397" y="12226"/>
                  <a:pt x="17804" y="12962"/>
                  <a:pt x="16295" y="12984"/>
                </a:cubicBezTo>
                <a:cubicBezTo>
                  <a:pt x="16266" y="12985"/>
                  <a:pt x="16238" y="12985"/>
                  <a:pt x="16209" y="12985"/>
                </a:cubicBezTo>
                <a:cubicBezTo>
                  <a:pt x="14733" y="12985"/>
                  <a:pt x="13309" y="12432"/>
                  <a:pt x="11950" y="11847"/>
                </a:cubicBezTo>
                <a:cubicBezTo>
                  <a:pt x="10563" y="11250"/>
                  <a:pt x="9167" y="10601"/>
                  <a:pt x="7667" y="10433"/>
                </a:cubicBezTo>
                <a:cubicBezTo>
                  <a:pt x="7421" y="10406"/>
                  <a:pt x="7173" y="10393"/>
                  <a:pt x="6926" y="10393"/>
                </a:cubicBezTo>
                <a:cubicBezTo>
                  <a:pt x="5345" y="10393"/>
                  <a:pt x="3765" y="10942"/>
                  <a:pt x="2537" y="11939"/>
                </a:cubicBezTo>
                <a:cubicBezTo>
                  <a:pt x="1458" y="12815"/>
                  <a:pt x="1" y="14636"/>
                  <a:pt x="115" y="16140"/>
                </a:cubicBezTo>
                <a:cubicBezTo>
                  <a:pt x="242" y="17828"/>
                  <a:pt x="2622" y="17937"/>
                  <a:pt x="3882" y="17995"/>
                </a:cubicBezTo>
                <a:lnTo>
                  <a:pt x="37937" y="19595"/>
                </a:lnTo>
                <a:cubicBezTo>
                  <a:pt x="38366" y="14493"/>
                  <a:pt x="38330" y="9363"/>
                  <a:pt x="37832" y="4269"/>
                </a:cubicBezTo>
                <a:cubicBezTo>
                  <a:pt x="37724" y="3160"/>
                  <a:pt x="37566" y="1986"/>
                  <a:pt x="36862" y="1121"/>
                </a:cubicBezTo>
                <a:cubicBezTo>
                  <a:pt x="36431" y="591"/>
                  <a:pt x="35722" y="252"/>
                  <a:pt x="35056" y="252"/>
                </a:cubicBezTo>
                <a:cubicBezTo>
                  <a:pt x="34636" y="252"/>
                  <a:pt x="34234" y="386"/>
                  <a:pt x="33930" y="692"/>
                </a:cubicBezTo>
                <a:cubicBezTo>
                  <a:pt x="33416" y="1207"/>
                  <a:pt x="33340" y="2016"/>
                  <a:pt x="32935" y="2622"/>
                </a:cubicBezTo>
                <a:cubicBezTo>
                  <a:pt x="32466" y="3325"/>
                  <a:pt x="31612" y="3647"/>
                  <a:pt x="30752" y="3647"/>
                </a:cubicBezTo>
                <a:cubicBezTo>
                  <a:pt x="30437" y="3647"/>
                  <a:pt x="30120" y="3604"/>
                  <a:pt x="29822" y="3520"/>
                </a:cubicBezTo>
                <a:cubicBezTo>
                  <a:pt x="28709" y="3208"/>
                  <a:pt x="27780" y="2458"/>
                  <a:pt x="26875" y="1740"/>
                </a:cubicBezTo>
                <a:cubicBezTo>
                  <a:pt x="25967" y="1024"/>
                  <a:pt x="25007" y="303"/>
                  <a:pt x="23876" y="70"/>
                </a:cubicBezTo>
                <a:cubicBezTo>
                  <a:pt x="23648" y="23"/>
                  <a:pt x="23417" y="0"/>
                  <a:pt x="231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83" name="Shape 183"/>
        <p:cNvGrpSpPr/>
        <p:nvPr/>
      </p:nvGrpSpPr>
      <p:grpSpPr>
        <a:xfrm>
          <a:off x="0" y="0"/>
          <a:ext cx="0" cy="0"/>
          <a:chOff x="0" y="0"/>
          <a:chExt cx="0" cy="0"/>
        </a:xfrm>
      </p:grpSpPr>
      <p:sp>
        <p:nvSpPr>
          <p:cNvPr id="184" name="Google Shape;184;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5" name="Google Shape;185;p22"/>
          <p:cNvSpPr txBox="1"/>
          <p:nvPr>
            <p:ph idx="2" type="title"/>
          </p:nvPr>
        </p:nvSpPr>
        <p:spPr>
          <a:xfrm>
            <a:off x="937700" y="3358195"/>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6" name="Google Shape;186;p22"/>
          <p:cNvSpPr txBox="1"/>
          <p:nvPr>
            <p:ph idx="1" type="subTitle"/>
          </p:nvPr>
        </p:nvSpPr>
        <p:spPr>
          <a:xfrm>
            <a:off x="937700" y="3691865"/>
            <a:ext cx="21753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7" name="Google Shape;187;p22"/>
          <p:cNvSpPr txBox="1"/>
          <p:nvPr>
            <p:ph idx="3" type="title"/>
          </p:nvPr>
        </p:nvSpPr>
        <p:spPr>
          <a:xfrm>
            <a:off x="3484421" y="3358195"/>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8" name="Google Shape;188;p22"/>
          <p:cNvSpPr txBox="1"/>
          <p:nvPr>
            <p:ph idx="4" type="subTitle"/>
          </p:nvPr>
        </p:nvSpPr>
        <p:spPr>
          <a:xfrm>
            <a:off x="3484422" y="3691865"/>
            <a:ext cx="21753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9" name="Google Shape;189;p22"/>
          <p:cNvSpPr txBox="1"/>
          <p:nvPr>
            <p:ph idx="5" type="title"/>
          </p:nvPr>
        </p:nvSpPr>
        <p:spPr>
          <a:xfrm>
            <a:off x="6031149" y="3358195"/>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90" name="Google Shape;190;p22"/>
          <p:cNvSpPr txBox="1"/>
          <p:nvPr>
            <p:ph idx="6" type="subTitle"/>
          </p:nvPr>
        </p:nvSpPr>
        <p:spPr>
          <a:xfrm>
            <a:off x="6031150" y="3691865"/>
            <a:ext cx="21753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1" name="Google Shape;191;p22"/>
          <p:cNvSpPr/>
          <p:nvPr/>
        </p:nvSpPr>
        <p:spPr>
          <a:xfrm rot="5621492">
            <a:off x="570643" y="3463388"/>
            <a:ext cx="827249" cy="2290361"/>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2"/>
          <p:cNvSpPr/>
          <p:nvPr/>
        </p:nvSpPr>
        <p:spPr>
          <a:xfrm rot="10302847">
            <a:off x="6503240" y="4492486"/>
            <a:ext cx="3233990" cy="982146"/>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2"/>
          <p:cNvSpPr/>
          <p:nvPr/>
        </p:nvSpPr>
        <p:spPr>
          <a:xfrm rot="-7154837">
            <a:off x="2812562" y="-2346136"/>
            <a:ext cx="3027667" cy="3926926"/>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2"/>
          <p:cNvSpPr/>
          <p:nvPr/>
        </p:nvSpPr>
        <p:spPr>
          <a:xfrm rot="5400000">
            <a:off x="570639" y="3639491"/>
            <a:ext cx="827252" cy="2290369"/>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2"/>
          <p:cNvSpPr/>
          <p:nvPr/>
        </p:nvSpPr>
        <p:spPr>
          <a:xfrm rot="10302847">
            <a:off x="6547615" y="4598961"/>
            <a:ext cx="3233990" cy="982146"/>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196" name="Shape 196"/>
        <p:cNvGrpSpPr/>
        <p:nvPr/>
      </p:nvGrpSpPr>
      <p:grpSpPr>
        <a:xfrm>
          <a:off x="0" y="0"/>
          <a:ext cx="0" cy="0"/>
          <a:chOff x="0" y="0"/>
          <a:chExt cx="0" cy="0"/>
        </a:xfrm>
      </p:grpSpPr>
      <p:sp>
        <p:nvSpPr>
          <p:cNvPr id="197" name="Google Shape;197;p23"/>
          <p:cNvSpPr/>
          <p:nvPr/>
        </p:nvSpPr>
        <p:spPr>
          <a:xfrm rot="8568211">
            <a:off x="-1213648" y="1155175"/>
            <a:ext cx="2500109" cy="3242677"/>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3"/>
          <p:cNvSpPr/>
          <p:nvPr/>
        </p:nvSpPr>
        <p:spPr>
          <a:xfrm rot="9360838">
            <a:off x="8004434" y="-801241"/>
            <a:ext cx="2390686" cy="3100753"/>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3"/>
          <p:cNvSpPr/>
          <p:nvPr/>
        </p:nvSpPr>
        <p:spPr>
          <a:xfrm rot="9360838">
            <a:off x="8158514" y="-836751"/>
            <a:ext cx="2390686" cy="3100753"/>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3"/>
          <p:cNvSpPr/>
          <p:nvPr/>
        </p:nvSpPr>
        <p:spPr>
          <a:xfrm rot="8568211">
            <a:off x="-1355201" y="1200735"/>
            <a:ext cx="2500109" cy="3242677"/>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2" name="Google Shape;202;p23"/>
          <p:cNvSpPr txBox="1"/>
          <p:nvPr>
            <p:ph idx="2" type="title"/>
          </p:nvPr>
        </p:nvSpPr>
        <p:spPr>
          <a:xfrm>
            <a:off x="937700" y="2303594"/>
            <a:ext cx="20757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3" name="Google Shape;203;p23"/>
          <p:cNvSpPr txBox="1"/>
          <p:nvPr>
            <p:ph idx="1" type="subTitle"/>
          </p:nvPr>
        </p:nvSpPr>
        <p:spPr>
          <a:xfrm>
            <a:off x="937700" y="2637278"/>
            <a:ext cx="20757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4" name="Google Shape;204;p23"/>
          <p:cNvSpPr txBox="1"/>
          <p:nvPr>
            <p:ph idx="3" type="title"/>
          </p:nvPr>
        </p:nvSpPr>
        <p:spPr>
          <a:xfrm>
            <a:off x="3534150" y="2760796"/>
            <a:ext cx="20757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5" name="Google Shape;205;p23"/>
          <p:cNvSpPr txBox="1"/>
          <p:nvPr>
            <p:ph idx="4" type="subTitle"/>
          </p:nvPr>
        </p:nvSpPr>
        <p:spPr>
          <a:xfrm>
            <a:off x="3534150" y="3094477"/>
            <a:ext cx="20757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6" name="Google Shape;206;p23"/>
          <p:cNvSpPr txBox="1"/>
          <p:nvPr>
            <p:ph idx="5" type="title"/>
          </p:nvPr>
        </p:nvSpPr>
        <p:spPr>
          <a:xfrm>
            <a:off x="6131045" y="3217417"/>
            <a:ext cx="20757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7" name="Google Shape;207;p23"/>
          <p:cNvSpPr txBox="1"/>
          <p:nvPr>
            <p:ph idx="6" type="subTitle"/>
          </p:nvPr>
        </p:nvSpPr>
        <p:spPr>
          <a:xfrm>
            <a:off x="6131047" y="3551101"/>
            <a:ext cx="20757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8" name="Google Shape;208;p23"/>
          <p:cNvSpPr txBox="1"/>
          <p:nvPr>
            <p:ph hasCustomPrompt="1" idx="7" type="title"/>
          </p:nvPr>
        </p:nvSpPr>
        <p:spPr>
          <a:xfrm>
            <a:off x="4206300" y="1840290"/>
            <a:ext cx="731400" cy="7314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9" name="Google Shape;209;p23"/>
          <p:cNvSpPr txBox="1"/>
          <p:nvPr>
            <p:ph hasCustomPrompt="1" idx="8" type="title"/>
          </p:nvPr>
        </p:nvSpPr>
        <p:spPr>
          <a:xfrm>
            <a:off x="1609404" y="1383090"/>
            <a:ext cx="731400" cy="7314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10" name="Google Shape;210;p23"/>
          <p:cNvSpPr txBox="1"/>
          <p:nvPr>
            <p:ph hasCustomPrompt="1" idx="9" type="title"/>
          </p:nvPr>
        </p:nvSpPr>
        <p:spPr>
          <a:xfrm>
            <a:off x="6803196" y="2297490"/>
            <a:ext cx="731400" cy="7314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11" name="Google Shape;211;p23"/>
          <p:cNvSpPr/>
          <p:nvPr/>
        </p:nvSpPr>
        <p:spPr>
          <a:xfrm flipH="1" rot="-8714582">
            <a:off x="8348112" y="4307438"/>
            <a:ext cx="2011487" cy="1526751"/>
          </a:xfrm>
          <a:custGeom>
            <a:rect b="b" l="l" r="r" t="t"/>
            <a:pathLst>
              <a:path extrusionOk="0" h="15953" w="21018">
                <a:moveTo>
                  <a:pt x="7144" y="1"/>
                </a:moveTo>
                <a:cubicBezTo>
                  <a:pt x="6372" y="1"/>
                  <a:pt x="5606" y="184"/>
                  <a:pt x="4844" y="476"/>
                </a:cubicBezTo>
                <a:cubicBezTo>
                  <a:pt x="4568" y="582"/>
                  <a:pt x="4294" y="616"/>
                  <a:pt x="4022" y="616"/>
                </a:cubicBezTo>
                <a:cubicBezTo>
                  <a:pt x="3530" y="616"/>
                  <a:pt x="3043" y="504"/>
                  <a:pt x="2550" y="504"/>
                </a:cubicBezTo>
                <a:cubicBezTo>
                  <a:pt x="2146" y="504"/>
                  <a:pt x="1738" y="579"/>
                  <a:pt x="1320" y="855"/>
                </a:cubicBezTo>
                <a:cubicBezTo>
                  <a:pt x="471" y="1416"/>
                  <a:pt x="1" y="2500"/>
                  <a:pt x="172" y="3504"/>
                </a:cubicBezTo>
                <a:cubicBezTo>
                  <a:pt x="393" y="4797"/>
                  <a:pt x="1540" y="5794"/>
                  <a:pt x="1729" y="7093"/>
                </a:cubicBezTo>
                <a:cubicBezTo>
                  <a:pt x="1996" y="8906"/>
                  <a:pt x="327" y="10493"/>
                  <a:pt x="272" y="12325"/>
                </a:cubicBezTo>
                <a:cubicBezTo>
                  <a:pt x="226" y="13887"/>
                  <a:pt x="1460" y="15311"/>
                  <a:pt x="2956" y="15764"/>
                </a:cubicBezTo>
                <a:cubicBezTo>
                  <a:pt x="3383" y="15893"/>
                  <a:pt x="3824" y="15952"/>
                  <a:pt x="4267" y="15952"/>
                </a:cubicBezTo>
                <a:cubicBezTo>
                  <a:pt x="5374" y="15952"/>
                  <a:pt x="6491" y="15579"/>
                  <a:pt x="7436" y="14985"/>
                </a:cubicBezTo>
                <a:cubicBezTo>
                  <a:pt x="8163" y="14529"/>
                  <a:pt x="8824" y="13942"/>
                  <a:pt x="9642" y="13681"/>
                </a:cubicBezTo>
                <a:cubicBezTo>
                  <a:pt x="9973" y="13577"/>
                  <a:pt x="10309" y="13531"/>
                  <a:pt x="10647" y="13531"/>
                </a:cubicBezTo>
                <a:cubicBezTo>
                  <a:pt x="11750" y="13531"/>
                  <a:pt x="12872" y="14016"/>
                  <a:pt x="13891" y="14509"/>
                </a:cubicBezTo>
                <a:cubicBezTo>
                  <a:pt x="14990" y="15041"/>
                  <a:pt x="16171" y="15604"/>
                  <a:pt x="17360" y="15604"/>
                </a:cubicBezTo>
                <a:cubicBezTo>
                  <a:pt x="17615" y="15604"/>
                  <a:pt x="17869" y="15578"/>
                  <a:pt x="18124" y="15521"/>
                </a:cubicBezTo>
                <a:cubicBezTo>
                  <a:pt x="19546" y="15200"/>
                  <a:pt x="20624" y="13866"/>
                  <a:pt x="20822" y="12422"/>
                </a:cubicBezTo>
                <a:cubicBezTo>
                  <a:pt x="21018" y="10979"/>
                  <a:pt x="20411" y="9490"/>
                  <a:pt x="19391" y="8450"/>
                </a:cubicBezTo>
                <a:cubicBezTo>
                  <a:pt x="18371" y="7408"/>
                  <a:pt x="16980" y="6784"/>
                  <a:pt x="15549" y="6508"/>
                </a:cubicBezTo>
                <a:cubicBezTo>
                  <a:pt x="14915" y="6386"/>
                  <a:pt x="14264" y="6326"/>
                  <a:pt x="13652" y="6123"/>
                </a:cubicBezTo>
                <a:cubicBezTo>
                  <a:pt x="13037" y="5921"/>
                  <a:pt x="12447" y="5545"/>
                  <a:pt x="12160" y="4966"/>
                </a:cubicBezTo>
                <a:cubicBezTo>
                  <a:pt x="11980" y="4604"/>
                  <a:pt x="11934" y="4194"/>
                  <a:pt x="11842" y="3799"/>
                </a:cubicBezTo>
                <a:cubicBezTo>
                  <a:pt x="11483" y="2270"/>
                  <a:pt x="10352" y="944"/>
                  <a:pt x="8899" y="346"/>
                </a:cubicBezTo>
                <a:cubicBezTo>
                  <a:pt x="8312" y="105"/>
                  <a:pt x="7726" y="1"/>
                  <a:pt x="7144"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12" name="Shape 212"/>
        <p:cNvGrpSpPr/>
        <p:nvPr/>
      </p:nvGrpSpPr>
      <p:grpSpPr>
        <a:xfrm>
          <a:off x="0" y="0"/>
          <a:ext cx="0" cy="0"/>
          <a:chOff x="0" y="0"/>
          <a:chExt cx="0" cy="0"/>
        </a:xfrm>
      </p:grpSpPr>
      <p:sp>
        <p:nvSpPr>
          <p:cNvPr id="213" name="Google Shape;213;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4" name="Google Shape;214;p24"/>
          <p:cNvSpPr txBox="1"/>
          <p:nvPr>
            <p:ph idx="2" type="title"/>
          </p:nvPr>
        </p:nvSpPr>
        <p:spPr>
          <a:xfrm>
            <a:off x="1315324" y="1735293"/>
            <a:ext cx="1978200" cy="463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5" name="Google Shape;215;p24"/>
          <p:cNvSpPr txBox="1"/>
          <p:nvPr>
            <p:ph idx="1" type="subTitle"/>
          </p:nvPr>
        </p:nvSpPr>
        <p:spPr>
          <a:xfrm>
            <a:off x="1315324" y="2044318"/>
            <a:ext cx="1978200" cy="52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6" name="Google Shape;216;p24"/>
          <p:cNvSpPr txBox="1"/>
          <p:nvPr>
            <p:ph idx="3" type="title"/>
          </p:nvPr>
        </p:nvSpPr>
        <p:spPr>
          <a:xfrm>
            <a:off x="5850476" y="1735293"/>
            <a:ext cx="1978200" cy="463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7" name="Google Shape;217;p24"/>
          <p:cNvSpPr txBox="1"/>
          <p:nvPr>
            <p:ph idx="4" type="subTitle"/>
          </p:nvPr>
        </p:nvSpPr>
        <p:spPr>
          <a:xfrm>
            <a:off x="5850476" y="2044318"/>
            <a:ext cx="1978200" cy="52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8" name="Google Shape;218;p24"/>
          <p:cNvSpPr txBox="1"/>
          <p:nvPr>
            <p:ph idx="5" type="title"/>
          </p:nvPr>
        </p:nvSpPr>
        <p:spPr>
          <a:xfrm>
            <a:off x="1315323" y="3126523"/>
            <a:ext cx="1978200" cy="463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9" name="Google Shape;219;p24"/>
          <p:cNvSpPr txBox="1"/>
          <p:nvPr>
            <p:ph idx="6" type="subTitle"/>
          </p:nvPr>
        </p:nvSpPr>
        <p:spPr>
          <a:xfrm>
            <a:off x="1315323" y="3435448"/>
            <a:ext cx="1978200" cy="52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0" name="Google Shape;220;p24"/>
          <p:cNvSpPr txBox="1"/>
          <p:nvPr>
            <p:ph idx="7" type="title"/>
          </p:nvPr>
        </p:nvSpPr>
        <p:spPr>
          <a:xfrm>
            <a:off x="5850477" y="3126523"/>
            <a:ext cx="1978200" cy="463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21" name="Google Shape;221;p24"/>
          <p:cNvSpPr txBox="1"/>
          <p:nvPr>
            <p:ph idx="8" type="subTitle"/>
          </p:nvPr>
        </p:nvSpPr>
        <p:spPr>
          <a:xfrm>
            <a:off x="5850475" y="3435448"/>
            <a:ext cx="1978200" cy="52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2" name="Google Shape;222;p24"/>
          <p:cNvSpPr/>
          <p:nvPr/>
        </p:nvSpPr>
        <p:spPr>
          <a:xfrm flipH="1" rot="2141257">
            <a:off x="-1002536" y="1129456"/>
            <a:ext cx="2218903" cy="287794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4"/>
          <p:cNvSpPr/>
          <p:nvPr/>
        </p:nvSpPr>
        <p:spPr>
          <a:xfrm flipH="1" rot="2141257">
            <a:off x="-1154792" y="1136089"/>
            <a:ext cx="2218903" cy="287794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4"/>
          <p:cNvSpPr/>
          <p:nvPr/>
        </p:nvSpPr>
        <p:spPr>
          <a:xfrm flipH="1" rot="10800000">
            <a:off x="7145155" y="4296005"/>
            <a:ext cx="2040904" cy="973678"/>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p:nvPr/>
        </p:nvSpPr>
        <p:spPr>
          <a:xfrm rot="-3756494">
            <a:off x="7924244" y="-778526"/>
            <a:ext cx="1504447" cy="1903366"/>
          </a:xfrm>
          <a:custGeom>
            <a:rect b="b" l="l" r="r" t="t"/>
            <a:pathLst>
              <a:path extrusionOk="0" h="25245" w="19954">
                <a:moveTo>
                  <a:pt x="11518" y="0"/>
                </a:moveTo>
                <a:cubicBezTo>
                  <a:pt x="11194" y="0"/>
                  <a:pt x="10870" y="22"/>
                  <a:pt x="10546" y="68"/>
                </a:cubicBezTo>
                <a:cubicBezTo>
                  <a:pt x="6566" y="624"/>
                  <a:pt x="3391" y="4626"/>
                  <a:pt x="3755" y="8629"/>
                </a:cubicBezTo>
                <a:cubicBezTo>
                  <a:pt x="3938" y="10639"/>
                  <a:pt x="4871" y="12738"/>
                  <a:pt x="4067" y="14588"/>
                </a:cubicBezTo>
                <a:cubicBezTo>
                  <a:pt x="3464" y="15975"/>
                  <a:pt x="2031" y="16813"/>
                  <a:pt x="1201" y="18078"/>
                </a:cubicBezTo>
                <a:cubicBezTo>
                  <a:pt x="1" y="19905"/>
                  <a:pt x="344" y="22589"/>
                  <a:pt x="1967" y="24054"/>
                </a:cubicBezTo>
                <a:cubicBezTo>
                  <a:pt x="2754" y="24763"/>
                  <a:pt x="3988" y="25245"/>
                  <a:pt x="5151" y="25245"/>
                </a:cubicBezTo>
                <a:cubicBezTo>
                  <a:pt x="5650" y="25245"/>
                  <a:pt x="6135" y="25156"/>
                  <a:pt x="6566" y="24959"/>
                </a:cubicBezTo>
                <a:cubicBezTo>
                  <a:pt x="7657" y="24460"/>
                  <a:pt x="8094" y="23197"/>
                  <a:pt x="8899" y="22366"/>
                </a:cubicBezTo>
                <a:cubicBezTo>
                  <a:pt x="11618" y="19563"/>
                  <a:pt x="15032" y="17656"/>
                  <a:pt x="17326" y="14397"/>
                </a:cubicBezTo>
                <a:cubicBezTo>
                  <a:pt x="18951" y="12092"/>
                  <a:pt x="19954" y="9207"/>
                  <a:pt x="19427" y="6435"/>
                </a:cubicBezTo>
                <a:cubicBezTo>
                  <a:pt x="18739" y="2808"/>
                  <a:pt x="15180" y="0"/>
                  <a:pt x="1151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26" name="Shape 226"/>
        <p:cNvGrpSpPr/>
        <p:nvPr/>
      </p:nvGrpSpPr>
      <p:grpSpPr>
        <a:xfrm>
          <a:off x="0" y="0"/>
          <a:ext cx="0" cy="0"/>
          <a:chOff x="0" y="0"/>
          <a:chExt cx="0" cy="0"/>
        </a:xfrm>
      </p:grpSpPr>
      <p:sp>
        <p:nvSpPr>
          <p:cNvPr id="227" name="Google Shape;227;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8" name="Google Shape;228;p25"/>
          <p:cNvSpPr txBox="1"/>
          <p:nvPr>
            <p:ph idx="2" type="title"/>
          </p:nvPr>
        </p:nvSpPr>
        <p:spPr>
          <a:xfrm>
            <a:off x="1110120" y="2005684"/>
            <a:ext cx="19860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29" name="Google Shape;229;p25"/>
          <p:cNvSpPr txBox="1"/>
          <p:nvPr>
            <p:ph idx="1" type="subTitle"/>
          </p:nvPr>
        </p:nvSpPr>
        <p:spPr>
          <a:xfrm>
            <a:off x="1110120" y="229222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rgbClr val="242424"/>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0" name="Google Shape;230;p25"/>
          <p:cNvSpPr txBox="1"/>
          <p:nvPr>
            <p:ph idx="3" type="title"/>
          </p:nvPr>
        </p:nvSpPr>
        <p:spPr>
          <a:xfrm>
            <a:off x="3579900" y="2005684"/>
            <a:ext cx="1984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1" name="Google Shape;231;p25"/>
          <p:cNvSpPr txBox="1"/>
          <p:nvPr>
            <p:ph idx="4" type="subTitle"/>
          </p:nvPr>
        </p:nvSpPr>
        <p:spPr>
          <a:xfrm>
            <a:off x="3579900" y="2292225"/>
            <a:ext cx="1984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rgbClr val="242424"/>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2" name="Google Shape;232;p25"/>
          <p:cNvSpPr txBox="1"/>
          <p:nvPr>
            <p:ph idx="5" type="title"/>
          </p:nvPr>
        </p:nvSpPr>
        <p:spPr>
          <a:xfrm>
            <a:off x="1110120" y="3777009"/>
            <a:ext cx="19860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3" name="Google Shape;233;p25"/>
          <p:cNvSpPr txBox="1"/>
          <p:nvPr>
            <p:ph idx="6" type="subTitle"/>
          </p:nvPr>
        </p:nvSpPr>
        <p:spPr>
          <a:xfrm>
            <a:off x="1110120" y="4063650"/>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rgbClr val="242424"/>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4" name="Google Shape;234;p25"/>
          <p:cNvSpPr txBox="1"/>
          <p:nvPr>
            <p:ph idx="7" type="title"/>
          </p:nvPr>
        </p:nvSpPr>
        <p:spPr>
          <a:xfrm>
            <a:off x="3579900" y="3777009"/>
            <a:ext cx="1984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5" name="Google Shape;235;p25"/>
          <p:cNvSpPr txBox="1"/>
          <p:nvPr>
            <p:ph idx="8" type="subTitle"/>
          </p:nvPr>
        </p:nvSpPr>
        <p:spPr>
          <a:xfrm>
            <a:off x="3579900" y="4063650"/>
            <a:ext cx="1984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6" name="Google Shape;236;p25"/>
          <p:cNvSpPr txBox="1"/>
          <p:nvPr>
            <p:ph idx="9" type="title"/>
          </p:nvPr>
        </p:nvSpPr>
        <p:spPr>
          <a:xfrm>
            <a:off x="6047880" y="2005684"/>
            <a:ext cx="19860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7" name="Google Shape;237;p25"/>
          <p:cNvSpPr txBox="1"/>
          <p:nvPr>
            <p:ph idx="13" type="subTitle"/>
          </p:nvPr>
        </p:nvSpPr>
        <p:spPr>
          <a:xfrm>
            <a:off x="6047880" y="229222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8" name="Google Shape;238;p25"/>
          <p:cNvSpPr txBox="1"/>
          <p:nvPr>
            <p:ph idx="14" type="title"/>
          </p:nvPr>
        </p:nvSpPr>
        <p:spPr>
          <a:xfrm>
            <a:off x="6047880" y="3777009"/>
            <a:ext cx="19860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9" name="Google Shape;239;p25"/>
          <p:cNvSpPr txBox="1"/>
          <p:nvPr>
            <p:ph idx="15" type="subTitle"/>
          </p:nvPr>
        </p:nvSpPr>
        <p:spPr>
          <a:xfrm>
            <a:off x="6047880" y="4063650"/>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rgbClr val="242424"/>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0" name="Google Shape;240;p25"/>
          <p:cNvSpPr/>
          <p:nvPr/>
        </p:nvSpPr>
        <p:spPr>
          <a:xfrm flipH="1" rot="5400000">
            <a:off x="341743" y="-725452"/>
            <a:ext cx="838203" cy="2193836"/>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5"/>
          <p:cNvSpPr/>
          <p:nvPr/>
        </p:nvSpPr>
        <p:spPr>
          <a:xfrm flipH="1" rot="419070">
            <a:off x="7601986" y="4529899"/>
            <a:ext cx="2617957" cy="1021462"/>
          </a:xfrm>
          <a:custGeom>
            <a:rect b="b" l="l" r="r" t="t"/>
            <a:pathLst>
              <a:path extrusionOk="0" h="14467" w="27030">
                <a:moveTo>
                  <a:pt x="15207" y="1"/>
                </a:moveTo>
                <a:cubicBezTo>
                  <a:pt x="14495" y="1"/>
                  <a:pt x="13766" y="155"/>
                  <a:pt x="13095" y="394"/>
                </a:cubicBezTo>
                <a:cubicBezTo>
                  <a:pt x="11753" y="872"/>
                  <a:pt x="10532" y="1647"/>
                  <a:pt x="9189" y="2122"/>
                </a:cubicBezTo>
                <a:cubicBezTo>
                  <a:pt x="8528" y="2355"/>
                  <a:pt x="7823" y="2508"/>
                  <a:pt x="7118" y="2508"/>
                </a:cubicBezTo>
                <a:cubicBezTo>
                  <a:pt x="7045" y="2508"/>
                  <a:pt x="6972" y="2506"/>
                  <a:pt x="6898" y="2503"/>
                </a:cubicBezTo>
                <a:cubicBezTo>
                  <a:pt x="6099" y="2467"/>
                  <a:pt x="5593" y="2045"/>
                  <a:pt x="4886" y="1857"/>
                </a:cubicBezTo>
                <a:cubicBezTo>
                  <a:pt x="4705" y="1809"/>
                  <a:pt x="4514" y="1787"/>
                  <a:pt x="4317" y="1787"/>
                </a:cubicBezTo>
                <a:cubicBezTo>
                  <a:pt x="3096" y="1787"/>
                  <a:pt x="1660" y="2644"/>
                  <a:pt x="999" y="3501"/>
                </a:cubicBezTo>
                <a:cubicBezTo>
                  <a:pt x="48" y="4737"/>
                  <a:pt x="1" y="6665"/>
                  <a:pt x="1074" y="7796"/>
                </a:cubicBezTo>
                <a:cubicBezTo>
                  <a:pt x="1945" y="8714"/>
                  <a:pt x="3290" y="8957"/>
                  <a:pt x="4528" y="9222"/>
                </a:cubicBezTo>
                <a:cubicBezTo>
                  <a:pt x="5767" y="9485"/>
                  <a:pt x="7113" y="9903"/>
                  <a:pt x="7765" y="10989"/>
                </a:cubicBezTo>
                <a:cubicBezTo>
                  <a:pt x="8180" y="11679"/>
                  <a:pt x="8249" y="12548"/>
                  <a:pt x="8736" y="13188"/>
                </a:cubicBezTo>
                <a:cubicBezTo>
                  <a:pt x="9236" y="13842"/>
                  <a:pt x="10040" y="14092"/>
                  <a:pt x="10882" y="14092"/>
                </a:cubicBezTo>
                <a:cubicBezTo>
                  <a:pt x="11415" y="14092"/>
                  <a:pt x="11963" y="13992"/>
                  <a:pt x="12458" y="13830"/>
                </a:cubicBezTo>
                <a:cubicBezTo>
                  <a:pt x="13736" y="13412"/>
                  <a:pt x="14951" y="12686"/>
                  <a:pt x="16294" y="12652"/>
                </a:cubicBezTo>
                <a:cubicBezTo>
                  <a:pt x="16326" y="12651"/>
                  <a:pt x="16359" y="12650"/>
                  <a:pt x="16392" y="12650"/>
                </a:cubicBezTo>
                <a:cubicBezTo>
                  <a:pt x="17681" y="12650"/>
                  <a:pt x="18882" y="13276"/>
                  <a:pt x="20070" y="13789"/>
                </a:cubicBezTo>
                <a:cubicBezTo>
                  <a:pt x="20912" y="14152"/>
                  <a:pt x="21839" y="14466"/>
                  <a:pt x="22739" y="14466"/>
                </a:cubicBezTo>
                <a:cubicBezTo>
                  <a:pt x="23140" y="14466"/>
                  <a:pt x="23536" y="14404"/>
                  <a:pt x="23917" y="14256"/>
                </a:cubicBezTo>
                <a:cubicBezTo>
                  <a:pt x="25197" y="13758"/>
                  <a:pt x="25946" y="12435"/>
                  <a:pt x="26438" y="11154"/>
                </a:cubicBezTo>
                <a:cubicBezTo>
                  <a:pt x="26767" y="10297"/>
                  <a:pt x="27030" y="9394"/>
                  <a:pt x="27002" y="8477"/>
                </a:cubicBezTo>
                <a:cubicBezTo>
                  <a:pt x="26972" y="7559"/>
                  <a:pt x="26615" y="6618"/>
                  <a:pt x="25889" y="6055"/>
                </a:cubicBezTo>
                <a:cubicBezTo>
                  <a:pt x="24534" y="5002"/>
                  <a:pt x="22473" y="5583"/>
                  <a:pt x="20964" y="4765"/>
                </a:cubicBezTo>
                <a:cubicBezTo>
                  <a:pt x="19293" y="3860"/>
                  <a:pt x="18824" y="1558"/>
                  <a:pt x="17220" y="538"/>
                </a:cubicBezTo>
                <a:cubicBezTo>
                  <a:pt x="16617" y="156"/>
                  <a:pt x="15921" y="1"/>
                  <a:pt x="15207"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5"/>
          <p:cNvSpPr/>
          <p:nvPr/>
        </p:nvSpPr>
        <p:spPr>
          <a:xfrm flipH="1" rot="5400000">
            <a:off x="355282" y="-720584"/>
            <a:ext cx="715896" cy="1982112"/>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5"/>
          <p:cNvSpPr/>
          <p:nvPr/>
        </p:nvSpPr>
        <p:spPr>
          <a:xfrm>
            <a:off x="7516470" y="-196247"/>
            <a:ext cx="1828619" cy="933445"/>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5"/>
          <p:cNvSpPr/>
          <p:nvPr/>
        </p:nvSpPr>
        <p:spPr>
          <a:xfrm flipH="1" rot="503382">
            <a:off x="7744536" y="4667224"/>
            <a:ext cx="2332854" cy="933450"/>
          </a:xfrm>
          <a:custGeom>
            <a:rect b="b" l="l" r="r" t="t"/>
            <a:pathLst>
              <a:path extrusionOk="0" h="14467" w="27030">
                <a:moveTo>
                  <a:pt x="15207" y="1"/>
                </a:moveTo>
                <a:cubicBezTo>
                  <a:pt x="14495" y="1"/>
                  <a:pt x="13766" y="155"/>
                  <a:pt x="13095" y="394"/>
                </a:cubicBezTo>
                <a:cubicBezTo>
                  <a:pt x="11753" y="872"/>
                  <a:pt x="10532" y="1647"/>
                  <a:pt x="9189" y="2122"/>
                </a:cubicBezTo>
                <a:cubicBezTo>
                  <a:pt x="8528" y="2355"/>
                  <a:pt x="7823" y="2508"/>
                  <a:pt x="7118" y="2508"/>
                </a:cubicBezTo>
                <a:cubicBezTo>
                  <a:pt x="7045" y="2508"/>
                  <a:pt x="6972" y="2506"/>
                  <a:pt x="6898" y="2503"/>
                </a:cubicBezTo>
                <a:cubicBezTo>
                  <a:pt x="6099" y="2467"/>
                  <a:pt x="5593" y="2045"/>
                  <a:pt x="4886" y="1857"/>
                </a:cubicBezTo>
                <a:cubicBezTo>
                  <a:pt x="4705" y="1809"/>
                  <a:pt x="4514" y="1787"/>
                  <a:pt x="4317" y="1787"/>
                </a:cubicBezTo>
                <a:cubicBezTo>
                  <a:pt x="3096" y="1787"/>
                  <a:pt x="1660" y="2644"/>
                  <a:pt x="999" y="3501"/>
                </a:cubicBezTo>
                <a:cubicBezTo>
                  <a:pt x="48" y="4737"/>
                  <a:pt x="1" y="6665"/>
                  <a:pt x="1074" y="7796"/>
                </a:cubicBezTo>
                <a:cubicBezTo>
                  <a:pt x="1945" y="8714"/>
                  <a:pt x="3290" y="8957"/>
                  <a:pt x="4528" y="9222"/>
                </a:cubicBezTo>
                <a:cubicBezTo>
                  <a:pt x="5767" y="9485"/>
                  <a:pt x="7113" y="9903"/>
                  <a:pt x="7765" y="10989"/>
                </a:cubicBezTo>
                <a:cubicBezTo>
                  <a:pt x="8180" y="11679"/>
                  <a:pt x="8249" y="12548"/>
                  <a:pt x="8736" y="13188"/>
                </a:cubicBezTo>
                <a:cubicBezTo>
                  <a:pt x="9236" y="13842"/>
                  <a:pt x="10040" y="14092"/>
                  <a:pt x="10882" y="14092"/>
                </a:cubicBezTo>
                <a:cubicBezTo>
                  <a:pt x="11415" y="14092"/>
                  <a:pt x="11963" y="13992"/>
                  <a:pt x="12458" y="13830"/>
                </a:cubicBezTo>
                <a:cubicBezTo>
                  <a:pt x="13736" y="13412"/>
                  <a:pt x="14951" y="12686"/>
                  <a:pt x="16294" y="12652"/>
                </a:cubicBezTo>
                <a:cubicBezTo>
                  <a:pt x="16326" y="12651"/>
                  <a:pt x="16359" y="12650"/>
                  <a:pt x="16392" y="12650"/>
                </a:cubicBezTo>
                <a:cubicBezTo>
                  <a:pt x="17681" y="12650"/>
                  <a:pt x="18882" y="13276"/>
                  <a:pt x="20070" y="13789"/>
                </a:cubicBezTo>
                <a:cubicBezTo>
                  <a:pt x="20912" y="14152"/>
                  <a:pt x="21839" y="14466"/>
                  <a:pt x="22739" y="14466"/>
                </a:cubicBezTo>
                <a:cubicBezTo>
                  <a:pt x="23140" y="14466"/>
                  <a:pt x="23536" y="14404"/>
                  <a:pt x="23917" y="14256"/>
                </a:cubicBezTo>
                <a:cubicBezTo>
                  <a:pt x="25197" y="13758"/>
                  <a:pt x="25946" y="12435"/>
                  <a:pt x="26438" y="11154"/>
                </a:cubicBezTo>
                <a:cubicBezTo>
                  <a:pt x="26767" y="10297"/>
                  <a:pt x="27030" y="9394"/>
                  <a:pt x="27002" y="8477"/>
                </a:cubicBezTo>
                <a:cubicBezTo>
                  <a:pt x="26972" y="7559"/>
                  <a:pt x="26615" y="6618"/>
                  <a:pt x="25889" y="6055"/>
                </a:cubicBezTo>
                <a:cubicBezTo>
                  <a:pt x="24534" y="5002"/>
                  <a:pt x="22473" y="5583"/>
                  <a:pt x="20964" y="4765"/>
                </a:cubicBezTo>
                <a:cubicBezTo>
                  <a:pt x="19293" y="3860"/>
                  <a:pt x="18824" y="1558"/>
                  <a:pt x="17220" y="538"/>
                </a:cubicBezTo>
                <a:cubicBezTo>
                  <a:pt x="16617" y="156"/>
                  <a:pt x="15921" y="1"/>
                  <a:pt x="152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5"/>
          <p:cNvSpPr/>
          <p:nvPr/>
        </p:nvSpPr>
        <p:spPr>
          <a:xfrm rot="-100">
            <a:off x="-1170862" y="4608599"/>
            <a:ext cx="2332892" cy="933447"/>
          </a:xfrm>
          <a:custGeom>
            <a:rect b="b" l="l" r="r" t="t"/>
            <a:pathLst>
              <a:path extrusionOk="0" h="14467" w="27030">
                <a:moveTo>
                  <a:pt x="15207" y="1"/>
                </a:moveTo>
                <a:cubicBezTo>
                  <a:pt x="14495" y="1"/>
                  <a:pt x="13766" y="155"/>
                  <a:pt x="13095" y="394"/>
                </a:cubicBezTo>
                <a:cubicBezTo>
                  <a:pt x="11753" y="872"/>
                  <a:pt x="10532" y="1647"/>
                  <a:pt x="9189" y="2122"/>
                </a:cubicBezTo>
                <a:cubicBezTo>
                  <a:pt x="8528" y="2355"/>
                  <a:pt x="7823" y="2508"/>
                  <a:pt x="7118" y="2508"/>
                </a:cubicBezTo>
                <a:cubicBezTo>
                  <a:pt x="7045" y="2508"/>
                  <a:pt x="6972" y="2506"/>
                  <a:pt x="6898" y="2503"/>
                </a:cubicBezTo>
                <a:cubicBezTo>
                  <a:pt x="6099" y="2467"/>
                  <a:pt x="5593" y="2045"/>
                  <a:pt x="4886" y="1857"/>
                </a:cubicBezTo>
                <a:cubicBezTo>
                  <a:pt x="4705" y="1809"/>
                  <a:pt x="4514" y="1787"/>
                  <a:pt x="4317" y="1787"/>
                </a:cubicBezTo>
                <a:cubicBezTo>
                  <a:pt x="3096" y="1787"/>
                  <a:pt x="1660" y="2644"/>
                  <a:pt x="999" y="3501"/>
                </a:cubicBezTo>
                <a:cubicBezTo>
                  <a:pt x="48" y="4737"/>
                  <a:pt x="1" y="6665"/>
                  <a:pt x="1074" y="7796"/>
                </a:cubicBezTo>
                <a:cubicBezTo>
                  <a:pt x="1945" y="8714"/>
                  <a:pt x="3290" y="8957"/>
                  <a:pt x="4528" y="9222"/>
                </a:cubicBezTo>
                <a:cubicBezTo>
                  <a:pt x="5767" y="9485"/>
                  <a:pt x="7113" y="9903"/>
                  <a:pt x="7765" y="10989"/>
                </a:cubicBezTo>
                <a:cubicBezTo>
                  <a:pt x="8180" y="11679"/>
                  <a:pt x="8249" y="12548"/>
                  <a:pt x="8736" y="13188"/>
                </a:cubicBezTo>
                <a:cubicBezTo>
                  <a:pt x="9236" y="13842"/>
                  <a:pt x="10040" y="14092"/>
                  <a:pt x="10882" y="14092"/>
                </a:cubicBezTo>
                <a:cubicBezTo>
                  <a:pt x="11415" y="14092"/>
                  <a:pt x="11963" y="13992"/>
                  <a:pt x="12458" y="13830"/>
                </a:cubicBezTo>
                <a:cubicBezTo>
                  <a:pt x="13736" y="13412"/>
                  <a:pt x="14951" y="12686"/>
                  <a:pt x="16294" y="12652"/>
                </a:cubicBezTo>
                <a:cubicBezTo>
                  <a:pt x="16326" y="12651"/>
                  <a:pt x="16359" y="12650"/>
                  <a:pt x="16392" y="12650"/>
                </a:cubicBezTo>
                <a:cubicBezTo>
                  <a:pt x="17681" y="12650"/>
                  <a:pt x="18882" y="13276"/>
                  <a:pt x="20070" y="13789"/>
                </a:cubicBezTo>
                <a:cubicBezTo>
                  <a:pt x="20912" y="14152"/>
                  <a:pt x="21839" y="14466"/>
                  <a:pt x="22739" y="14466"/>
                </a:cubicBezTo>
                <a:cubicBezTo>
                  <a:pt x="23140" y="14466"/>
                  <a:pt x="23536" y="14404"/>
                  <a:pt x="23917" y="14256"/>
                </a:cubicBezTo>
                <a:cubicBezTo>
                  <a:pt x="25197" y="13758"/>
                  <a:pt x="25946" y="12435"/>
                  <a:pt x="26438" y="11154"/>
                </a:cubicBezTo>
                <a:cubicBezTo>
                  <a:pt x="26767" y="10297"/>
                  <a:pt x="27030" y="9394"/>
                  <a:pt x="27002" y="8477"/>
                </a:cubicBezTo>
                <a:cubicBezTo>
                  <a:pt x="26972" y="7559"/>
                  <a:pt x="26615" y="6618"/>
                  <a:pt x="25889" y="6055"/>
                </a:cubicBezTo>
                <a:cubicBezTo>
                  <a:pt x="24534" y="5002"/>
                  <a:pt x="22473" y="5583"/>
                  <a:pt x="20964" y="4765"/>
                </a:cubicBezTo>
                <a:cubicBezTo>
                  <a:pt x="19293" y="3860"/>
                  <a:pt x="18824" y="1558"/>
                  <a:pt x="17220" y="538"/>
                </a:cubicBezTo>
                <a:cubicBezTo>
                  <a:pt x="16617" y="156"/>
                  <a:pt x="15921" y="1"/>
                  <a:pt x="15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46" name="Shape 246"/>
        <p:cNvGrpSpPr/>
        <p:nvPr/>
      </p:nvGrpSpPr>
      <p:grpSpPr>
        <a:xfrm>
          <a:off x="0" y="0"/>
          <a:ext cx="0" cy="0"/>
          <a:chOff x="0" y="0"/>
          <a:chExt cx="0" cy="0"/>
        </a:xfrm>
      </p:grpSpPr>
      <p:sp>
        <p:nvSpPr>
          <p:cNvPr id="247" name="Google Shape;247;p26"/>
          <p:cNvSpPr txBox="1"/>
          <p:nvPr>
            <p:ph hasCustomPrompt="1" type="title"/>
          </p:nvPr>
        </p:nvSpPr>
        <p:spPr>
          <a:xfrm>
            <a:off x="1289250" y="1340199"/>
            <a:ext cx="1371600" cy="46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48" name="Google Shape;248;p26"/>
          <p:cNvSpPr txBox="1"/>
          <p:nvPr>
            <p:ph idx="1" type="subTitle"/>
          </p:nvPr>
        </p:nvSpPr>
        <p:spPr>
          <a:xfrm>
            <a:off x="3584400" y="3827850"/>
            <a:ext cx="1975200" cy="59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49" name="Google Shape;249;p26"/>
          <p:cNvSpPr txBox="1"/>
          <p:nvPr>
            <p:ph hasCustomPrompt="1" idx="2" type="title"/>
          </p:nvPr>
        </p:nvSpPr>
        <p:spPr>
          <a:xfrm>
            <a:off x="3886200" y="1340199"/>
            <a:ext cx="1371600" cy="46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50" name="Google Shape;250;p26"/>
          <p:cNvSpPr txBox="1"/>
          <p:nvPr>
            <p:ph idx="3" type="subTitle"/>
          </p:nvPr>
        </p:nvSpPr>
        <p:spPr>
          <a:xfrm>
            <a:off x="6181296" y="3827850"/>
            <a:ext cx="1975200" cy="59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51" name="Google Shape;251;p26"/>
          <p:cNvSpPr txBox="1"/>
          <p:nvPr>
            <p:ph hasCustomPrompt="1" idx="4" type="title"/>
          </p:nvPr>
        </p:nvSpPr>
        <p:spPr>
          <a:xfrm>
            <a:off x="6483150" y="1340199"/>
            <a:ext cx="1371600" cy="46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52" name="Google Shape;252;p26"/>
          <p:cNvSpPr txBox="1"/>
          <p:nvPr>
            <p:ph idx="5" type="subTitle"/>
          </p:nvPr>
        </p:nvSpPr>
        <p:spPr>
          <a:xfrm>
            <a:off x="987504" y="3827850"/>
            <a:ext cx="1975200" cy="59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53" name="Google Shape;253;p26"/>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4" name="Google Shape;254;p26"/>
          <p:cNvSpPr/>
          <p:nvPr/>
        </p:nvSpPr>
        <p:spPr>
          <a:xfrm rot="-5400000">
            <a:off x="-420649" y="3274509"/>
            <a:ext cx="2565298" cy="1533500"/>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6"/>
          <p:cNvSpPr/>
          <p:nvPr/>
        </p:nvSpPr>
        <p:spPr>
          <a:xfrm rot="-5400000">
            <a:off x="-681950" y="3354351"/>
            <a:ext cx="2790348" cy="150718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6"/>
          <p:cNvSpPr/>
          <p:nvPr/>
        </p:nvSpPr>
        <p:spPr>
          <a:xfrm rot="5400000">
            <a:off x="6998014" y="335491"/>
            <a:ext cx="2565298" cy="1533500"/>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6"/>
          <p:cNvSpPr/>
          <p:nvPr/>
        </p:nvSpPr>
        <p:spPr>
          <a:xfrm rot="5400000">
            <a:off x="7034265" y="281967"/>
            <a:ext cx="2790348" cy="150718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6"/>
          <p:cNvSpPr txBox="1"/>
          <p:nvPr>
            <p:ph idx="7" type="title"/>
          </p:nvPr>
        </p:nvSpPr>
        <p:spPr>
          <a:xfrm>
            <a:off x="987504" y="3530521"/>
            <a:ext cx="1975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59" name="Google Shape;259;p26"/>
          <p:cNvSpPr txBox="1"/>
          <p:nvPr>
            <p:ph idx="8" type="title"/>
          </p:nvPr>
        </p:nvSpPr>
        <p:spPr>
          <a:xfrm>
            <a:off x="3584400" y="3530521"/>
            <a:ext cx="1975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0" name="Google Shape;260;p26"/>
          <p:cNvSpPr txBox="1"/>
          <p:nvPr>
            <p:ph idx="9" type="title"/>
          </p:nvPr>
        </p:nvSpPr>
        <p:spPr>
          <a:xfrm>
            <a:off x="6181296" y="3530521"/>
            <a:ext cx="1975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261" name="Shape 261"/>
        <p:cNvGrpSpPr/>
        <p:nvPr/>
      </p:nvGrpSpPr>
      <p:grpSpPr>
        <a:xfrm>
          <a:off x="0" y="0"/>
          <a:ext cx="0" cy="0"/>
          <a:chOff x="0" y="0"/>
          <a:chExt cx="0" cy="0"/>
        </a:xfrm>
      </p:grpSpPr>
      <p:sp>
        <p:nvSpPr>
          <p:cNvPr id="262" name="Google Shape;262;p27"/>
          <p:cNvSpPr txBox="1"/>
          <p:nvPr>
            <p:ph type="title"/>
          </p:nvPr>
        </p:nvSpPr>
        <p:spPr>
          <a:xfrm>
            <a:off x="2698350" y="539500"/>
            <a:ext cx="3747300" cy="850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3" name="Google Shape;263;p27"/>
          <p:cNvSpPr txBox="1"/>
          <p:nvPr>
            <p:ph idx="1" type="subTitle"/>
          </p:nvPr>
        </p:nvSpPr>
        <p:spPr>
          <a:xfrm>
            <a:off x="2698350" y="1452625"/>
            <a:ext cx="3747300" cy="1426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4" name="Google Shape;264;p27"/>
          <p:cNvSpPr/>
          <p:nvPr/>
        </p:nvSpPr>
        <p:spPr>
          <a:xfrm flipH="1" rot="5242374">
            <a:off x="652848" y="-692073"/>
            <a:ext cx="836452" cy="2315842"/>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7"/>
          <p:cNvSpPr/>
          <p:nvPr/>
        </p:nvSpPr>
        <p:spPr>
          <a:xfrm flipH="1" rot="-5644322">
            <a:off x="7652303" y="3508168"/>
            <a:ext cx="882984" cy="2200816"/>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7"/>
          <p:cNvSpPr/>
          <p:nvPr/>
        </p:nvSpPr>
        <p:spPr>
          <a:xfrm rot="-5400000">
            <a:off x="7188298" y="275133"/>
            <a:ext cx="2484954" cy="1726959"/>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7"/>
          <p:cNvSpPr/>
          <p:nvPr/>
        </p:nvSpPr>
        <p:spPr>
          <a:xfrm rot="5400000">
            <a:off x="-452892" y="3156906"/>
            <a:ext cx="2400273" cy="1668111"/>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7"/>
          <p:cNvSpPr/>
          <p:nvPr/>
        </p:nvSpPr>
        <p:spPr>
          <a:xfrm flipH="1" rot="5400000">
            <a:off x="652850" y="-826337"/>
            <a:ext cx="836450" cy="2315835"/>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7"/>
          <p:cNvSpPr/>
          <p:nvPr/>
        </p:nvSpPr>
        <p:spPr>
          <a:xfrm flipH="1" rot="-5400000">
            <a:off x="7675575" y="3564088"/>
            <a:ext cx="836450" cy="2315835"/>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7"/>
          <p:cNvSpPr txBox="1"/>
          <p:nvPr/>
        </p:nvSpPr>
        <p:spPr>
          <a:xfrm>
            <a:off x="2018775" y="3886200"/>
            <a:ext cx="5099700" cy="484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300"/>
              </a:spcBef>
              <a:spcAft>
                <a:spcPts val="0"/>
              </a:spcAft>
              <a:buNone/>
            </a:pPr>
            <a:r>
              <a:rPr b="1" lang="en" sz="1200">
                <a:solidFill>
                  <a:schemeClr val="dk1"/>
                </a:solidFill>
                <a:latin typeface="Plus Jakarta Sans"/>
                <a:ea typeface="Plus Jakarta Sans"/>
                <a:cs typeface="Plus Jakarta Sans"/>
                <a:sym typeface="Plus Jakarta Sans"/>
              </a:rPr>
              <a:t>CREDITS:</a:t>
            </a:r>
            <a:r>
              <a:rPr lang="en" sz="1200">
                <a:solidFill>
                  <a:schemeClr val="dk1"/>
                </a:solidFill>
                <a:latin typeface="Plus Jakarta Sans"/>
                <a:ea typeface="Plus Jakarta Sans"/>
                <a:cs typeface="Plus Jakarta Sans"/>
                <a:sym typeface="Plus Jakarta Sans"/>
              </a:rPr>
              <a:t> Diese Präsentationsvorlage wurde von </a:t>
            </a:r>
            <a:r>
              <a:rPr b="1" lang="en" sz="1200">
                <a:solidFill>
                  <a:schemeClr val="dk1"/>
                </a:solidFill>
                <a:uFill>
                  <a:noFill/>
                </a:uFill>
                <a:latin typeface="Plus Jakarta Sans"/>
                <a:ea typeface="Plus Jakarta Sans"/>
                <a:cs typeface="Plus Jakarta Sans"/>
                <a:sym typeface="Plus Jakarta Sans"/>
                <a:hlinkClick r:id="rId2">
                  <a:extLst>
                    <a:ext uri="{A12FA001-AC4F-418D-AE19-62706E023703}">
                      <ahyp:hlinkClr val="tx"/>
                    </a:ext>
                  </a:extLst>
                </a:hlinkClick>
              </a:rPr>
              <a:t>Slidesgo</a:t>
            </a:r>
            <a:r>
              <a:rPr lang="en" sz="1200">
                <a:solidFill>
                  <a:schemeClr val="dk1"/>
                </a:solidFill>
                <a:uFill>
                  <a:noFill/>
                </a:uFill>
                <a:latin typeface="Plus Jakarta Sans"/>
                <a:ea typeface="Plus Jakarta Sans"/>
                <a:cs typeface="Plus Jakarta Sans"/>
                <a:sym typeface="Plus Jakarta Sans"/>
                <a:hlinkClick r:id="rId3">
                  <a:extLst>
                    <a:ext uri="{A12FA001-AC4F-418D-AE19-62706E023703}">
                      <ahyp:hlinkClr val="tx"/>
                    </a:ext>
                  </a:extLst>
                </a:hlinkClick>
              </a:rPr>
              <a:t> </a:t>
            </a:r>
            <a:r>
              <a:rPr lang="en" sz="1200">
                <a:solidFill>
                  <a:schemeClr val="dk1"/>
                </a:solidFill>
                <a:latin typeface="Plus Jakarta Sans"/>
                <a:ea typeface="Plus Jakarta Sans"/>
                <a:cs typeface="Plus Jakarta Sans"/>
                <a:sym typeface="Plus Jakarta Sans"/>
              </a:rPr>
              <a:t>erstellt, inklusive Icons von </a:t>
            </a:r>
            <a:r>
              <a:rPr b="1" lang="en" sz="1200">
                <a:solidFill>
                  <a:schemeClr val="dk1"/>
                </a:solidFill>
                <a:uFill>
                  <a:noFill/>
                </a:uFill>
                <a:latin typeface="Plus Jakarta Sans"/>
                <a:ea typeface="Plus Jakarta Sans"/>
                <a:cs typeface="Plus Jakarta Sans"/>
                <a:sym typeface="Plus Jakarta Sans"/>
                <a:hlinkClick r:id="rId4">
                  <a:extLst>
                    <a:ext uri="{A12FA001-AC4F-418D-AE19-62706E023703}">
                      <ahyp:hlinkClr val="tx"/>
                    </a:ext>
                  </a:extLst>
                </a:hlinkClick>
              </a:rPr>
              <a:t>Flaticon</a:t>
            </a:r>
            <a:r>
              <a:rPr lang="en" sz="1200">
                <a:solidFill>
                  <a:schemeClr val="dk1"/>
                </a:solidFill>
                <a:latin typeface="Plus Jakarta Sans"/>
                <a:ea typeface="Plus Jakarta Sans"/>
                <a:cs typeface="Plus Jakarta Sans"/>
                <a:sym typeface="Plus Jakarta Sans"/>
              </a:rPr>
              <a:t> und Infografiken &amp; Bilder von</a:t>
            </a:r>
            <a:r>
              <a:rPr b="1" lang="en" sz="1200">
                <a:solidFill>
                  <a:schemeClr val="dk1"/>
                </a:solidFill>
                <a:latin typeface="Plus Jakarta Sans"/>
                <a:ea typeface="Plus Jakarta Sans"/>
                <a:cs typeface="Plus Jakarta Sans"/>
                <a:sym typeface="Plus Jakarta Sans"/>
              </a:rPr>
              <a:t> </a:t>
            </a:r>
            <a:r>
              <a:rPr b="1" lang="en" sz="1200">
                <a:solidFill>
                  <a:schemeClr val="dk1"/>
                </a:solidFill>
                <a:uFill>
                  <a:noFill/>
                </a:uFill>
                <a:latin typeface="Plus Jakarta Sans"/>
                <a:ea typeface="Plus Jakarta Sans"/>
                <a:cs typeface="Plus Jakarta Sans"/>
                <a:sym typeface="Plus Jakarta Sans"/>
                <a:hlinkClick r:id="rId5">
                  <a:extLst>
                    <a:ext uri="{A12FA001-AC4F-418D-AE19-62706E023703}">
                      <ahyp:hlinkClr val="tx"/>
                    </a:ext>
                  </a:extLst>
                </a:hlinkClick>
              </a:rPr>
              <a:t>Freepik </a:t>
            </a:r>
            <a:endParaRPr b="1" sz="1200">
              <a:solidFill>
                <a:schemeClr val="dk1"/>
              </a:solidFill>
              <a:latin typeface="Plus Jakarta Sans"/>
              <a:ea typeface="Plus Jakarta Sans"/>
              <a:cs typeface="Plus Jakarta Sans"/>
              <a:sym typeface="Plus Jakarta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71" name="Shape 271"/>
        <p:cNvGrpSpPr/>
        <p:nvPr/>
      </p:nvGrpSpPr>
      <p:grpSpPr>
        <a:xfrm>
          <a:off x="0" y="0"/>
          <a:ext cx="0" cy="0"/>
          <a:chOff x="0" y="0"/>
          <a:chExt cx="0" cy="0"/>
        </a:xfrm>
      </p:grpSpPr>
      <p:sp>
        <p:nvSpPr>
          <p:cNvPr id="272" name="Google Shape;272;p28"/>
          <p:cNvSpPr/>
          <p:nvPr/>
        </p:nvSpPr>
        <p:spPr>
          <a:xfrm flipH="1" rot="-622124">
            <a:off x="-412039" y="-63063"/>
            <a:ext cx="2624361" cy="1173037"/>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8"/>
          <p:cNvSpPr/>
          <p:nvPr/>
        </p:nvSpPr>
        <p:spPr>
          <a:xfrm flipH="1" rot="10210429">
            <a:off x="6924660" y="4029655"/>
            <a:ext cx="2569122" cy="1146696"/>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8"/>
          <p:cNvSpPr/>
          <p:nvPr/>
        </p:nvSpPr>
        <p:spPr>
          <a:xfrm flipH="1" rot="393941">
            <a:off x="-164783" y="3395217"/>
            <a:ext cx="2869886" cy="1994411"/>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8"/>
          <p:cNvSpPr/>
          <p:nvPr/>
        </p:nvSpPr>
        <p:spPr>
          <a:xfrm flipH="1">
            <a:off x="5981654" y="-119188"/>
            <a:ext cx="3385796" cy="1828808"/>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8"/>
          <p:cNvSpPr/>
          <p:nvPr/>
        </p:nvSpPr>
        <p:spPr>
          <a:xfrm flipH="1" rot="-487639">
            <a:off x="-457450" y="-225507"/>
            <a:ext cx="2624403" cy="1173042"/>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8"/>
          <p:cNvSpPr/>
          <p:nvPr/>
        </p:nvSpPr>
        <p:spPr>
          <a:xfrm flipH="1" rot="10374404">
            <a:off x="6971866" y="4199278"/>
            <a:ext cx="2569082" cy="1146677"/>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78" name="Shape 278"/>
        <p:cNvGrpSpPr/>
        <p:nvPr/>
      </p:nvGrpSpPr>
      <p:grpSpPr>
        <a:xfrm>
          <a:off x="0" y="0"/>
          <a:ext cx="0" cy="0"/>
          <a:chOff x="0" y="0"/>
          <a:chExt cx="0" cy="0"/>
        </a:xfrm>
      </p:grpSpPr>
      <p:sp>
        <p:nvSpPr>
          <p:cNvPr id="279" name="Google Shape;279;p29"/>
          <p:cNvSpPr/>
          <p:nvPr/>
        </p:nvSpPr>
        <p:spPr>
          <a:xfrm flipH="1" rot="5178508">
            <a:off x="570643" y="-585071"/>
            <a:ext cx="827249" cy="2290361"/>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9"/>
          <p:cNvSpPr/>
          <p:nvPr/>
        </p:nvSpPr>
        <p:spPr>
          <a:xfrm flipH="1" rot="497153">
            <a:off x="6503240" y="-305953"/>
            <a:ext cx="3233990" cy="982146"/>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9"/>
          <p:cNvSpPr/>
          <p:nvPr/>
        </p:nvSpPr>
        <p:spPr>
          <a:xfrm flipH="1" rot="-3475803">
            <a:off x="2812578" y="3441281"/>
            <a:ext cx="3027622" cy="392686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9"/>
          <p:cNvSpPr/>
          <p:nvPr/>
        </p:nvSpPr>
        <p:spPr>
          <a:xfrm flipH="1" rot="5400000">
            <a:off x="570639" y="-761182"/>
            <a:ext cx="827252" cy="2290369"/>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9"/>
          <p:cNvSpPr/>
          <p:nvPr/>
        </p:nvSpPr>
        <p:spPr>
          <a:xfrm flipH="1" rot="497153">
            <a:off x="6547615" y="-412428"/>
            <a:ext cx="3233990" cy="982146"/>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87" name="Shape 287"/>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288" name="Shape 288"/>
        <p:cNvGrpSpPr/>
        <p:nvPr/>
      </p:nvGrpSpPr>
      <p:grpSpPr>
        <a:xfrm>
          <a:off x="0" y="0"/>
          <a:ext cx="0" cy="0"/>
          <a:chOff x="0" y="0"/>
          <a:chExt cx="0" cy="0"/>
        </a:xfrm>
      </p:grpSpPr>
      <p:sp>
        <p:nvSpPr>
          <p:cNvPr id="289" name="Google Shape;289;p32"/>
          <p:cNvSpPr txBox="1"/>
          <p:nvPr>
            <p:ph type="title"/>
          </p:nvPr>
        </p:nvSpPr>
        <p:spPr>
          <a:xfrm>
            <a:off x="716775" y="510900"/>
            <a:ext cx="77106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3.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1pPr>
            <a:lvl2pPr lvl="1"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2pPr>
            <a:lvl3pPr lvl="2"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3pPr>
            <a:lvl4pPr lvl="3"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4pPr>
            <a:lvl5pPr lvl="4"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5pPr>
            <a:lvl6pPr lvl="5"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6pPr>
            <a:lvl7pPr lvl="6"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7pPr>
            <a:lvl8pPr lvl="7"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8pPr>
            <a:lvl9pPr lvl="8"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1pPr>
            <a:lvl2pPr indent="-317500" lvl="1" marL="9144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2pPr>
            <a:lvl3pPr indent="-317500" lvl="2" marL="13716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3pPr>
            <a:lvl4pPr indent="-317500" lvl="3" marL="18288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4pPr>
            <a:lvl5pPr indent="-317500" lvl="4" marL="22860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5pPr>
            <a:lvl6pPr indent="-317500" lvl="5" marL="27432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6pPr>
            <a:lvl7pPr indent="-317500" lvl="6" marL="32004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7pPr>
            <a:lvl8pPr indent="-317500" lvl="7" marL="36576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8pPr>
            <a:lvl9pPr indent="-317500" lvl="8" marL="4114800">
              <a:lnSpc>
                <a:spcPct val="115000"/>
              </a:lnSpc>
              <a:spcBef>
                <a:spcPts val="1600"/>
              </a:spcBef>
              <a:spcAft>
                <a:spcPts val="160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284" name="Shape 284"/>
        <p:cNvGrpSpPr/>
        <p:nvPr/>
      </p:nvGrpSpPr>
      <p:grpSpPr>
        <a:xfrm>
          <a:off x="0" y="0"/>
          <a:ext cx="0" cy="0"/>
          <a:chOff x="0" y="0"/>
          <a:chExt cx="0" cy="0"/>
        </a:xfrm>
      </p:grpSpPr>
      <p:sp>
        <p:nvSpPr>
          <p:cNvPr id="285" name="Google Shape;285;p30"/>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2400"/>
              <a:buNone/>
              <a:defRPr sz="2400">
                <a:solidFill>
                  <a:srgbClr val="FFFFFF"/>
                </a:solidFill>
              </a:defRPr>
            </a:lvl2pPr>
            <a:lvl3pPr lvl="2" rtl="0" algn="ctr">
              <a:spcBef>
                <a:spcPts val="0"/>
              </a:spcBef>
              <a:spcAft>
                <a:spcPts val="0"/>
              </a:spcAft>
              <a:buClr>
                <a:srgbClr val="FFFFFF"/>
              </a:buClr>
              <a:buSzPts val="2400"/>
              <a:buNone/>
              <a:defRPr sz="2400">
                <a:solidFill>
                  <a:srgbClr val="FFFFFF"/>
                </a:solidFill>
              </a:defRPr>
            </a:lvl3pPr>
            <a:lvl4pPr lvl="3" rtl="0" algn="ctr">
              <a:spcBef>
                <a:spcPts val="0"/>
              </a:spcBef>
              <a:spcAft>
                <a:spcPts val="0"/>
              </a:spcAft>
              <a:buClr>
                <a:srgbClr val="FFFFFF"/>
              </a:buClr>
              <a:buSzPts val="2400"/>
              <a:buNone/>
              <a:defRPr sz="2400">
                <a:solidFill>
                  <a:srgbClr val="FFFFFF"/>
                </a:solidFill>
              </a:defRPr>
            </a:lvl4pPr>
            <a:lvl5pPr lvl="4" rtl="0" algn="ctr">
              <a:spcBef>
                <a:spcPts val="0"/>
              </a:spcBef>
              <a:spcAft>
                <a:spcPts val="0"/>
              </a:spcAft>
              <a:buClr>
                <a:srgbClr val="FFFFFF"/>
              </a:buClr>
              <a:buSzPts val="2400"/>
              <a:buNone/>
              <a:defRPr sz="2400">
                <a:solidFill>
                  <a:srgbClr val="FFFFFF"/>
                </a:solidFill>
              </a:defRPr>
            </a:lvl5pPr>
            <a:lvl6pPr lvl="5" rtl="0" algn="ctr">
              <a:spcBef>
                <a:spcPts val="0"/>
              </a:spcBef>
              <a:spcAft>
                <a:spcPts val="0"/>
              </a:spcAft>
              <a:buClr>
                <a:srgbClr val="FFFFFF"/>
              </a:buClr>
              <a:buSzPts val="2400"/>
              <a:buNone/>
              <a:defRPr sz="2400">
                <a:solidFill>
                  <a:srgbClr val="FFFFFF"/>
                </a:solidFill>
              </a:defRPr>
            </a:lvl6pPr>
            <a:lvl7pPr lvl="6" rtl="0" algn="ctr">
              <a:spcBef>
                <a:spcPts val="0"/>
              </a:spcBef>
              <a:spcAft>
                <a:spcPts val="0"/>
              </a:spcAft>
              <a:buClr>
                <a:srgbClr val="FFFFFF"/>
              </a:buClr>
              <a:buSzPts val="2400"/>
              <a:buNone/>
              <a:defRPr sz="2400">
                <a:solidFill>
                  <a:srgbClr val="FFFFFF"/>
                </a:solidFill>
              </a:defRPr>
            </a:lvl7pPr>
            <a:lvl8pPr lvl="7" rtl="0" algn="ctr">
              <a:spcBef>
                <a:spcPts val="0"/>
              </a:spcBef>
              <a:spcAft>
                <a:spcPts val="0"/>
              </a:spcAft>
              <a:buClr>
                <a:srgbClr val="FFFFFF"/>
              </a:buClr>
              <a:buSzPts val="2400"/>
              <a:buNone/>
              <a:defRPr sz="2400">
                <a:solidFill>
                  <a:srgbClr val="FFFFFF"/>
                </a:solidFill>
              </a:defRPr>
            </a:lvl8pPr>
            <a:lvl9pPr lvl="8" rtl="0" algn="ctr">
              <a:spcBef>
                <a:spcPts val="0"/>
              </a:spcBef>
              <a:spcAft>
                <a:spcPts val="0"/>
              </a:spcAft>
              <a:buClr>
                <a:srgbClr val="FFFFFF"/>
              </a:buClr>
              <a:buSzPts val="2400"/>
              <a:buNone/>
              <a:defRPr sz="2400">
                <a:solidFill>
                  <a:srgbClr val="FFFFFF"/>
                </a:solidFill>
              </a:defRPr>
            </a:lvl9pPr>
          </a:lstStyle>
          <a:p/>
        </p:txBody>
      </p:sp>
      <p:sp>
        <p:nvSpPr>
          <p:cNvPr id="286" name="Google Shape;286;p30"/>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6" r:id="rId1"/>
    <p:sldLayoutId id="2147483677"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 Id="rId3" Type="http://schemas.openxmlformats.org/officeDocument/2006/relationships/hyperlink" Target="https://www.freepik.com/free-vector/minimal-dynamic-atelier-youtube-channel-art_28208652.htm/?utm_source=slidesgo_template&amp;utm_medium=referral-link&amp;utm_campaign=sg_resources&amp;utm_content=freepik" TargetMode="External"/><Relationship Id="rId4" Type="http://schemas.openxmlformats.org/officeDocument/2006/relationships/hyperlink" Target="https://www.freepik.com/free-vector/minimal-dynamic-atelier-twitch-background_28208669.htm/?utm_source=slidesgo_template&amp;utm_medium=referral-link&amp;utm_campaign=sg_resources&amp;utm_content=freepik" TargetMode="External"/><Relationship Id="rId5" Type="http://schemas.openxmlformats.org/officeDocument/2006/relationships/hyperlink" Target="https://www.freepik.com/free-vector/minimal-dynamic-atelier-twitter-header_28208664.htm/?utm_source=slidesgo_template&amp;utm_medium=referral-link&amp;utm_campaign=sg_resources&amp;utm_content=freepik"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hyperlink" Target="https://www.freepik.com/free-vector/minimal-dynamic-atelier-youtube-channel-art_28208652.htm/?utm_source=slidesgo_template&amp;utm_medium=referral-link&amp;utm_campaign=sg_resources&amp;utm_content=freepik" TargetMode="External"/><Relationship Id="rId4" Type="http://schemas.openxmlformats.org/officeDocument/2006/relationships/hyperlink" Target="https://www.freepik.com/free-vector/minimal-dynamic-atelier-twitch-background_28208669.htm/?utm_source=slidesgo_template&amp;utm_medium=referral-link&amp;utm_campaign=sg_resources&amp;utm_content=freepik" TargetMode="External"/><Relationship Id="rId9" Type="http://schemas.openxmlformats.org/officeDocument/2006/relationships/hyperlink" Target="https://www.freepik.com/free-photo/close-up-hand-writing-notebook-top-view_12977095.htm/?utm_source=slidesgo_template&amp;utm_medium=referral-link&amp;utm_campaign=sg_resources&amp;utm_content=freepik" TargetMode="External"/><Relationship Id="rId5" Type="http://schemas.openxmlformats.org/officeDocument/2006/relationships/hyperlink" Target="https://www.freepik.com/free-vector/minimal-dynamic-atelier-twitter-header_28208664.htm/?utm_source=slidesgo_template&amp;utm_medium=referral-link&amp;utm_campaign=sg_resources&amp;utm_content=freepik" TargetMode="External"/><Relationship Id="rId6" Type="http://schemas.openxmlformats.org/officeDocument/2006/relationships/hyperlink" Target="https://www.freepik.com/free-photo/young-students-learning-together-during-group-study_21076687.htm/?utm_source=slidesgo_template&amp;utm_medium=referral-link&amp;utm_campaign=sg_resources&amp;utm_content=freepik" TargetMode="External"/><Relationship Id="rId7" Type="http://schemas.openxmlformats.org/officeDocument/2006/relationships/hyperlink" Target="https://www.freepik.com/free-photo/people-collage-design_12976945.htm/?utm_source=slidesgo_template&amp;utm_medium=referral-link&amp;utm_campaign=sg_resources&amp;utm_content=freepik" TargetMode="External"/><Relationship Id="rId8" Type="http://schemas.openxmlformats.org/officeDocument/2006/relationships/hyperlink" Target="https://www.freepik.com/free-photo/woman-attending-online-class_12457264.htm/?utm_source=slidesgo_template&amp;utm_medium=referral-link&amp;utm_campaign=sg_resources&amp;utm_content=freepik"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0.xml"/><Relationship Id="rId3" Type="http://schemas.openxmlformats.org/officeDocument/2006/relationships/hyperlink" Target="http://bit.ly/2PfT4lq"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93" name="Shape 293"/>
        <p:cNvGrpSpPr/>
        <p:nvPr/>
      </p:nvGrpSpPr>
      <p:grpSpPr>
        <a:xfrm>
          <a:off x="0" y="0"/>
          <a:ext cx="0" cy="0"/>
          <a:chOff x="0" y="0"/>
          <a:chExt cx="0" cy="0"/>
        </a:xfrm>
      </p:grpSpPr>
      <p:sp>
        <p:nvSpPr>
          <p:cNvPr id="294" name="Google Shape;294;p33"/>
          <p:cNvSpPr txBox="1"/>
          <p:nvPr>
            <p:ph type="ctrTitle"/>
          </p:nvPr>
        </p:nvSpPr>
        <p:spPr>
          <a:xfrm>
            <a:off x="1206675" y="1134375"/>
            <a:ext cx="6750000" cy="233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9000">
                <a:solidFill>
                  <a:schemeClr val="dk1"/>
                </a:solidFill>
              </a:rPr>
              <a:t>Germany</a:t>
            </a:r>
            <a:endParaRPr>
              <a:solidFill>
                <a:schemeClr val="dk1"/>
              </a:solidFill>
            </a:endParaRPr>
          </a:p>
          <a:p>
            <a:pPr indent="0" lvl="0" marL="0" rtl="0" algn="ctr">
              <a:spcBef>
                <a:spcPts val="0"/>
              </a:spcBef>
              <a:spcAft>
                <a:spcPts val="0"/>
              </a:spcAft>
              <a:buNone/>
            </a:pPr>
            <a:r>
              <a:rPr lang="en" sz="4500">
                <a:solidFill>
                  <a:schemeClr val="dk1"/>
                </a:solidFill>
              </a:rPr>
              <a:t>Climate &amp; </a:t>
            </a:r>
            <a:r>
              <a:rPr lang="en" sz="4500">
                <a:solidFill>
                  <a:schemeClr val="dk1"/>
                </a:solidFill>
              </a:rPr>
              <a:t>Environment</a:t>
            </a:r>
            <a:endParaRPr sz="4500">
              <a:solidFill>
                <a:schemeClr val="dk1"/>
              </a:solidFill>
            </a:endParaRPr>
          </a:p>
        </p:txBody>
      </p:sp>
      <p:sp>
        <p:nvSpPr>
          <p:cNvPr id="295" name="Google Shape;295;p33"/>
          <p:cNvSpPr txBox="1"/>
          <p:nvPr>
            <p:ph idx="1" type="subTitle"/>
          </p:nvPr>
        </p:nvSpPr>
        <p:spPr>
          <a:xfrm>
            <a:off x="2057400" y="3608026"/>
            <a:ext cx="5029200" cy="40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By : Delisha</a:t>
            </a:r>
            <a:endParaRPr/>
          </a:p>
        </p:txBody>
      </p:sp>
      <p:cxnSp>
        <p:nvCxnSpPr>
          <p:cNvPr id="296" name="Google Shape;296;p33"/>
          <p:cNvCxnSpPr/>
          <p:nvPr/>
        </p:nvCxnSpPr>
        <p:spPr>
          <a:xfrm>
            <a:off x="1676250" y="3468425"/>
            <a:ext cx="57915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INHALTSVERZEICHNIS</a:t>
            </a:r>
            <a:endParaRPr/>
          </a:p>
        </p:txBody>
      </p:sp>
      <p:sp>
        <p:nvSpPr>
          <p:cNvPr id="302" name="Google Shape;302;p34"/>
          <p:cNvSpPr txBox="1"/>
          <p:nvPr>
            <p:ph idx="2" type="title"/>
          </p:nvPr>
        </p:nvSpPr>
        <p:spPr>
          <a:xfrm>
            <a:off x="1605703" y="1508078"/>
            <a:ext cx="27888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LEHRMETHODE</a:t>
            </a:r>
            <a:endParaRPr/>
          </a:p>
        </p:txBody>
      </p:sp>
      <p:sp>
        <p:nvSpPr>
          <p:cNvPr id="303" name="Google Shape;303;p34"/>
          <p:cNvSpPr txBox="1"/>
          <p:nvPr>
            <p:ph idx="1" type="subTitle"/>
          </p:nvPr>
        </p:nvSpPr>
        <p:spPr>
          <a:xfrm>
            <a:off x="1605703" y="2035765"/>
            <a:ext cx="2788800" cy="48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Du kannst das Thema des Abschnitts hier beschreiben</a:t>
            </a:r>
            <a:endParaRPr/>
          </a:p>
        </p:txBody>
      </p:sp>
      <p:sp>
        <p:nvSpPr>
          <p:cNvPr id="304" name="Google Shape;304;p34"/>
          <p:cNvSpPr txBox="1"/>
          <p:nvPr>
            <p:ph idx="3" type="title"/>
          </p:nvPr>
        </p:nvSpPr>
        <p:spPr>
          <a:xfrm>
            <a:off x="5578397" y="1510685"/>
            <a:ext cx="27888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UNSERE LEHRER</a:t>
            </a:r>
            <a:endParaRPr/>
          </a:p>
        </p:txBody>
      </p:sp>
      <p:sp>
        <p:nvSpPr>
          <p:cNvPr id="305" name="Google Shape;305;p34"/>
          <p:cNvSpPr txBox="1"/>
          <p:nvPr>
            <p:ph idx="4" type="subTitle"/>
          </p:nvPr>
        </p:nvSpPr>
        <p:spPr>
          <a:xfrm>
            <a:off x="5578397" y="2035055"/>
            <a:ext cx="2788800" cy="48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Du kannst das Thema des Abschnitts hier beschreiben</a:t>
            </a:r>
            <a:endParaRPr/>
          </a:p>
        </p:txBody>
      </p:sp>
      <p:sp>
        <p:nvSpPr>
          <p:cNvPr id="306" name="Google Shape;306;p34"/>
          <p:cNvSpPr txBox="1"/>
          <p:nvPr>
            <p:ph idx="5" type="title"/>
          </p:nvPr>
        </p:nvSpPr>
        <p:spPr>
          <a:xfrm>
            <a:off x="1605703" y="3169253"/>
            <a:ext cx="27888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UNSERE BEREICHE</a:t>
            </a:r>
            <a:endParaRPr/>
          </a:p>
        </p:txBody>
      </p:sp>
      <p:sp>
        <p:nvSpPr>
          <p:cNvPr id="307" name="Google Shape;307;p34"/>
          <p:cNvSpPr txBox="1"/>
          <p:nvPr>
            <p:ph idx="6" type="subTitle"/>
          </p:nvPr>
        </p:nvSpPr>
        <p:spPr>
          <a:xfrm>
            <a:off x="1605703" y="3696953"/>
            <a:ext cx="2788800" cy="48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Du kannst das Thema des Abschnitts hier beschreiben</a:t>
            </a:r>
            <a:endParaRPr/>
          </a:p>
        </p:txBody>
      </p:sp>
      <p:sp>
        <p:nvSpPr>
          <p:cNvPr id="308" name="Google Shape;308;p34"/>
          <p:cNvSpPr txBox="1"/>
          <p:nvPr>
            <p:ph idx="7" type="title"/>
          </p:nvPr>
        </p:nvSpPr>
        <p:spPr>
          <a:xfrm>
            <a:off x="5578397" y="3165749"/>
            <a:ext cx="27888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REGISTRIERUNGS</a:t>
            </a:r>
            <a:endParaRPr/>
          </a:p>
        </p:txBody>
      </p:sp>
      <p:sp>
        <p:nvSpPr>
          <p:cNvPr id="309" name="Google Shape;309;p34"/>
          <p:cNvSpPr txBox="1"/>
          <p:nvPr>
            <p:ph idx="8" type="subTitle"/>
          </p:nvPr>
        </p:nvSpPr>
        <p:spPr>
          <a:xfrm>
            <a:off x="5578397" y="3699263"/>
            <a:ext cx="2788800" cy="48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Du kannst das Thema des Abschnitts hier beschreiben</a:t>
            </a:r>
            <a:endParaRPr/>
          </a:p>
        </p:txBody>
      </p:sp>
      <p:sp>
        <p:nvSpPr>
          <p:cNvPr id="310" name="Google Shape;310;p34"/>
          <p:cNvSpPr txBox="1"/>
          <p:nvPr>
            <p:ph idx="9" type="title"/>
          </p:nvPr>
        </p:nvSpPr>
        <p:spPr>
          <a:xfrm>
            <a:off x="4749503" y="1627829"/>
            <a:ext cx="752700" cy="76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311" name="Google Shape;311;p34"/>
          <p:cNvSpPr txBox="1"/>
          <p:nvPr>
            <p:ph idx="15" type="title"/>
          </p:nvPr>
        </p:nvSpPr>
        <p:spPr>
          <a:xfrm>
            <a:off x="776803" y="3291053"/>
            <a:ext cx="752700" cy="76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312" name="Google Shape;312;p34"/>
          <p:cNvSpPr txBox="1"/>
          <p:nvPr>
            <p:ph idx="13" type="title"/>
          </p:nvPr>
        </p:nvSpPr>
        <p:spPr>
          <a:xfrm>
            <a:off x="4749503" y="3292037"/>
            <a:ext cx="752700" cy="76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313" name="Google Shape;313;p34"/>
          <p:cNvSpPr txBox="1"/>
          <p:nvPr>
            <p:ph idx="14" type="title"/>
          </p:nvPr>
        </p:nvSpPr>
        <p:spPr>
          <a:xfrm>
            <a:off x="776803" y="1628802"/>
            <a:ext cx="752700" cy="76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5"/>
          <p:cNvSpPr txBox="1"/>
          <p:nvPr>
            <p:ph type="title"/>
          </p:nvPr>
        </p:nvSpPr>
        <p:spPr>
          <a:xfrm>
            <a:off x="2151750" y="1436838"/>
            <a:ext cx="4840500" cy="7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EINFÜHRUNG</a:t>
            </a:r>
            <a:endParaRPr/>
          </a:p>
        </p:txBody>
      </p:sp>
      <p:sp>
        <p:nvSpPr>
          <p:cNvPr id="319" name="Google Shape;319;p35"/>
          <p:cNvSpPr txBox="1"/>
          <p:nvPr>
            <p:ph idx="1" type="subTitle"/>
          </p:nvPr>
        </p:nvSpPr>
        <p:spPr>
          <a:xfrm>
            <a:off x="2151750" y="2239663"/>
            <a:ext cx="4840500" cy="1467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Hier kannst du eine kurze Beschreibung des Themas geben, über das du sprechen möchtest. Wenn du zum Beispiel über den Merkur sprechen willst, könntest du sagen, dass er der kleinste Planet im gesamten Sonnensystem ist</a:t>
            </a:r>
            <a:endParaRPr/>
          </a:p>
        </p:txBody>
      </p:sp>
      <p:cxnSp>
        <p:nvCxnSpPr>
          <p:cNvPr id="320" name="Google Shape;320;p35"/>
          <p:cNvCxnSpPr/>
          <p:nvPr/>
        </p:nvCxnSpPr>
        <p:spPr>
          <a:xfrm>
            <a:off x="2243100" y="2178988"/>
            <a:ext cx="46578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6"/>
          <p:cNvSpPr txBox="1"/>
          <p:nvPr>
            <p:ph type="title"/>
          </p:nvPr>
        </p:nvSpPr>
        <p:spPr>
          <a:xfrm>
            <a:off x="1086900" y="2490413"/>
            <a:ext cx="6970200" cy="8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TITEL DES ABSCHNITTS</a:t>
            </a:r>
            <a:endParaRPr/>
          </a:p>
        </p:txBody>
      </p:sp>
      <p:sp>
        <p:nvSpPr>
          <p:cNvPr id="326" name="Google Shape;326;p36"/>
          <p:cNvSpPr txBox="1"/>
          <p:nvPr>
            <p:ph idx="2" type="title"/>
          </p:nvPr>
        </p:nvSpPr>
        <p:spPr>
          <a:xfrm>
            <a:off x="4023300" y="1267688"/>
            <a:ext cx="1097400" cy="109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327" name="Google Shape;327;p36"/>
          <p:cNvSpPr txBox="1"/>
          <p:nvPr>
            <p:ph idx="1" type="subTitle"/>
          </p:nvPr>
        </p:nvSpPr>
        <p:spPr>
          <a:xfrm>
            <a:off x="2038200" y="3510113"/>
            <a:ext cx="50676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Gib hier einen Untertitel ein, wenn du es brauchst</a:t>
            </a:r>
            <a:endParaRPr/>
          </a:p>
        </p:txBody>
      </p:sp>
      <p:cxnSp>
        <p:nvCxnSpPr>
          <p:cNvPr id="328" name="Google Shape;328;p36"/>
          <p:cNvCxnSpPr/>
          <p:nvPr/>
        </p:nvCxnSpPr>
        <p:spPr>
          <a:xfrm>
            <a:off x="1085850" y="3432413"/>
            <a:ext cx="69723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7"/>
          <p:cNvSpPr txBox="1"/>
          <p:nvPr>
            <p:ph type="title"/>
          </p:nvPr>
        </p:nvSpPr>
        <p:spPr>
          <a:xfrm>
            <a:off x="1638575" y="3400400"/>
            <a:ext cx="5874600" cy="531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—JEMAND BERÜHMT</a:t>
            </a:r>
            <a:endParaRPr/>
          </a:p>
        </p:txBody>
      </p:sp>
      <p:sp>
        <p:nvSpPr>
          <p:cNvPr id="334" name="Google Shape;334;p37"/>
          <p:cNvSpPr txBox="1"/>
          <p:nvPr>
            <p:ph idx="1" type="subTitle"/>
          </p:nvPr>
        </p:nvSpPr>
        <p:spPr>
          <a:xfrm>
            <a:off x="1634700" y="1287425"/>
            <a:ext cx="5874600" cy="1962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a:t>
            </a:r>
            <a:r>
              <a:rPr lang="en"/>
              <a:t>Dies ist ein Zitat, Worte voller Weisheit, die jemand Wichtiges gesagt hat und die den Leser inspirieren können.”</a:t>
            </a:r>
            <a:endParaRPr/>
          </a:p>
        </p:txBody>
      </p:sp>
      <p:cxnSp>
        <p:nvCxnSpPr>
          <p:cNvPr id="335" name="Google Shape;335;p37"/>
          <p:cNvCxnSpPr/>
          <p:nvPr/>
        </p:nvCxnSpPr>
        <p:spPr>
          <a:xfrm>
            <a:off x="1939825" y="3286825"/>
            <a:ext cx="54594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8"/>
          <p:cNvSpPr txBox="1"/>
          <p:nvPr>
            <p:ph type="title"/>
          </p:nvPr>
        </p:nvSpPr>
        <p:spPr>
          <a:xfrm>
            <a:off x="1721250" y="1263963"/>
            <a:ext cx="57015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GENIALEWORTE</a:t>
            </a:r>
            <a:endParaRPr/>
          </a:p>
        </p:txBody>
      </p:sp>
      <p:cxnSp>
        <p:nvCxnSpPr>
          <p:cNvPr id="341" name="Google Shape;341;p38"/>
          <p:cNvCxnSpPr/>
          <p:nvPr/>
        </p:nvCxnSpPr>
        <p:spPr>
          <a:xfrm>
            <a:off x="2171700" y="3879538"/>
            <a:ext cx="48006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WAS ZEICHNET UNS AUS?</a:t>
            </a:r>
            <a:endParaRPr/>
          </a:p>
        </p:txBody>
      </p:sp>
      <p:sp>
        <p:nvSpPr>
          <p:cNvPr id="347" name="Google Shape;347;p39"/>
          <p:cNvSpPr txBox="1"/>
          <p:nvPr>
            <p:ph idx="2" type="title"/>
          </p:nvPr>
        </p:nvSpPr>
        <p:spPr>
          <a:xfrm>
            <a:off x="937700" y="2812083"/>
            <a:ext cx="2175300" cy="43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MERKUR</a:t>
            </a:r>
            <a:endParaRPr/>
          </a:p>
        </p:txBody>
      </p:sp>
      <p:sp>
        <p:nvSpPr>
          <p:cNvPr id="348" name="Google Shape;348;p39"/>
          <p:cNvSpPr txBox="1"/>
          <p:nvPr>
            <p:ph idx="1" type="subTitle"/>
          </p:nvPr>
        </p:nvSpPr>
        <p:spPr>
          <a:xfrm>
            <a:off x="937700" y="3145757"/>
            <a:ext cx="2175300" cy="7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Der Merkur ist der sonnennächste Planet und der kleinste</a:t>
            </a:r>
            <a:endParaRPr/>
          </a:p>
        </p:txBody>
      </p:sp>
      <p:sp>
        <p:nvSpPr>
          <p:cNvPr id="349" name="Google Shape;349;p39"/>
          <p:cNvSpPr txBox="1"/>
          <p:nvPr>
            <p:ph idx="3" type="title"/>
          </p:nvPr>
        </p:nvSpPr>
        <p:spPr>
          <a:xfrm>
            <a:off x="3484421" y="2812083"/>
            <a:ext cx="2175300" cy="43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VENUS</a:t>
            </a:r>
            <a:endParaRPr/>
          </a:p>
        </p:txBody>
      </p:sp>
      <p:sp>
        <p:nvSpPr>
          <p:cNvPr id="350" name="Google Shape;350;p39"/>
          <p:cNvSpPr txBox="1"/>
          <p:nvPr>
            <p:ph idx="4" type="subTitle"/>
          </p:nvPr>
        </p:nvSpPr>
        <p:spPr>
          <a:xfrm>
            <a:off x="3484422" y="3145757"/>
            <a:ext cx="2175300" cy="775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Clr>
                <a:schemeClr val="dk1"/>
              </a:buClr>
              <a:buSzPts val="1100"/>
              <a:buFont typeface="Arial"/>
              <a:buNone/>
            </a:pPr>
            <a:r>
              <a:rPr lang="en"/>
              <a:t>Venus ist ein Gesteinsplanet und das zweithellste Objekt</a:t>
            </a:r>
            <a:endParaRPr/>
          </a:p>
        </p:txBody>
      </p:sp>
      <p:sp>
        <p:nvSpPr>
          <p:cNvPr id="351" name="Google Shape;351;p39"/>
          <p:cNvSpPr txBox="1"/>
          <p:nvPr>
            <p:ph idx="5" type="title"/>
          </p:nvPr>
        </p:nvSpPr>
        <p:spPr>
          <a:xfrm>
            <a:off x="6031149" y="2812083"/>
            <a:ext cx="2175300" cy="43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MARS</a:t>
            </a:r>
            <a:endParaRPr/>
          </a:p>
        </p:txBody>
      </p:sp>
      <p:sp>
        <p:nvSpPr>
          <p:cNvPr id="352" name="Google Shape;352;p39"/>
          <p:cNvSpPr txBox="1"/>
          <p:nvPr>
            <p:ph idx="6" type="subTitle"/>
          </p:nvPr>
        </p:nvSpPr>
        <p:spPr>
          <a:xfrm>
            <a:off x="6031150" y="3145757"/>
            <a:ext cx="2175300" cy="7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Obwohl er rot ist, ist der Mars eigentlich sehr kalt. Er hat zwei Monde! </a:t>
            </a:r>
            <a:endParaRPr/>
          </a:p>
        </p:txBody>
      </p:sp>
      <p:sp>
        <p:nvSpPr>
          <p:cNvPr id="353" name="Google Shape;353;p39"/>
          <p:cNvSpPr/>
          <p:nvPr/>
        </p:nvSpPr>
        <p:spPr>
          <a:xfrm>
            <a:off x="1655124" y="1846783"/>
            <a:ext cx="7314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9"/>
          <p:cNvSpPr/>
          <p:nvPr/>
        </p:nvSpPr>
        <p:spPr>
          <a:xfrm>
            <a:off x="4206300" y="1846783"/>
            <a:ext cx="7314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9"/>
          <p:cNvSpPr/>
          <p:nvPr/>
        </p:nvSpPr>
        <p:spPr>
          <a:xfrm>
            <a:off x="6757476" y="1846783"/>
            <a:ext cx="7314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6" name="Google Shape;356;p39"/>
          <p:cNvGrpSpPr/>
          <p:nvPr/>
        </p:nvGrpSpPr>
        <p:grpSpPr>
          <a:xfrm>
            <a:off x="6888855" y="1991483"/>
            <a:ext cx="457183" cy="441967"/>
            <a:chOff x="6870193" y="2295620"/>
            <a:chExt cx="360356" cy="343462"/>
          </a:xfrm>
        </p:grpSpPr>
        <p:sp>
          <p:nvSpPr>
            <p:cNvPr id="357" name="Google Shape;357;p39"/>
            <p:cNvSpPr/>
            <p:nvPr/>
          </p:nvSpPr>
          <p:spPr>
            <a:xfrm>
              <a:off x="6870193" y="2295620"/>
              <a:ext cx="360356" cy="343462"/>
            </a:xfrm>
            <a:custGeom>
              <a:rect b="b" l="l" r="r" t="t"/>
              <a:pathLst>
                <a:path extrusionOk="0" h="10816" w="11348">
                  <a:moveTo>
                    <a:pt x="6027" y="0"/>
                  </a:moveTo>
                  <a:cubicBezTo>
                    <a:pt x="5700" y="0"/>
                    <a:pt x="5448" y="70"/>
                    <a:pt x="5430" y="76"/>
                  </a:cubicBezTo>
                  <a:cubicBezTo>
                    <a:pt x="5358" y="112"/>
                    <a:pt x="5299" y="172"/>
                    <a:pt x="5299" y="255"/>
                  </a:cubicBezTo>
                  <a:lnTo>
                    <a:pt x="5299" y="2731"/>
                  </a:lnTo>
                  <a:lnTo>
                    <a:pt x="3501" y="5017"/>
                  </a:lnTo>
                  <a:cubicBezTo>
                    <a:pt x="3441" y="4767"/>
                    <a:pt x="3215" y="4577"/>
                    <a:pt x="2929" y="4577"/>
                  </a:cubicBezTo>
                  <a:lnTo>
                    <a:pt x="584" y="4577"/>
                  </a:lnTo>
                  <a:cubicBezTo>
                    <a:pt x="274" y="4577"/>
                    <a:pt x="1" y="4827"/>
                    <a:pt x="1" y="5160"/>
                  </a:cubicBezTo>
                  <a:lnTo>
                    <a:pt x="1" y="5732"/>
                  </a:lnTo>
                  <a:cubicBezTo>
                    <a:pt x="1" y="5839"/>
                    <a:pt x="96" y="5910"/>
                    <a:pt x="179" y="5910"/>
                  </a:cubicBezTo>
                  <a:cubicBezTo>
                    <a:pt x="274" y="5910"/>
                    <a:pt x="358" y="5827"/>
                    <a:pt x="358" y="5732"/>
                  </a:cubicBezTo>
                  <a:lnTo>
                    <a:pt x="358" y="5160"/>
                  </a:lnTo>
                  <a:cubicBezTo>
                    <a:pt x="358" y="5041"/>
                    <a:pt x="453" y="4946"/>
                    <a:pt x="572" y="4946"/>
                  </a:cubicBezTo>
                  <a:lnTo>
                    <a:pt x="2918" y="4946"/>
                  </a:lnTo>
                  <a:cubicBezTo>
                    <a:pt x="3037" y="4946"/>
                    <a:pt x="3132" y="5041"/>
                    <a:pt x="3132" y="5160"/>
                  </a:cubicBezTo>
                  <a:lnTo>
                    <a:pt x="3132" y="10232"/>
                  </a:lnTo>
                  <a:cubicBezTo>
                    <a:pt x="3132" y="10351"/>
                    <a:pt x="3037" y="10435"/>
                    <a:pt x="2918" y="10435"/>
                  </a:cubicBezTo>
                  <a:lnTo>
                    <a:pt x="572" y="10435"/>
                  </a:lnTo>
                  <a:cubicBezTo>
                    <a:pt x="453" y="10435"/>
                    <a:pt x="358" y="10351"/>
                    <a:pt x="358" y="10232"/>
                  </a:cubicBezTo>
                  <a:lnTo>
                    <a:pt x="358" y="6506"/>
                  </a:lnTo>
                  <a:cubicBezTo>
                    <a:pt x="358" y="6410"/>
                    <a:pt x="274" y="6327"/>
                    <a:pt x="179" y="6327"/>
                  </a:cubicBezTo>
                  <a:cubicBezTo>
                    <a:pt x="72" y="6327"/>
                    <a:pt x="1" y="6422"/>
                    <a:pt x="1" y="6506"/>
                  </a:cubicBezTo>
                  <a:lnTo>
                    <a:pt x="1" y="10232"/>
                  </a:lnTo>
                  <a:cubicBezTo>
                    <a:pt x="1" y="10542"/>
                    <a:pt x="251" y="10816"/>
                    <a:pt x="584" y="10816"/>
                  </a:cubicBezTo>
                  <a:lnTo>
                    <a:pt x="2929" y="10816"/>
                  </a:lnTo>
                  <a:cubicBezTo>
                    <a:pt x="3251" y="10816"/>
                    <a:pt x="3513" y="10554"/>
                    <a:pt x="3513" y="10232"/>
                  </a:cubicBezTo>
                  <a:lnTo>
                    <a:pt x="3513" y="9744"/>
                  </a:lnTo>
                  <a:lnTo>
                    <a:pt x="4418" y="10185"/>
                  </a:lnTo>
                  <a:cubicBezTo>
                    <a:pt x="4453" y="10197"/>
                    <a:pt x="4477" y="10197"/>
                    <a:pt x="4513" y="10197"/>
                  </a:cubicBezTo>
                  <a:lnTo>
                    <a:pt x="8025" y="10197"/>
                  </a:lnTo>
                  <a:cubicBezTo>
                    <a:pt x="8132" y="10197"/>
                    <a:pt x="8204" y="10113"/>
                    <a:pt x="8204" y="10018"/>
                  </a:cubicBezTo>
                  <a:cubicBezTo>
                    <a:pt x="8204" y="9923"/>
                    <a:pt x="8109" y="9839"/>
                    <a:pt x="8025" y="9839"/>
                  </a:cubicBezTo>
                  <a:lnTo>
                    <a:pt x="4561" y="9839"/>
                  </a:lnTo>
                  <a:lnTo>
                    <a:pt x="3525" y="9327"/>
                  </a:lnTo>
                  <a:lnTo>
                    <a:pt x="3525" y="5589"/>
                  </a:lnTo>
                  <a:lnTo>
                    <a:pt x="5644" y="2910"/>
                  </a:lnTo>
                  <a:cubicBezTo>
                    <a:pt x="5668" y="2874"/>
                    <a:pt x="5692" y="2839"/>
                    <a:pt x="5692" y="2791"/>
                  </a:cubicBezTo>
                  <a:lnTo>
                    <a:pt x="5692" y="398"/>
                  </a:lnTo>
                  <a:cubicBezTo>
                    <a:pt x="5787" y="379"/>
                    <a:pt x="5924" y="358"/>
                    <a:pt x="6080" y="358"/>
                  </a:cubicBezTo>
                  <a:cubicBezTo>
                    <a:pt x="6313" y="358"/>
                    <a:pt x="6587" y="405"/>
                    <a:pt x="6823" y="576"/>
                  </a:cubicBezTo>
                  <a:cubicBezTo>
                    <a:pt x="7132" y="791"/>
                    <a:pt x="7275" y="1207"/>
                    <a:pt x="7275" y="1803"/>
                  </a:cubicBezTo>
                  <a:lnTo>
                    <a:pt x="7275" y="3755"/>
                  </a:lnTo>
                  <a:cubicBezTo>
                    <a:pt x="7275" y="3862"/>
                    <a:pt x="7370" y="3934"/>
                    <a:pt x="7454" y="3934"/>
                  </a:cubicBezTo>
                  <a:lnTo>
                    <a:pt x="10395" y="3934"/>
                  </a:lnTo>
                  <a:cubicBezTo>
                    <a:pt x="10716" y="3934"/>
                    <a:pt x="10990" y="4208"/>
                    <a:pt x="10990" y="4529"/>
                  </a:cubicBezTo>
                  <a:cubicBezTo>
                    <a:pt x="10990" y="4863"/>
                    <a:pt x="10716" y="5125"/>
                    <a:pt x="10395" y="5125"/>
                  </a:cubicBezTo>
                  <a:lnTo>
                    <a:pt x="8823" y="5125"/>
                  </a:lnTo>
                  <a:cubicBezTo>
                    <a:pt x="8728" y="5125"/>
                    <a:pt x="8644" y="5220"/>
                    <a:pt x="8644" y="5303"/>
                  </a:cubicBezTo>
                  <a:cubicBezTo>
                    <a:pt x="8644" y="5410"/>
                    <a:pt x="8740" y="5482"/>
                    <a:pt x="8823" y="5482"/>
                  </a:cubicBezTo>
                  <a:lnTo>
                    <a:pt x="10228" y="5482"/>
                  </a:lnTo>
                  <a:cubicBezTo>
                    <a:pt x="10538" y="5494"/>
                    <a:pt x="10788" y="5767"/>
                    <a:pt x="10788" y="6077"/>
                  </a:cubicBezTo>
                  <a:cubicBezTo>
                    <a:pt x="10788" y="6399"/>
                    <a:pt x="10526" y="6672"/>
                    <a:pt x="10192" y="6672"/>
                  </a:cubicBezTo>
                  <a:lnTo>
                    <a:pt x="8823" y="6672"/>
                  </a:lnTo>
                  <a:cubicBezTo>
                    <a:pt x="8728" y="6672"/>
                    <a:pt x="8644" y="6768"/>
                    <a:pt x="8644" y="6851"/>
                  </a:cubicBezTo>
                  <a:cubicBezTo>
                    <a:pt x="8644" y="6958"/>
                    <a:pt x="8740" y="7030"/>
                    <a:pt x="8823" y="7030"/>
                  </a:cubicBezTo>
                  <a:lnTo>
                    <a:pt x="10073" y="7030"/>
                  </a:lnTo>
                  <a:cubicBezTo>
                    <a:pt x="10371" y="7053"/>
                    <a:pt x="10597" y="7327"/>
                    <a:pt x="10597" y="7625"/>
                  </a:cubicBezTo>
                  <a:cubicBezTo>
                    <a:pt x="10597" y="7946"/>
                    <a:pt x="10335" y="8220"/>
                    <a:pt x="10002" y="8220"/>
                  </a:cubicBezTo>
                  <a:lnTo>
                    <a:pt x="8823" y="8220"/>
                  </a:lnTo>
                  <a:cubicBezTo>
                    <a:pt x="8728" y="8220"/>
                    <a:pt x="8644" y="8315"/>
                    <a:pt x="8644" y="8399"/>
                  </a:cubicBezTo>
                  <a:cubicBezTo>
                    <a:pt x="8644" y="8506"/>
                    <a:pt x="8740" y="8577"/>
                    <a:pt x="8823" y="8577"/>
                  </a:cubicBezTo>
                  <a:lnTo>
                    <a:pt x="9883" y="8577"/>
                  </a:lnTo>
                  <a:cubicBezTo>
                    <a:pt x="9895" y="8577"/>
                    <a:pt x="9918" y="8589"/>
                    <a:pt x="9918" y="8589"/>
                  </a:cubicBezTo>
                  <a:cubicBezTo>
                    <a:pt x="10192" y="8649"/>
                    <a:pt x="10407" y="8887"/>
                    <a:pt x="10407" y="9185"/>
                  </a:cubicBezTo>
                  <a:cubicBezTo>
                    <a:pt x="10407" y="9518"/>
                    <a:pt x="10133" y="9780"/>
                    <a:pt x="9811" y="9780"/>
                  </a:cubicBezTo>
                  <a:lnTo>
                    <a:pt x="8823" y="9780"/>
                  </a:lnTo>
                  <a:cubicBezTo>
                    <a:pt x="8728" y="9780"/>
                    <a:pt x="8644" y="9875"/>
                    <a:pt x="8644" y="9958"/>
                  </a:cubicBezTo>
                  <a:cubicBezTo>
                    <a:pt x="8644" y="10066"/>
                    <a:pt x="8740" y="10137"/>
                    <a:pt x="8823" y="10137"/>
                  </a:cubicBezTo>
                  <a:lnTo>
                    <a:pt x="9811" y="10137"/>
                  </a:lnTo>
                  <a:cubicBezTo>
                    <a:pt x="10347" y="10137"/>
                    <a:pt x="10776" y="9708"/>
                    <a:pt x="10776" y="9173"/>
                  </a:cubicBezTo>
                  <a:cubicBezTo>
                    <a:pt x="10776" y="8887"/>
                    <a:pt x="10657" y="8637"/>
                    <a:pt x="10466" y="8458"/>
                  </a:cubicBezTo>
                  <a:cubicBezTo>
                    <a:pt x="10764" y="8292"/>
                    <a:pt x="10966" y="7982"/>
                    <a:pt x="10966" y="7613"/>
                  </a:cubicBezTo>
                  <a:cubicBezTo>
                    <a:pt x="10966" y="7327"/>
                    <a:pt x="10847" y="7077"/>
                    <a:pt x="10657" y="6899"/>
                  </a:cubicBezTo>
                  <a:cubicBezTo>
                    <a:pt x="10954" y="6803"/>
                    <a:pt x="11145" y="6482"/>
                    <a:pt x="11145" y="6113"/>
                  </a:cubicBezTo>
                  <a:cubicBezTo>
                    <a:pt x="11145" y="5827"/>
                    <a:pt x="11026" y="5577"/>
                    <a:pt x="10835" y="5398"/>
                  </a:cubicBezTo>
                  <a:cubicBezTo>
                    <a:pt x="11133" y="5232"/>
                    <a:pt x="11347" y="4922"/>
                    <a:pt x="11347" y="4541"/>
                  </a:cubicBezTo>
                  <a:cubicBezTo>
                    <a:pt x="11347" y="4005"/>
                    <a:pt x="10907" y="3577"/>
                    <a:pt x="10371" y="3577"/>
                  </a:cubicBezTo>
                  <a:lnTo>
                    <a:pt x="7621" y="3577"/>
                  </a:lnTo>
                  <a:lnTo>
                    <a:pt x="7621" y="1827"/>
                  </a:lnTo>
                  <a:cubicBezTo>
                    <a:pt x="7621" y="1112"/>
                    <a:pt x="7418" y="588"/>
                    <a:pt x="7013" y="291"/>
                  </a:cubicBezTo>
                  <a:cubicBezTo>
                    <a:pt x="6703" y="61"/>
                    <a:pt x="6332" y="0"/>
                    <a:pt x="60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9"/>
            <p:cNvSpPr/>
            <p:nvPr/>
          </p:nvSpPr>
          <p:spPr>
            <a:xfrm>
              <a:off x="6920842" y="2577064"/>
              <a:ext cx="36709" cy="36677"/>
            </a:xfrm>
            <a:custGeom>
              <a:rect b="b" l="l" r="r" t="t"/>
              <a:pathLst>
                <a:path extrusionOk="0" h="1155" w="1156">
                  <a:moveTo>
                    <a:pt x="584" y="369"/>
                  </a:moveTo>
                  <a:cubicBezTo>
                    <a:pt x="703" y="369"/>
                    <a:pt x="787" y="464"/>
                    <a:pt x="787" y="584"/>
                  </a:cubicBezTo>
                  <a:cubicBezTo>
                    <a:pt x="787" y="703"/>
                    <a:pt x="703" y="786"/>
                    <a:pt x="584" y="786"/>
                  </a:cubicBezTo>
                  <a:cubicBezTo>
                    <a:pt x="465" y="786"/>
                    <a:pt x="370" y="703"/>
                    <a:pt x="370" y="584"/>
                  </a:cubicBezTo>
                  <a:cubicBezTo>
                    <a:pt x="370" y="464"/>
                    <a:pt x="453" y="369"/>
                    <a:pt x="584" y="369"/>
                  </a:cubicBezTo>
                  <a:close/>
                  <a:moveTo>
                    <a:pt x="584" y="0"/>
                  </a:moveTo>
                  <a:cubicBezTo>
                    <a:pt x="263" y="0"/>
                    <a:pt x="1" y="250"/>
                    <a:pt x="1" y="584"/>
                  </a:cubicBezTo>
                  <a:cubicBezTo>
                    <a:pt x="1" y="905"/>
                    <a:pt x="251" y="1155"/>
                    <a:pt x="584" y="1155"/>
                  </a:cubicBezTo>
                  <a:cubicBezTo>
                    <a:pt x="906" y="1155"/>
                    <a:pt x="1156" y="905"/>
                    <a:pt x="1156" y="584"/>
                  </a:cubicBezTo>
                  <a:cubicBezTo>
                    <a:pt x="1156" y="250"/>
                    <a:pt x="894" y="0"/>
                    <a:pt x="5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 name="Google Shape;359;p39"/>
          <p:cNvGrpSpPr/>
          <p:nvPr/>
        </p:nvGrpSpPr>
        <p:grpSpPr>
          <a:xfrm>
            <a:off x="1786507" y="1983886"/>
            <a:ext cx="468647" cy="457186"/>
            <a:chOff x="860940" y="2746477"/>
            <a:chExt cx="371883" cy="365691"/>
          </a:xfrm>
        </p:grpSpPr>
        <p:sp>
          <p:nvSpPr>
            <p:cNvPr id="360" name="Google Shape;360;p39"/>
            <p:cNvSpPr/>
            <p:nvPr/>
          </p:nvSpPr>
          <p:spPr>
            <a:xfrm>
              <a:off x="908191" y="3026302"/>
              <a:ext cx="30294" cy="28961"/>
            </a:xfrm>
            <a:custGeom>
              <a:rect b="b" l="l" r="r" t="t"/>
              <a:pathLst>
                <a:path extrusionOk="0" h="912" w="954">
                  <a:moveTo>
                    <a:pt x="763" y="1"/>
                  </a:moveTo>
                  <a:cubicBezTo>
                    <a:pt x="718" y="1"/>
                    <a:pt x="674" y="16"/>
                    <a:pt x="644" y="45"/>
                  </a:cubicBezTo>
                  <a:lnTo>
                    <a:pt x="60" y="629"/>
                  </a:lnTo>
                  <a:cubicBezTo>
                    <a:pt x="1" y="688"/>
                    <a:pt x="1" y="807"/>
                    <a:pt x="60" y="867"/>
                  </a:cubicBezTo>
                  <a:cubicBezTo>
                    <a:pt x="90" y="897"/>
                    <a:pt x="135" y="911"/>
                    <a:pt x="179" y="911"/>
                  </a:cubicBezTo>
                  <a:cubicBezTo>
                    <a:pt x="224" y="911"/>
                    <a:pt x="269" y="897"/>
                    <a:pt x="299" y="867"/>
                  </a:cubicBezTo>
                  <a:lnTo>
                    <a:pt x="882" y="283"/>
                  </a:lnTo>
                  <a:cubicBezTo>
                    <a:pt x="953" y="224"/>
                    <a:pt x="953" y="105"/>
                    <a:pt x="882" y="45"/>
                  </a:cubicBezTo>
                  <a:cubicBezTo>
                    <a:pt x="852" y="16"/>
                    <a:pt x="807" y="1"/>
                    <a:pt x="7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9"/>
            <p:cNvSpPr/>
            <p:nvPr/>
          </p:nvSpPr>
          <p:spPr>
            <a:xfrm>
              <a:off x="943757" y="3061836"/>
              <a:ext cx="30263" cy="28961"/>
            </a:xfrm>
            <a:custGeom>
              <a:rect b="b" l="l" r="r" t="t"/>
              <a:pathLst>
                <a:path extrusionOk="0" h="912" w="953">
                  <a:moveTo>
                    <a:pt x="762" y="1"/>
                  </a:moveTo>
                  <a:cubicBezTo>
                    <a:pt x="717" y="1"/>
                    <a:pt x="673" y="16"/>
                    <a:pt x="643" y="46"/>
                  </a:cubicBezTo>
                  <a:lnTo>
                    <a:pt x="60" y="629"/>
                  </a:lnTo>
                  <a:cubicBezTo>
                    <a:pt x="0" y="688"/>
                    <a:pt x="0" y="807"/>
                    <a:pt x="60" y="867"/>
                  </a:cubicBezTo>
                  <a:cubicBezTo>
                    <a:pt x="89" y="897"/>
                    <a:pt x="134" y="912"/>
                    <a:pt x="179" y="912"/>
                  </a:cubicBezTo>
                  <a:cubicBezTo>
                    <a:pt x="223" y="912"/>
                    <a:pt x="268" y="897"/>
                    <a:pt x="298" y="867"/>
                  </a:cubicBezTo>
                  <a:lnTo>
                    <a:pt x="881" y="284"/>
                  </a:lnTo>
                  <a:cubicBezTo>
                    <a:pt x="953" y="224"/>
                    <a:pt x="953" y="105"/>
                    <a:pt x="881" y="46"/>
                  </a:cubicBezTo>
                  <a:cubicBezTo>
                    <a:pt x="851" y="16"/>
                    <a:pt x="807" y="1"/>
                    <a:pt x="7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9"/>
            <p:cNvSpPr/>
            <p:nvPr/>
          </p:nvSpPr>
          <p:spPr>
            <a:xfrm>
              <a:off x="926355" y="3044085"/>
              <a:ext cx="29881" cy="28579"/>
            </a:xfrm>
            <a:custGeom>
              <a:rect b="b" l="l" r="r" t="t"/>
              <a:pathLst>
                <a:path extrusionOk="0" h="900" w="941">
                  <a:moveTo>
                    <a:pt x="762" y="0"/>
                  </a:moveTo>
                  <a:cubicBezTo>
                    <a:pt x="718" y="0"/>
                    <a:pt x="673" y="15"/>
                    <a:pt x="643" y="45"/>
                  </a:cubicBezTo>
                  <a:lnTo>
                    <a:pt x="60" y="616"/>
                  </a:lnTo>
                  <a:cubicBezTo>
                    <a:pt x="0" y="676"/>
                    <a:pt x="0" y="795"/>
                    <a:pt x="60" y="855"/>
                  </a:cubicBezTo>
                  <a:cubicBezTo>
                    <a:pt x="90" y="884"/>
                    <a:pt x="134" y="899"/>
                    <a:pt x="179" y="899"/>
                  </a:cubicBezTo>
                  <a:cubicBezTo>
                    <a:pt x="224" y="899"/>
                    <a:pt x="268" y="884"/>
                    <a:pt x="298" y="855"/>
                  </a:cubicBezTo>
                  <a:lnTo>
                    <a:pt x="881" y="283"/>
                  </a:lnTo>
                  <a:cubicBezTo>
                    <a:pt x="941" y="224"/>
                    <a:pt x="941" y="116"/>
                    <a:pt x="881" y="45"/>
                  </a:cubicBezTo>
                  <a:cubicBezTo>
                    <a:pt x="852" y="15"/>
                    <a:pt x="807" y="0"/>
                    <a:pt x="7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9"/>
            <p:cNvSpPr/>
            <p:nvPr/>
          </p:nvSpPr>
          <p:spPr>
            <a:xfrm>
              <a:off x="860940" y="2746477"/>
              <a:ext cx="371883" cy="365691"/>
            </a:xfrm>
            <a:custGeom>
              <a:rect b="b" l="l" r="r" t="t"/>
              <a:pathLst>
                <a:path extrusionOk="0" h="11516" w="11711">
                  <a:moveTo>
                    <a:pt x="11312" y="344"/>
                  </a:moveTo>
                  <a:lnTo>
                    <a:pt x="10835" y="1987"/>
                  </a:lnTo>
                  <a:lnTo>
                    <a:pt x="9680" y="821"/>
                  </a:lnTo>
                  <a:lnTo>
                    <a:pt x="11312" y="344"/>
                  </a:lnTo>
                  <a:close/>
                  <a:moveTo>
                    <a:pt x="4882" y="3821"/>
                  </a:moveTo>
                  <a:lnTo>
                    <a:pt x="2822" y="5881"/>
                  </a:lnTo>
                  <a:lnTo>
                    <a:pt x="477" y="5690"/>
                  </a:lnTo>
                  <a:cubicBezTo>
                    <a:pt x="453" y="5690"/>
                    <a:pt x="429" y="5643"/>
                    <a:pt x="465" y="5631"/>
                  </a:cubicBezTo>
                  <a:cubicBezTo>
                    <a:pt x="1477" y="4619"/>
                    <a:pt x="2822" y="4000"/>
                    <a:pt x="4227" y="3881"/>
                  </a:cubicBezTo>
                  <a:lnTo>
                    <a:pt x="4882" y="3821"/>
                  </a:lnTo>
                  <a:close/>
                  <a:moveTo>
                    <a:pt x="2894" y="6297"/>
                  </a:moveTo>
                  <a:lnTo>
                    <a:pt x="3811" y="7226"/>
                  </a:lnTo>
                  <a:lnTo>
                    <a:pt x="3477" y="7571"/>
                  </a:lnTo>
                  <a:lnTo>
                    <a:pt x="2549" y="6643"/>
                  </a:lnTo>
                  <a:lnTo>
                    <a:pt x="2894" y="6297"/>
                  </a:lnTo>
                  <a:close/>
                  <a:moveTo>
                    <a:pt x="2727" y="7333"/>
                  </a:moveTo>
                  <a:lnTo>
                    <a:pt x="3203" y="7810"/>
                  </a:lnTo>
                  <a:lnTo>
                    <a:pt x="2799" y="8226"/>
                  </a:lnTo>
                  <a:cubicBezTo>
                    <a:pt x="2787" y="8238"/>
                    <a:pt x="2763" y="8262"/>
                    <a:pt x="2739" y="8298"/>
                  </a:cubicBezTo>
                  <a:lnTo>
                    <a:pt x="2310" y="7869"/>
                  </a:lnTo>
                  <a:cubicBezTo>
                    <a:pt x="2287" y="7833"/>
                    <a:pt x="2287" y="7774"/>
                    <a:pt x="2310" y="7750"/>
                  </a:cubicBezTo>
                  <a:lnTo>
                    <a:pt x="2727" y="7333"/>
                  </a:lnTo>
                  <a:close/>
                  <a:moveTo>
                    <a:pt x="9311" y="916"/>
                  </a:moveTo>
                  <a:lnTo>
                    <a:pt x="10740" y="2345"/>
                  </a:lnTo>
                  <a:lnTo>
                    <a:pt x="10299" y="3821"/>
                  </a:lnTo>
                  <a:lnTo>
                    <a:pt x="5597" y="8524"/>
                  </a:lnTo>
                  <a:lnTo>
                    <a:pt x="4680" y="7595"/>
                  </a:lnTo>
                  <a:lnTo>
                    <a:pt x="6823" y="5452"/>
                  </a:lnTo>
                  <a:cubicBezTo>
                    <a:pt x="6966" y="5309"/>
                    <a:pt x="7001" y="5035"/>
                    <a:pt x="6811" y="4833"/>
                  </a:cubicBezTo>
                  <a:cubicBezTo>
                    <a:pt x="6728" y="4750"/>
                    <a:pt x="6617" y="4708"/>
                    <a:pt x="6506" y="4708"/>
                  </a:cubicBezTo>
                  <a:cubicBezTo>
                    <a:pt x="6394" y="4708"/>
                    <a:pt x="6281" y="4750"/>
                    <a:pt x="6192" y="4833"/>
                  </a:cubicBezTo>
                  <a:lnTo>
                    <a:pt x="4049" y="6976"/>
                  </a:lnTo>
                  <a:lnTo>
                    <a:pt x="3132" y="6047"/>
                  </a:lnTo>
                  <a:lnTo>
                    <a:pt x="7835" y="1344"/>
                  </a:lnTo>
                  <a:lnTo>
                    <a:pt x="9311" y="916"/>
                  </a:lnTo>
                  <a:close/>
                  <a:moveTo>
                    <a:pt x="6495" y="5047"/>
                  </a:moveTo>
                  <a:cubicBezTo>
                    <a:pt x="6522" y="5047"/>
                    <a:pt x="6549" y="5059"/>
                    <a:pt x="6573" y="5083"/>
                  </a:cubicBezTo>
                  <a:cubicBezTo>
                    <a:pt x="6609" y="5131"/>
                    <a:pt x="6609" y="5178"/>
                    <a:pt x="6573" y="5226"/>
                  </a:cubicBezTo>
                  <a:lnTo>
                    <a:pt x="4311" y="7488"/>
                  </a:lnTo>
                  <a:lnTo>
                    <a:pt x="3203" y="8595"/>
                  </a:lnTo>
                  <a:cubicBezTo>
                    <a:pt x="3180" y="8619"/>
                    <a:pt x="3153" y="8631"/>
                    <a:pt x="3127" y="8631"/>
                  </a:cubicBezTo>
                  <a:cubicBezTo>
                    <a:pt x="3102" y="8631"/>
                    <a:pt x="3078" y="8619"/>
                    <a:pt x="3060" y="8595"/>
                  </a:cubicBezTo>
                  <a:cubicBezTo>
                    <a:pt x="3013" y="8548"/>
                    <a:pt x="3013" y="8488"/>
                    <a:pt x="3060" y="8441"/>
                  </a:cubicBezTo>
                  <a:lnTo>
                    <a:pt x="6418" y="5083"/>
                  </a:lnTo>
                  <a:cubicBezTo>
                    <a:pt x="6442" y="5059"/>
                    <a:pt x="6469" y="5047"/>
                    <a:pt x="6495" y="5047"/>
                  </a:cubicBezTo>
                  <a:close/>
                  <a:moveTo>
                    <a:pt x="4430" y="7857"/>
                  </a:moveTo>
                  <a:lnTo>
                    <a:pt x="5346" y="8786"/>
                  </a:lnTo>
                  <a:lnTo>
                    <a:pt x="5001" y="9119"/>
                  </a:lnTo>
                  <a:lnTo>
                    <a:pt x="4989" y="9119"/>
                  </a:lnTo>
                  <a:lnTo>
                    <a:pt x="4084" y="8202"/>
                  </a:lnTo>
                  <a:lnTo>
                    <a:pt x="4430" y="7857"/>
                  </a:lnTo>
                  <a:close/>
                  <a:moveTo>
                    <a:pt x="3846" y="8429"/>
                  </a:moveTo>
                  <a:lnTo>
                    <a:pt x="4323" y="8905"/>
                  </a:lnTo>
                  <a:lnTo>
                    <a:pt x="3906" y="9322"/>
                  </a:lnTo>
                  <a:cubicBezTo>
                    <a:pt x="3894" y="9334"/>
                    <a:pt x="3858" y="9357"/>
                    <a:pt x="3846" y="9357"/>
                  </a:cubicBezTo>
                  <a:cubicBezTo>
                    <a:pt x="3834" y="9357"/>
                    <a:pt x="3811" y="9357"/>
                    <a:pt x="3787" y="9322"/>
                  </a:cubicBezTo>
                  <a:lnTo>
                    <a:pt x="3358" y="8905"/>
                  </a:lnTo>
                  <a:cubicBezTo>
                    <a:pt x="3382" y="8893"/>
                    <a:pt x="3394" y="8881"/>
                    <a:pt x="3430" y="8845"/>
                  </a:cubicBezTo>
                  <a:lnTo>
                    <a:pt x="3846" y="8429"/>
                  </a:lnTo>
                  <a:close/>
                  <a:moveTo>
                    <a:pt x="11322" y="1"/>
                  </a:moveTo>
                  <a:cubicBezTo>
                    <a:pt x="11295" y="1"/>
                    <a:pt x="11267" y="4"/>
                    <a:pt x="11240" y="11"/>
                  </a:cubicBezTo>
                  <a:cubicBezTo>
                    <a:pt x="10514" y="213"/>
                    <a:pt x="8394" y="844"/>
                    <a:pt x="7704" y="1035"/>
                  </a:cubicBezTo>
                  <a:cubicBezTo>
                    <a:pt x="7668" y="1047"/>
                    <a:pt x="7656" y="1059"/>
                    <a:pt x="7621" y="1083"/>
                  </a:cubicBezTo>
                  <a:lnTo>
                    <a:pt x="5263" y="3440"/>
                  </a:lnTo>
                  <a:lnTo>
                    <a:pt x="4203" y="3535"/>
                  </a:lnTo>
                  <a:cubicBezTo>
                    <a:pt x="2703" y="3654"/>
                    <a:pt x="1286" y="4321"/>
                    <a:pt x="227" y="5381"/>
                  </a:cubicBezTo>
                  <a:cubicBezTo>
                    <a:pt x="1" y="5595"/>
                    <a:pt x="143" y="5988"/>
                    <a:pt x="465" y="6024"/>
                  </a:cubicBezTo>
                  <a:lnTo>
                    <a:pt x="2525" y="6190"/>
                  </a:lnTo>
                  <a:lnTo>
                    <a:pt x="2310" y="6405"/>
                  </a:lnTo>
                  <a:cubicBezTo>
                    <a:pt x="2179" y="6536"/>
                    <a:pt x="2179" y="6750"/>
                    <a:pt x="2310" y="6881"/>
                  </a:cubicBezTo>
                  <a:lnTo>
                    <a:pt x="2525" y="7083"/>
                  </a:lnTo>
                  <a:lnTo>
                    <a:pt x="2108" y="7500"/>
                  </a:lnTo>
                  <a:cubicBezTo>
                    <a:pt x="1941" y="7667"/>
                    <a:pt x="1941" y="7941"/>
                    <a:pt x="2108" y="8095"/>
                  </a:cubicBezTo>
                  <a:lnTo>
                    <a:pt x="3561" y="9560"/>
                  </a:lnTo>
                  <a:cubicBezTo>
                    <a:pt x="3644" y="9643"/>
                    <a:pt x="3751" y="9685"/>
                    <a:pt x="3858" y="9685"/>
                  </a:cubicBezTo>
                  <a:cubicBezTo>
                    <a:pt x="3965" y="9685"/>
                    <a:pt x="4073" y="9643"/>
                    <a:pt x="4156" y="9560"/>
                  </a:cubicBezTo>
                  <a:lnTo>
                    <a:pt x="4573" y="9143"/>
                  </a:lnTo>
                  <a:lnTo>
                    <a:pt x="4763" y="9334"/>
                  </a:lnTo>
                  <a:cubicBezTo>
                    <a:pt x="4835" y="9399"/>
                    <a:pt x="4924" y="9432"/>
                    <a:pt x="5015" y="9432"/>
                  </a:cubicBezTo>
                  <a:cubicBezTo>
                    <a:pt x="5105" y="9432"/>
                    <a:pt x="5198" y="9399"/>
                    <a:pt x="5275" y="9334"/>
                  </a:cubicBezTo>
                  <a:lnTo>
                    <a:pt x="5477" y="9131"/>
                  </a:lnTo>
                  <a:lnTo>
                    <a:pt x="5656" y="11179"/>
                  </a:lnTo>
                  <a:cubicBezTo>
                    <a:pt x="5680" y="11334"/>
                    <a:pt x="5763" y="11453"/>
                    <a:pt x="5894" y="11500"/>
                  </a:cubicBezTo>
                  <a:cubicBezTo>
                    <a:pt x="5935" y="11511"/>
                    <a:pt x="5975" y="11516"/>
                    <a:pt x="6015" y="11516"/>
                  </a:cubicBezTo>
                  <a:cubicBezTo>
                    <a:pt x="6115" y="11516"/>
                    <a:pt x="6210" y="11482"/>
                    <a:pt x="6287" y="11405"/>
                  </a:cubicBezTo>
                  <a:cubicBezTo>
                    <a:pt x="6942" y="10750"/>
                    <a:pt x="7430" y="9977"/>
                    <a:pt x="7763" y="9119"/>
                  </a:cubicBezTo>
                  <a:cubicBezTo>
                    <a:pt x="7787" y="9024"/>
                    <a:pt x="7740" y="8941"/>
                    <a:pt x="7656" y="8893"/>
                  </a:cubicBezTo>
                  <a:cubicBezTo>
                    <a:pt x="7635" y="8885"/>
                    <a:pt x="7614" y="8881"/>
                    <a:pt x="7594" y="8881"/>
                  </a:cubicBezTo>
                  <a:cubicBezTo>
                    <a:pt x="7525" y="8881"/>
                    <a:pt x="7467" y="8926"/>
                    <a:pt x="7430" y="9000"/>
                  </a:cubicBezTo>
                  <a:cubicBezTo>
                    <a:pt x="7132" y="9810"/>
                    <a:pt x="6656" y="10560"/>
                    <a:pt x="6037" y="11167"/>
                  </a:cubicBezTo>
                  <a:cubicBezTo>
                    <a:pt x="6027" y="11172"/>
                    <a:pt x="6015" y="11175"/>
                    <a:pt x="6005" y="11175"/>
                  </a:cubicBezTo>
                  <a:cubicBezTo>
                    <a:pt x="5990" y="11175"/>
                    <a:pt x="5978" y="11169"/>
                    <a:pt x="5978" y="11155"/>
                  </a:cubicBezTo>
                  <a:lnTo>
                    <a:pt x="5763" y="8822"/>
                  </a:lnTo>
                  <a:lnTo>
                    <a:pt x="7835" y="6750"/>
                  </a:lnTo>
                  <a:lnTo>
                    <a:pt x="7835" y="6750"/>
                  </a:lnTo>
                  <a:cubicBezTo>
                    <a:pt x="7763" y="7583"/>
                    <a:pt x="7740" y="7810"/>
                    <a:pt x="7656" y="8238"/>
                  </a:cubicBezTo>
                  <a:cubicBezTo>
                    <a:pt x="7644" y="8322"/>
                    <a:pt x="7680" y="8417"/>
                    <a:pt x="7787" y="8441"/>
                  </a:cubicBezTo>
                  <a:cubicBezTo>
                    <a:pt x="7803" y="8445"/>
                    <a:pt x="7819" y="8447"/>
                    <a:pt x="7834" y="8447"/>
                  </a:cubicBezTo>
                  <a:cubicBezTo>
                    <a:pt x="7909" y="8447"/>
                    <a:pt x="7972" y="8399"/>
                    <a:pt x="8002" y="8310"/>
                  </a:cubicBezTo>
                  <a:cubicBezTo>
                    <a:pt x="8121" y="7786"/>
                    <a:pt x="8121" y="7548"/>
                    <a:pt x="8216" y="6393"/>
                  </a:cubicBezTo>
                  <a:lnTo>
                    <a:pt x="10585" y="4023"/>
                  </a:lnTo>
                  <a:cubicBezTo>
                    <a:pt x="10597" y="4011"/>
                    <a:pt x="10621" y="3976"/>
                    <a:pt x="10633" y="3952"/>
                  </a:cubicBezTo>
                  <a:lnTo>
                    <a:pt x="11109" y="2345"/>
                  </a:lnTo>
                  <a:lnTo>
                    <a:pt x="11669" y="404"/>
                  </a:lnTo>
                  <a:cubicBezTo>
                    <a:pt x="11711" y="193"/>
                    <a:pt x="11529" y="1"/>
                    <a:pt x="11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9"/>
            <p:cNvSpPr/>
            <p:nvPr/>
          </p:nvSpPr>
          <p:spPr>
            <a:xfrm>
              <a:off x="1070396" y="2832057"/>
              <a:ext cx="90406" cy="69035"/>
            </a:xfrm>
            <a:custGeom>
              <a:rect b="b" l="l" r="r" t="t"/>
              <a:pathLst>
                <a:path extrusionOk="0" h="2174" w="2847">
                  <a:moveTo>
                    <a:pt x="1730" y="0"/>
                  </a:moveTo>
                  <a:cubicBezTo>
                    <a:pt x="1668" y="0"/>
                    <a:pt x="1610" y="44"/>
                    <a:pt x="1584" y="114"/>
                  </a:cubicBezTo>
                  <a:cubicBezTo>
                    <a:pt x="1537" y="197"/>
                    <a:pt x="1584" y="293"/>
                    <a:pt x="1668" y="328"/>
                  </a:cubicBezTo>
                  <a:cubicBezTo>
                    <a:pt x="2179" y="554"/>
                    <a:pt x="2299" y="1221"/>
                    <a:pt x="1906" y="1614"/>
                  </a:cubicBezTo>
                  <a:cubicBezTo>
                    <a:pt x="1751" y="1769"/>
                    <a:pt x="1551" y="1846"/>
                    <a:pt x="1350" y="1846"/>
                  </a:cubicBezTo>
                  <a:cubicBezTo>
                    <a:pt x="1150" y="1846"/>
                    <a:pt x="947" y="1769"/>
                    <a:pt x="786" y="1614"/>
                  </a:cubicBezTo>
                  <a:cubicBezTo>
                    <a:pt x="405" y="1221"/>
                    <a:pt x="525" y="566"/>
                    <a:pt x="1025" y="328"/>
                  </a:cubicBezTo>
                  <a:cubicBezTo>
                    <a:pt x="1120" y="293"/>
                    <a:pt x="1144" y="197"/>
                    <a:pt x="1120" y="114"/>
                  </a:cubicBezTo>
                  <a:cubicBezTo>
                    <a:pt x="1083" y="41"/>
                    <a:pt x="1019" y="10"/>
                    <a:pt x="954" y="10"/>
                  </a:cubicBezTo>
                  <a:cubicBezTo>
                    <a:pt x="934" y="10"/>
                    <a:pt x="913" y="13"/>
                    <a:pt x="894" y="19"/>
                  </a:cubicBezTo>
                  <a:cubicBezTo>
                    <a:pt x="179" y="352"/>
                    <a:pt x="1" y="1281"/>
                    <a:pt x="572" y="1852"/>
                  </a:cubicBezTo>
                  <a:cubicBezTo>
                    <a:pt x="786" y="2078"/>
                    <a:pt x="1072" y="2174"/>
                    <a:pt x="1370" y="2174"/>
                  </a:cubicBezTo>
                  <a:cubicBezTo>
                    <a:pt x="2334" y="2162"/>
                    <a:pt x="2846" y="947"/>
                    <a:pt x="2132" y="245"/>
                  </a:cubicBezTo>
                  <a:cubicBezTo>
                    <a:pt x="2037" y="150"/>
                    <a:pt x="1918" y="66"/>
                    <a:pt x="1798" y="19"/>
                  </a:cubicBezTo>
                  <a:cubicBezTo>
                    <a:pt x="1776" y="6"/>
                    <a:pt x="1753" y="0"/>
                    <a:pt x="1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5" name="Google Shape;365;p39"/>
          <p:cNvGrpSpPr/>
          <p:nvPr/>
        </p:nvGrpSpPr>
        <p:grpSpPr>
          <a:xfrm>
            <a:off x="4343391" y="2004652"/>
            <a:ext cx="457212" cy="415642"/>
            <a:chOff x="5765817" y="3227724"/>
            <a:chExt cx="364865" cy="324822"/>
          </a:xfrm>
        </p:grpSpPr>
        <p:sp>
          <p:nvSpPr>
            <p:cNvPr id="366" name="Google Shape;366;p39"/>
            <p:cNvSpPr/>
            <p:nvPr/>
          </p:nvSpPr>
          <p:spPr>
            <a:xfrm>
              <a:off x="5765817" y="3227724"/>
              <a:ext cx="364865" cy="324822"/>
            </a:xfrm>
            <a:custGeom>
              <a:rect b="b" l="l" r="r" t="t"/>
              <a:pathLst>
                <a:path extrusionOk="0" h="10229" w="11490">
                  <a:moveTo>
                    <a:pt x="8287" y="370"/>
                  </a:moveTo>
                  <a:cubicBezTo>
                    <a:pt x="9871" y="370"/>
                    <a:pt x="11157" y="1656"/>
                    <a:pt x="11157" y="3251"/>
                  </a:cubicBezTo>
                  <a:cubicBezTo>
                    <a:pt x="11133" y="4037"/>
                    <a:pt x="10847" y="4870"/>
                    <a:pt x="10299" y="5751"/>
                  </a:cubicBezTo>
                  <a:cubicBezTo>
                    <a:pt x="9847" y="6442"/>
                    <a:pt x="9216" y="7156"/>
                    <a:pt x="8418" y="7871"/>
                  </a:cubicBezTo>
                  <a:cubicBezTo>
                    <a:pt x="7263" y="8918"/>
                    <a:pt x="6084" y="9645"/>
                    <a:pt x="5763" y="9835"/>
                  </a:cubicBezTo>
                  <a:cubicBezTo>
                    <a:pt x="5430" y="9645"/>
                    <a:pt x="4251" y="8930"/>
                    <a:pt x="3096" y="7895"/>
                  </a:cubicBezTo>
                  <a:cubicBezTo>
                    <a:pt x="2310" y="7180"/>
                    <a:pt x="1667" y="6466"/>
                    <a:pt x="1215" y="5763"/>
                  </a:cubicBezTo>
                  <a:cubicBezTo>
                    <a:pt x="667" y="4894"/>
                    <a:pt x="381" y="4049"/>
                    <a:pt x="381" y="3251"/>
                  </a:cubicBezTo>
                  <a:cubicBezTo>
                    <a:pt x="381" y="1668"/>
                    <a:pt x="1667" y="370"/>
                    <a:pt x="3263" y="370"/>
                  </a:cubicBezTo>
                  <a:cubicBezTo>
                    <a:pt x="4191" y="370"/>
                    <a:pt x="5084" y="834"/>
                    <a:pt x="5620" y="1608"/>
                  </a:cubicBezTo>
                  <a:cubicBezTo>
                    <a:pt x="5656" y="1656"/>
                    <a:pt x="5715" y="1679"/>
                    <a:pt x="5775" y="1679"/>
                  </a:cubicBezTo>
                  <a:cubicBezTo>
                    <a:pt x="5834" y="1679"/>
                    <a:pt x="5894" y="1656"/>
                    <a:pt x="5918" y="1608"/>
                  </a:cubicBezTo>
                  <a:cubicBezTo>
                    <a:pt x="6454" y="834"/>
                    <a:pt x="7335" y="370"/>
                    <a:pt x="8287" y="370"/>
                  </a:cubicBezTo>
                  <a:close/>
                  <a:moveTo>
                    <a:pt x="3227" y="1"/>
                  </a:moveTo>
                  <a:cubicBezTo>
                    <a:pt x="1441" y="1"/>
                    <a:pt x="0" y="1441"/>
                    <a:pt x="0" y="3227"/>
                  </a:cubicBezTo>
                  <a:cubicBezTo>
                    <a:pt x="0" y="4108"/>
                    <a:pt x="298" y="5013"/>
                    <a:pt x="893" y="5942"/>
                  </a:cubicBezTo>
                  <a:cubicBezTo>
                    <a:pt x="1370" y="6668"/>
                    <a:pt x="2001" y="7418"/>
                    <a:pt x="2822" y="8145"/>
                  </a:cubicBezTo>
                  <a:cubicBezTo>
                    <a:pt x="4203" y="9383"/>
                    <a:pt x="5620" y="10181"/>
                    <a:pt x="5632" y="10192"/>
                  </a:cubicBezTo>
                  <a:cubicBezTo>
                    <a:pt x="5668" y="10216"/>
                    <a:pt x="5692" y="10228"/>
                    <a:pt x="5727" y="10228"/>
                  </a:cubicBezTo>
                  <a:cubicBezTo>
                    <a:pt x="5751" y="10228"/>
                    <a:pt x="5787" y="10216"/>
                    <a:pt x="5811" y="10192"/>
                  </a:cubicBezTo>
                  <a:cubicBezTo>
                    <a:pt x="5834" y="10181"/>
                    <a:pt x="7239" y="9395"/>
                    <a:pt x="8632" y="8145"/>
                  </a:cubicBezTo>
                  <a:cubicBezTo>
                    <a:pt x="9442" y="7418"/>
                    <a:pt x="10097" y="6668"/>
                    <a:pt x="10561" y="5942"/>
                  </a:cubicBezTo>
                  <a:cubicBezTo>
                    <a:pt x="11157" y="5013"/>
                    <a:pt x="11454" y="4108"/>
                    <a:pt x="11454" y="3227"/>
                  </a:cubicBezTo>
                  <a:cubicBezTo>
                    <a:pt x="11490" y="1441"/>
                    <a:pt x="10049" y="1"/>
                    <a:pt x="8263" y="1"/>
                  </a:cubicBezTo>
                  <a:cubicBezTo>
                    <a:pt x="7275" y="1"/>
                    <a:pt x="6358" y="453"/>
                    <a:pt x="5739" y="1203"/>
                  </a:cubicBezTo>
                  <a:cubicBezTo>
                    <a:pt x="5132" y="453"/>
                    <a:pt x="4203" y="1"/>
                    <a:pt x="32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9"/>
            <p:cNvSpPr/>
            <p:nvPr/>
          </p:nvSpPr>
          <p:spPr>
            <a:xfrm>
              <a:off x="6022144" y="3250429"/>
              <a:ext cx="85484" cy="84341"/>
            </a:xfrm>
            <a:custGeom>
              <a:rect b="b" l="l" r="r" t="t"/>
              <a:pathLst>
                <a:path extrusionOk="0" h="2656" w="2692">
                  <a:moveTo>
                    <a:pt x="191" y="0"/>
                  </a:moveTo>
                  <a:cubicBezTo>
                    <a:pt x="84" y="0"/>
                    <a:pt x="1" y="72"/>
                    <a:pt x="1" y="179"/>
                  </a:cubicBezTo>
                  <a:cubicBezTo>
                    <a:pt x="1" y="286"/>
                    <a:pt x="84" y="357"/>
                    <a:pt x="191" y="357"/>
                  </a:cubicBezTo>
                  <a:cubicBezTo>
                    <a:pt x="1346" y="357"/>
                    <a:pt x="2311" y="1310"/>
                    <a:pt x="2334" y="2477"/>
                  </a:cubicBezTo>
                  <a:cubicBezTo>
                    <a:pt x="2334" y="2572"/>
                    <a:pt x="2406" y="2655"/>
                    <a:pt x="2513" y="2655"/>
                  </a:cubicBezTo>
                  <a:cubicBezTo>
                    <a:pt x="2608" y="2655"/>
                    <a:pt x="2692" y="2560"/>
                    <a:pt x="2692" y="2477"/>
                  </a:cubicBezTo>
                  <a:cubicBezTo>
                    <a:pt x="2668" y="1107"/>
                    <a:pt x="1561" y="0"/>
                    <a:pt x="1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9"/>
            <p:cNvSpPr/>
            <p:nvPr/>
          </p:nvSpPr>
          <p:spPr>
            <a:xfrm>
              <a:off x="5862987" y="3250429"/>
              <a:ext cx="73386" cy="43504"/>
            </a:xfrm>
            <a:custGeom>
              <a:rect b="b" l="l" r="r" t="t"/>
              <a:pathLst>
                <a:path extrusionOk="0" h="1370" w="2311">
                  <a:moveTo>
                    <a:pt x="179" y="0"/>
                  </a:moveTo>
                  <a:cubicBezTo>
                    <a:pt x="72" y="0"/>
                    <a:pt x="0" y="72"/>
                    <a:pt x="0" y="179"/>
                  </a:cubicBezTo>
                  <a:cubicBezTo>
                    <a:pt x="0" y="286"/>
                    <a:pt x="72" y="357"/>
                    <a:pt x="179" y="357"/>
                  </a:cubicBezTo>
                  <a:cubicBezTo>
                    <a:pt x="881" y="357"/>
                    <a:pt x="1548" y="703"/>
                    <a:pt x="1953" y="1298"/>
                  </a:cubicBezTo>
                  <a:cubicBezTo>
                    <a:pt x="1989" y="1334"/>
                    <a:pt x="2036" y="1369"/>
                    <a:pt x="2108" y="1369"/>
                  </a:cubicBezTo>
                  <a:cubicBezTo>
                    <a:pt x="2131" y="1369"/>
                    <a:pt x="2179" y="1357"/>
                    <a:pt x="2203" y="1334"/>
                  </a:cubicBezTo>
                  <a:cubicBezTo>
                    <a:pt x="2286" y="1286"/>
                    <a:pt x="2310" y="1179"/>
                    <a:pt x="2251" y="1084"/>
                  </a:cubicBezTo>
                  <a:cubicBezTo>
                    <a:pt x="1786" y="405"/>
                    <a:pt x="1012" y="0"/>
                    <a:pt x="1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DER LEBENSLAUF</a:t>
            </a:r>
            <a:endParaRPr/>
          </a:p>
        </p:txBody>
      </p:sp>
      <p:grpSp>
        <p:nvGrpSpPr>
          <p:cNvPr id="374" name="Google Shape;374;p40"/>
          <p:cNvGrpSpPr/>
          <p:nvPr/>
        </p:nvGrpSpPr>
        <p:grpSpPr>
          <a:xfrm rot="-5400000">
            <a:off x="7347623" y="3267950"/>
            <a:ext cx="839636" cy="839636"/>
            <a:chOff x="4045063" y="635665"/>
            <a:chExt cx="868200" cy="868200"/>
          </a:xfrm>
        </p:grpSpPr>
        <p:sp>
          <p:nvSpPr>
            <p:cNvPr id="375" name="Google Shape;375;p40"/>
            <p:cNvSpPr/>
            <p:nvPr/>
          </p:nvSpPr>
          <p:spPr>
            <a:xfrm>
              <a:off x="4049799" y="640401"/>
              <a:ext cx="858900" cy="858900"/>
            </a:xfrm>
            <a:prstGeom prst="donut">
              <a:avLst>
                <a:gd fmla="val 1193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76" name="Google Shape;376;p40"/>
            <p:cNvSpPr/>
            <p:nvPr/>
          </p:nvSpPr>
          <p:spPr>
            <a:xfrm>
              <a:off x="4045063" y="635665"/>
              <a:ext cx="868200" cy="868200"/>
            </a:xfrm>
            <a:prstGeom prst="blockArc">
              <a:avLst>
                <a:gd fmla="val 26082" name="adj1"/>
                <a:gd fmla="val 16256715" name="adj2"/>
                <a:gd fmla="val 12710" name="adj3"/>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grpSp>
      <p:sp>
        <p:nvSpPr>
          <p:cNvPr id="377" name="Google Shape;377;p40"/>
          <p:cNvSpPr txBox="1"/>
          <p:nvPr/>
        </p:nvSpPr>
        <p:spPr>
          <a:xfrm>
            <a:off x="7437509" y="3529267"/>
            <a:ext cx="660900" cy="31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Urbanist"/>
                <a:ea typeface="Urbanist"/>
                <a:cs typeface="Urbanist"/>
                <a:sym typeface="Urbanist"/>
              </a:rPr>
              <a:t>75%</a:t>
            </a:r>
            <a:endParaRPr>
              <a:solidFill>
                <a:schemeClr val="dk1"/>
              </a:solidFill>
              <a:latin typeface="Urbanist"/>
              <a:ea typeface="Urbanist"/>
              <a:cs typeface="Urbanist"/>
              <a:sym typeface="Urbanist"/>
            </a:endParaRPr>
          </a:p>
        </p:txBody>
      </p:sp>
      <p:grpSp>
        <p:nvGrpSpPr>
          <p:cNvPr id="378" name="Google Shape;378;p40"/>
          <p:cNvGrpSpPr/>
          <p:nvPr/>
        </p:nvGrpSpPr>
        <p:grpSpPr>
          <a:xfrm rot="10800000">
            <a:off x="6204623" y="3267680"/>
            <a:ext cx="839636" cy="839636"/>
            <a:chOff x="4045063" y="635665"/>
            <a:chExt cx="868200" cy="868200"/>
          </a:xfrm>
        </p:grpSpPr>
        <p:sp>
          <p:nvSpPr>
            <p:cNvPr id="379" name="Google Shape;379;p40"/>
            <p:cNvSpPr/>
            <p:nvPr/>
          </p:nvSpPr>
          <p:spPr>
            <a:xfrm>
              <a:off x="4049799" y="640401"/>
              <a:ext cx="858900" cy="858900"/>
            </a:xfrm>
            <a:prstGeom prst="donut">
              <a:avLst>
                <a:gd fmla="val 1193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80" name="Google Shape;380;p40"/>
            <p:cNvSpPr/>
            <p:nvPr/>
          </p:nvSpPr>
          <p:spPr>
            <a:xfrm>
              <a:off x="4045063" y="635665"/>
              <a:ext cx="868200" cy="868200"/>
            </a:xfrm>
            <a:prstGeom prst="blockArc">
              <a:avLst>
                <a:gd fmla="val 5400645" name="adj1"/>
                <a:gd fmla="val 16256715" name="adj2"/>
                <a:gd fmla="val 12710" name="adj3"/>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grpSp>
      <p:sp>
        <p:nvSpPr>
          <p:cNvPr id="381" name="Google Shape;381;p40"/>
          <p:cNvSpPr txBox="1"/>
          <p:nvPr/>
        </p:nvSpPr>
        <p:spPr>
          <a:xfrm>
            <a:off x="6294326" y="3529112"/>
            <a:ext cx="660900" cy="31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Urbanist"/>
                <a:ea typeface="Urbanist"/>
                <a:cs typeface="Urbanist"/>
                <a:sym typeface="Urbanist"/>
              </a:rPr>
              <a:t>50%</a:t>
            </a:r>
            <a:endParaRPr>
              <a:solidFill>
                <a:schemeClr val="dk1"/>
              </a:solidFill>
              <a:latin typeface="Urbanist"/>
              <a:ea typeface="Urbanist"/>
              <a:cs typeface="Urbanist"/>
              <a:sym typeface="Urbanist"/>
            </a:endParaRPr>
          </a:p>
        </p:txBody>
      </p:sp>
      <p:grpSp>
        <p:nvGrpSpPr>
          <p:cNvPr id="382" name="Google Shape;382;p40"/>
          <p:cNvGrpSpPr/>
          <p:nvPr/>
        </p:nvGrpSpPr>
        <p:grpSpPr>
          <a:xfrm rot="5400000">
            <a:off x="5052479" y="3267337"/>
            <a:ext cx="839636" cy="839636"/>
            <a:chOff x="4045063" y="635665"/>
            <a:chExt cx="868200" cy="868200"/>
          </a:xfrm>
        </p:grpSpPr>
        <p:sp>
          <p:nvSpPr>
            <p:cNvPr id="383" name="Google Shape;383;p40"/>
            <p:cNvSpPr/>
            <p:nvPr/>
          </p:nvSpPr>
          <p:spPr>
            <a:xfrm>
              <a:off x="4049799" y="640401"/>
              <a:ext cx="858900" cy="858900"/>
            </a:xfrm>
            <a:prstGeom prst="donut">
              <a:avLst>
                <a:gd fmla="val 1193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84" name="Google Shape;384;p40"/>
            <p:cNvSpPr/>
            <p:nvPr/>
          </p:nvSpPr>
          <p:spPr>
            <a:xfrm>
              <a:off x="4045063" y="635665"/>
              <a:ext cx="868200" cy="868200"/>
            </a:xfrm>
            <a:prstGeom prst="blockArc">
              <a:avLst>
                <a:gd fmla="val 10798115" name="adj1"/>
                <a:gd fmla="val 16256715" name="adj2"/>
                <a:gd fmla="val 12710" name="adj3"/>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grpSp>
      <p:sp>
        <p:nvSpPr>
          <p:cNvPr id="385" name="Google Shape;385;p40"/>
          <p:cNvSpPr txBox="1"/>
          <p:nvPr/>
        </p:nvSpPr>
        <p:spPr>
          <a:xfrm>
            <a:off x="5142295" y="3528957"/>
            <a:ext cx="660900" cy="31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Urbanist"/>
                <a:ea typeface="Urbanist"/>
                <a:cs typeface="Urbanist"/>
                <a:sym typeface="Urbanist"/>
              </a:rPr>
              <a:t>25%</a:t>
            </a:r>
            <a:endParaRPr>
              <a:solidFill>
                <a:schemeClr val="dk1"/>
              </a:solidFill>
              <a:latin typeface="Urbanist"/>
              <a:ea typeface="Urbanist"/>
              <a:cs typeface="Urbanist"/>
              <a:sym typeface="Urbanist"/>
            </a:endParaRPr>
          </a:p>
        </p:txBody>
      </p:sp>
      <p:sp>
        <p:nvSpPr>
          <p:cNvPr id="386" name="Google Shape;386;p40"/>
          <p:cNvSpPr txBox="1"/>
          <p:nvPr/>
        </p:nvSpPr>
        <p:spPr>
          <a:xfrm>
            <a:off x="5132546" y="1737838"/>
            <a:ext cx="10101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Urbanist"/>
                <a:ea typeface="Urbanist"/>
                <a:cs typeface="Urbanist"/>
                <a:sym typeface="Urbanist"/>
              </a:rPr>
              <a:t>VENUS</a:t>
            </a:r>
            <a:endParaRPr sz="1600">
              <a:solidFill>
                <a:schemeClr val="dk1"/>
              </a:solidFill>
              <a:latin typeface="Urbanist"/>
              <a:ea typeface="Urbanist"/>
              <a:cs typeface="Urbanist"/>
              <a:sym typeface="Urbanist"/>
            </a:endParaRPr>
          </a:p>
        </p:txBody>
      </p:sp>
      <p:sp>
        <p:nvSpPr>
          <p:cNvPr id="387" name="Google Shape;387;p40"/>
          <p:cNvSpPr txBox="1"/>
          <p:nvPr/>
        </p:nvSpPr>
        <p:spPr>
          <a:xfrm>
            <a:off x="4809756" y="1293700"/>
            <a:ext cx="36210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Urbanist"/>
                <a:ea typeface="Urbanist"/>
                <a:cs typeface="Urbanist"/>
                <a:sym typeface="Urbanist"/>
              </a:rPr>
              <a:t>MERKMALE</a:t>
            </a:r>
            <a:endParaRPr sz="2400">
              <a:solidFill>
                <a:schemeClr val="dk1"/>
              </a:solidFill>
              <a:latin typeface="Urbanist"/>
              <a:ea typeface="Urbanist"/>
              <a:cs typeface="Urbanist"/>
              <a:sym typeface="Urbanist"/>
            </a:endParaRPr>
          </a:p>
        </p:txBody>
      </p:sp>
      <p:sp>
        <p:nvSpPr>
          <p:cNvPr id="388" name="Google Shape;388;p40"/>
          <p:cNvSpPr txBox="1"/>
          <p:nvPr/>
        </p:nvSpPr>
        <p:spPr>
          <a:xfrm flipH="1">
            <a:off x="794844" y="2972912"/>
            <a:ext cx="7143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Urbanist"/>
                <a:ea typeface="Urbanist"/>
                <a:cs typeface="Urbanist"/>
                <a:sym typeface="Urbanist"/>
              </a:rPr>
              <a:t>2XXX</a:t>
            </a:r>
            <a:endParaRPr sz="1600">
              <a:solidFill>
                <a:schemeClr val="dk1"/>
              </a:solidFill>
              <a:latin typeface="Urbanist"/>
              <a:ea typeface="Urbanist"/>
              <a:cs typeface="Urbanist"/>
              <a:sym typeface="Urbanist"/>
            </a:endParaRPr>
          </a:p>
        </p:txBody>
      </p:sp>
      <p:sp>
        <p:nvSpPr>
          <p:cNvPr id="389" name="Google Shape;389;p40"/>
          <p:cNvSpPr txBox="1"/>
          <p:nvPr/>
        </p:nvSpPr>
        <p:spPr>
          <a:xfrm flipH="1">
            <a:off x="794844" y="2447158"/>
            <a:ext cx="7143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Urbanist"/>
                <a:ea typeface="Urbanist"/>
                <a:cs typeface="Urbanist"/>
                <a:sym typeface="Urbanist"/>
              </a:rPr>
              <a:t>2XXX</a:t>
            </a:r>
            <a:endParaRPr sz="1600">
              <a:solidFill>
                <a:schemeClr val="dk1"/>
              </a:solidFill>
              <a:latin typeface="Urbanist"/>
              <a:ea typeface="Urbanist"/>
              <a:cs typeface="Urbanist"/>
              <a:sym typeface="Urbanist"/>
            </a:endParaRPr>
          </a:p>
        </p:txBody>
      </p:sp>
      <p:sp>
        <p:nvSpPr>
          <p:cNvPr id="390" name="Google Shape;390;p40"/>
          <p:cNvSpPr txBox="1"/>
          <p:nvPr/>
        </p:nvSpPr>
        <p:spPr>
          <a:xfrm flipH="1">
            <a:off x="794844" y="3498666"/>
            <a:ext cx="7143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Urbanist"/>
                <a:ea typeface="Urbanist"/>
                <a:cs typeface="Urbanist"/>
                <a:sym typeface="Urbanist"/>
              </a:rPr>
              <a:t>2XXX</a:t>
            </a:r>
            <a:endParaRPr sz="1600">
              <a:solidFill>
                <a:schemeClr val="dk1"/>
              </a:solidFill>
              <a:latin typeface="Urbanist"/>
              <a:ea typeface="Urbanist"/>
              <a:cs typeface="Urbanist"/>
              <a:sym typeface="Urbanist"/>
            </a:endParaRPr>
          </a:p>
        </p:txBody>
      </p:sp>
      <p:sp>
        <p:nvSpPr>
          <p:cNvPr id="391" name="Google Shape;391;p40"/>
          <p:cNvSpPr txBox="1"/>
          <p:nvPr/>
        </p:nvSpPr>
        <p:spPr>
          <a:xfrm flipH="1">
            <a:off x="794844" y="4024419"/>
            <a:ext cx="7143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Urbanist"/>
                <a:ea typeface="Urbanist"/>
                <a:cs typeface="Urbanist"/>
                <a:sym typeface="Urbanist"/>
              </a:rPr>
              <a:t>2XXX</a:t>
            </a:r>
            <a:endParaRPr sz="1600">
              <a:solidFill>
                <a:schemeClr val="dk1"/>
              </a:solidFill>
              <a:latin typeface="Urbanist"/>
              <a:ea typeface="Urbanist"/>
              <a:cs typeface="Urbanist"/>
              <a:sym typeface="Urbanist"/>
            </a:endParaRPr>
          </a:p>
        </p:txBody>
      </p:sp>
      <p:sp>
        <p:nvSpPr>
          <p:cNvPr id="392" name="Google Shape;392;p40"/>
          <p:cNvSpPr txBox="1"/>
          <p:nvPr/>
        </p:nvSpPr>
        <p:spPr>
          <a:xfrm>
            <a:off x="1913544" y="2972900"/>
            <a:ext cx="2339100" cy="34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Plus Jakarta Sans"/>
                <a:ea typeface="Plus Jakarta Sans"/>
                <a:cs typeface="Plus Jakarta Sans"/>
                <a:sym typeface="Plus Jakarta Sans"/>
              </a:rPr>
              <a:t>Saturn hat mehrere Ringe</a:t>
            </a:r>
            <a:endParaRPr>
              <a:solidFill>
                <a:schemeClr val="dk1"/>
              </a:solidFill>
              <a:latin typeface="Plus Jakarta Sans"/>
              <a:ea typeface="Plus Jakarta Sans"/>
              <a:cs typeface="Plus Jakarta Sans"/>
              <a:sym typeface="Plus Jakarta Sans"/>
            </a:endParaRPr>
          </a:p>
        </p:txBody>
      </p:sp>
      <p:sp>
        <p:nvSpPr>
          <p:cNvPr id="393" name="Google Shape;393;p40"/>
          <p:cNvSpPr txBox="1"/>
          <p:nvPr/>
        </p:nvSpPr>
        <p:spPr>
          <a:xfrm>
            <a:off x="1913544" y="2447150"/>
            <a:ext cx="2339100" cy="34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Plus Jakarta Sans"/>
                <a:ea typeface="Plus Jakarta Sans"/>
                <a:cs typeface="Plus Jakarta Sans"/>
                <a:sym typeface="Plus Jakarta Sans"/>
              </a:rPr>
              <a:t>Merkur ist sehr klein</a:t>
            </a:r>
            <a:endParaRPr>
              <a:solidFill>
                <a:schemeClr val="dk1"/>
              </a:solidFill>
              <a:latin typeface="Plus Jakarta Sans"/>
              <a:ea typeface="Plus Jakarta Sans"/>
              <a:cs typeface="Plus Jakarta Sans"/>
              <a:sym typeface="Plus Jakarta Sans"/>
            </a:endParaRPr>
          </a:p>
        </p:txBody>
      </p:sp>
      <p:sp>
        <p:nvSpPr>
          <p:cNvPr id="394" name="Google Shape;394;p40"/>
          <p:cNvSpPr txBox="1"/>
          <p:nvPr/>
        </p:nvSpPr>
        <p:spPr>
          <a:xfrm>
            <a:off x="1913544" y="3498650"/>
            <a:ext cx="2339100" cy="34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Plus Jakarta Sans"/>
                <a:ea typeface="Plus Jakarta Sans"/>
                <a:cs typeface="Plus Jakarta Sans"/>
                <a:sym typeface="Plus Jakarta Sans"/>
              </a:rPr>
              <a:t>Venus ist ein heißer Planet</a:t>
            </a:r>
            <a:endParaRPr>
              <a:solidFill>
                <a:schemeClr val="dk1"/>
              </a:solidFill>
              <a:latin typeface="Plus Jakarta Sans"/>
              <a:ea typeface="Plus Jakarta Sans"/>
              <a:cs typeface="Plus Jakarta Sans"/>
              <a:sym typeface="Plus Jakarta Sans"/>
            </a:endParaRPr>
          </a:p>
        </p:txBody>
      </p:sp>
      <p:sp>
        <p:nvSpPr>
          <p:cNvPr id="395" name="Google Shape;395;p40"/>
          <p:cNvSpPr txBox="1"/>
          <p:nvPr/>
        </p:nvSpPr>
        <p:spPr>
          <a:xfrm>
            <a:off x="1913544" y="4024400"/>
            <a:ext cx="2339100" cy="34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Plus Jakarta Sans"/>
                <a:ea typeface="Plus Jakarta Sans"/>
                <a:cs typeface="Plus Jakarta Sans"/>
                <a:sym typeface="Plus Jakarta Sans"/>
              </a:rPr>
              <a:t>Neptun ist ein Eisriese</a:t>
            </a:r>
            <a:endParaRPr>
              <a:solidFill>
                <a:schemeClr val="dk1"/>
              </a:solidFill>
              <a:latin typeface="Plus Jakarta Sans"/>
              <a:ea typeface="Plus Jakarta Sans"/>
              <a:cs typeface="Plus Jakarta Sans"/>
              <a:sym typeface="Plus Jakarta Sans"/>
            </a:endParaRPr>
          </a:p>
        </p:txBody>
      </p:sp>
      <p:sp>
        <p:nvSpPr>
          <p:cNvPr id="396" name="Google Shape;396;p40"/>
          <p:cNvSpPr txBox="1"/>
          <p:nvPr/>
        </p:nvSpPr>
        <p:spPr>
          <a:xfrm>
            <a:off x="716150" y="1293675"/>
            <a:ext cx="36210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400">
                <a:solidFill>
                  <a:schemeClr val="dk1"/>
                </a:solidFill>
                <a:latin typeface="Urbanist"/>
                <a:ea typeface="Urbanist"/>
                <a:cs typeface="Urbanist"/>
                <a:sym typeface="Urbanist"/>
              </a:rPr>
              <a:t>EINFÜHRUNG</a:t>
            </a:r>
            <a:endParaRPr sz="2400">
              <a:solidFill>
                <a:schemeClr val="dk1"/>
              </a:solidFill>
              <a:latin typeface="Urbanist"/>
              <a:ea typeface="Urbanist"/>
              <a:cs typeface="Urbanist"/>
              <a:sym typeface="Urbanist"/>
            </a:endParaRPr>
          </a:p>
        </p:txBody>
      </p:sp>
      <p:sp>
        <p:nvSpPr>
          <p:cNvPr id="397" name="Google Shape;397;p40"/>
          <p:cNvSpPr txBox="1"/>
          <p:nvPr/>
        </p:nvSpPr>
        <p:spPr>
          <a:xfrm>
            <a:off x="716150" y="1743725"/>
            <a:ext cx="36192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latin typeface="Plus Jakarta Sans"/>
                <a:ea typeface="Plus Jakarta Sans"/>
                <a:cs typeface="Plus Jakarta Sans"/>
                <a:sym typeface="Plus Jakarta Sans"/>
              </a:rPr>
              <a:t>Die Venus hat einen schönen Namen und ist der ist der drittkleinste Planet</a:t>
            </a:r>
            <a:endParaRPr>
              <a:solidFill>
                <a:schemeClr val="dk1"/>
              </a:solidFill>
              <a:latin typeface="Plus Jakarta Sans"/>
              <a:ea typeface="Plus Jakarta Sans"/>
              <a:cs typeface="Plus Jakarta Sans"/>
              <a:sym typeface="Plus Jakarta Sans"/>
            </a:endParaRPr>
          </a:p>
        </p:txBody>
      </p:sp>
      <p:sp>
        <p:nvSpPr>
          <p:cNvPr id="398" name="Google Shape;398;p40"/>
          <p:cNvSpPr txBox="1"/>
          <p:nvPr/>
        </p:nvSpPr>
        <p:spPr>
          <a:xfrm>
            <a:off x="5132546" y="2200131"/>
            <a:ext cx="10101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Urbanist"/>
                <a:ea typeface="Urbanist"/>
                <a:cs typeface="Urbanist"/>
                <a:sym typeface="Urbanist"/>
              </a:rPr>
              <a:t>MERKUR</a:t>
            </a:r>
            <a:endParaRPr sz="1600">
              <a:solidFill>
                <a:schemeClr val="dk1"/>
              </a:solidFill>
              <a:latin typeface="Urbanist"/>
              <a:ea typeface="Urbanist"/>
              <a:cs typeface="Urbanist"/>
              <a:sym typeface="Urbanist"/>
            </a:endParaRPr>
          </a:p>
        </p:txBody>
      </p:sp>
      <p:sp>
        <p:nvSpPr>
          <p:cNvPr id="399" name="Google Shape;399;p40"/>
          <p:cNvSpPr txBox="1"/>
          <p:nvPr/>
        </p:nvSpPr>
        <p:spPr>
          <a:xfrm>
            <a:off x="7498066" y="1790500"/>
            <a:ext cx="609900" cy="24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1200"/>
              </a:spcAft>
              <a:buNone/>
            </a:pPr>
            <a:r>
              <a:rPr lang="en">
                <a:solidFill>
                  <a:schemeClr val="dk1"/>
                </a:solidFill>
                <a:latin typeface="Urbanist"/>
                <a:ea typeface="Urbanist"/>
                <a:cs typeface="Urbanist"/>
                <a:sym typeface="Urbanist"/>
              </a:rPr>
              <a:t>60%</a:t>
            </a:r>
            <a:endParaRPr>
              <a:solidFill>
                <a:schemeClr val="dk1"/>
              </a:solidFill>
              <a:latin typeface="Urbanist"/>
              <a:ea typeface="Urbanist"/>
              <a:cs typeface="Urbanist"/>
              <a:sym typeface="Urbanist"/>
            </a:endParaRPr>
          </a:p>
        </p:txBody>
      </p:sp>
      <p:sp>
        <p:nvSpPr>
          <p:cNvPr id="400" name="Google Shape;400;p40"/>
          <p:cNvSpPr txBox="1"/>
          <p:nvPr/>
        </p:nvSpPr>
        <p:spPr>
          <a:xfrm>
            <a:off x="7498066" y="2252775"/>
            <a:ext cx="609900" cy="24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1200"/>
              </a:spcAft>
              <a:buNone/>
            </a:pPr>
            <a:r>
              <a:rPr lang="en">
                <a:solidFill>
                  <a:schemeClr val="dk1"/>
                </a:solidFill>
                <a:latin typeface="Urbanist"/>
                <a:ea typeface="Urbanist"/>
                <a:cs typeface="Urbanist"/>
                <a:sym typeface="Urbanist"/>
              </a:rPr>
              <a:t>80%</a:t>
            </a:r>
            <a:endParaRPr>
              <a:solidFill>
                <a:schemeClr val="dk1"/>
              </a:solidFill>
              <a:latin typeface="Urbanist"/>
              <a:ea typeface="Urbanist"/>
              <a:cs typeface="Urbanist"/>
              <a:sym typeface="Urbanist"/>
            </a:endParaRPr>
          </a:p>
        </p:txBody>
      </p:sp>
      <p:sp>
        <p:nvSpPr>
          <p:cNvPr id="401" name="Google Shape;401;p40"/>
          <p:cNvSpPr txBox="1"/>
          <p:nvPr/>
        </p:nvSpPr>
        <p:spPr>
          <a:xfrm>
            <a:off x="4809756" y="2725588"/>
            <a:ext cx="36210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Urbanist"/>
                <a:ea typeface="Urbanist"/>
                <a:cs typeface="Urbanist"/>
                <a:sym typeface="Urbanist"/>
              </a:rPr>
              <a:t>VORTEILE</a:t>
            </a:r>
            <a:endParaRPr sz="2400">
              <a:solidFill>
                <a:schemeClr val="dk1"/>
              </a:solidFill>
              <a:latin typeface="Urbanist"/>
              <a:ea typeface="Urbanist"/>
              <a:cs typeface="Urbanist"/>
              <a:sym typeface="Urbanist"/>
            </a:endParaRPr>
          </a:p>
        </p:txBody>
      </p:sp>
      <p:sp>
        <p:nvSpPr>
          <p:cNvPr id="402" name="Google Shape;402;p40"/>
          <p:cNvSpPr txBox="1"/>
          <p:nvPr/>
        </p:nvSpPr>
        <p:spPr>
          <a:xfrm>
            <a:off x="4964819" y="4197975"/>
            <a:ext cx="10101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Urbanist"/>
                <a:ea typeface="Urbanist"/>
                <a:cs typeface="Urbanist"/>
                <a:sym typeface="Urbanist"/>
              </a:rPr>
              <a:t>PLUTO</a:t>
            </a:r>
            <a:endParaRPr sz="1600">
              <a:solidFill>
                <a:schemeClr val="dk1"/>
              </a:solidFill>
              <a:latin typeface="Urbanist"/>
              <a:ea typeface="Urbanist"/>
              <a:cs typeface="Urbanist"/>
              <a:sym typeface="Urbanist"/>
            </a:endParaRPr>
          </a:p>
        </p:txBody>
      </p:sp>
      <p:sp>
        <p:nvSpPr>
          <p:cNvPr id="403" name="Google Shape;403;p40"/>
          <p:cNvSpPr txBox="1"/>
          <p:nvPr/>
        </p:nvSpPr>
        <p:spPr>
          <a:xfrm>
            <a:off x="6115206" y="4197975"/>
            <a:ext cx="10101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Urbanist"/>
                <a:ea typeface="Urbanist"/>
                <a:cs typeface="Urbanist"/>
                <a:sym typeface="Urbanist"/>
              </a:rPr>
              <a:t>CERES</a:t>
            </a:r>
            <a:endParaRPr sz="1600">
              <a:solidFill>
                <a:schemeClr val="dk1"/>
              </a:solidFill>
              <a:latin typeface="Urbanist"/>
              <a:ea typeface="Urbanist"/>
              <a:cs typeface="Urbanist"/>
              <a:sym typeface="Urbanist"/>
            </a:endParaRPr>
          </a:p>
        </p:txBody>
      </p:sp>
      <p:sp>
        <p:nvSpPr>
          <p:cNvPr id="404" name="Google Shape;404;p40"/>
          <p:cNvSpPr txBox="1"/>
          <p:nvPr/>
        </p:nvSpPr>
        <p:spPr>
          <a:xfrm>
            <a:off x="7265594" y="4197975"/>
            <a:ext cx="1010100" cy="34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Urbanist"/>
                <a:ea typeface="Urbanist"/>
                <a:cs typeface="Urbanist"/>
                <a:sym typeface="Urbanist"/>
              </a:rPr>
              <a:t>ERDE</a:t>
            </a:r>
            <a:endParaRPr sz="1600">
              <a:solidFill>
                <a:schemeClr val="dk1"/>
              </a:solidFill>
              <a:latin typeface="Urbanist"/>
              <a:ea typeface="Urbanist"/>
              <a:cs typeface="Urbanist"/>
              <a:sym typeface="Urbanist"/>
            </a:endParaRPr>
          </a:p>
        </p:txBody>
      </p:sp>
      <p:cxnSp>
        <p:nvCxnSpPr>
          <p:cNvPr id="405" name="Google Shape;405;p40"/>
          <p:cNvCxnSpPr>
            <a:stCxn id="389" idx="1"/>
            <a:endCxn id="393" idx="1"/>
          </p:cNvCxnSpPr>
          <p:nvPr/>
        </p:nvCxnSpPr>
        <p:spPr>
          <a:xfrm>
            <a:off x="1509144" y="2620708"/>
            <a:ext cx="404400" cy="0"/>
          </a:xfrm>
          <a:prstGeom prst="straightConnector1">
            <a:avLst/>
          </a:prstGeom>
          <a:noFill/>
          <a:ln cap="flat" cmpd="sng" w="9525">
            <a:solidFill>
              <a:schemeClr val="dk1"/>
            </a:solidFill>
            <a:prstDash val="solid"/>
            <a:round/>
            <a:headEnd len="med" w="med" type="none"/>
            <a:tailEnd len="med" w="med" type="none"/>
          </a:ln>
        </p:spPr>
      </p:cxnSp>
      <p:cxnSp>
        <p:nvCxnSpPr>
          <p:cNvPr id="406" name="Google Shape;406;p40"/>
          <p:cNvCxnSpPr>
            <a:stCxn id="388" idx="1"/>
            <a:endCxn id="392" idx="1"/>
          </p:cNvCxnSpPr>
          <p:nvPr/>
        </p:nvCxnSpPr>
        <p:spPr>
          <a:xfrm>
            <a:off x="1509144" y="3146462"/>
            <a:ext cx="404400" cy="0"/>
          </a:xfrm>
          <a:prstGeom prst="straightConnector1">
            <a:avLst/>
          </a:prstGeom>
          <a:noFill/>
          <a:ln cap="flat" cmpd="sng" w="9525">
            <a:solidFill>
              <a:schemeClr val="dk1"/>
            </a:solidFill>
            <a:prstDash val="solid"/>
            <a:round/>
            <a:headEnd len="med" w="med" type="none"/>
            <a:tailEnd len="med" w="med" type="none"/>
          </a:ln>
        </p:spPr>
      </p:cxnSp>
      <p:cxnSp>
        <p:nvCxnSpPr>
          <p:cNvPr id="407" name="Google Shape;407;p40"/>
          <p:cNvCxnSpPr>
            <a:stCxn id="390" idx="1"/>
            <a:endCxn id="394" idx="1"/>
          </p:cNvCxnSpPr>
          <p:nvPr/>
        </p:nvCxnSpPr>
        <p:spPr>
          <a:xfrm>
            <a:off x="1509144" y="3672216"/>
            <a:ext cx="404400" cy="0"/>
          </a:xfrm>
          <a:prstGeom prst="straightConnector1">
            <a:avLst/>
          </a:prstGeom>
          <a:noFill/>
          <a:ln cap="flat" cmpd="sng" w="9525">
            <a:solidFill>
              <a:schemeClr val="dk1"/>
            </a:solidFill>
            <a:prstDash val="solid"/>
            <a:round/>
            <a:headEnd len="med" w="med" type="none"/>
            <a:tailEnd len="med" w="med" type="none"/>
          </a:ln>
        </p:spPr>
      </p:cxnSp>
      <p:cxnSp>
        <p:nvCxnSpPr>
          <p:cNvPr id="408" name="Google Shape;408;p40"/>
          <p:cNvCxnSpPr>
            <a:stCxn id="391" idx="1"/>
            <a:endCxn id="395" idx="1"/>
          </p:cNvCxnSpPr>
          <p:nvPr/>
        </p:nvCxnSpPr>
        <p:spPr>
          <a:xfrm>
            <a:off x="1509144" y="4197969"/>
            <a:ext cx="404400" cy="0"/>
          </a:xfrm>
          <a:prstGeom prst="straightConnector1">
            <a:avLst/>
          </a:prstGeom>
          <a:noFill/>
          <a:ln cap="flat" cmpd="sng" w="9525">
            <a:solidFill>
              <a:schemeClr val="dk1"/>
            </a:solidFill>
            <a:prstDash val="solid"/>
            <a:round/>
            <a:headEnd len="med" w="med" type="none"/>
            <a:tailEnd len="med" w="med" type="none"/>
          </a:ln>
        </p:spPr>
      </p:cxnSp>
      <p:sp>
        <p:nvSpPr>
          <p:cNvPr id="409" name="Google Shape;409;p40"/>
          <p:cNvSpPr/>
          <p:nvPr/>
        </p:nvSpPr>
        <p:spPr>
          <a:xfrm>
            <a:off x="6142366" y="1790488"/>
            <a:ext cx="1355700" cy="241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40"/>
          <p:cNvSpPr/>
          <p:nvPr/>
        </p:nvSpPr>
        <p:spPr>
          <a:xfrm>
            <a:off x="6142366" y="2252781"/>
            <a:ext cx="1355700" cy="241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0"/>
          <p:cNvSpPr/>
          <p:nvPr/>
        </p:nvSpPr>
        <p:spPr>
          <a:xfrm>
            <a:off x="6142366" y="1790488"/>
            <a:ext cx="819300" cy="2418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40"/>
          <p:cNvSpPr/>
          <p:nvPr/>
        </p:nvSpPr>
        <p:spPr>
          <a:xfrm>
            <a:off x="6142366" y="2252781"/>
            <a:ext cx="1085700" cy="2418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1"/>
          <p:cNvSpPr txBox="1"/>
          <p:nvPr>
            <p:ph idx="13" type="subTitle"/>
          </p:nvPr>
        </p:nvSpPr>
        <p:spPr>
          <a:xfrm>
            <a:off x="6047880" y="2292225"/>
            <a:ext cx="19860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
            </a:r>
            <a:r>
              <a:rPr lang="en"/>
              <a:t>er Mars ist eigentlich sehr kalt</a:t>
            </a:r>
            <a:endParaRPr/>
          </a:p>
        </p:txBody>
      </p:sp>
      <p:sp>
        <p:nvSpPr>
          <p:cNvPr id="418" name="Google Shape;418;p41"/>
          <p:cNvSpPr txBox="1"/>
          <p:nvPr>
            <p:ph idx="15" type="subTitle"/>
          </p:nvPr>
        </p:nvSpPr>
        <p:spPr>
          <a:xfrm>
            <a:off x="6047880" y="4063650"/>
            <a:ext cx="19860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Neptun ist der</a:t>
            </a:r>
            <a:endParaRPr>
              <a:solidFill>
                <a:schemeClr val="dk1"/>
              </a:solidFill>
            </a:endParaRPr>
          </a:p>
          <a:p>
            <a:pPr indent="0" lvl="0" marL="0" rtl="0" algn="ctr">
              <a:spcBef>
                <a:spcPts val="0"/>
              </a:spcBef>
              <a:spcAft>
                <a:spcPts val="0"/>
              </a:spcAft>
              <a:buNone/>
            </a:pPr>
            <a:r>
              <a:rPr lang="en">
                <a:solidFill>
                  <a:schemeClr val="dk1"/>
                </a:solidFill>
              </a:rPr>
              <a:t>äußerste Planet </a:t>
            </a:r>
            <a:endParaRPr>
              <a:solidFill>
                <a:schemeClr val="dk1"/>
              </a:solidFill>
            </a:endParaRPr>
          </a:p>
        </p:txBody>
      </p:sp>
      <p:sp>
        <p:nvSpPr>
          <p:cNvPr id="419" name="Google Shape;419;p41"/>
          <p:cNvSpPr txBox="1"/>
          <p:nvPr>
            <p:ph idx="9" type="title"/>
          </p:nvPr>
        </p:nvSpPr>
        <p:spPr>
          <a:xfrm>
            <a:off x="6047880" y="2005684"/>
            <a:ext cx="1986000" cy="4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MARS</a:t>
            </a:r>
            <a:endParaRPr/>
          </a:p>
        </p:txBody>
      </p:sp>
      <p:sp>
        <p:nvSpPr>
          <p:cNvPr id="420" name="Google Shape;420;p41"/>
          <p:cNvSpPr txBox="1"/>
          <p:nvPr>
            <p:ph idx="14" type="title"/>
          </p:nvPr>
        </p:nvSpPr>
        <p:spPr>
          <a:xfrm>
            <a:off x="6047880" y="3777009"/>
            <a:ext cx="1986000" cy="4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NEPTUN</a:t>
            </a:r>
            <a:endParaRPr/>
          </a:p>
        </p:txBody>
      </p:sp>
      <p:sp>
        <p:nvSpPr>
          <p:cNvPr id="421" name="Google Shape;421;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UNSERE AKADEMISCHEN BEREICHE</a:t>
            </a:r>
            <a:endParaRPr/>
          </a:p>
        </p:txBody>
      </p:sp>
      <p:sp>
        <p:nvSpPr>
          <p:cNvPr id="422" name="Google Shape;422;p41"/>
          <p:cNvSpPr txBox="1"/>
          <p:nvPr>
            <p:ph idx="2" type="title"/>
          </p:nvPr>
        </p:nvSpPr>
        <p:spPr>
          <a:xfrm>
            <a:off x="1110120" y="2005684"/>
            <a:ext cx="1986000" cy="4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MERKUR</a:t>
            </a:r>
            <a:endParaRPr/>
          </a:p>
        </p:txBody>
      </p:sp>
      <p:sp>
        <p:nvSpPr>
          <p:cNvPr id="423" name="Google Shape;423;p41"/>
          <p:cNvSpPr txBox="1"/>
          <p:nvPr>
            <p:ph idx="1" type="subTitle"/>
          </p:nvPr>
        </p:nvSpPr>
        <p:spPr>
          <a:xfrm>
            <a:off x="1110120" y="2292225"/>
            <a:ext cx="19860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Der Merkur ist der </a:t>
            </a:r>
            <a:r>
              <a:rPr lang="en">
                <a:solidFill>
                  <a:schemeClr val="dk1"/>
                </a:solidFill>
              </a:rPr>
              <a:t>sonnennächste</a:t>
            </a:r>
            <a:endParaRPr>
              <a:solidFill>
                <a:schemeClr val="dk1"/>
              </a:solidFill>
            </a:endParaRPr>
          </a:p>
        </p:txBody>
      </p:sp>
      <p:sp>
        <p:nvSpPr>
          <p:cNvPr id="424" name="Google Shape;424;p41"/>
          <p:cNvSpPr txBox="1"/>
          <p:nvPr>
            <p:ph idx="3" type="title"/>
          </p:nvPr>
        </p:nvSpPr>
        <p:spPr>
          <a:xfrm>
            <a:off x="3579900" y="2005684"/>
            <a:ext cx="1984200" cy="4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VENUS</a:t>
            </a:r>
            <a:endParaRPr/>
          </a:p>
        </p:txBody>
      </p:sp>
      <p:sp>
        <p:nvSpPr>
          <p:cNvPr id="425" name="Google Shape;425;p41"/>
          <p:cNvSpPr txBox="1"/>
          <p:nvPr>
            <p:ph idx="4" type="subTitle"/>
          </p:nvPr>
        </p:nvSpPr>
        <p:spPr>
          <a:xfrm>
            <a:off x="3579900" y="2292225"/>
            <a:ext cx="19842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Die Venus ist ein Gesteinsplanet</a:t>
            </a:r>
            <a:endParaRPr>
              <a:solidFill>
                <a:schemeClr val="dk1"/>
              </a:solidFill>
            </a:endParaRPr>
          </a:p>
        </p:txBody>
      </p:sp>
      <p:sp>
        <p:nvSpPr>
          <p:cNvPr id="426" name="Google Shape;426;p41"/>
          <p:cNvSpPr txBox="1"/>
          <p:nvPr>
            <p:ph idx="5" type="title"/>
          </p:nvPr>
        </p:nvSpPr>
        <p:spPr>
          <a:xfrm>
            <a:off x="1110120" y="3777009"/>
            <a:ext cx="1986000" cy="4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JUPITER</a:t>
            </a:r>
            <a:endParaRPr/>
          </a:p>
        </p:txBody>
      </p:sp>
      <p:sp>
        <p:nvSpPr>
          <p:cNvPr id="427" name="Google Shape;427;p41"/>
          <p:cNvSpPr txBox="1"/>
          <p:nvPr>
            <p:ph idx="6" type="subTitle"/>
          </p:nvPr>
        </p:nvSpPr>
        <p:spPr>
          <a:xfrm>
            <a:off x="1110120" y="4063650"/>
            <a:ext cx="19860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Jupiter ist der</a:t>
            </a:r>
            <a:endParaRPr>
              <a:solidFill>
                <a:schemeClr val="dk1"/>
              </a:solidFill>
            </a:endParaRPr>
          </a:p>
          <a:p>
            <a:pPr indent="0" lvl="0" marL="0" rtl="0" algn="ctr">
              <a:spcBef>
                <a:spcPts val="0"/>
              </a:spcBef>
              <a:spcAft>
                <a:spcPts val="0"/>
              </a:spcAft>
              <a:buClr>
                <a:schemeClr val="dk1"/>
              </a:buClr>
              <a:buSzPts val="1100"/>
              <a:buFont typeface="Arial"/>
              <a:buNone/>
            </a:pPr>
            <a:r>
              <a:rPr lang="en">
                <a:solidFill>
                  <a:schemeClr val="dk1"/>
                </a:solidFill>
              </a:rPr>
              <a:t>größte Planet</a:t>
            </a:r>
            <a:endParaRPr>
              <a:solidFill>
                <a:schemeClr val="dk1"/>
              </a:solidFill>
            </a:endParaRPr>
          </a:p>
        </p:txBody>
      </p:sp>
      <p:sp>
        <p:nvSpPr>
          <p:cNvPr id="428" name="Google Shape;428;p41"/>
          <p:cNvSpPr txBox="1"/>
          <p:nvPr>
            <p:ph idx="7" type="title"/>
          </p:nvPr>
        </p:nvSpPr>
        <p:spPr>
          <a:xfrm>
            <a:off x="3579900" y="3777009"/>
            <a:ext cx="1984200" cy="4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SATURN</a:t>
            </a:r>
            <a:endParaRPr/>
          </a:p>
        </p:txBody>
      </p:sp>
      <p:sp>
        <p:nvSpPr>
          <p:cNvPr id="429" name="Google Shape;429;p41"/>
          <p:cNvSpPr txBox="1"/>
          <p:nvPr>
            <p:ph idx="8" type="subTitle"/>
          </p:nvPr>
        </p:nvSpPr>
        <p:spPr>
          <a:xfrm>
            <a:off x="3579900" y="4063650"/>
            <a:ext cx="19842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Der Saturn ist der Planet mit Ringen</a:t>
            </a:r>
            <a:endParaRPr/>
          </a:p>
        </p:txBody>
      </p:sp>
      <p:sp>
        <p:nvSpPr>
          <p:cNvPr id="430" name="Google Shape;430;p41"/>
          <p:cNvSpPr/>
          <p:nvPr/>
        </p:nvSpPr>
        <p:spPr>
          <a:xfrm>
            <a:off x="1783020" y="3038453"/>
            <a:ext cx="6402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41"/>
          <p:cNvSpPr/>
          <p:nvPr/>
        </p:nvSpPr>
        <p:spPr>
          <a:xfrm>
            <a:off x="4251900" y="3038453"/>
            <a:ext cx="6402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41"/>
          <p:cNvSpPr/>
          <p:nvPr/>
        </p:nvSpPr>
        <p:spPr>
          <a:xfrm>
            <a:off x="6720777" y="3038453"/>
            <a:ext cx="6402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41"/>
          <p:cNvSpPr/>
          <p:nvPr/>
        </p:nvSpPr>
        <p:spPr>
          <a:xfrm>
            <a:off x="6720777" y="1275572"/>
            <a:ext cx="6402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1"/>
          <p:cNvSpPr/>
          <p:nvPr/>
        </p:nvSpPr>
        <p:spPr>
          <a:xfrm>
            <a:off x="4251900" y="1275572"/>
            <a:ext cx="6402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41"/>
          <p:cNvSpPr/>
          <p:nvPr/>
        </p:nvSpPr>
        <p:spPr>
          <a:xfrm>
            <a:off x="1783020" y="1275572"/>
            <a:ext cx="6402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6" name="Google Shape;436;p41"/>
          <p:cNvGrpSpPr/>
          <p:nvPr/>
        </p:nvGrpSpPr>
        <p:grpSpPr>
          <a:xfrm>
            <a:off x="6845808" y="3175670"/>
            <a:ext cx="390140" cy="365764"/>
            <a:chOff x="1989449" y="4282269"/>
            <a:chExt cx="374774" cy="346073"/>
          </a:xfrm>
        </p:grpSpPr>
        <p:sp>
          <p:nvSpPr>
            <p:cNvPr id="437" name="Google Shape;437;p41"/>
            <p:cNvSpPr/>
            <p:nvPr/>
          </p:nvSpPr>
          <p:spPr>
            <a:xfrm>
              <a:off x="2067590" y="4506432"/>
              <a:ext cx="78172" cy="70941"/>
            </a:xfrm>
            <a:custGeom>
              <a:rect b="b" l="l" r="r" t="t"/>
              <a:pathLst>
                <a:path extrusionOk="0" h="2227" w="2454">
                  <a:moveTo>
                    <a:pt x="1231" y="325"/>
                  </a:moveTo>
                  <a:cubicBezTo>
                    <a:pt x="1435" y="325"/>
                    <a:pt x="1638" y="399"/>
                    <a:pt x="1786" y="548"/>
                  </a:cubicBezTo>
                  <a:cubicBezTo>
                    <a:pt x="2096" y="857"/>
                    <a:pt x="2096" y="1369"/>
                    <a:pt x="1786" y="1667"/>
                  </a:cubicBezTo>
                  <a:cubicBezTo>
                    <a:pt x="1626" y="1822"/>
                    <a:pt x="1420" y="1899"/>
                    <a:pt x="1218" y="1899"/>
                  </a:cubicBezTo>
                  <a:cubicBezTo>
                    <a:pt x="1016" y="1899"/>
                    <a:pt x="816" y="1822"/>
                    <a:pt x="667" y="1667"/>
                  </a:cubicBezTo>
                  <a:cubicBezTo>
                    <a:pt x="358" y="1357"/>
                    <a:pt x="358" y="845"/>
                    <a:pt x="667" y="548"/>
                  </a:cubicBezTo>
                  <a:cubicBezTo>
                    <a:pt x="822" y="399"/>
                    <a:pt x="1027" y="325"/>
                    <a:pt x="1231" y="325"/>
                  </a:cubicBezTo>
                  <a:close/>
                  <a:moveTo>
                    <a:pt x="1237" y="0"/>
                  </a:moveTo>
                  <a:cubicBezTo>
                    <a:pt x="950" y="0"/>
                    <a:pt x="661" y="107"/>
                    <a:pt x="441" y="322"/>
                  </a:cubicBezTo>
                  <a:cubicBezTo>
                    <a:pt x="1" y="762"/>
                    <a:pt x="1" y="1476"/>
                    <a:pt x="441" y="1905"/>
                  </a:cubicBezTo>
                  <a:cubicBezTo>
                    <a:pt x="655" y="2119"/>
                    <a:pt x="944" y="2227"/>
                    <a:pt x="1233" y="2227"/>
                  </a:cubicBezTo>
                  <a:cubicBezTo>
                    <a:pt x="1522" y="2227"/>
                    <a:pt x="1810" y="2119"/>
                    <a:pt x="2025" y="1905"/>
                  </a:cubicBezTo>
                  <a:cubicBezTo>
                    <a:pt x="2453" y="1476"/>
                    <a:pt x="2453" y="762"/>
                    <a:pt x="2025" y="322"/>
                  </a:cubicBezTo>
                  <a:cubicBezTo>
                    <a:pt x="1810" y="107"/>
                    <a:pt x="1525" y="0"/>
                    <a:pt x="12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41"/>
            <p:cNvSpPr/>
            <p:nvPr/>
          </p:nvSpPr>
          <p:spPr>
            <a:xfrm>
              <a:off x="2036117" y="4422972"/>
              <a:ext cx="77790" cy="70973"/>
            </a:xfrm>
            <a:custGeom>
              <a:rect b="b" l="l" r="r" t="t"/>
              <a:pathLst>
                <a:path extrusionOk="0" h="2228" w="2442">
                  <a:moveTo>
                    <a:pt x="1224" y="328"/>
                  </a:moveTo>
                  <a:cubicBezTo>
                    <a:pt x="1426" y="328"/>
                    <a:pt x="1626" y="406"/>
                    <a:pt x="1774" y="560"/>
                  </a:cubicBezTo>
                  <a:cubicBezTo>
                    <a:pt x="2084" y="882"/>
                    <a:pt x="2084" y="1382"/>
                    <a:pt x="1774" y="1680"/>
                  </a:cubicBezTo>
                  <a:cubicBezTo>
                    <a:pt x="1620" y="1834"/>
                    <a:pt x="1420" y="1912"/>
                    <a:pt x="1219" y="1912"/>
                  </a:cubicBezTo>
                  <a:cubicBezTo>
                    <a:pt x="1018" y="1912"/>
                    <a:pt x="816" y="1834"/>
                    <a:pt x="655" y="1680"/>
                  </a:cubicBezTo>
                  <a:cubicBezTo>
                    <a:pt x="346" y="1370"/>
                    <a:pt x="346" y="858"/>
                    <a:pt x="655" y="560"/>
                  </a:cubicBezTo>
                  <a:cubicBezTo>
                    <a:pt x="816" y="406"/>
                    <a:pt x="1021" y="328"/>
                    <a:pt x="1224" y="328"/>
                  </a:cubicBezTo>
                  <a:close/>
                  <a:moveTo>
                    <a:pt x="1227" y="1"/>
                  </a:moveTo>
                  <a:cubicBezTo>
                    <a:pt x="941" y="1"/>
                    <a:pt x="655" y="108"/>
                    <a:pt x="441" y="322"/>
                  </a:cubicBezTo>
                  <a:cubicBezTo>
                    <a:pt x="0" y="763"/>
                    <a:pt x="0" y="1477"/>
                    <a:pt x="441" y="1906"/>
                  </a:cubicBezTo>
                  <a:cubicBezTo>
                    <a:pt x="655" y="2120"/>
                    <a:pt x="941" y="2227"/>
                    <a:pt x="1227" y="2227"/>
                  </a:cubicBezTo>
                  <a:cubicBezTo>
                    <a:pt x="1512" y="2227"/>
                    <a:pt x="1798" y="2120"/>
                    <a:pt x="2012" y="1906"/>
                  </a:cubicBezTo>
                  <a:cubicBezTo>
                    <a:pt x="2441" y="1477"/>
                    <a:pt x="2441" y="775"/>
                    <a:pt x="2012" y="322"/>
                  </a:cubicBezTo>
                  <a:cubicBezTo>
                    <a:pt x="1798" y="108"/>
                    <a:pt x="1512" y="1"/>
                    <a:pt x="12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41"/>
            <p:cNvSpPr/>
            <p:nvPr/>
          </p:nvSpPr>
          <p:spPr>
            <a:xfrm>
              <a:off x="2073292" y="4336327"/>
              <a:ext cx="77758" cy="71419"/>
            </a:xfrm>
            <a:custGeom>
              <a:rect b="b" l="l" r="r" t="t"/>
              <a:pathLst>
                <a:path extrusionOk="0" h="2242" w="2441">
                  <a:moveTo>
                    <a:pt x="1231" y="345"/>
                  </a:moveTo>
                  <a:cubicBezTo>
                    <a:pt x="1435" y="345"/>
                    <a:pt x="1637" y="423"/>
                    <a:pt x="1786" y="578"/>
                  </a:cubicBezTo>
                  <a:cubicBezTo>
                    <a:pt x="2084" y="875"/>
                    <a:pt x="2084" y="1375"/>
                    <a:pt x="1786" y="1697"/>
                  </a:cubicBezTo>
                  <a:cubicBezTo>
                    <a:pt x="1631" y="1852"/>
                    <a:pt x="1426" y="1929"/>
                    <a:pt x="1222" y="1929"/>
                  </a:cubicBezTo>
                  <a:cubicBezTo>
                    <a:pt x="1018" y="1929"/>
                    <a:pt x="816" y="1852"/>
                    <a:pt x="667" y="1697"/>
                  </a:cubicBezTo>
                  <a:cubicBezTo>
                    <a:pt x="357" y="1375"/>
                    <a:pt x="357" y="875"/>
                    <a:pt x="667" y="578"/>
                  </a:cubicBezTo>
                  <a:cubicBezTo>
                    <a:pt x="822" y="423"/>
                    <a:pt x="1027" y="345"/>
                    <a:pt x="1231" y="345"/>
                  </a:cubicBezTo>
                  <a:close/>
                  <a:moveTo>
                    <a:pt x="1216" y="0"/>
                  </a:moveTo>
                  <a:cubicBezTo>
                    <a:pt x="929" y="0"/>
                    <a:pt x="643" y="113"/>
                    <a:pt x="429" y="339"/>
                  </a:cubicBezTo>
                  <a:cubicBezTo>
                    <a:pt x="0" y="768"/>
                    <a:pt x="0" y="1482"/>
                    <a:pt x="429" y="1911"/>
                  </a:cubicBezTo>
                  <a:cubicBezTo>
                    <a:pt x="643" y="2131"/>
                    <a:pt x="929" y="2242"/>
                    <a:pt x="1216" y="2242"/>
                  </a:cubicBezTo>
                  <a:cubicBezTo>
                    <a:pt x="1503" y="2242"/>
                    <a:pt x="1792" y="2131"/>
                    <a:pt x="2012" y="1911"/>
                  </a:cubicBezTo>
                  <a:cubicBezTo>
                    <a:pt x="2441" y="1482"/>
                    <a:pt x="2441" y="768"/>
                    <a:pt x="2012" y="339"/>
                  </a:cubicBezTo>
                  <a:cubicBezTo>
                    <a:pt x="1792" y="113"/>
                    <a:pt x="1503" y="0"/>
                    <a:pt x="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41"/>
            <p:cNvSpPr/>
            <p:nvPr/>
          </p:nvSpPr>
          <p:spPr>
            <a:xfrm>
              <a:off x="2181376" y="4334606"/>
              <a:ext cx="126719" cy="117449"/>
            </a:xfrm>
            <a:custGeom>
              <a:rect b="b" l="l" r="r" t="t"/>
              <a:pathLst>
                <a:path extrusionOk="0" h="3687" w="3978">
                  <a:moveTo>
                    <a:pt x="2013" y="1"/>
                  </a:moveTo>
                  <a:cubicBezTo>
                    <a:pt x="1542" y="1"/>
                    <a:pt x="1072" y="179"/>
                    <a:pt x="715" y="536"/>
                  </a:cubicBezTo>
                  <a:cubicBezTo>
                    <a:pt x="0" y="1251"/>
                    <a:pt x="0" y="2429"/>
                    <a:pt x="715" y="3144"/>
                  </a:cubicBezTo>
                  <a:cubicBezTo>
                    <a:pt x="1078" y="3507"/>
                    <a:pt x="1551" y="3686"/>
                    <a:pt x="2023" y="3686"/>
                  </a:cubicBezTo>
                  <a:cubicBezTo>
                    <a:pt x="2558" y="3686"/>
                    <a:pt x="3092" y="3456"/>
                    <a:pt x="3465" y="3001"/>
                  </a:cubicBezTo>
                  <a:cubicBezTo>
                    <a:pt x="3525" y="2918"/>
                    <a:pt x="3513" y="2810"/>
                    <a:pt x="3429" y="2751"/>
                  </a:cubicBezTo>
                  <a:cubicBezTo>
                    <a:pt x="3401" y="2732"/>
                    <a:pt x="3367" y="2722"/>
                    <a:pt x="3332" y="2722"/>
                  </a:cubicBezTo>
                  <a:cubicBezTo>
                    <a:pt x="3280" y="2722"/>
                    <a:pt x="3227" y="2744"/>
                    <a:pt x="3191" y="2787"/>
                  </a:cubicBezTo>
                  <a:cubicBezTo>
                    <a:pt x="2893" y="3168"/>
                    <a:pt x="2452" y="3359"/>
                    <a:pt x="2009" y="3359"/>
                  </a:cubicBezTo>
                  <a:cubicBezTo>
                    <a:pt x="1620" y="3359"/>
                    <a:pt x="1229" y="3212"/>
                    <a:pt x="929" y="2918"/>
                  </a:cubicBezTo>
                  <a:cubicBezTo>
                    <a:pt x="334" y="2322"/>
                    <a:pt x="334" y="1370"/>
                    <a:pt x="929" y="774"/>
                  </a:cubicBezTo>
                  <a:cubicBezTo>
                    <a:pt x="1227" y="477"/>
                    <a:pt x="1614" y="328"/>
                    <a:pt x="2001" y="328"/>
                  </a:cubicBezTo>
                  <a:cubicBezTo>
                    <a:pt x="2388" y="328"/>
                    <a:pt x="2775" y="477"/>
                    <a:pt x="3072" y="774"/>
                  </a:cubicBezTo>
                  <a:cubicBezTo>
                    <a:pt x="3465" y="1155"/>
                    <a:pt x="3620" y="1727"/>
                    <a:pt x="3465" y="2263"/>
                  </a:cubicBezTo>
                  <a:cubicBezTo>
                    <a:pt x="3441" y="2358"/>
                    <a:pt x="3501" y="2441"/>
                    <a:pt x="3572" y="2477"/>
                  </a:cubicBezTo>
                  <a:cubicBezTo>
                    <a:pt x="3585" y="2481"/>
                    <a:pt x="3598" y="2482"/>
                    <a:pt x="3611" y="2482"/>
                  </a:cubicBezTo>
                  <a:cubicBezTo>
                    <a:pt x="3683" y="2482"/>
                    <a:pt x="3755" y="2430"/>
                    <a:pt x="3775" y="2370"/>
                  </a:cubicBezTo>
                  <a:cubicBezTo>
                    <a:pt x="3977" y="1715"/>
                    <a:pt x="3799" y="1013"/>
                    <a:pt x="3310" y="536"/>
                  </a:cubicBezTo>
                  <a:cubicBezTo>
                    <a:pt x="2953" y="179"/>
                    <a:pt x="2483" y="1"/>
                    <a:pt x="20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41"/>
            <p:cNvSpPr/>
            <p:nvPr/>
          </p:nvSpPr>
          <p:spPr>
            <a:xfrm>
              <a:off x="1989449" y="4282269"/>
              <a:ext cx="374774" cy="346073"/>
            </a:xfrm>
            <a:custGeom>
              <a:rect b="b" l="l" r="r" t="t"/>
              <a:pathLst>
                <a:path extrusionOk="0" h="10864" w="11765">
                  <a:moveTo>
                    <a:pt x="6254" y="0"/>
                  </a:moveTo>
                  <a:cubicBezTo>
                    <a:pt x="6237" y="0"/>
                    <a:pt x="6221" y="0"/>
                    <a:pt x="6204" y="1"/>
                  </a:cubicBezTo>
                  <a:cubicBezTo>
                    <a:pt x="4001" y="12"/>
                    <a:pt x="2144" y="1310"/>
                    <a:pt x="1263" y="3108"/>
                  </a:cubicBezTo>
                  <a:cubicBezTo>
                    <a:pt x="1215" y="3179"/>
                    <a:pt x="1263" y="3287"/>
                    <a:pt x="1334" y="3334"/>
                  </a:cubicBezTo>
                  <a:cubicBezTo>
                    <a:pt x="1353" y="3344"/>
                    <a:pt x="1374" y="3348"/>
                    <a:pt x="1396" y="3348"/>
                  </a:cubicBezTo>
                  <a:cubicBezTo>
                    <a:pt x="1458" y="3348"/>
                    <a:pt x="1525" y="3312"/>
                    <a:pt x="1561" y="3251"/>
                  </a:cubicBezTo>
                  <a:cubicBezTo>
                    <a:pt x="1811" y="2739"/>
                    <a:pt x="2144" y="2275"/>
                    <a:pt x="2561" y="1858"/>
                  </a:cubicBezTo>
                  <a:cubicBezTo>
                    <a:pt x="3567" y="846"/>
                    <a:pt x="4895" y="340"/>
                    <a:pt x="6228" y="340"/>
                  </a:cubicBezTo>
                  <a:cubicBezTo>
                    <a:pt x="7544" y="340"/>
                    <a:pt x="8865" y="834"/>
                    <a:pt x="9883" y="1822"/>
                  </a:cubicBezTo>
                  <a:cubicBezTo>
                    <a:pt x="10621" y="2560"/>
                    <a:pt x="11109" y="3477"/>
                    <a:pt x="11324" y="4477"/>
                  </a:cubicBezTo>
                  <a:cubicBezTo>
                    <a:pt x="11492" y="5318"/>
                    <a:pt x="10844" y="6029"/>
                    <a:pt x="10051" y="6029"/>
                  </a:cubicBezTo>
                  <a:cubicBezTo>
                    <a:pt x="9946" y="6029"/>
                    <a:pt x="9837" y="6016"/>
                    <a:pt x="9728" y="5989"/>
                  </a:cubicBezTo>
                  <a:cubicBezTo>
                    <a:pt x="9511" y="5939"/>
                    <a:pt x="9295" y="5915"/>
                    <a:pt x="9085" y="5915"/>
                  </a:cubicBezTo>
                  <a:cubicBezTo>
                    <a:pt x="7462" y="5915"/>
                    <a:pt x="6126" y="7342"/>
                    <a:pt x="6347" y="9049"/>
                  </a:cubicBezTo>
                  <a:cubicBezTo>
                    <a:pt x="6469" y="9867"/>
                    <a:pt x="5812" y="10535"/>
                    <a:pt x="5051" y="10535"/>
                  </a:cubicBezTo>
                  <a:cubicBezTo>
                    <a:pt x="4925" y="10535"/>
                    <a:pt x="4796" y="10517"/>
                    <a:pt x="4668" y="10478"/>
                  </a:cubicBezTo>
                  <a:cubicBezTo>
                    <a:pt x="1989" y="9645"/>
                    <a:pt x="334" y="6704"/>
                    <a:pt x="1322" y="3834"/>
                  </a:cubicBezTo>
                  <a:cubicBezTo>
                    <a:pt x="1346" y="3751"/>
                    <a:pt x="1311" y="3656"/>
                    <a:pt x="1215" y="3632"/>
                  </a:cubicBezTo>
                  <a:cubicBezTo>
                    <a:pt x="1196" y="3624"/>
                    <a:pt x="1176" y="3620"/>
                    <a:pt x="1157" y="3620"/>
                  </a:cubicBezTo>
                  <a:cubicBezTo>
                    <a:pt x="1092" y="3620"/>
                    <a:pt x="1031" y="3663"/>
                    <a:pt x="1013" y="3727"/>
                  </a:cubicBezTo>
                  <a:cubicBezTo>
                    <a:pt x="1" y="6704"/>
                    <a:pt x="1668" y="9859"/>
                    <a:pt x="4585" y="10788"/>
                  </a:cubicBezTo>
                  <a:cubicBezTo>
                    <a:pt x="4749" y="10839"/>
                    <a:pt x="4915" y="10864"/>
                    <a:pt x="5079" y="10864"/>
                  </a:cubicBezTo>
                  <a:cubicBezTo>
                    <a:pt x="5451" y="10864"/>
                    <a:pt x="5811" y="10734"/>
                    <a:pt x="6109" y="10478"/>
                  </a:cubicBezTo>
                  <a:cubicBezTo>
                    <a:pt x="6549" y="10121"/>
                    <a:pt x="6752" y="9549"/>
                    <a:pt x="6680" y="9002"/>
                  </a:cubicBezTo>
                  <a:cubicBezTo>
                    <a:pt x="6481" y="7520"/>
                    <a:pt x="7653" y="6252"/>
                    <a:pt x="9076" y="6252"/>
                  </a:cubicBezTo>
                  <a:cubicBezTo>
                    <a:pt x="9266" y="6252"/>
                    <a:pt x="9461" y="6275"/>
                    <a:pt x="9657" y="6323"/>
                  </a:cubicBezTo>
                  <a:cubicBezTo>
                    <a:pt x="9781" y="6352"/>
                    <a:pt x="9908" y="6367"/>
                    <a:pt x="10033" y="6367"/>
                  </a:cubicBezTo>
                  <a:cubicBezTo>
                    <a:pt x="10460" y="6367"/>
                    <a:pt x="10880" y="6200"/>
                    <a:pt x="11193" y="5906"/>
                  </a:cubicBezTo>
                  <a:cubicBezTo>
                    <a:pt x="11574" y="5513"/>
                    <a:pt x="11764" y="4965"/>
                    <a:pt x="11645" y="4418"/>
                  </a:cubicBezTo>
                  <a:cubicBezTo>
                    <a:pt x="11113" y="1897"/>
                    <a:pt x="8910" y="0"/>
                    <a:pt x="62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 name="Google Shape;442;p41"/>
          <p:cNvGrpSpPr/>
          <p:nvPr/>
        </p:nvGrpSpPr>
        <p:grpSpPr>
          <a:xfrm>
            <a:off x="1964941" y="3175681"/>
            <a:ext cx="276359" cy="365744"/>
            <a:chOff x="1805901" y="1960358"/>
            <a:chExt cx="284847" cy="373627"/>
          </a:xfrm>
        </p:grpSpPr>
        <p:sp>
          <p:nvSpPr>
            <p:cNvPr id="443" name="Google Shape;443;p41"/>
            <p:cNvSpPr/>
            <p:nvPr/>
          </p:nvSpPr>
          <p:spPr>
            <a:xfrm>
              <a:off x="1805901" y="1960358"/>
              <a:ext cx="284847" cy="373627"/>
            </a:xfrm>
            <a:custGeom>
              <a:rect b="b" l="l" r="r" t="t"/>
              <a:pathLst>
                <a:path extrusionOk="0" h="11729" w="8942">
                  <a:moveTo>
                    <a:pt x="8525" y="9395"/>
                  </a:moveTo>
                  <a:lnTo>
                    <a:pt x="8525" y="9764"/>
                  </a:lnTo>
                  <a:lnTo>
                    <a:pt x="3358" y="9764"/>
                  </a:lnTo>
                  <a:cubicBezTo>
                    <a:pt x="3239" y="9764"/>
                    <a:pt x="3155" y="9859"/>
                    <a:pt x="3155" y="9978"/>
                  </a:cubicBezTo>
                  <a:cubicBezTo>
                    <a:pt x="3155" y="10097"/>
                    <a:pt x="3239" y="10180"/>
                    <a:pt x="3358" y="10180"/>
                  </a:cubicBezTo>
                  <a:lnTo>
                    <a:pt x="8525" y="10180"/>
                  </a:lnTo>
                  <a:lnTo>
                    <a:pt x="8525" y="10490"/>
                  </a:lnTo>
                  <a:lnTo>
                    <a:pt x="6775" y="10490"/>
                  </a:lnTo>
                  <a:cubicBezTo>
                    <a:pt x="6656" y="10490"/>
                    <a:pt x="6561" y="10585"/>
                    <a:pt x="6561" y="10704"/>
                  </a:cubicBezTo>
                  <a:cubicBezTo>
                    <a:pt x="6561" y="10823"/>
                    <a:pt x="6656" y="10907"/>
                    <a:pt x="6775" y="10907"/>
                  </a:cubicBezTo>
                  <a:lnTo>
                    <a:pt x="8525" y="10907"/>
                  </a:lnTo>
                  <a:lnTo>
                    <a:pt x="8525" y="11264"/>
                  </a:lnTo>
                  <a:lnTo>
                    <a:pt x="1381" y="11264"/>
                  </a:lnTo>
                  <a:cubicBezTo>
                    <a:pt x="857" y="11264"/>
                    <a:pt x="441" y="10847"/>
                    <a:pt x="441" y="10335"/>
                  </a:cubicBezTo>
                  <a:cubicBezTo>
                    <a:pt x="441" y="10073"/>
                    <a:pt x="548" y="9835"/>
                    <a:pt x="715" y="9657"/>
                  </a:cubicBezTo>
                  <a:cubicBezTo>
                    <a:pt x="893" y="9478"/>
                    <a:pt x="1131" y="9395"/>
                    <a:pt x="1381" y="9395"/>
                  </a:cubicBezTo>
                  <a:close/>
                  <a:moveTo>
                    <a:pt x="1369" y="1"/>
                  </a:moveTo>
                  <a:cubicBezTo>
                    <a:pt x="619" y="1"/>
                    <a:pt x="0" y="620"/>
                    <a:pt x="0" y="1370"/>
                  </a:cubicBezTo>
                  <a:lnTo>
                    <a:pt x="0" y="10359"/>
                  </a:lnTo>
                  <a:cubicBezTo>
                    <a:pt x="0" y="11109"/>
                    <a:pt x="607" y="11728"/>
                    <a:pt x="1369" y="11728"/>
                  </a:cubicBezTo>
                  <a:lnTo>
                    <a:pt x="8739" y="11728"/>
                  </a:lnTo>
                  <a:cubicBezTo>
                    <a:pt x="8858" y="11728"/>
                    <a:pt x="8942" y="11645"/>
                    <a:pt x="8942" y="11526"/>
                  </a:cubicBezTo>
                  <a:lnTo>
                    <a:pt x="8942" y="2191"/>
                  </a:lnTo>
                  <a:cubicBezTo>
                    <a:pt x="8942" y="2072"/>
                    <a:pt x="8858" y="1989"/>
                    <a:pt x="8739" y="1989"/>
                  </a:cubicBezTo>
                  <a:cubicBezTo>
                    <a:pt x="8620" y="1989"/>
                    <a:pt x="8525" y="2072"/>
                    <a:pt x="8525" y="2191"/>
                  </a:cubicBezTo>
                  <a:lnTo>
                    <a:pt x="8525" y="8990"/>
                  </a:lnTo>
                  <a:lnTo>
                    <a:pt x="1596" y="8990"/>
                  </a:lnTo>
                  <a:lnTo>
                    <a:pt x="1596" y="7787"/>
                  </a:lnTo>
                  <a:cubicBezTo>
                    <a:pt x="1596" y="7668"/>
                    <a:pt x="1500" y="7585"/>
                    <a:pt x="1381" y="7585"/>
                  </a:cubicBezTo>
                  <a:cubicBezTo>
                    <a:pt x="1262" y="7585"/>
                    <a:pt x="1179" y="7668"/>
                    <a:pt x="1179" y="7787"/>
                  </a:cubicBezTo>
                  <a:lnTo>
                    <a:pt x="1179" y="9002"/>
                  </a:lnTo>
                  <a:cubicBezTo>
                    <a:pt x="905" y="9049"/>
                    <a:pt x="655" y="9168"/>
                    <a:pt x="441" y="9359"/>
                  </a:cubicBezTo>
                  <a:lnTo>
                    <a:pt x="441" y="1370"/>
                  </a:lnTo>
                  <a:cubicBezTo>
                    <a:pt x="441" y="929"/>
                    <a:pt x="762" y="548"/>
                    <a:pt x="1179" y="465"/>
                  </a:cubicBezTo>
                  <a:lnTo>
                    <a:pt x="1179" y="7109"/>
                  </a:lnTo>
                  <a:cubicBezTo>
                    <a:pt x="1179" y="7228"/>
                    <a:pt x="1262" y="7311"/>
                    <a:pt x="1381" y="7311"/>
                  </a:cubicBezTo>
                  <a:cubicBezTo>
                    <a:pt x="1500" y="7311"/>
                    <a:pt x="1596" y="7216"/>
                    <a:pt x="1596" y="7109"/>
                  </a:cubicBezTo>
                  <a:lnTo>
                    <a:pt x="1596" y="441"/>
                  </a:lnTo>
                  <a:lnTo>
                    <a:pt x="8525" y="441"/>
                  </a:lnTo>
                  <a:lnTo>
                    <a:pt x="8525" y="1489"/>
                  </a:lnTo>
                  <a:cubicBezTo>
                    <a:pt x="8525" y="1608"/>
                    <a:pt x="8620" y="1703"/>
                    <a:pt x="8739" y="1703"/>
                  </a:cubicBezTo>
                  <a:cubicBezTo>
                    <a:pt x="8847" y="1703"/>
                    <a:pt x="8942" y="1608"/>
                    <a:pt x="8942" y="1489"/>
                  </a:cubicBezTo>
                  <a:lnTo>
                    <a:pt x="8942" y="215"/>
                  </a:lnTo>
                  <a:cubicBezTo>
                    <a:pt x="8942" y="96"/>
                    <a:pt x="8847" y="1"/>
                    <a:pt x="87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41"/>
            <p:cNvSpPr/>
            <p:nvPr/>
          </p:nvSpPr>
          <p:spPr>
            <a:xfrm>
              <a:off x="1841929" y="2295249"/>
              <a:ext cx="165773" cy="13315"/>
            </a:xfrm>
            <a:custGeom>
              <a:rect b="b" l="l" r="r" t="t"/>
              <a:pathLst>
                <a:path extrusionOk="0" h="418" w="5204">
                  <a:moveTo>
                    <a:pt x="203" y="1"/>
                  </a:moveTo>
                  <a:cubicBezTo>
                    <a:pt x="84" y="1"/>
                    <a:pt x="0" y="84"/>
                    <a:pt x="0" y="203"/>
                  </a:cubicBezTo>
                  <a:cubicBezTo>
                    <a:pt x="0" y="322"/>
                    <a:pt x="84" y="418"/>
                    <a:pt x="203" y="418"/>
                  </a:cubicBezTo>
                  <a:lnTo>
                    <a:pt x="5001" y="418"/>
                  </a:lnTo>
                  <a:cubicBezTo>
                    <a:pt x="5120" y="418"/>
                    <a:pt x="5203" y="322"/>
                    <a:pt x="5203" y="203"/>
                  </a:cubicBezTo>
                  <a:cubicBezTo>
                    <a:pt x="5203" y="84"/>
                    <a:pt x="5120" y="1"/>
                    <a:pt x="50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5" name="Google Shape;445;p41"/>
          <p:cNvSpPr/>
          <p:nvPr/>
        </p:nvSpPr>
        <p:spPr>
          <a:xfrm>
            <a:off x="4343396" y="3175675"/>
            <a:ext cx="457208" cy="365755"/>
          </a:xfrm>
          <a:custGeom>
            <a:rect b="b" l="l" r="r" t="t"/>
            <a:pathLst>
              <a:path extrusionOk="0" h="9734" w="11943">
                <a:moveTo>
                  <a:pt x="11585" y="2638"/>
                </a:moveTo>
                <a:lnTo>
                  <a:pt x="11585" y="3066"/>
                </a:lnTo>
                <a:lnTo>
                  <a:pt x="9121" y="4007"/>
                </a:lnTo>
                <a:lnTo>
                  <a:pt x="9121" y="3566"/>
                </a:lnTo>
                <a:lnTo>
                  <a:pt x="11585" y="2638"/>
                </a:lnTo>
                <a:close/>
                <a:moveTo>
                  <a:pt x="370" y="2638"/>
                </a:moveTo>
                <a:lnTo>
                  <a:pt x="5787" y="4697"/>
                </a:lnTo>
                <a:lnTo>
                  <a:pt x="5787" y="5138"/>
                </a:lnTo>
                <a:lnTo>
                  <a:pt x="370" y="3066"/>
                </a:lnTo>
                <a:lnTo>
                  <a:pt x="370" y="2638"/>
                </a:lnTo>
                <a:close/>
                <a:moveTo>
                  <a:pt x="8764" y="3709"/>
                </a:moveTo>
                <a:lnTo>
                  <a:pt x="8764" y="4138"/>
                </a:lnTo>
                <a:lnTo>
                  <a:pt x="6144" y="5138"/>
                </a:lnTo>
                <a:lnTo>
                  <a:pt x="6144" y="4697"/>
                </a:lnTo>
                <a:lnTo>
                  <a:pt x="8764" y="3709"/>
                </a:lnTo>
                <a:close/>
                <a:moveTo>
                  <a:pt x="9657" y="4162"/>
                </a:moveTo>
                <a:lnTo>
                  <a:pt x="9657" y="6745"/>
                </a:lnTo>
                <a:cubicBezTo>
                  <a:pt x="9478" y="6876"/>
                  <a:pt x="9299" y="6995"/>
                  <a:pt x="9121" y="7114"/>
                </a:cubicBezTo>
                <a:lnTo>
                  <a:pt x="9121" y="4376"/>
                </a:lnTo>
                <a:lnTo>
                  <a:pt x="9657" y="4162"/>
                </a:lnTo>
                <a:close/>
                <a:moveTo>
                  <a:pt x="8961" y="8757"/>
                </a:moveTo>
                <a:cubicBezTo>
                  <a:pt x="9131" y="8757"/>
                  <a:pt x="9264" y="8907"/>
                  <a:pt x="9264" y="9079"/>
                </a:cubicBezTo>
                <a:cubicBezTo>
                  <a:pt x="9264" y="9258"/>
                  <a:pt x="9109" y="9389"/>
                  <a:pt x="8942" y="9389"/>
                </a:cubicBezTo>
                <a:cubicBezTo>
                  <a:pt x="8764" y="9389"/>
                  <a:pt x="8633" y="9246"/>
                  <a:pt x="8633" y="9079"/>
                </a:cubicBezTo>
                <a:cubicBezTo>
                  <a:pt x="8633" y="8900"/>
                  <a:pt x="8787" y="8757"/>
                  <a:pt x="8942" y="8757"/>
                </a:cubicBezTo>
                <a:cubicBezTo>
                  <a:pt x="8949" y="8757"/>
                  <a:pt x="8955" y="8757"/>
                  <a:pt x="8961" y="8757"/>
                </a:cubicBezTo>
                <a:close/>
                <a:moveTo>
                  <a:pt x="5949" y="0"/>
                </a:moveTo>
                <a:cubicBezTo>
                  <a:pt x="5930" y="0"/>
                  <a:pt x="5912" y="6"/>
                  <a:pt x="5894" y="18"/>
                </a:cubicBezTo>
                <a:lnTo>
                  <a:pt x="120" y="2221"/>
                </a:lnTo>
                <a:cubicBezTo>
                  <a:pt x="48" y="2245"/>
                  <a:pt x="1" y="2304"/>
                  <a:pt x="1" y="2376"/>
                </a:cubicBezTo>
                <a:lnTo>
                  <a:pt x="1" y="3185"/>
                </a:lnTo>
                <a:cubicBezTo>
                  <a:pt x="1" y="3257"/>
                  <a:pt x="48" y="3316"/>
                  <a:pt x="120" y="3352"/>
                </a:cubicBezTo>
                <a:lnTo>
                  <a:pt x="1917" y="4031"/>
                </a:lnTo>
                <a:lnTo>
                  <a:pt x="1917" y="4638"/>
                </a:lnTo>
                <a:cubicBezTo>
                  <a:pt x="1917" y="4745"/>
                  <a:pt x="2001" y="4817"/>
                  <a:pt x="2096" y="4817"/>
                </a:cubicBezTo>
                <a:cubicBezTo>
                  <a:pt x="2203" y="4817"/>
                  <a:pt x="2275" y="4745"/>
                  <a:pt x="2275" y="4638"/>
                </a:cubicBezTo>
                <a:lnTo>
                  <a:pt x="2275" y="4186"/>
                </a:lnTo>
                <a:lnTo>
                  <a:pt x="5894" y="5567"/>
                </a:lnTo>
                <a:cubicBezTo>
                  <a:pt x="5906" y="5579"/>
                  <a:pt x="5942" y="5579"/>
                  <a:pt x="5954" y="5579"/>
                </a:cubicBezTo>
                <a:cubicBezTo>
                  <a:pt x="5966" y="5579"/>
                  <a:pt x="6001" y="5579"/>
                  <a:pt x="6013" y="5567"/>
                </a:cubicBezTo>
                <a:lnTo>
                  <a:pt x="8740" y="4519"/>
                </a:lnTo>
                <a:lnTo>
                  <a:pt x="8740" y="7317"/>
                </a:lnTo>
                <a:cubicBezTo>
                  <a:pt x="7871" y="7769"/>
                  <a:pt x="6918" y="8007"/>
                  <a:pt x="5942" y="8007"/>
                </a:cubicBezTo>
                <a:cubicBezTo>
                  <a:pt x="4620" y="8007"/>
                  <a:pt x="3310" y="7555"/>
                  <a:pt x="2263" y="6745"/>
                </a:cubicBezTo>
                <a:lnTo>
                  <a:pt x="2263" y="5352"/>
                </a:lnTo>
                <a:cubicBezTo>
                  <a:pt x="2263" y="5257"/>
                  <a:pt x="2191" y="5174"/>
                  <a:pt x="2084" y="5174"/>
                </a:cubicBezTo>
                <a:cubicBezTo>
                  <a:pt x="1977" y="5174"/>
                  <a:pt x="1906" y="5257"/>
                  <a:pt x="1906" y="5352"/>
                </a:cubicBezTo>
                <a:lnTo>
                  <a:pt x="1906" y="6817"/>
                </a:lnTo>
                <a:cubicBezTo>
                  <a:pt x="1906" y="6876"/>
                  <a:pt x="1941" y="6924"/>
                  <a:pt x="1965" y="6948"/>
                </a:cubicBezTo>
                <a:cubicBezTo>
                  <a:pt x="3084" y="7841"/>
                  <a:pt x="4501" y="8353"/>
                  <a:pt x="5942" y="8353"/>
                </a:cubicBezTo>
                <a:cubicBezTo>
                  <a:pt x="6906" y="8353"/>
                  <a:pt x="7859" y="8126"/>
                  <a:pt x="8740" y="7698"/>
                </a:cubicBezTo>
                <a:lnTo>
                  <a:pt x="8740" y="8412"/>
                </a:lnTo>
                <a:cubicBezTo>
                  <a:pt x="8454" y="8484"/>
                  <a:pt x="8252" y="8746"/>
                  <a:pt x="8252" y="9067"/>
                </a:cubicBezTo>
                <a:cubicBezTo>
                  <a:pt x="8252" y="9436"/>
                  <a:pt x="8549" y="9734"/>
                  <a:pt x="8918" y="9734"/>
                </a:cubicBezTo>
                <a:cubicBezTo>
                  <a:pt x="9287" y="9734"/>
                  <a:pt x="9585" y="9436"/>
                  <a:pt x="9585" y="9067"/>
                </a:cubicBezTo>
                <a:cubicBezTo>
                  <a:pt x="9585" y="8746"/>
                  <a:pt x="9383" y="8496"/>
                  <a:pt x="9097" y="8412"/>
                </a:cubicBezTo>
                <a:lnTo>
                  <a:pt x="9097" y="7495"/>
                </a:lnTo>
                <a:cubicBezTo>
                  <a:pt x="9383" y="7341"/>
                  <a:pt x="9657" y="7138"/>
                  <a:pt x="9918" y="6936"/>
                </a:cubicBezTo>
                <a:cubicBezTo>
                  <a:pt x="9954" y="6900"/>
                  <a:pt x="9978" y="6841"/>
                  <a:pt x="9978" y="6805"/>
                </a:cubicBezTo>
                <a:lnTo>
                  <a:pt x="9978" y="4019"/>
                </a:lnTo>
                <a:lnTo>
                  <a:pt x="11776" y="3328"/>
                </a:lnTo>
                <a:cubicBezTo>
                  <a:pt x="11847" y="3304"/>
                  <a:pt x="11895" y="3245"/>
                  <a:pt x="11895" y="3173"/>
                </a:cubicBezTo>
                <a:lnTo>
                  <a:pt x="11895" y="2364"/>
                </a:lnTo>
                <a:cubicBezTo>
                  <a:pt x="11943" y="2304"/>
                  <a:pt x="11895" y="2245"/>
                  <a:pt x="11823" y="2221"/>
                </a:cubicBezTo>
                <a:lnTo>
                  <a:pt x="8049" y="792"/>
                </a:lnTo>
                <a:cubicBezTo>
                  <a:pt x="8030" y="784"/>
                  <a:pt x="8010" y="780"/>
                  <a:pt x="7989" y="780"/>
                </a:cubicBezTo>
                <a:cubicBezTo>
                  <a:pt x="7921" y="780"/>
                  <a:pt x="7853" y="823"/>
                  <a:pt x="7835" y="887"/>
                </a:cubicBezTo>
                <a:cubicBezTo>
                  <a:pt x="7799" y="983"/>
                  <a:pt x="7847" y="1090"/>
                  <a:pt x="7930" y="1114"/>
                </a:cubicBezTo>
                <a:lnTo>
                  <a:pt x="11264" y="2376"/>
                </a:lnTo>
                <a:lnTo>
                  <a:pt x="8966" y="3257"/>
                </a:lnTo>
                <a:lnTo>
                  <a:pt x="6061" y="1947"/>
                </a:lnTo>
                <a:cubicBezTo>
                  <a:pt x="6035" y="1934"/>
                  <a:pt x="6010" y="1928"/>
                  <a:pt x="5985" y="1928"/>
                </a:cubicBezTo>
                <a:cubicBezTo>
                  <a:pt x="5918" y="1928"/>
                  <a:pt x="5858" y="1973"/>
                  <a:pt x="5823" y="2042"/>
                </a:cubicBezTo>
                <a:cubicBezTo>
                  <a:pt x="5775" y="2126"/>
                  <a:pt x="5823" y="2233"/>
                  <a:pt x="5906" y="2281"/>
                </a:cubicBezTo>
                <a:lnTo>
                  <a:pt x="8490" y="3435"/>
                </a:lnTo>
                <a:lnTo>
                  <a:pt x="5966" y="4388"/>
                </a:lnTo>
                <a:lnTo>
                  <a:pt x="691" y="2376"/>
                </a:lnTo>
                <a:lnTo>
                  <a:pt x="5966" y="376"/>
                </a:lnTo>
                <a:lnTo>
                  <a:pt x="7263" y="864"/>
                </a:lnTo>
                <a:cubicBezTo>
                  <a:pt x="7282" y="868"/>
                  <a:pt x="7301" y="871"/>
                  <a:pt x="7320" y="871"/>
                </a:cubicBezTo>
                <a:cubicBezTo>
                  <a:pt x="7394" y="871"/>
                  <a:pt x="7461" y="833"/>
                  <a:pt x="7490" y="757"/>
                </a:cubicBezTo>
                <a:cubicBezTo>
                  <a:pt x="7513" y="673"/>
                  <a:pt x="7478" y="566"/>
                  <a:pt x="7382" y="530"/>
                </a:cubicBezTo>
                <a:lnTo>
                  <a:pt x="6013" y="18"/>
                </a:lnTo>
                <a:cubicBezTo>
                  <a:pt x="5989" y="6"/>
                  <a:pt x="5969" y="0"/>
                  <a:pt x="59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6" name="Google Shape;446;p41"/>
          <p:cNvGrpSpPr/>
          <p:nvPr/>
        </p:nvGrpSpPr>
        <p:grpSpPr>
          <a:xfrm>
            <a:off x="6890506" y="1410458"/>
            <a:ext cx="300742" cy="365768"/>
            <a:chOff x="3086313" y="2877049"/>
            <a:chExt cx="320143" cy="392581"/>
          </a:xfrm>
        </p:grpSpPr>
        <p:sp>
          <p:nvSpPr>
            <p:cNvPr id="447" name="Google Shape;447;p41"/>
            <p:cNvSpPr/>
            <p:nvPr/>
          </p:nvSpPr>
          <p:spPr>
            <a:xfrm>
              <a:off x="3125749" y="2915371"/>
              <a:ext cx="240505" cy="354259"/>
            </a:xfrm>
            <a:custGeom>
              <a:rect b="b" l="l" r="r" t="t"/>
              <a:pathLst>
                <a:path extrusionOk="0" h="11121" w="7550">
                  <a:moveTo>
                    <a:pt x="3775" y="2929"/>
                  </a:moveTo>
                  <a:lnTo>
                    <a:pt x="3918" y="3120"/>
                  </a:lnTo>
                  <a:cubicBezTo>
                    <a:pt x="3871" y="3144"/>
                    <a:pt x="3823" y="3144"/>
                    <a:pt x="3775" y="3144"/>
                  </a:cubicBezTo>
                  <a:cubicBezTo>
                    <a:pt x="3740" y="3132"/>
                    <a:pt x="3692" y="3120"/>
                    <a:pt x="3644" y="3120"/>
                  </a:cubicBezTo>
                  <a:lnTo>
                    <a:pt x="3775" y="2929"/>
                  </a:lnTo>
                  <a:close/>
                  <a:moveTo>
                    <a:pt x="4168" y="3501"/>
                  </a:moveTo>
                  <a:lnTo>
                    <a:pt x="4299" y="3703"/>
                  </a:lnTo>
                  <a:cubicBezTo>
                    <a:pt x="4126" y="3751"/>
                    <a:pt x="3948" y="3775"/>
                    <a:pt x="3769" y="3775"/>
                  </a:cubicBezTo>
                  <a:cubicBezTo>
                    <a:pt x="3591" y="3775"/>
                    <a:pt x="3412" y="3751"/>
                    <a:pt x="3239" y="3703"/>
                  </a:cubicBezTo>
                  <a:lnTo>
                    <a:pt x="3382" y="3501"/>
                  </a:lnTo>
                  <a:cubicBezTo>
                    <a:pt x="3513" y="3560"/>
                    <a:pt x="3644" y="3572"/>
                    <a:pt x="3775" y="3572"/>
                  </a:cubicBezTo>
                  <a:cubicBezTo>
                    <a:pt x="3918" y="3572"/>
                    <a:pt x="4049" y="3537"/>
                    <a:pt x="4168" y="3501"/>
                  </a:cubicBezTo>
                  <a:close/>
                  <a:moveTo>
                    <a:pt x="3120" y="4132"/>
                  </a:moveTo>
                  <a:cubicBezTo>
                    <a:pt x="3275" y="4180"/>
                    <a:pt x="3418" y="4191"/>
                    <a:pt x="3561" y="4215"/>
                  </a:cubicBezTo>
                  <a:lnTo>
                    <a:pt x="3561" y="8109"/>
                  </a:lnTo>
                  <a:lnTo>
                    <a:pt x="3120" y="8109"/>
                  </a:lnTo>
                  <a:lnTo>
                    <a:pt x="3120" y="4132"/>
                  </a:lnTo>
                  <a:close/>
                  <a:moveTo>
                    <a:pt x="4430" y="4132"/>
                  </a:moveTo>
                  <a:lnTo>
                    <a:pt x="4430" y="8109"/>
                  </a:lnTo>
                  <a:lnTo>
                    <a:pt x="4001" y="8109"/>
                  </a:lnTo>
                  <a:lnTo>
                    <a:pt x="4001" y="4215"/>
                  </a:lnTo>
                  <a:cubicBezTo>
                    <a:pt x="4156" y="4191"/>
                    <a:pt x="4287" y="4180"/>
                    <a:pt x="4430" y="4132"/>
                  </a:cubicBezTo>
                  <a:close/>
                  <a:moveTo>
                    <a:pt x="3799" y="441"/>
                  </a:moveTo>
                  <a:cubicBezTo>
                    <a:pt x="4668" y="441"/>
                    <a:pt x="5490" y="786"/>
                    <a:pt x="6121" y="1394"/>
                  </a:cubicBezTo>
                  <a:cubicBezTo>
                    <a:pt x="6752" y="2025"/>
                    <a:pt x="7097" y="2858"/>
                    <a:pt x="7097" y="3751"/>
                  </a:cubicBezTo>
                  <a:cubicBezTo>
                    <a:pt x="7097" y="4620"/>
                    <a:pt x="6752" y="5442"/>
                    <a:pt x="6157" y="6073"/>
                  </a:cubicBezTo>
                  <a:cubicBezTo>
                    <a:pt x="5609" y="6632"/>
                    <a:pt x="5299" y="7347"/>
                    <a:pt x="5240" y="8109"/>
                  </a:cubicBezTo>
                  <a:lnTo>
                    <a:pt x="4883" y="8109"/>
                  </a:lnTo>
                  <a:lnTo>
                    <a:pt x="4883" y="3822"/>
                  </a:lnTo>
                  <a:cubicBezTo>
                    <a:pt x="4883" y="3775"/>
                    <a:pt x="4871" y="3739"/>
                    <a:pt x="4835" y="3703"/>
                  </a:cubicBezTo>
                  <a:lnTo>
                    <a:pt x="3978" y="2406"/>
                  </a:lnTo>
                  <a:cubicBezTo>
                    <a:pt x="3930" y="2346"/>
                    <a:pt x="3871" y="2310"/>
                    <a:pt x="3799" y="2310"/>
                  </a:cubicBezTo>
                  <a:cubicBezTo>
                    <a:pt x="3716" y="2310"/>
                    <a:pt x="3644" y="2334"/>
                    <a:pt x="3620" y="2406"/>
                  </a:cubicBezTo>
                  <a:lnTo>
                    <a:pt x="2751" y="3703"/>
                  </a:lnTo>
                  <a:cubicBezTo>
                    <a:pt x="2728" y="3739"/>
                    <a:pt x="2704" y="3775"/>
                    <a:pt x="2704" y="3822"/>
                  </a:cubicBezTo>
                  <a:lnTo>
                    <a:pt x="2704" y="8109"/>
                  </a:lnTo>
                  <a:lnTo>
                    <a:pt x="2347" y="8109"/>
                  </a:lnTo>
                  <a:cubicBezTo>
                    <a:pt x="2287" y="7347"/>
                    <a:pt x="1977" y="6632"/>
                    <a:pt x="1430" y="6073"/>
                  </a:cubicBezTo>
                  <a:cubicBezTo>
                    <a:pt x="834" y="5465"/>
                    <a:pt x="501" y="4656"/>
                    <a:pt x="489" y="3810"/>
                  </a:cubicBezTo>
                  <a:cubicBezTo>
                    <a:pt x="477" y="2929"/>
                    <a:pt x="823" y="2096"/>
                    <a:pt x="1430" y="1453"/>
                  </a:cubicBezTo>
                  <a:cubicBezTo>
                    <a:pt x="2049" y="822"/>
                    <a:pt x="2870" y="453"/>
                    <a:pt x="3751" y="441"/>
                  </a:cubicBezTo>
                  <a:close/>
                  <a:moveTo>
                    <a:pt x="5228" y="8561"/>
                  </a:moveTo>
                  <a:lnTo>
                    <a:pt x="5228" y="8835"/>
                  </a:lnTo>
                  <a:lnTo>
                    <a:pt x="5228" y="8883"/>
                  </a:lnTo>
                  <a:lnTo>
                    <a:pt x="2335" y="8883"/>
                  </a:lnTo>
                  <a:lnTo>
                    <a:pt x="2335" y="8835"/>
                  </a:lnTo>
                  <a:lnTo>
                    <a:pt x="2335" y="8561"/>
                  </a:lnTo>
                  <a:close/>
                  <a:moveTo>
                    <a:pt x="5121" y="9311"/>
                  </a:moveTo>
                  <a:cubicBezTo>
                    <a:pt x="4942" y="9752"/>
                    <a:pt x="4525" y="10026"/>
                    <a:pt x="4037" y="10026"/>
                  </a:cubicBezTo>
                  <a:lnTo>
                    <a:pt x="3525" y="10026"/>
                  </a:lnTo>
                  <a:cubicBezTo>
                    <a:pt x="3037" y="10026"/>
                    <a:pt x="2620" y="9728"/>
                    <a:pt x="2442" y="9311"/>
                  </a:cubicBezTo>
                  <a:close/>
                  <a:moveTo>
                    <a:pt x="4049" y="10478"/>
                  </a:moveTo>
                  <a:cubicBezTo>
                    <a:pt x="4061" y="10478"/>
                    <a:pt x="4109" y="10478"/>
                    <a:pt x="4132" y="10490"/>
                  </a:cubicBezTo>
                  <a:cubicBezTo>
                    <a:pt x="4132" y="10597"/>
                    <a:pt x="4049" y="10668"/>
                    <a:pt x="3954" y="10668"/>
                  </a:cubicBezTo>
                  <a:lnTo>
                    <a:pt x="3620" y="10668"/>
                  </a:lnTo>
                  <a:cubicBezTo>
                    <a:pt x="3513" y="10668"/>
                    <a:pt x="3442" y="10585"/>
                    <a:pt x="3442" y="10490"/>
                  </a:cubicBezTo>
                  <a:lnTo>
                    <a:pt x="3442" y="10478"/>
                  </a:lnTo>
                  <a:close/>
                  <a:moveTo>
                    <a:pt x="3762" y="0"/>
                  </a:moveTo>
                  <a:cubicBezTo>
                    <a:pt x="3746" y="0"/>
                    <a:pt x="3731" y="0"/>
                    <a:pt x="3716" y="0"/>
                  </a:cubicBezTo>
                  <a:cubicBezTo>
                    <a:pt x="1656" y="24"/>
                    <a:pt x="1" y="1739"/>
                    <a:pt x="13" y="3810"/>
                  </a:cubicBezTo>
                  <a:cubicBezTo>
                    <a:pt x="25" y="4775"/>
                    <a:pt x="406" y="5680"/>
                    <a:pt x="1073" y="6370"/>
                  </a:cubicBezTo>
                  <a:cubicBezTo>
                    <a:pt x="1596" y="6906"/>
                    <a:pt x="1870" y="7609"/>
                    <a:pt x="1870" y="8335"/>
                  </a:cubicBezTo>
                  <a:lnTo>
                    <a:pt x="1870" y="8835"/>
                  </a:lnTo>
                  <a:cubicBezTo>
                    <a:pt x="1870" y="9549"/>
                    <a:pt x="2335" y="10168"/>
                    <a:pt x="2966" y="10383"/>
                  </a:cubicBezTo>
                  <a:lnTo>
                    <a:pt x="2966" y="10490"/>
                  </a:lnTo>
                  <a:cubicBezTo>
                    <a:pt x="2966" y="10835"/>
                    <a:pt x="3239" y="11121"/>
                    <a:pt x="3585" y="11121"/>
                  </a:cubicBezTo>
                  <a:lnTo>
                    <a:pt x="3930" y="11121"/>
                  </a:lnTo>
                  <a:cubicBezTo>
                    <a:pt x="4275" y="11121"/>
                    <a:pt x="4549" y="10835"/>
                    <a:pt x="4549" y="10490"/>
                  </a:cubicBezTo>
                  <a:lnTo>
                    <a:pt x="4549" y="10383"/>
                  </a:lnTo>
                  <a:cubicBezTo>
                    <a:pt x="5192" y="10168"/>
                    <a:pt x="5645" y="9549"/>
                    <a:pt x="5645" y="8835"/>
                  </a:cubicBezTo>
                  <a:lnTo>
                    <a:pt x="5645" y="8335"/>
                  </a:lnTo>
                  <a:cubicBezTo>
                    <a:pt x="5645" y="7609"/>
                    <a:pt x="5918" y="6918"/>
                    <a:pt x="6442" y="6382"/>
                  </a:cubicBezTo>
                  <a:cubicBezTo>
                    <a:pt x="7133" y="5680"/>
                    <a:pt x="7502" y="4751"/>
                    <a:pt x="7502" y="3763"/>
                  </a:cubicBezTo>
                  <a:cubicBezTo>
                    <a:pt x="7550" y="2751"/>
                    <a:pt x="7145" y="1798"/>
                    <a:pt x="6418" y="1084"/>
                  </a:cubicBezTo>
                  <a:cubicBezTo>
                    <a:pt x="5715" y="380"/>
                    <a:pt x="4757" y="0"/>
                    <a:pt x="37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41"/>
            <p:cNvSpPr/>
            <p:nvPr/>
          </p:nvSpPr>
          <p:spPr>
            <a:xfrm>
              <a:off x="3263076" y="2942511"/>
              <a:ext cx="79287" cy="99579"/>
            </a:xfrm>
            <a:custGeom>
              <a:rect b="b" l="l" r="r" t="t"/>
              <a:pathLst>
                <a:path extrusionOk="0" h="3126" w="2489">
                  <a:moveTo>
                    <a:pt x="246" y="1"/>
                  </a:moveTo>
                  <a:cubicBezTo>
                    <a:pt x="146" y="1"/>
                    <a:pt x="56" y="59"/>
                    <a:pt x="36" y="161"/>
                  </a:cubicBezTo>
                  <a:cubicBezTo>
                    <a:pt x="0" y="280"/>
                    <a:pt x="60" y="399"/>
                    <a:pt x="179" y="422"/>
                  </a:cubicBezTo>
                  <a:cubicBezTo>
                    <a:pt x="1286" y="744"/>
                    <a:pt x="2048" y="1768"/>
                    <a:pt x="2048" y="2899"/>
                  </a:cubicBezTo>
                  <a:cubicBezTo>
                    <a:pt x="2048" y="3018"/>
                    <a:pt x="2143" y="3125"/>
                    <a:pt x="2262" y="3125"/>
                  </a:cubicBezTo>
                  <a:cubicBezTo>
                    <a:pt x="2381" y="3125"/>
                    <a:pt x="2488" y="3018"/>
                    <a:pt x="2488" y="2899"/>
                  </a:cubicBezTo>
                  <a:cubicBezTo>
                    <a:pt x="2488" y="1577"/>
                    <a:pt x="1595" y="387"/>
                    <a:pt x="298" y="6"/>
                  </a:cubicBezTo>
                  <a:cubicBezTo>
                    <a:pt x="280" y="2"/>
                    <a:pt x="263" y="1"/>
                    <a:pt x="2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41"/>
            <p:cNvSpPr/>
            <p:nvPr/>
          </p:nvSpPr>
          <p:spPr>
            <a:xfrm>
              <a:off x="3237656" y="2939262"/>
              <a:ext cx="20897" cy="14462"/>
            </a:xfrm>
            <a:custGeom>
              <a:rect b="b" l="l" r="r" t="t"/>
              <a:pathLst>
                <a:path extrusionOk="0" h="454" w="656">
                  <a:moveTo>
                    <a:pt x="227" y="1"/>
                  </a:moveTo>
                  <a:cubicBezTo>
                    <a:pt x="107" y="1"/>
                    <a:pt x="0" y="108"/>
                    <a:pt x="0" y="227"/>
                  </a:cubicBezTo>
                  <a:cubicBezTo>
                    <a:pt x="0" y="346"/>
                    <a:pt x="107" y="453"/>
                    <a:pt x="227" y="453"/>
                  </a:cubicBezTo>
                  <a:lnTo>
                    <a:pt x="417" y="453"/>
                  </a:lnTo>
                  <a:cubicBezTo>
                    <a:pt x="536" y="453"/>
                    <a:pt x="619" y="358"/>
                    <a:pt x="643" y="251"/>
                  </a:cubicBezTo>
                  <a:cubicBezTo>
                    <a:pt x="655" y="108"/>
                    <a:pt x="560" y="1"/>
                    <a:pt x="4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41"/>
            <p:cNvSpPr/>
            <p:nvPr/>
          </p:nvSpPr>
          <p:spPr>
            <a:xfrm>
              <a:off x="3379888" y="3029539"/>
              <a:ext cx="26567" cy="14048"/>
            </a:xfrm>
            <a:custGeom>
              <a:rect b="b" l="l" r="r" t="t"/>
              <a:pathLst>
                <a:path extrusionOk="0" h="441" w="834">
                  <a:moveTo>
                    <a:pt x="226" y="0"/>
                  </a:moveTo>
                  <a:cubicBezTo>
                    <a:pt x="107" y="0"/>
                    <a:pt x="0" y="107"/>
                    <a:pt x="0" y="226"/>
                  </a:cubicBezTo>
                  <a:cubicBezTo>
                    <a:pt x="0" y="346"/>
                    <a:pt x="107" y="441"/>
                    <a:pt x="226" y="441"/>
                  </a:cubicBezTo>
                  <a:lnTo>
                    <a:pt x="607" y="441"/>
                  </a:lnTo>
                  <a:cubicBezTo>
                    <a:pt x="726" y="441"/>
                    <a:pt x="834" y="346"/>
                    <a:pt x="834" y="226"/>
                  </a:cubicBezTo>
                  <a:cubicBezTo>
                    <a:pt x="822" y="107"/>
                    <a:pt x="726" y="0"/>
                    <a:pt x="6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41"/>
            <p:cNvSpPr/>
            <p:nvPr/>
          </p:nvSpPr>
          <p:spPr>
            <a:xfrm>
              <a:off x="3086313" y="3029539"/>
              <a:ext cx="26599" cy="14048"/>
            </a:xfrm>
            <a:custGeom>
              <a:rect b="b" l="l" r="r" t="t"/>
              <a:pathLst>
                <a:path extrusionOk="0" h="441" w="835">
                  <a:moveTo>
                    <a:pt x="227" y="0"/>
                  </a:moveTo>
                  <a:cubicBezTo>
                    <a:pt x="108" y="0"/>
                    <a:pt x="1" y="107"/>
                    <a:pt x="1" y="226"/>
                  </a:cubicBezTo>
                  <a:cubicBezTo>
                    <a:pt x="1" y="346"/>
                    <a:pt x="108" y="441"/>
                    <a:pt x="227" y="441"/>
                  </a:cubicBezTo>
                  <a:lnTo>
                    <a:pt x="608" y="441"/>
                  </a:lnTo>
                  <a:cubicBezTo>
                    <a:pt x="727" y="441"/>
                    <a:pt x="834" y="346"/>
                    <a:pt x="834" y="226"/>
                  </a:cubicBezTo>
                  <a:cubicBezTo>
                    <a:pt x="834" y="107"/>
                    <a:pt x="727" y="0"/>
                    <a:pt x="6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41"/>
            <p:cNvSpPr/>
            <p:nvPr/>
          </p:nvSpPr>
          <p:spPr>
            <a:xfrm>
              <a:off x="3359788" y="2953469"/>
              <a:ext cx="26567" cy="20355"/>
            </a:xfrm>
            <a:custGeom>
              <a:rect b="b" l="l" r="r" t="t"/>
              <a:pathLst>
                <a:path extrusionOk="0" h="639" w="834">
                  <a:moveTo>
                    <a:pt x="594" y="0"/>
                  </a:moveTo>
                  <a:cubicBezTo>
                    <a:pt x="555" y="0"/>
                    <a:pt x="514" y="13"/>
                    <a:pt x="476" y="43"/>
                  </a:cubicBezTo>
                  <a:lnTo>
                    <a:pt x="155" y="233"/>
                  </a:lnTo>
                  <a:cubicBezTo>
                    <a:pt x="48" y="293"/>
                    <a:pt x="0" y="424"/>
                    <a:pt x="83" y="531"/>
                  </a:cubicBezTo>
                  <a:cubicBezTo>
                    <a:pt x="119" y="602"/>
                    <a:pt x="203" y="638"/>
                    <a:pt x="274" y="638"/>
                  </a:cubicBezTo>
                  <a:cubicBezTo>
                    <a:pt x="310" y="638"/>
                    <a:pt x="345" y="614"/>
                    <a:pt x="381" y="602"/>
                  </a:cubicBezTo>
                  <a:lnTo>
                    <a:pt x="703" y="412"/>
                  </a:lnTo>
                  <a:cubicBezTo>
                    <a:pt x="810" y="352"/>
                    <a:pt x="834" y="221"/>
                    <a:pt x="774" y="114"/>
                  </a:cubicBezTo>
                  <a:cubicBezTo>
                    <a:pt x="735" y="45"/>
                    <a:pt x="667" y="0"/>
                    <a:pt x="5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41"/>
            <p:cNvSpPr/>
            <p:nvPr/>
          </p:nvSpPr>
          <p:spPr>
            <a:xfrm>
              <a:off x="3106413" y="3100034"/>
              <a:ext cx="26599" cy="20164"/>
            </a:xfrm>
            <a:custGeom>
              <a:rect b="b" l="l" r="r" t="t"/>
              <a:pathLst>
                <a:path extrusionOk="0" h="633" w="835">
                  <a:moveTo>
                    <a:pt x="590" y="0"/>
                  </a:moveTo>
                  <a:cubicBezTo>
                    <a:pt x="550" y="0"/>
                    <a:pt x="511" y="12"/>
                    <a:pt x="477" y="38"/>
                  </a:cubicBezTo>
                  <a:lnTo>
                    <a:pt x="144" y="228"/>
                  </a:lnTo>
                  <a:cubicBezTo>
                    <a:pt x="36" y="288"/>
                    <a:pt x="1" y="419"/>
                    <a:pt x="72" y="526"/>
                  </a:cubicBezTo>
                  <a:cubicBezTo>
                    <a:pt x="108" y="597"/>
                    <a:pt x="191" y="633"/>
                    <a:pt x="263" y="633"/>
                  </a:cubicBezTo>
                  <a:cubicBezTo>
                    <a:pt x="310" y="633"/>
                    <a:pt x="334" y="609"/>
                    <a:pt x="370" y="597"/>
                  </a:cubicBezTo>
                  <a:lnTo>
                    <a:pt x="691" y="407"/>
                  </a:lnTo>
                  <a:cubicBezTo>
                    <a:pt x="787" y="347"/>
                    <a:pt x="834" y="216"/>
                    <a:pt x="775" y="109"/>
                  </a:cubicBezTo>
                  <a:cubicBezTo>
                    <a:pt x="736" y="40"/>
                    <a:pt x="663" y="0"/>
                    <a:pt x="5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41"/>
            <p:cNvSpPr/>
            <p:nvPr/>
          </p:nvSpPr>
          <p:spPr>
            <a:xfrm>
              <a:off x="3308565" y="2897277"/>
              <a:ext cx="22044" cy="24178"/>
            </a:xfrm>
            <a:custGeom>
              <a:rect b="b" l="l" r="r" t="t"/>
              <a:pathLst>
                <a:path extrusionOk="0" h="759" w="692">
                  <a:moveTo>
                    <a:pt x="441" y="1"/>
                  </a:moveTo>
                  <a:cubicBezTo>
                    <a:pt x="369" y="1"/>
                    <a:pt x="301" y="35"/>
                    <a:pt x="263" y="104"/>
                  </a:cubicBezTo>
                  <a:lnTo>
                    <a:pt x="60" y="438"/>
                  </a:lnTo>
                  <a:cubicBezTo>
                    <a:pt x="1" y="533"/>
                    <a:pt x="37" y="676"/>
                    <a:pt x="144" y="735"/>
                  </a:cubicBezTo>
                  <a:cubicBezTo>
                    <a:pt x="167" y="747"/>
                    <a:pt x="215" y="759"/>
                    <a:pt x="239" y="759"/>
                  </a:cubicBezTo>
                  <a:cubicBezTo>
                    <a:pt x="322" y="759"/>
                    <a:pt x="394" y="711"/>
                    <a:pt x="441" y="652"/>
                  </a:cubicBezTo>
                  <a:lnTo>
                    <a:pt x="632" y="330"/>
                  </a:lnTo>
                  <a:cubicBezTo>
                    <a:pt x="691" y="223"/>
                    <a:pt x="656" y="92"/>
                    <a:pt x="560" y="33"/>
                  </a:cubicBezTo>
                  <a:cubicBezTo>
                    <a:pt x="522" y="11"/>
                    <a:pt x="481" y="1"/>
                    <a:pt x="4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41"/>
            <p:cNvSpPr/>
            <p:nvPr/>
          </p:nvSpPr>
          <p:spPr>
            <a:xfrm>
              <a:off x="3239153" y="2877049"/>
              <a:ext cx="14080" cy="26599"/>
            </a:xfrm>
            <a:custGeom>
              <a:rect b="b" l="l" r="r" t="t"/>
              <a:pathLst>
                <a:path extrusionOk="0" h="835" w="442">
                  <a:moveTo>
                    <a:pt x="215" y="1"/>
                  </a:moveTo>
                  <a:cubicBezTo>
                    <a:pt x="96" y="1"/>
                    <a:pt x="1" y="96"/>
                    <a:pt x="1" y="215"/>
                  </a:cubicBezTo>
                  <a:lnTo>
                    <a:pt x="1" y="608"/>
                  </a:lnTo>
                  <a:cubicBezTo>
                    <a:pt x="1" y="727"/>
                    <a:pt x="96" y="834"/>
                    <a:pt x="215" y="834"/>
                  </a:cubicBezTo>
                  <a:cubicBezTo>
                    <a:pt x="334" y="834"/>
                    <a:pt x="441" y="727"/>
                    <a:pt x="441" y="608"/>
                  </a:cubicBezTo>
                  <a:lnTo>
                    <a:pt x="441" y="215"/>
                  </a:lnTo>
                  <a:cubicBezTo>
                    <a:pt x="441" y="96"/>
                    <a:pt x="358" y="1"/>
                    <a:pt x="2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41"/>
            <p:cNvSpPr/>
            <p:nvPr/>
          </p:nvSpPr>
          <p:spPr>
            <a:xfrm>
              <a:off x="3161809" y="2897500"/>
              <a:ext cx="22394" cy="24337"/>
            </a:xfrm>
            <a:custGeom>
              <a:rect b="b" l="l" r="r" t="t"/>
              <a:pathLst>
                <a:path extrusionOk="0" h="764" w="703">
                  <a:moveTo>
                    <a:pt x="262" y="0"/>
                  </a:moveTo>
                  <a:cubicBezTo>
                    <a:pt x="222" y="0"/>
                    <a:pt x="181" y="12"/>
                    <a:pt x="143" y="38"/>
                  </a:cubicBezTo>
                  <a:cubicBezTo>
                    <a:pt x="48" y="97"/>
                    <a:pt x="0" y="228"/>
                    <a:pt x="72" y="335"/>
                  </a:cubicBezTo>
                  <a:lnTo>
                    <a:pt x="262" y="669"/>
                  </a:lnTo>
                  <a:cubicBezTo>
                    <a:pt x="310" y="740"/>
                    <a:pt x="381" y="764"/>
                    <a:pt x="464" y="764"/>
                  </a:cubicBezTo>
                  <a:cubicBezTo>
                    <a:pt x="500" y="764"/>
                    <a:pt x="536" y="752"/>
                    <a:pt x="560" y="740"/>
                  </a:cubicBezTo>
                  <a:cubicBezTo>
                    <a:pt x="667" y="681"/>
                    <a:pt x="703" y="550"/>
                    <a:pt x="643" y="442"/>
                  </a:cubicBezTo>
                  <a:lnTo>
                    <a:pt x="441" y="109"/>
                  </a:lnTo>
                  <a:cubicBezTo>
                    <a:pt x="402" y="40"/>
                    <a:pt x="334" y="0"/>
                    <a:pt x="2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1"/>
            <p:cNvSpPr/>
            <p:nvPr/>
          </p:nvSpPr>
          <p:spPr>
            <a:xfrm>
              <a:off x="3106413" y="2953151"/>
              <a:ext cx="26599" cy="19909"/>
            </a:xfrm>
            <a:custGeom>
              <a:rect b="b" l="l" r="r" t="t"/>
              <a:pathLst>
                <a:path extrusionOk="0" h="625" w="835">
                  <a:moveTo>
                    <a:pt x="246" y="0"/>
                  </a:moveTo>
                  <a:cubicBezTo>
                    <a:pt x="168" y="0"/>
                    <a:pt x="92" y="40"/>
                    <a:pt x="60" y="112"/>
                  </a:cubicBezTo>
                  <a:cubicBezTo>
                    <a:pt x="1" y="208"/>
                    <a:pt x="25" y="350"/>
                    <a:pt x="132" y="410"/>
                  </a:cubicBezTo>
                  <a:lnTo>
                    <a:pt x="453" y="600"/>
                  </a:lnTo>
                  <a:cubicBezTo>
                    <a:pt x="489" y="612"/>
                    <a:pt x="537" y="624"/>
                    <a:pt x="560" y="624"/>
                  </a:cubicBezTo>
                  <a:cubicBezTo>
                    <a:pt x="632" y="624"/>
                    <a:pt x="715" y="589"/>
                    <a:pt x="751" y="529"/>
                  </a:cubicBezTo>
                  <a:cubicBezTo>
                    <a:pt x="834" y="422"/>
                    <a:pt x="787" y="291"/>
                    <a:pt x="679" y="231"/>
                  </a:cubicBezTo>
                  <a:lnTo>
                    <a:pt x="358" y="29"/>
                  </a:lnTo>
                  <a:cubicBezTo>
                    <a:pt x="323" y="10"/>
                    <a:pt x="284" y="0"/>
                    <a:pt x="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41"/>
            <p:cNvSpPr/>
            <p:nvPr/>
          </p:nvSpPr>
          <p:spPr>
            <a:xfrm>
              <a:off x="3360520" y="3099811"/>
              <a:ext cx="25834" cy="20005"/>
            </a:xfrm>
            <a:custGeom>
              <a:rect b="b" l="l" r="r" t="t"/>
              <a:pathLst>
                <a:path extrusionOk="0" h="628" w="811">
                  <a:moveTo>
                    <a:pt x="239" y="1"/>
                  </a:moveTo>
                  <a:cubicBezTo>
                    <a:pt x="167" y="1"/>
                    <a:pt x="99" y="35"/>
                    <a:pt x="60" y="104"/>
                  </a:cubicBezTo>
                  <a:cubicBezTo>
                    <a:pt x="1" y="211"/>
                    <a:pt x="25" y="342"/>
                    <a:pt x="132" y="402"/>
                  </a:cubicBezTo>
                  <a:lnTo>
                    <a:pt x="453" y="592"/>
                  </a:lnTo>
                  <a:cubicBezTo>
                    <a:pt x="489" y="604"/>
                    <a:pt x="537" y="628"/>
                    <a:pt x="561" y="628"/>
                  </a:cubicBezTo>
                  <a:cubicBezTo>
                    <a:pt x="632" y="628"/>
                    <a:pt x="715" y="580"/>
                    <a:pt x="751" y="521"/>
                  </a:cubicBezTo>
                  <a:cubicBezTo>
                    <a:pt x="811" y="426"/>
                    <a:pt x="787" y="283"/>
                    <a:pt x="680" y="223"/>
                  </a:cubicBezTo>
                  <a:lnTo>
                    <a:pt x="358" y="33"/>
                  </a:lnTo>
                  <a:cubicBezTo>
                    <a:pt x="320" y="11"/>
                    <a:pt x="279" y="1"/>
                    <a:pt x="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9" name="Google Shape;459;p41"/>
          <p:cNvGrpSpPr/>
          <p:nvPr/>
        </p:nvGrpSpPr>
        <p:grpSpPr>
          <a:xfrm>
            <a:off x="1912108" y="1412791"/>
            <a:ext cx="382025" cy="365761"/>
            <a:chOff x="1745217" y="1515471"/>
            <a:chExt cx="343269" cy="342505"/>
          </a:xfrm>
        </p:grpSpPr>
        <p:sp>
          <p:nvSpPr>
            <p:cNvPr id="460" name="Google Shape;460;p41"/>
            <p:cNvSpPr/>
            <p:nvPr/>
          </p:nvSpPr>
          <p:spPr>
            <a:xfrm>
              <a:off x="1854448" y="1647096"/>
              <a:ext cx="22012" cy="21630"/>
            </a:xfrm>
            <a:custGeom>
              <a:rect b="b" l="l" r="r" t="t"/>
              <a:pathLst>
                <a:path extrusionOk="0" h="679" w="691">
                  <a:moveTo>
                    <a:pt x="346" y="0"/>
                  </a:moveTo>
                  <a:cubicBezTo>
                    <a:pt x="155" y="0"/>
                    <a:pt x="0" y="155"/>
                    <a:pt x="0" y="345"/>
                  </a:cubicBezTo>
                  <a:cubicBezTo>
                    <a:pt x="0" y="536"/>
                    <a:pt x="155" y="679"/>
                    <a:pt x="346" y="679"/>
                  </a:cubicBezTo>
                  <a:cubicBezTo>
                    <a:pt x="536" y="679"/>
                    <a:pt x="691" y="536"/>
                    <a:pt x="691" y="345"/>
                  </a:cubicBezTo>
                  <a:cubicBezTo>
                    <a:pt x="691" y="155"/>
                    <a:pt x="536" y="0"/>
                    <a:pt x="3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41"/>
            <p:cNvSpPr/>
            <p:nvPr/>
          </p:nvSpPr>
          <p:spPr>
            <a:xfrm>
              <a:off x="1906021" y="1647096"/>
              <a:ext cx="21661" cy="21630"/>
            </a:xfrm>
            <a:custGeom>
              <a:rect b="b" l="l" r="r" t="t"/>
              <a:pathLst>
                <a:path extrusionOk="0" h="679" w="680">
                  <a:moveTo>
                    <a:pt x="334" y="0"/>
                  </a:moveTo>
                  <a:cubicBezTo>
                    <a:pt x="143" y="0"/>
                    <a:pt x="0" y="155"/>
                    <a:pt x="0" y="345"/>
                  </a:cubicBezTo>
                  <a:cubicBezTo>
                    <a:pt x="0" y="536"/>
                    <a:pt x="143" y="679"/>
                    <a:pt x="334" y="679"/>
                  </a:cubicBezTo>
                  <a:cubicBezTo>
                    <a:pt x="524" y="679"/>
                    <a:pt x="679" y="536"/>
                    <a:pt x="679" y="345"/>
                  </a:cubicBezTo>
                  <a:cubicBezTo>
                    <a:pt x="679" y="155"/>
                    <a:pt x="524" y="0"/>
                    <a:pt x="3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1"/>
            <p:cNvSpPr/>
            <p:nvPr/>
          </p:nvSpPr>
          <p:spPr>
            <a:xfrm>
              <a:off x="1956830" y="1647096"/>
              <a:ext cx="22044" cy="21630"/>
            </a:xfrm>
            <a:custGeom>
              <a:rect b="b" l="l" r="r" t="t"/>
              <a:pathLst>
                <a:path extrusionOk="0" h="679" w="692">
                  <a:moveTo>
                    <a:pt x="346" y="0"/>
                  </a:moveTo>
                  <a:cubicBezTo>
                    <a:pt x="156" y="0"/>
                    <a:pt x="1" y="155"/>
                    <a:pt x="1" y="345"/>
                  </a:cubicBezTo>
                  <a:cubicBezTo>
                    <a:pt x="1" y="536"/>
                    <a:pt x="156" y="679"/>
                    <a:pt x="346" y="679"/>
                  </a:cubicBezTo>
                  <a:cubicBezTo>
                    <a:pt x="537" y="679"/>
                    <a:pt x="691" y="536"/>
                    <a:pt x="691" y="345"/>
                  </a:cubicBezTo>
                  <a:cubicBezTo>
                    <a:pt x="691" y="155"/>
                    <a:pt x="537" y="0"/>
                    <a:pt x="3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1"/>
            <p:cNvSpPr/>
            <p:nvPr/>
          </p:nvSpPr>
          <p:spPr>
            <a:xfrm>
              <a:off x="1745217" y="1515471"/>
              <a:ext cx="343269" cy="342505"/>
            </a:xfrm>
            <a:custGeom>
              <a:rect b="b" l="l" r="r" t="t"/>
              <a:pathLst>
                <a:path extrusionOk="0" h="10752" w="10776">
                  <a:moveTo>
                    <a:pt x="5382" y="1"/>
                  </a:moveTo>
                  <a:cubicBezTo>
                    <a:pt x="3953" y="1"/>
                    <a:pt x="2608" y="453"/>
                    <a:pt x="1596" y="1286"/>
                  </a:cubicBezTo>
                  <a:cubicBezTo>
                    <a:pt x="560" y="2144"/>
                    <a:pt x="0" y="3251"/>
                    <a:pt x="0" y="4465"/>
                  </a:cubicBezTo>
                  <a:cubicBezTo>
                    <a:pt x="0" y="5513"/>
                    <a:pt x="465" y="6561"/>
                    <a:pt x="1274" y="7359"/>
                  </a:cubicBezTo>
                  <a:cubicBezTo>
                    <a:pt x="2072" y="8121"/>
                    <a:pt x="3120" y="8645"/>
                    <a:pt x="4298" y="8835"/>
                  </a:cubicBezTo>
                  <a:cubicBezTo>
                    <a:pt x="4310" y="9442"/>
                    <a:pt x="4108" y="10014"/>
                    <a:pt x="3703" y="10478"/>
                  </a:cubicBezTo>
                  <a:cubicBezTo>
                    <a:pt x="3655" y="10514"/>
                    <a:pt x="3644" y="10597"/>
                    <a:pt x="3679" y="10657"/>
                  </a:cubicBezTo>
                  <a:cubicBezTo>
                    <a:pt x="3703" y="10704"/>
                    <a:pt x="3763" y="10752"/>
                    <a:pt x="3834" y="10752"/>
                  </a:cubicBezTo>
                  <a:cubicBezTo>
                    <a:pt x="5025" y="10752"/>
                    <a:pt x="6084" y="9966"/>
                    <a:pt x="6442" y="8835"/>
                  </a:cubicBezTo>
                  <a:cubicBezTo>
                    <a:pt x="7406" y="8668"/>
                    <a:pt x="8287" y="8299"/>
                    <a:pt x="9013" y="7752"/>
                  </a:cubicBezTo>
                  <a:cubicBezTo>
                    <a:pt x="9097" y="7692"/>
                    <a:pt x="9109" y="7585"/>
                    <a:pt x="9049" y="7513"/>
                  </a:cubicBezTo>
                  <a:cubicBezTo>
                    <a:pt x="9014" y="7465"/>
                    <a:pt x="8963" y="7441"/>
                    <a:pt x="8913" y="7441"/>
                  </a:cubicBezTo>
                  <a:cubicBezTo>
                    <a:pt x="8877" y="7441"/>
                    <a:pt x="8841" y="7453"/>
                    <a:pt x="8811" y="7478"/>
                  </a:cubicBezTo>
                  <a:cubicBezTo>
                    <a:pt x="8096" y="8014"/>
                    <a:pt x="7215" y="8371"/>
                    <a:pt x="6275" y="8502"/>
                  </a:cubicBezTo>
                  <a:cubicBezTo>
                    <a:pt x="6203" y="8525"/>
                    <a:pt x="6156" y="8561"/>
                    <a:pt x="6132" y="8621"/>
                  </a:cubicBezTo>
                  <a:cubicBezTo>
                    <a:pt x="5894" y="9549"/>
                    <a:pt x="5120" y="10216"/>
                    <a:pt x="4215" y="10371"/>
                  </a:cubicBezTo>
                  <a:cubicBezTo>
                    <a:pt x="4537" y="9859"/>
                    <a:pt x="4703" y="9264"/>
                    <a:pt x="4644" y="8656"/>
                  </a:cubicBezTo>
                  <a:cubicBezTo>
                    <a:pt x="4644" y="8585"/>
                    <a:pt x="4572" y="8502"/>
                    <a:pt x="4489" y="8490"/>
                  </a:cubicBezTo>
                  <a:cubicBezTo>
                    <a:pt x="2084" y="8144"/>
                    <a:pt x="346" y="6442"/>
                    <a:pt x="346" y="4430"/>
                  </a:cubicBezTo>
                  <a:cubicBezTo>
                    <a:pt x="346" y="2156"/>
                    <a:pt x="2608" y="310"/>
                    <a:pt x="5382" y="310"/>
                  </a:cubicBezTo>
                  <a:cubicBezTo>
                    <a:pt x="8168" y="310"/>
                    <a:pt x="10430" y="2156"/>
                    <a:pt x="10430" y="4430"/>
                  </a:cubicBezTo>
                  <a:cubicBezTo>
                    <a:pt x="10430" y="5370"/>
                    <a:pt x="10025" y="6287"/>
                    <a:pt x="9311" y="7013"/>
                  </a:cubicBezTo>
                  <a:cubicBezTo>
                    <a:pt x="9251" y="7097"/>
                    <a:pt x="9251" y="7192"/>
                    <a:pt x="9311" y="7252"/>
                  </a:cubicBezTo>
                  <a:cubicBezTo>
                    <a:pt x="9353" y="7281"/>
                    <a:pt x="9397" y="7296"/>
                    <a:pt x="9439" y="7296"/>
                  </a:cubicBezTo>
                  <a:cubicBezTo>
                    <a:pt x="9481" y="7296"/>
                    <a:pt x="9519" y="7281"/>
                    <a:pt x="9549" y="7252"/>
                  </a:cubicBezTo>
                  <a:cubicBezTo>
                    <a:pt x="10347" y="6466"/>
                    <a:pt x="10775" y="5454"/>
                    <a:pt x="10775" y="4430"/>
                  </a:cubicBezTo>
                  <a:cubicBezTo>
                    <a:pt x="10775" y="3263"/>
                    <a:pt x="10204" y="2144"/>
                    <a:pt x="9180" y="1286"/>
                  </a:cubicBezTo>
                  <a:cubicBezTo>
                    <a:pt x="8168" y="453"/>
                    <a:pt x="6811" y="1"/>
                    <a:pt x="53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4" name="Google Shape;464;p41"/>
          <p:cNvSpPr/>
          <p:nvPr/>
        </p:nvSpPr>
        <p:spPr>
          <a:xfrm>
            <a:off x="4389127" y="1412793"/>
            <a:ext cx="365746" cy="365758"/>
          </a:xfrm>
          <a:custGeom>
            <a:rect b="b" l="l" r="r" t="t"/>
            <a:pathLst>
              <a:path extrusionOk="0" h="11413" w="11478">
                <a:moveTo>
                  <a:pt x="1401" y="515"/>
                </a:moveTo>
                <a:cubicBezTo>
                  <a:pt x="1616" y="515"/>
                  <a:pt x="1834" y="595"/>
                  <a:pt x="2000" y="756"/>
                </a:cubicBezTo>
                <a:lnTo>
                  <a:pt x="2548" y="1304"/>
                </a:lnTo>
                <a:lnTo>
                  <a:pt x="1358" y="2494"/>
                </a:lnTo>
                <a:lnTo>
                  <a:pt x="810" y="1947"/>
                </a:lnTo>
                <a:cubicBezTo>
                  <a:pt x="476" y="1625"/>
                  <a:pt x="476" y="1078"/>
                  <a:pt x="810" y="756"/>
                </a:cubicBezTo>
                <a:cubicBezTo>
                  <a:pt x="971" y="595"/>
                  <a:pt x="1185" y="515"/>
                  <a:pt x="1401" y="515"/>
                </a:cubicBezTo>
                <a:close/>
                <a:moveTo>
                  <a:pt x="2798" y="1566"/>
                </a:moveTo>
                <a:lnTo>
                  <a:pt x="3251" y="2006"/>
                </a:lnTo>
                <a:lnTo>
                  <a:pt x="2655" y="2602"/>
                </a:lnTo>
                <a:lnTo>
                  <a:pt x="2060" y="3197"/>
                </a:lnTo>
                <a:lnTo>
                  <a:pt x="1608" y="2756"/>
                </a:lnTo>
                <a:lnTo>
                  <a:pt x="2798" y="1566"/>
                </a:lnTo>
                <a:close/>
                <a:moveTo>
                  <a:pt x="10132" y="9031"/>
                </a:moveTo>
                <a:lnTo>
                  <a:pt x="10811" y="10757"/>
                </a:lnTo>
                <a:lnTo>
                  <a:pt x="9085" y="10091"/>
                </a:lnTo>
                <a:lnTo>
                  <a:pt x="10132" y="9031"/>
                </a:lnTo>
                <a:close/>
                <a:moveTo>
                  <a:pt x="4036" y="5685"/>
                </a:moveTo>
                <a:lnTo>
                  <a:pt x="5763" y="7412"/>
                </a:lnTo>
                <a:lnTo>
                  <a:pt x="5418" y="7757"/>
                </a:lnTo>
                <a:lnTo>
                  <a:pt x="5001" y="7340"/>
                </a:lnTo>
                <a:cubicBezTo>
                  <a:pt x="4965" y="7299"/>
                  <a:pt x="4920" y="7278"/>
                  <a:pt x="4876" y="7278"/>
                </a:cubicBezTo>
                <a:cubicBezTo>
                  <a:pt x="4831" y="7278"/>
                  <a:pt x="4787" y="7299"/>
                  <a:pt x="4751" y="7340"/>
                </a:cubicBezTo>
                <a:cubicBezTo>
                  <a:pt x="4679" y="7412"/>
                  <a:pt x="4679" y="7519"/>
                  <a:pt x="4751" y="7590"/>
                </a:cubicBezTo>
                <a:lnTo>
                  <a:pt x="5168" y="8007"/>
                </a:lnTo>
                <a:lnTo>
                  <a:pt x="4763" y="8412"/>
                </a:lnTo>
                <a:lnTo>
                  <a:pt x="3822" y="7471"/>
                </a:lnTo>
                <a:cubicBezTo>
                  <a:pt x="3786" y="7436"/>
                  <a:pt x="3742" y="7418"/>
                  <a:pt x="3697" y="7418"/>
                </a:cubicBezTo>
                <a:cubicBezTo>
                  <a:pt x="3652" y="7418"/>
                  <a:pt x="3608" y="7436"/>
                  <a:pt x="3572" y="7471"/>
                </a:cubicBezTo>
                <a:cubicBezTo>
                  <a:pt x="3501" y="7543"/>
                  <a:pt x="3501" y="7650"/>
                  <a:pt x="3572" y="7721"/>
                </a:cubicBezTo>
                <a:lnTo>
                  <a:pt x="4513" y="8662"/>
                </a:lnTo>
                <a:lnTo>
                  <a:pt x="4108" y="9067"/>
                </a:lnTo>
                <a:lnTo>
                  <a:pt x="3691" y="8638"/>
                </a:lnTo>
                <a:cubicBezTo>
                  <a:pt x="3655" y="8602"/>
                  <a:pt x="3611" y="8584"/>
                  <a:pt x="3566" y="8584"/>
                </a:cubicBezTo>
                <a:cubicBezTo>
                  <a:pt x="3521" y="8584"/>
                  <a:pt x="3477" y="8602"/>
                  <a:pt x="3441" y="8638"/>
                </a:cubicBezTo>
                <a:cubicBezTo>
                  <a:pt x="3358" y="8721"/>
                  <a:pt x="3358" y="8817"/>
                  <a:pt x="3441" y="8900"/>
                </a:cubicBezTo>
                <a:lnTo>
                  <a:pt x="3858" y="9317"/>
                </a:lnTo>
                <a:lnTo>
                  <a:pt x="3453" y="9710"/>
                </a:lnTo>
                <a:lnTo>
                  <a:pt x="3036" y="9293"/>
                </a:lnTo>
                <a:cubicBezTo>
                  <a:pt x="3001" y="9257"/>
                  <a:pt x="2956" y="9239"/>
                  <a:pt x="2911" y="9239"/>
                </a:cubicBezTo>
                <a:cubicBezTo>
                  <a:pt x="2867" y="9239"/>
                  <a:pt x="2822" y="9257"/>
                  <a:pt x="2786" y="9293"/>
                </a:cubicBezTo>
                <a:cubicBezTo>
                  <a:pt x="2703" y="9376"/>
                  <a:pt x="2703" y="9471"/>
                  <a:pt x="2786" y="9555"/>
                </a:cubicBezTo>
                <a:lnTo>
                  <a:pt x="3203" y="9972"/>
                </a:lnTo>
                <a:lnTo>
                  <a:pt x="2798" y="10364"/>
                </a:lnTo>
                <a:lnTo>
                  <a:pt x="1858" y="9436"/>
                </a:lnTo>
                <a:cubicBezTo>
                  <a:pt x="1822" y="9394"/>
                  <a:pt x="1777" y="9373"/>
                  <a:pt x="1733" y="9373"/>
                </a:cubicBezTo>
                <a:cubicBezTo>
                  <a:pt x="1688" y="9373"/>
                  <a:pt x="1643" y="9394"/>
                  <a:pt x="1608" y="9436"/>
                </a:cubicBezTo>
                <a:cubicBezTo>
                  <a:pt x="1536" y="9507"/>
                  <a:pt x="1536" y="9614"/>
                  <a:pt x="1608" y="9686"/>
                </a:cubicBezTo>
                <a:lnTo>
                  <a:pt x="2548" y="10626"/>
                </a:lnTo>
                <a:lnTo>
                  <a:pt x="2191" y="10984"/>
                </a:lnTo>
                <a:cubicBezTo>
                  <a:pt x="2155" y="11007"/>
                  <a:pt x="2096" y="11043"/>
                  <a:pt x="2048" y="11043"/>
                </a:cubicBezTo>
                <a:cubicBezTo>
                  <a:pt x="2012" y="11043"/>
                  <a:pt x="1953" y="11019"/>
                  <a:pt x="1917" y="10984"/>
                </a:cubicBezTo>
                <a:lnTo>
                  <a:pt x="465" y="9519"/>
                </a:lnTo>
                <a:cubicBezTo>
                  <a:pt x="381" y="9448"/>
                  <a:pt x="381" y="9329"/>
                  <a:pt x="465" y="9257"/>
                </a:cubicBezTo>
                <a:lnTo>
                  <a:pt x="4036" y="5685"/>
                </a:lnTo>
                <a:close/>
                <a:moveTo>
                  <a:pt x="9428" y="0"/>
                </a:moveTo>
                <a:cubicBezTo>
                  <a:pt x="9290" y="0"/>
                  <a:pt x="9150" y="54"/>
                  <a:pt x="9037" y="161"/>
                </a:cubicBezTo>
                <a:lnTo>
                  <a:pt x="6299" y="2899"/>
                </a:lnTo>
                <a:cubicBezTo>
                  <a:pt x="6227" y="2971"/>
                  <a:pt x="6227" y="3078"/>
                  <a:pt x="6299" y="3149"/>
                </a:cubicBezTo>
                <a:cubicBezTo>
                  <a:pt x="6334" y="3185"/>
                  <a:pt x="6379" y="3203"/>
                  <a:pt x="6424" y="3203"/>
                </a:cubicBezTo>
                <a:cubicBezTo>
                  <a:pt x="6468" y="3203"/>
                  <a:pt x="6513" y="3185"/>
                  <a:pt x="6549" y="3149"/>
                </a:cubicBezTo>
                <a:lnTo>
                  <a:pt x="9287" y="411"/>
                </a:lnTo>
                <a:cubicBezTo>
                  <a:pt x="9323" y="387"/>
                  <a:pt x="9382" y="351"/>
                  <a:pt x="9418" y="351"/>
                </a:cubicBezTo>
                <a:cubicBezTo>
                  <a:pt x="9466" y="351"/>
                  <a:pt x="9525" y="363"/>
                  <a:pt x="9561" y="411"/>
                </a:cubicBezTo>
                <a:lnTo>
                  <a:pt x="11013" y="1875"/>
                </a:lnTo>
                <a:cubicBezTo>
                  <a:pt x="11049" y="1899"/>
                  <a:pt x="11073" y="1959"/>
                  <a:pt x="11073" y="2006"/>
                </a:cubicBezTo>
                <a:cubicBezTo>
                  <a:pt x="11073" y="2054"/>
                  <a:pt x="11061" y="2113"/>
                  <a:pt x="11013" y="2137"/>
                </a:cubicBezTo>
                <a:lnTo>
                  <a:pt x="10656" y="2494"/>
                </a:lnTo>
                <a:lnTo>
                  <a:pt x="9716" y="1554"/>
                </a:lnTo>
                <a:cubicBezTo>
                  <a:pt x="9680" y="1518"/>
                  <a:pt x="9635" y="1500"/>
                  <a:pt x="9591" y="1500"/>
                </a:cubicBezTo>
                <a:cubicBezTo>
                  <a:pt x="9546" y="1500"/>
                  <a:pt x="9501" y="1518"/>
                  <a:pt x="9466" y="1554"/>
                </a:cubicBezTo>
                <a:cubicBezTo>
                  <a:pt x="9394" y="1637"/>
                  <a:pt x="9394" y="1732"/>
                  <a:pt x="9466" y="1816"/>
                </a:cubicBezTo>
                <a:lnTo>
                  <a:pt x="10406" y="2744"/>
                </a:lnTo>
                <a:lnTo>
                  <a:pt x="10001" y="3149"/>
                </a:lnTo>
                <a:lnTo>
                  <a:pt x="9585" y="2733"/>
                </a:lnTo>
                <a:cubicBezTo>
                  <a:pt x="9549" y="2697"/>
                  <a:pt x="9504" y="2679"/>
                  <a:pt x="9460" y="2679"/>
                </a:cubicBezTo>
                <a:cubicBezTo>
                  <a:pt x="9415" y="2679"/>
                  <a:pt x="9370" y="2697"/>
                  <a:pt x="9335" y="2733"/>
                </a:cubicBezTo>
                <a:cubicBezTo>
                  <a:pt x="9263" y="2804"/>
                  <a:pt x="9263" y="2911"/>
                  <a:pt x="9335" y="2983"/>
                </a:cubicBezTo>
                <a:lnTo>
                  <a:pt x="9751" y="3399"/>
                </a:lnTo>
                <a:lnTo>
                  <a:pt x="9347" y="3804"/>
                </a:lnTo>
                <a:lnTo>
                  <a:pt x="8930" y="3387"/>
                </a:lnTo>
                <a:cubicBezTo>
                  <a:pt x="8894" y="3352"/>
                  <a:pt x="8850" y="3334"/>
                  <a:pt x="8805" y="3334"/>
                </a:cubicBezTo>
                <a:cubicBezTo>
                  <a:pt x="8760" y="3334"/>
                  <a:pt x="8716" y="3352"/>
                  <a:pt x="8680" y="3387"/>
                </a:cubicBezTo>
                <a:cubicBezTo>
                  <a:pt x="8597" y="3459"/>
                  <a:pt x="8597" y="3566"/>
                  <a:pt x="8680" y="3637"/>
                </a:cubicBezTo>
                <a:lnTo>
                  <a:pt x="9097" y="4054"/>
                </a:lnTo>
                <a:lnTo>
                  <a:pt x="8692" y="4459"/>
                </a:lnTo>
                <a:lnTo>
                  <a:pt x="7751" y="3518"/>
                </a:lnTo>
                <a:cubicBezTo>
                  <a:pt x="7715" y="3483"/>
                  <a:pt x="7671" y="3465"/>
                  <a:pt x="7626" y="3465"/>
                </a:cubicBezTo>
                <a:cubicBezTo>
                  <a:pt x="7581" y="3465"/>
                  <a:pt x="7537" y="3483"/>
                  <a:pt x="7501" y="3518"/>
                </a:cubicBezTo>
                <a:cubicBezTo>
                  <a:pt x="7430" y="3602"/>
                  <a:pt x="7430" y="3697"/>
                  <a:pt x="7501" y="3780"/>
                </a:cubicBezTo>
                <a:lnTo>
                  <a:pt x="8442" y="4709"/>
                </a:lnTo>
                <a:lnTo>
                  <a:pt x="8037" y="5114"/>
                </a:lnTo>
                <a:lnTo>
                  <a:pt x="7620" y="4697"/>
                </a:lnTo>
                <a:cubicBezTo>
                  <a:pt x="7584" y="4661"/>
                  <a:pt x="7540" y="4644"/>
                  <a:pt x="7495" y="4644"/>
                </a:cubicBezTo>
                <a:cubicBezTo>
                  <a:pt x="7451" y="4644"/>
                  <a:pt x="7406" y="4661"/>
                  <a:pt x="7370" y="4697"/>
                </a:cubicBezTo>
                <a:cubicBezTo>
                  <a:pt x="7287" y="4769"/>
                  <a:pt x="7287" y="4876"/>
                  <a:pt x="7370" y="4947"/>
                </a:cubicBezTo>
                <a:lnTo>
                  <a:pt x="7787" y="5364"/>
                </a:lnTo>
                <a:lnTo>
                  <a:pt x="7442" y="5709"/>
                </a:lnTo>
                <a:lnTo>
                  <a:pt x="5715" y="3983"/>
                </a:lnTo>
                <a:lnTo>
                  <a:pt x="6037" y="3661"/>
                </a:lnTo>
                <a:cubicBezTo>
                  <a:pt x="6120" y="3578"/>
                  <a:pt x="6120" y="3483"/>
                  <a:pt x="6037" y="3399"/>
                </a:cubicBezTo>
                <a:cubicBezTo>
                  <a:pt x="6001" y="3364"/>
                  <a:pt x="5956" y="3346"/>
                  <a:pt x="5912" y="3346"/>
                </a:cubicBezTo>
                <a:cubicBezTo>
                  <a:pt x="5867" y="3346"/>
                  <a:pt x="5822" y="3364"/>
                  <a:pt x="5787" y="3399"/>
                </a:cubicBezTo>
                <a:lnTo>
                  <a:pt x="5465" y="3733"/>
                </a:lnTo>
                <a:lnTo>
                  <a:pt x="2239" y="506"/>
                </a:lnTo>
                <a:cubicBezTo>
                  <a:pt x="2012" y="280"/>
                  <a:pt x="1715" y="161"/>
                  <a:pt x="1381" y="161"/>
                </a:cubicBezTo>
                <a:cubicBezTo>
                  <a:pt x="1072" y="161"/>
                  <a:pt x="762" y="280"/>
                  <a:pt x="536" y="506"/>
                </a:cubicBezTo>
                <a:cubicBezTo>
                  <a:pt x="310" y="732"/>
                  <a:pt x="191" y="1030"/>
                  <a:pt x="191" y="1351"/>
                </a:cubicBezTo>
                <a:cubicBezTo>
                  <a:pt x="191" y="1661"/>
                  <a:pt x="310" y="1971"/>
                  <a:pt x="536" y="2197"/>
                </a:cubicBezTo>
                <a:lnTo>
                  <a:pt x="3774" y="5447"/>
                </a:lnTo>
                <a:lnTo>
                  <a:pt x="203" y="9019"/>
                </a:lnTo>
                <a:cubicBezTo>
                  <a:pt x="0" y="9221"/>
                  <a:pt x="0" y="9567"/>
                  <a:pt x="203" y="9793"/>
                </a:cubicBezTo>
                <a:lnTo>
                  <a:pt x="1667" y="11246"/>
                </a:lnTo>
                <a:cubicBezTo>
                  <a:pt x="1774" y="11353"/>
                  <a:pt x="1905" y="11412"/>
                  <a:pt x="2048" y="11412"/>
                </a:cubicBezTo>
                <a:cubicBezTo>
                  <a:pt x="2203" y="11412"/>
                  <a:pt x="2334" y="11353"/>
                  <a:pt x="2441" y="11246"/>
                </a:cubicBezTo>
                <a:lnTo>
                  <a:pt x="6013" y="7674"/>
                </a:lnTo>
                <a:lnTo>
                  <a:pt x="6263" y="7924"/>
                </a:lnTo>
                <a:cubicBezTo>
                  <a:pt x="6299" y="7965"/>
                  <a:pt x="6343" y="7986"/>
                  <a:pt x="6389" y="7986"/>
                </a:cubicBezTo>
                <a:cubicBezTo>
                  <a:pt x="6436" y="7986"/>
                  <a:pt x="6483" y="7965"/>
                  <a:pt x="6525" y="7924"/>
                </a:cubicBezTo>
                <a:cubicBezTo>
                  <a:pt x="6596" y="7852"/>
                  <a:pt x="6596" y="7745"/>
                  <a:pt x="6525" y="7674"/>
                </a:cubicBezTo>
                <a:lnTo>
                  <a:pt x="6168" y="7316"/>
                </a:lnTo>
                <a:cubicBezTo>
                  <a:pt x="6168" y="7305"/>
                  <a:pt x="6144" y="7305"/>
                  <a:pt x="6132" y="7293"/>
                </a:cubicBezTo>
                <a:lnTo>
                  <a:pt x="6096" y="7257"/>
                </a:lnTo>
                <a:lnTo>
                  <a:pt x="2310" y="3471"/>
                </a:lnTo>
                <a:lnTo>
                  <a:pt x="2786" y="2995"/>
                </a:lnTo>
                <a:lnTo>
                  <a:pt x="3084" y="3292"/>
                </a:lnTo>
                <a:cubicBezTo>
                  <a:pt x="3108" y="3316"/>
                  <a:pt x="3155" y="3328"/>
                  <a:pt x="3203" y="3328"/>
                </a:cubicBezTo>
                <a:cubicBezTo>
                  <a:pt x="3239" y="3328"/>
                  <a:pt x="3286" y="3316"/>
                  <a:pt x="3322" y="3292"/>
                </a:cubicBezTo>
                <a:cubicBezTo>
                  <a:pt x="3393" y="3209"/>
                  <a:pt x="3393" y="3114"/>
                  <a:pt x="3322" y="3030"/>
                </a:cubicBezTo>
                <a:lnTo>
                  <a:pt x="3024" y="2733"/>
                </a:lnTo>
                <a:lnTo>
                  <a:pt x="3501" y="2256"/>
                </a:lnTo>
                <a:lnTo>
                  <a:pt x="5358" y="4126"/>
                </a:lnTo>
                <a:lnTo>
                  <a:pt x="7311" y="6066"/>
                </a:lnTo>
                <a:lnTo>
                  <a:pt x="7323" y="6090"/>
                </a:lnTo>
                <a:lnTo>
                  <a:pt x="7334" y="6102"/>
                </a:lnTo>
                <a:lnTo>
                  <a:pt x="9942" y="8710"/>
                </a:lnTo>
                <a:lnTo>
                  <a:pt x="9466" y="9186"/>
                </a:lnTo>
                <a:lnTo>
                  <a:pt x="6846" y="6554"/>
                </a:lnTo>
                <a:lnTo>
                  <a:pt x="5810" y="5519"/>
                </a:lnTo>
                <a:lnTo>
                  <a:pt x="3965" y="3673"/>
                </a:lnTo>
                <a:cubicBezTo>
                  <a:pt x="3923" y="3637"/>
                  <a:pt x="3879" y="3620"/>
                  <a:pt x="3834" y="3620"/>
                </a:cubicBezTo>
                <a:cubicBezTo>
                  <a:pt x="3789" y="3620"/>
                  <a:pt x="3745" y="3637"/>
                  <a:pt x="3703" y="3673"/>
                </a:cubicBezTo>
                <a:cubicBezTo>
                  <a:pt x="3632" y="3745"/>
                  <a:pt x="3632" y="3852"/>
                  <a:pt x="3703" y="3923"/>
                </a:cubicBezTo>
                <a:lnTo>
                  <a:pt x="9239" y="9460"/>
                </a:lnTo>
                <a:lnTo>
                  <a:pt x="8763" y="9936"/>
                </a:lnTo>
                <a:lnTo>
                  <a:pt x="7096" y="8269"/>
                </a:lnTo>
                <a:cubicBezTo>
                  <a:pt x="7061" y="8233"/>
                  <a:pt x="7016" y="8215"/>
                  <a:pt x="6971" y="8215"/>
                </a:cubicBezTo>
                <a:cubicBezTo>
                  <a:pt x="6927" y="8215"/>
                  <a:pt x="6882" y="8233"/>
                  <a:pt x="6846" y="8269"/>
                </a:cubicBezTo>
                <a:cubicBezTo>
                  <a:pt x="6775" y="8340"/>
                  <a:pt x="6775" y="8448"/>
                  <a:pt x="6846" y="8519"/>
                </a:cubicBezTo>
                <a:lnTo>
                  <a:pt x="8632" y="10305"/>
                </a:lnTo>
                <a:cubicBezTo>
                  <a:pt x="8644" y="10329"/>
                  <a:pt x="8680" y="10341"/>
                  <a:pt x="8692" y="10353"/>
                </a:cubicBezTo>
                <a:lnTo>
                  <a:pt x="10799" y="11174"/>
                </a:lnTo>
                <a:cubicBezTo>
                  <a:pt x="10835" y="11186"/>
                  <a:pt x="10883" y="11186"/>
                  <a:pt x="10906" y="11186"/>
                </a:cubicBezTo>
                <a:cubicBezTo>
                  <a:pt x="10990" y="11186"/>
                  <a:pt x="11061" y="11162"/>
                  <a:pt x="11121" y="11103"/>
                </a:cubicBezTo>
                <a:cubicBezTo>
                  <a:pt x="11192" y="11019"/>
                  <a:pt x="11228" y="10900"/>
                  <a:pt x="11180" y="10805"/>
                </a:cubicBezTo>
                <a:lnTo>
                  <a:pt x="10359" y="8686"/>
                </a:lnTo>
                <a:cubicBezTo>
                  <a:pt x="10347" y="8662"/>
                  <a:pt x="10323" y="8638"/>
                  <a:pt x="10311" y="8626"/>
                </a:cubicBezTo>
                <a:lnTo>
                  <a:pt x="7692" y="6007"/>
                </a:lnTo>
                <a:lnTo>
                  <a:pt x="11264" y="2435"/>
                </a:lnTo>
                <a:cubicBezTo>
                  <a:pt x="11478" y="2185"/>
                  <a:pt x="11478" y="1840"/>
                  <a:pt x="11264" y="1625"/>
                </a:cubicBezTo>
                <a:lnTo>
                  <a:pt x="9811" y="161"/>
                </a:lnTo>
                <a:cubicBezTo>
                  <a:pt x="9704" y="54"/>
                  <a:pt x="9567" y="0"/>
                  <a:pt x="94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UNSERE MISSION UND VISION</a:t>
            </a:r>
            <a:endParaRPr/>
          </a:p>
        </p:txBody>
      </p:sp>
      <p:sp>
        <p:nvSpPr>
          <p:cNvPr id="470" name="Google Shape;470;p42"/>
          <p:cNvSpPr txBox="1"/>
          <p:nvPr>
            <p:ph idx="2" type="title"/>
          </p:nvPr>
        </p:nvSpPr>
        <p:spPr>
          <a:xfrm>
            <a:off x="1537450" y="2648588"/>
            <a:ext cx="2742600" cy="42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MISSION</a:t>
            </a:r>
            <a:endParaRPr/>
          </a:p>
        </p:txBody>
      </p:sp>
      <p:sp>
        <p:nvSpPr>
          <p:cNvPr id="471" name="Google Shape;471;p42"/>
          <p:cNvSpPr txBox="1"/>
          <p:nvPr>
            <p:ph idx="3" type="title"/>
          </p:nvPr>
        </p:nvSpPr>
        <p:spPr>
          <a:xfrm>
            <a:off x="4864299" y="2648588"/>
            <a:ext cx="2742600" cy="42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VISION</a:t>
            </a:r>
            <a:endParaRPr/>
          </a:p>
        </p:txBody>
      </p:sp>
      <p:sp>
        <p:nvSpPr>
          <p:cNvPr id="472" name="Google Shape;472;p42"/>
          <p:cNvSpPr txBox="1"/>
          <p:nvPr>
            <p:ph idx="1" type="subTitle"/>
          </p:nvPr>
        </p:nvSpPr>
        <p:spPr>
          <a:xfrm>
            <a:off x="4863999" y="2985289"/>
            <a:ext cx="2743200" cy="104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Die Venus hat einen schönen Namen und ist der ist der drittkleinste Planet des Sonnensystems</a:t>
            </a:r>
            <a:endParaRPr/>
          </a:p>
        </p:txBody>
      </p:sp>
      <p:sp>
        <p:nvSpPr>
          <p:cNvPr id="473" name="Google Shape;473;p42"/>
          <p:cNvSpPr txBox="1"/>
          <p:nvPr>
            <p:ph idx="4" type="subTitle"/>
          </p:nvPr>
        </p:nvSpPr>
        <p:spPr>
          <a:xfrm>
            <a:off x="1537450" y="2985289"/>
            <a:ext cx="2742600" cy="104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Der M</a:t>
            </a:r>
            <a:r>
              <a:rPr lang="en"/>
              <a:t>erkur ist der sonnennächste Planet und der kleinste, er ist nur ein bisschen größer als der Mond</a:t>
            </a:r>
            <a:endParaRPr/>
          </a:p>
        </p:txBody>
      </p:sp>
      <p:sp>
        <p:nvSpPr>
          <p:cNvPr id="474" name="Google Shape;474;p42"/>
          <p:cNvSpPr/>
          <p:nvPr/>
        </p:nvSpPr>
        <p:spPr>
          <a:xfrm>
            <a:off x="2542092" y="1662251"/>
            <a:ext cx="7314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42"/>
          <p:cNvSpPr/>
          <p:nvPr/>
        </p:nvSpPr>
        <p:spPr>
          <a:xfrm>
            <a:off x="5869892" y="1662251"/>
            <a:ext cx="7314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6" name="Google Shape;476;p42"/>
          <p:cNvGrpSpPr/>
          <p:nvPr/>
        </p:nvGrpSpPr>
        <p:grpSpPr>
          <a:xfrm>
            <a:off x="2741110" y="1799355"/>
            <a:ext cx="335284" cy="457207"/>
            <a:chOff x="1367060" y="2422129"/>
            <a:chExt cx="269261" cy="352050"/>
          </a:xfrm>
        </p:grpSpPr>
        <p:sp>
          <p:nvSpPr>
            <p:cNvPr id="477" name="Google Shape;477;p42"/>
            <p:cNvSpPr/>
            <p:nvPr/>
          </p:nvSpPr>
          <p:spPr>
            <a:xfrm>
              <a:off x="1392059" y="2651857"/>
              <a:ext cx="129160" cy="122322"/>
            </a:xfrm>
            <a:custGeom>
              <a:rect b="b" l="l" r="r" t="t"/>
              <a:pathLst>
                <a:path extrusionOk="0" h="3846" w="4061">
                  <a:moveTo>
                    <a:pt x="167" y="0"/>
                  </a:moveTo>
                  <a:cubicBezTo>
                    <a:pt x="72" y="0"/>
                    <a:pt x="0" y="83"/>
                    <a:pt x="0" y="167"/>
                  </a:cubicBezTo>
                  <a:cubicBezTo>
                    <a:pt x="0" y="262"/>
                    <a:pt x="72" y="333"/>
                    <a:pt x="167" y="333"/>
                  </a:cubicBezTo>
                  <a:lnTo>
                    <a:pt x="357" y="333"/>
                  </a:lnTo>
                  <a:lnTo>
                    <a:pt x="357" y="1691"/>
                  </a:lnTo>
                  <a:cubicBezTo>
                    <a:pt x="357" y="2179"/>
                    <a:pt x="762" y="2584"/>
                    <a:pt x="1250" y="2584"/>
                  </a:cubicBezTo>
                  <a:cubicBezTo>
                    <a:pt x="1286" y="2584"/>
                    <a:pt x="1226" y="2584"/>
                    <a:pt x="2310" y="2405"/>
                  </a:cubicBezTo>
                  <a:lnTo>
                    <a:pt x="2310" y="3453"/>
                  </a:lnTo>
                  <a:cubicBezTo>
                    <a:pt x="2310" y="3667"/>
                    <a:pt x="2489" y="3846"/>
                    <a:pt x="2691" y="3846"/>
                  </a:cubicBezTo>
                  <a:lnTo>
                    <a:pt x="3905" y="3846"/>
                  </a:lnTo>
                  <a:cubicBezTo>
                    <a:pt x="3989" y="3846"/>
                    <a:pt x="4060" y="3774"/>
                    <a:pt x="4060" y="3679"/>
                  </a:cubicBezTo>
                  <a:cubicBezTo>
                    <a:pt x="4060" y="3596"/>
                    <a:pt x="3989" y="3500"/>
                    <a:pt x="3893" y="3500"/>
                  </a:cubicBezTo>
                  <a:lnTo>
                    <a:pt x="2691" y="3500"/>
                  </a:lnTo>
                  <a:cubicBezTo>
                    <a:pt x="2667" y="3500"/>
                    <a:pt x="2631" y="3465"/>
                    <a:pt x="2631" y="3441"/>
                  </a:cubicBezTo>
                  <a:lnTo>
                    <a:pt x="2631" y="2191"/>
                  </a:lnTo>
                  <a:cubicBezTo>
                    <a:pt x="2631" y="2143"/>
                    <a:pt x="2620" y="2107"/>
                    <a:pt x="2572" y="2072"/>
                  </a:cubicBezTo>
                  <a:cubicBezTo>
                    <a:pt x="2555" y="2055"/>
                    <a:pt x="2520" y="2038"/>
                    <a:pt x="2485" y="2038"/>
                  </a:cubicBezTo>
                  <a:cubicBezTo>
                    <a:pt x="2470" y="2038"/>
                    <a:pt x="2455" y="2041"/>
                    <a:pt x="2441" y="2048"/>
                  </a:cubicBezTo>
                  <a:lnTo>
                    <a:pt x="1238" y="2250"/>
                  </a:lnTo>
                  <a:cubicBezTo>
                    <a:pt x="917" y="2250"/>
                    <a:pt x="691" y="2000"/>
                    <a:pt x="691" y="1691"/>
                  </a:cubicBezTo>
                  <a:lnTo>
                    <a:pt x="691" y="167"/>
                  </a:lnTo>
                  <a:cubicBezTo>
                    <a:pt x="691" y="83"/>
                    <a:pt x="607" y="0"/>
                    <a:pt x="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42"/>
            <p:cNvSpPr/>
            <p:nvPr/>
          </p:nvSpPr>
          <p:spPr>
            <a:xfrm>
              <a:off x="1367060" y="2441912"/>
              <a:ext cx="82184" cy="212139"/>
            </a:xfrm>
            <a:custGeom>
              <a:rect b="b" l="l" r="r" t="t"/>
              <a:pathLst>
                <a:path extrusionOk="0" h="6670" w="2584">
                  <a:moveTo>
                    <a:pt x="2415" y="1"/>
                  </a:moveTo>
                  <a:cubicBezTo>
                    <a:pt x="2382" y="1"/>
                    <a:pt x="2350" y="10"/>
                    <a:pt x="2322" y="29"/>
                  </a:cubicBezTo>
                  <a:cubicBezTo>
                    <a:pt x="1274" y="731"/>
                    <a:pt x="655" y="1898"/>
                    <a:pt x="655" y="3148"/>
                  </a:cubicBezTo>
                  <a:cubicBezTo>
                    <a:pt x="655" y="3351"/>
                    <a:pt x="667" y="3541"/>
                    <a:pt x="703" y="3732"/>
                  </a:cubicBezTo>
                  <a:cubicBezTo>
                    <a:pt x="48" y="5708"/>
                    <a:pt x="0" y="5696"/>
                    <a:pt x="0" y="5970"/>
                  </a:cubicBezTo>
                  <a:cubicBezTo>
                    <a:pt x="0" y="6208"/>
                    <a:pt x="84" y="6446"/>
                    <a:pt x="262" y="6625"/>
                  </a:cubicBezTo>
                  <a:cubicBezTo>
                    <a:pt x="295" y="6651"/>
                    <a:pt x="342" y="6670"/>
                    <a:pt x="389" y="6670"/>
                  </a:cubicBezTo>
                  <a:cubicBezTo>
                    <a:pt x="429" y="6670"/>
                    <a:pt x="468" y="6657"/>
                    <a:pt x="500" y="6625"/>
                  </a:cubicBezTo>
                  <a:cubicBezTo>
                    <a:pt x="560" y="6565"/>
                    <a:pt x="584" y="6458"/>
                    <a:pt x="500" y="6375"/>
                  </a:cubicBezTo>
                  <a:cubicBezTo>
                    <a:pt x="358" y="6220"/>
                    <a:pt x="298" y="5982"/>
                    <a:pt x="369" y="5756"/>
                  </a:cubicBezTo>
                  <a:lnTo>
                    <a:pt x="1036" y="3791"/>
                  </a:lnTo>
                  <a:cubicBezTo>
                    <a:pt x="1060" y="3767"/>
                    <a:pt x="1060" y="3732"/>
                    <a:pt x="1036" y="3720"/>
                  </a:cubicBezTo>
                  <a:cubicBezTo>
                    <a:pt x="1012" y="3517"/>
                    <a:pt x="1000" y="3327"/>
                    <a:pt x="1000" y="3148"/>
                  </a:cubicBezTo>
                  <a:cubicBezTo>
                    <a:pt x="1000" y="2005"/>
                    <a:pt x="1560" y="934"/>
                    <a:pt x="2513" y="291"/>
                  </a:cubicBezTo>
                  <a:cubicBezTo>
                    <a:pt x="2572" y="255"/>
                    <a:pt x="2584" y="148"/>
                    <a:pt x="2548" y="76"/>
                  </a:cubicBezTo>
                  <a:cubicBezTo>
                    <a:pt x="2519" y="25"/>
                    <a:pt x="2467" y="1"/>
                    <a:pt x="24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42"/>
            <p:cNvSpPr/>
            <p:nvPr/>
          </p:nvSpPr>
          <p:spPr>
            <a:xfrm>
              <a:off x="1456051" y="2422129"/>
              <a:ext cx="180271" cy="162937"/>
            </a:xfrm>
            <a:custGeom>
              <a:rect b="b" l="l" r="r" t="t"/>
              <a:pathLst>
                <a:path extrusionOk="0" h="5123" w="5668">
                  <a:moveTo>
                    <a:pt x="1621" y="1"/>
                  </a:moveTo>
                  <a:cubicBezTo>
                    <a:pt x="1104" y="1"/>
                    <a:pt x="591" y="107"/>
                    <a:pt x="119" y="317"/>
                  </a:cubicBezTo>
                  <a:cubicBezTo>
                    <a:pt x="24" y="353"/>
                    <a:pt x="0" y="448"/>
                    <a:pt x="24" y="544"/>
                  </a:cubicBezTo>
                  <a:cubicBezTo>
                    <a:pt x="51" y="616"/>
                    <a:pt x="113" y="648"/>
                    <a:pt x="184" y="648"/>
                  </a:cubicBezTo>
                  <a:cubicBezTo>
                    <a:pt x="205" y="648"/>
                    <a:pt x="228" y="645"/>
                    <a:pt x="250" y="639"/>
                  </a:cubicBezTo>
                  <a:cubicBezTo>
                    <a:pt x="965" y="317"/>
                    <a:pt x="1536" y="365"/>
                    <a:pt x="1643" y="353"/>
                  </a:cubicBezTo>
                  <a:cubicBezTo>
                    <a:pt x="3941" y="365"/>
                    <a:pt x="5644" y="2556"/>
                    <a:pt x="4894" y="4901"/>
                  </a:cubicBezTo>
                  <a:cubicBezTo>
                    <a:pt x="4870" y="4997"/>
                    <a:pt x="4906" y="5080"/>
                    <a:pt x="5001" y="5116"/>
                  </a:cubicBezTo>
                  <a:cubicBezTo>
                    <a:pt x="5018" y="5120"/>
                    <a:pt x="5035" y="5123"/>
                    <a:pt x="5052" y="5123"/>
                  </a:cubicBezTo>
                  <a:cubicBezTo>
                    <a:pt x="5119" y="5123"/>
                    <a:pt x="5184" y="5085"/>
                    <a:pt x="5203" y="5009"/>
                  </a:cubicBezTo>
                  <a:cubicBezTo>
                    <a:pt x="5668" y="3508"/>
                    <a:pt x="5239" y="2044"/>
                    <a:pt x="4263" y="1079"/>
                  </a:cubicBezTo>
                  <a:cubicBezTo>
                    <a:pt x="3524" y="356"/>
                    <a:pt x="2566" y="1"/>
                    <a:pt x="16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42"/>
            <p:cNvSpPr/>
            <p:nvPr/>
          </p:nvSpPr>
          <p:spPr>
            <a:xfrm>
              <a:off x="1532160" y="2593590"/>
              <a:ext cx="81834" cy="180207"/>
            </a:xfrm>
            <a:custGeom>
              <a:rect b="b" l="l" r="r" t="t"/>
              <a:pathLst>
                <a:path extrusionOk="0" h="5666" w="2573">
                  <a:moveTo>
                    <a:pt x="2399" y="1"/>
                  </a:moveTo>
                  <a:cubicBezTo>
                    <a:pt x="2340" y="1"/>
                    <a:pt x="2284" y="36"/>
                    <a:pt x="2251" y="94"/>
                  </a:cubicBezTo>
                  <a:cubicBezTo>
                    <a:pt x="2096" y="380"/>
                    <a:pt x="1715" y="856"/>
                    <a:pt x="1715" y="1737"/>
                  </a:cubicBezTo>
                  <a:lnTo>
                    <a:pt x="1715" y="5273"/>
                  </a:lnTo>
                  <a:cubicBezTo>
                    <a:pt x="1715" y="5309"/>
                    <a:pt x="1679" y="5332"/>
                    <a:pt x="1655" y="5332"/>
                  </a:cubicBezTo>
                  <a:lnTo>
                    <a:pt x="167" y="5332"/>
                  </a:lnTo>
                  <a:cubicBezTo>
                    <a:pt x="72" y="5332"/>
                    <a:pt x="0" y="5404"/>
                    <a:pt x="0" y="5499"/>
                  </a:cubicBezTo>
                  <a:cubicBezTo>
                    <a:pt x="0" y="5583"/>
                    <a:pt x="72" y="5666"/>
                    <a:pt x="167" y="5666"/>
                  </a:cubicBezTo>
                  <a:lnTo>
                    <a:pt x="1655" y="5666"/>
                  </a:lnTo>
                  <a:cubicBezTo>
                    <a:pt x="1858" y="5666"/>
                    <a:pt x="2036" y="5487"/>
                    <a:pt x="2036" y="5273"/>
                  </a:cubicBezTo>
                  <a:lnTo>
                    <a:pt x="2036" y="1737"/>
                  </a:lnTo>
                  <a:cubicBezTo>
                    <a:pt x="2036" y="963"/>
                    <a:pt x="2382" y="558"/>
                    <a:pt x="2548" y="249"/>
                  </a:cubicBezTo>
                  <a:cubicBezTo>
                    <a:pt x="2572" y="153"/>
                    <a:pt x="2548" y="70"/>
                    <a:pt x="2477" y="22"/>
                  </a:cubicBezTo>
                  <a:cubicBezTo>
                    <a:pt x="2451" y="8"/>
                    <a:pt x="2425" y="1"/>
                    <a:pt x="23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42"/>
            <p:cNvSpPr/>
            <p:nvPr/>
          </p:nvSpPr>
          <p:spPr>
            <a:xfrm>
              <a:off x="1425359" y="2572313"/>
              <a:ext cx="24267" cy="17843"/>
            </a:xfrm>
            <a:custGeom>
              <a:rect b="b" l="l" r="r" t="t"/>
              <a:pathLst>
                <a:path extrusionOk="0" h="561" w="763">
                  <a:moveTo>
                    <a:pt x="583" y="0"/>
                  </a:moveTo>
                  <a:cubicBezTo>
                    <a:pt x="554" y="0"/>
                    <a:pt x="525" y="8"/>
                    <a:pt x="501" y="25"/>
                  </a:cubicBezTo>
                  <a:lnTo>
                    <a:pt x="96" y="239"/>
                  </a:lnTo>
                  <a:cubicBezTo>
                    <a:pt x="25" y="287"/>
                    <a:pt x="1" y="394"/>
                    <a:pt x="37" y="465"/>
                  </a:cubicBezTo>
                  <a:cubicBezTo>
                    <a:pt x="72" y="525"/>
                    <a:pt x="132" y="560"/>
                    <a:pt x="191" y="560"/>
                  </a:cubicBezTo>
                  <a:cubicBezTo>
                    <a:pt x="215" y="560"/>
                    <a:pt x="251" y="560"/>
                    <a:pt x="275" y="537"/>
                  </a:cubicBezTo>
                  <a:lnTo>
                    <a:pt x="680" y="322"/>
                  </a:lnTo>
                  <a:cubicBezTo>
                    <a:pt x="739" y="263"/>
                    <a:pt x="763" y="156"/>
                    <a:pt x="727" y="84"/>
                  </a:cubicBezTo>
                  <a:cubicBezTo>
                    <a:pt x="696" y="29"/>
                    <a:pt x="639" y="0"/>
                    <a:pt x="5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42"/>
            <p:cNvSpPr/>
            <p:nvPr/>
          </p:nvSpPr>
          <p:spPr>
            <a:xfrm>
              <a:off x="1562820" y="2573680"/>
              <a:ext cx="26176" cy="17620"/>
            </a:xfrm>
            <a:custGeom>
              <a:rect b="b" l="l" r="r" t="t"/>
              <a:pathLst>
                <a:path extrusionOk="0" h="554" w="823">
                  <a:moveTo>
                    <a:pt x="201" y="1"/>
                  </a:moveTo>
                  <a:cubicBezTo>
                    <a:pt x="143" y="1"/>
                    <a:pt x="81" y="28"/>
                    <a:pt x="48" y="77"/>
                  </a:cubicBezTo>
                  <a:cubicBezTo>
                    <a:pt x="1" y="160"/>
                    <a:pt x="37" y="255"/>
                    <a:pt x="108" y="303"/>
                  </a:cubicBezTo>
                  <a:cubicBezTo>
                    <a:pt x="513" y="529"/>
                    <a:pt x="513" y="553"/>
                    <a:pt x="584" y="553"/>
                  </a:cubicBezTo>
                  <a:cubicBezTo>
                    <a:pt x="763" y="541"/>
                    <a:pt x="822" y="315"/>
                    <a:pt x="680" y="244"/>
                  </a:cubicBezTo>
                  <a:lnTo>
                    <a:pt x="275" y="17"/>
                  </a:lnTo>
                  <a:cubicBezTo>
                    <a:pt x="253" y="6"/>
                    <a:pt x="227" y="1"/>
                    <a:pt x="2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42"/>
            <p:cNvSpPr/>
            <p:nvPr/>
          </p:nvSpPr>
          <p:spPr>
            <a:xfrm>
              <a:off x="1448100" y="2481414"/>
              <a:ext cx="125375" cy="191275"/>
            </a:xfrm>
            <a:custGeom>
              <a:rect b="b" l="l" r="r" t="t"/>
              <a:pathLst>
                <a:path extrusionOk="0" h="6014" w="3942">
                  <a:moveTo>
                    <a:pt x="1280" y="1498"/>
                  </a:moveTo>
                  <a:cubicBezTo>
                    <a:pt x="1355" y="1498"/>
                    <a:pt x="1429" y="1543"/>
                    <a:pt x="1429" y="1632"/>
                  </a:cubicBezTo>
                  <a:lnTo>
                    <a:pt x="1429" y="1763"/>
                  </a:lnTo>
                  <a:lnTo>
                    <a:pt x="1262" y="1763"/>
                  </a:lnTo>
                  <a:cubicBezTo>
                    <a:pt x="1191" y="1763"/>
                    <a:pt x="1131" y="1704"/>
                    <a:pt x="1131" y="1632"/>
                  </a:cubicBezTo>
                  <a:cubicBezTo>
                    <a:pt x="1131" y="1543"/>
                    <a:pt x="1206" y="1498"/>
                    <a:pt x="1280" y="1498"/>
                  </a:cubicBezTo>
                  <a:close/>
                  <a:moveTo>
                    <a:pt x="2483" y="1498"/>
                  </a:moveTo>
                  <a:cubicBezTo>
                    <a:pt x="2557" y="1498"/>
                    <a:pt x="2632" y="1543"/>
                    <a:pt x="2632" y="1632"/>
                  </a:cubicBezTo>
                  <a:cubicBezTo>
                    <a:pt x="2632" y="1704"/>
                    <a:pt x="2572" y="1763"/>
                    <a:pt x="2501" y="1763"/>
                  </a:cubicBezTo>
                  <a:lnTo>
                    <a:pt x="2334" y="1763"/>
                  </a:lnTo>
                  <a:lnTo>
                    <a:pt x="2334" y="1632"/>
                  </a:lnTo>
                  <a:cubicBezTo>
                    <a:pt x="2334" y="1543"/>
                    <a:pt x="2408" y="1498"/>
                    <a:pt x="2483" y="1498"/>
                  </a:cubicBezTo>
                  <a:close/>
                  <a:moveTo>
                    <a:pt x="1989" y="2085"/>
                  </a:moveTo>
                  <a:lnTo>
                    <a:pt x="1989" y="3776"/>
                  </a:lnTo>
                  <a:lnTo>
                    <a:pt x="1739" y="3776"/>
                  </a:lnTo>
                  <a:lnTo>
                    <a:pt x="1739" y="2085"/>
                  </a:lnTo>
                  <a:close/>
                  <a:moveTo>
                    <a:pt x="2524" y="4097"/>
                  </a:moveTo>
                  <a:lnTo>
                    <a:pt x="2524" y="4430"/>
                  </a:lnTo>
                  <a:lnTo>
                    <a:pt x="1215" y="4430"/>
                  </a:lnTo>
                  <a:lnTo>
                    <a:pt x="1215" y="4097"/>
                  </a:lnTo>
                  <a:close/>
                  <a:moveTo>
                    <a:pt x="2512" y="4752"/>
                  </a:moveTo>
                  <a:lnTo>
                    <a:pt x="2512" y="4942"/>
                  </a:lnTo>
                  <a:lnTo>
                    <a:pt x="2524" y="4942"/>
                  </a:lnTo>
                  <a:cubicBezTo>
                    <a:pt x="2524" y="5026"/>
                    <a:pt x="2465" y="5085"/>
                    <a:pt x="2393" y="5085"/>
                  </a:cubicBezTo>
                  <a:lnTo>
                    <a:pt x="1334" y="5085"/>
                  </a:lnTo>
                  <a:cubicBezTo>
                    <a:pt x="1262" y="5085"/>
                    <a:pt x="1203" y="5026"/>
                    <a:pt x="1203" y="4942"/>
                  </a:cubicBezTo>
                  <a:lnTo>
                    <a:pt x="1203" y="4752"/>
                  </a:lnTo>
                  <a:close/>
                  <a:moveTo>
                    <a:pt x="2227" y="5395"/>
                  </a:moveTo>
                  <a:cubicBezTo>
                    <a:pt x="2203" y="5561"/>
                    <a:pt x="2048" y="5681"/>
                    <a:pt x="1870" y="5681"/>
                  </a:cubicBezTo>
                  <a:cubicBezTo>
                    <a:pt x="1691" y="5681"/>
                    <a:pt x="1548" y="5561"/>
                    <a:pt x="1500" y="5395"/>
                  </a:cubicBezTo>
                  <a:close/>
                  <a:moveTo>
                    <a:pt x="1874" y="1"/>
                  </a:moveTo>
                  <a:cubicBezTo>
                    <a:pt x="834" y="1"/>
                    <a:pt x="0" y="837"/>
                    <a:pt x="0" y="1882"/>
                  </a:cubicBezTo>
                  <a:cubicBezTo>
                    <a:pt x="0" y="2406"/>
                    <a:pt x="215" y="2906"/>
                    <a:pt x="607" y="3264"/>
                  </a:cubicBezTo>
                  <a:cubicBezTo>
                    <a:pt x="786" y="3418"/>
                    <a:pt x="869" y="3656"/>
                    <a:pt x="869" y="3895"/>
                  </a:cubicBezTo>
                  <a:lnTo>
                    <a:pt x="869" y="4942"/>
                  </a:lnTo>
                  <a:cubicBezTo>
                    <a:pt x="869" y="5145"/>
                    <a:pt x="988" y="5300"/>
                    <a:pt x="1155" y="5359"/>
                  </a:cubicBezTo>
                  <a:cubicBezTo>
                    <a:pt x="1191" y="5716"/>
                    <a:pt x="1489" y="6014"/>
                    <a:pt x="1858" y="6014"/>
                  </a:cubicBezTo>
                  <a:cubicBezTo>
                    <a:pt x="2227" y="6014"/>
                    <a:pt x="2524" y="5740"/>
                    <a:pt x="2560" y="5359"/>
                  </a:cubicBezTo>
                  <a:cubicBezTo>
                    <a:pt x="2715" y="5288"/>
                    <a:pt x="2834" y="5121"/>
                    <a:pt x="2834" y="4942"/>
                  </a:cubicBezTo>
                  <a:lnTo>
                    <a:pt x="2834" y="3871"/>
                  </a:lnTo>
                  <a:cubicBezTo>
                    <a:pt x="2834" y="3811"/>
                    <a:pt x="2834" y="3752"/>
                    <a:pt x="2858" y="3692"/>
                  </a:cubicBezTo>
                  <a:cubicBezTo>
                    <a:pt x="2870" y="3609"/>
                    <a:pt x="2822" y="3514"/>
                    <a:pt x="2727" y="3502"/>
                  </a:cubicBezTo>
                  <a:cubicBezTo>
                    <a:pt x="2718" y="3500"/>
                    <a:pt x="2710" y="3500"/>
                    <a:pt x="2701" y="3500"/>
                  </a:cubicBezTo>
                  <a:cubicBezTo>
                    <a:pt x="2627" y="3500"/>
                    <a:pt x="2558" y="3546"/>
                    <a:pt x="2536" y="3621"/>
                  </a:cubicBezTo>
                  <a:cubicBezTo>
                    <a:pt x="2524" y="3668"/>
                    <a:pt x="2524" y="3728"/>
                    <a:pt x="2512" y="3776"/>
                  </a:cubicBezTo>
                  <a:lnTo>
                    <a:pt x="2298" y="3776"/>
                  </a:lnTo>
                  <a:lnTo>
                    <a:pt x="2298" y="2085"/>
                  </a:lnTo>
                  <a:lnTo>
                    <a:pt x="2465" y="2085"/>
                  </a:lnTo>
                  <a:cubicBezTo>
                    <a:pt x="2715" y="2085"/>
                    <a:pt x="2929" y="1882"/>
                    <a:pt x="2929" y="1632"/>
                  </a:cubicBezTo>
                  <a:cubicBezTo>
                    <a:pt x="2929" y="1370"/>
                    <a:pt x="2715" y="1168"/>
                    <a:pt x="2465" y="1168"/>
                  </a:cubicBezTo>
                  <a:lnTo>
                    <a:pt x="2441" y="1168"/>
                  </a:lnTo>
                  <a:cubicBezTo>
                    <a:pt x="2179" y="1168"/>
                    <a:pt x="1977" y="1370"/>
                    <a:pt x="1977" y="1632"/>
                  </a:cubicBezTo>
                  <a:lnTo>
                    <a:pt x="1977" y="1763"/>
                  </a:lnTo>
                  <a:lnTo>
                    <a:pt x="1727" y="1763"/>
                  </a:lnTo>
                  <a:lnTo>
                    <a:pt x="1727" y="1632"/>
                  </a:lnTo>
                  <a:cubicBezTo>
                    <a:pt x="1727" y="1370"/>
                    <a:pt x="1512" y="1168"/>
                    <a:pt x="1262" y="1168"/>
                  </a:cubicBezTo>
                  <a:lnTo>
                    <a:pt x="1227" y="1168"/>
                  </a:lnTo>
                  <a:cubicBezTo>
                    <a:pt x="977" y="1168"/>
                    <a:pt x="774" y="1370"/>
                    <a:pt x="774" y="1632"/>
                  </a:cubicBezTo>
                  <a:cubicBezTo>
                    <a:pt x="774" y="1882"/>
                    <a:pt x="977" y="2085"/>
                    <a:pt x="1227" y="2085"/>
                  </a:cubicBezTo>
                  <a:lnTo>
                    <a:pt x="1393" y="2085"/>
                  </a:lnTo>
                  <a:lnTo>
                    <a:pt x="1393" y="3776"/>
                  </a:lnTo>
                  <a:lnTo>
                    <a:pt x="1191" y="3776"/>
                  </a:lnTo>
                  <a:cubicBezTo>
                    <a:pt x="1155" y="3478"/>
                    <a:pt x="1024" y="3204"/>
                    <a:pt x="810" y="3014"/>
                  </a:cubicBezTo>
                  <a:cubicBezTo>
                    <a:pt x="488" y="2716"/>
                    <a:pt x="310" y="2299"/>
                    <a:pt x="310" y="1871"/>
                  </a:cubicBezTo>
                  <a:cubicBezTo>
                    <a:pt x="310" y="1013"/>
                    <a:pt x="988" y="323"/>
                    <a:pt x="1858" y="323"/>
                  </a:cubicBezTo>
                  <a:lnTo>
                    <a:pt x="1905" y="323"/>
                  </a:lnTo>
                  <a:cubicBezTo>
                    <a:pt x="2715" y="335"/>
                    <a:pt x="3394" y="1013"/>
                    <a:pt x="3405" y="1835"/>
                  </a:cubicBezTo>
                  <a:lnTo>
                    <a:pt x="3405" y="1847"/>
                  </a:lnTo>
                  <a:cubicBezTo>
                    <a:pt x="3405" y="2287"/>
                    <a:pt x="3239" y="2668"/>
                    <a:pt x="2929" y="2966"/>
                  </a:cubicBezTo>
                  <a:cubicBezTo>
                    <a:pt x="2870" y="3025"/>
                    <a:pt x="2858" y="3133"/>
                    <a:pt x="2929" y="3204"/>
                  </a:cubicBezTo>
                  <a:cubicBezTo>
                    <a:pt x="2965" y="3240"/>
                    <a:pt x="3007" y="3258"/>
                    <a:pt x="3048" y="3258"/>
                  </a:cubicBezTo>
                  <a:cubicBezTo>
                    <a:pt x="3090" y="3258"/>
                    <a:pt x="3132" y="3240"/>
                    <a:pt x="3167" y="3204"/>
                  </a:cubicBezTo>
                  <a:cubicBezTo>
                    <a:pt x="3906" y="2502"/>
                    <a:pt x="3941" y="1299"/>
                    <a:pt x="3191" y="561"/>
                  </a:cubicBezTo>
                  <a:cubicBezTo>
                    <a:pt x="2858" y="216"/>
                    <a:pt x="2393" y="1"/>
                    <a:pt x="1917" y="1"/>
                  </a:cubicBezTo>
                  <a:cubicBezTo>
                    <a:pt x="1903" y="1"/>
                    <a:pt x="1888" y="1"/>
                    <a:pt x="18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42"/>
            <p:cNvSpPr/>
            <p:nvPr/>
          </p:nvSpPr>
          <p:spPr>
            <a:xfrm>
              <a:off x="1502232" y="2449259"/>
              <a:ext cx="10655" cy="25380"/>
            </a:xfrm>
            <a:custGeom>
              <a:rect b="b" l="l" r="r" t="t"/>
              <a:pathLst>
                <a:path extrusionOk="0" h="798" w="335">
                  <a:moveTo>
                    <a:pt x="168" y="0"/>
                  </a:moveTo>
                  <a:cubicBezTo>
                    <a:pt x="84" y="0"/>
                    <a:pt x="1" y="84"/>
                    <a:pt x="1" y="167"/>
                  </a:cubicBezTo>
                  <a:lnTo>
                    <a:pt x="1" y="631"/>
                  </a:lnTo>
                  <a:cubicBezTo>
                    <a:pt x="1" y="715"/>
                    <a:pt x="84" y="798"/>
                    <a:pt x="168" y="798"/>
                  </a:cubicBezTo>
                  <a:cubicBezTo>
                    <a:pt x="263" y="798"/>
                    <a:pt x="334" y="715"/>
                    <a:pt x="334" y="631"/>
                  </a:cubicBezTo>
                  <a:lnTo>
                    <a:pt x="334" y="167"/>
                  </a:lnTo>
                  <a:cubicBezTo>
                    <a:pt x="334" y="84"/>
                    <a:pt x="263" y="0"/>
                    <a:pt x="1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42"/>
            <p:cNvSpPr/>
            <p:nvPr/>
          </p:nvSpPr>
          <p:spPr>
            <a:xfrm>
              <a:off x="1458309" y="2460582"/>
              <a:ext cx="18988" cy="23090"/>
            </a:xfrm>
            <a:custGeom>
              <a:rect b="b" l="l" r="r" t="t"/>
              <a:pathLst>
                <a:path extrusionOk="0" h="726" w="597">
                  <a:moveTo>
                    <a:pt x="190" y="1"/>
                  </a:moveTo>
                  <a:cubicBezTo>
                    <a:pt x="161" y="1"/>
                    <a:pt x="132" y="9"/>
                    <a:pt x="108" y="25"/>
                  </a:cubicBezTo>
                  <a:cubicBezTo>
                    <a:pt x="25" y="61"/>
                    <a:pt x="1" y="168"/>
                    <a:pt x="48" y="240"/>
                  </a:cubicBezTo>
                  <a:lnTo>
                    <a:pt x="275" y="644"/>
                  </a:lnTo>
                  <a:cubicBezTo>
                    <a:pt x="299" y="693"/>
                    <a:pt x="357" y="726"/>
                    <a:pt x="414" y="726"/>
                  </a:cubicBezTo>
                  <a:cubicBezTo>
                    <a:pt x="441" y="726"/>
                    <a:pt x="466" y="719"/>
                    <a:pt x="489" y="704"/>
                  </a:cubicBezTo>
                  <a:cubicBezTo>
                    <a:pt x="572" y="656"/>
                    <a:pt x="596" y="573"/>
                    <a:pt x="548" y="478"/>
                  </a:cubicBezTo>
                  <a:lnTo>
                    <a:pt x="322" y="85"/>
                  </a:lnTo>
                  <a:cubicBezTo>
                    <a:pt x="299" y="30"/>
                    <a:pt x="244" y="1"/>
                    <a:pt x="1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42"/>
            <p:cNvSpPr/>
            <p:nvPr/>
          </p:nvSpPr>
          <p:spPr>
            <a:xfrm>
              <a:off x="1425741" y="2492768"/>
              <a:ext cx="25031" cy="17874"/>
            </a:xfrm>
            <a:custGeom>
              <a:rect b="b" l="l" r="r" t="t"/>
              <a:pathLst>
                <a:path extrusionOk="0" h="562" w="787">
                  <a:moveTo>
                    <a:pt x="181" y="1"/>
                  </a:moveTo>
                  <a:cubicBezTo>
                    <a:pt x="126" y="1"/>
                    <a:pt x="72" y="30"/>
                    <a:pt x="48" y="85"/>
                  </a:cubicBezTo>
                  <a:cubicBezTo>
                    <a:pt x="1" y="156"/>
                    <a:pt x="25" y="263"/>
                    <a:pt x="108" y="299"/>
                  </a:cubicBezTo>
                  <a:cubicBezTo>
                    <a:pt x="501" y="525"/>
                    <a:pt x="501" y="561"/>
                    <a:pt x="584" y="561"/>
                  </a:cubicBezTo>
                  <a:cubicBezTo>
                    <a:pt x="632" y="561"/>
                    <a:pt x="703" y="525"/>
                    <a:pt x="727" y="466"/>
                  </a:cubicBezTo>
                  <a:cubicBezTo>
                    <a:pt x="787" y="394"/>
                    <a:pt x="751" y="287"/>
                    <a:pt x="668" y="240"/>
                  </a:cubicBezTo>
                  <a:lnTo>
                    <a:pt x="263" y="25"/>
                  </a:lnTo>
                  <a:cubicBezTo>
                    <a:pt x="238" y="9"/>
                    <a:pt x="209" y="1"/>
                    <a:pt x="1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2"/>
            <p:cNvSpPr/>
            <p:nvPr/>
          </p:nvSpPr>
          <p:spPr>
            <a:xfrm>
              <a:off x="1414768" y="2535959"/>
              <a:ext cx="25031" cy="10655"/>
            </a:xfrm>
            <a:custGeom>
              <a:rect b="b" l="l" r="r" t="t"/>
              <a:pathLst>
                <a:path extrusionOk="0" h="335" w="787">
                  <a:moveTo>
                    <a:pt x="167" y="1"/>
                  </a:moveTo>
                  <a:cubicBezTo>
                    <a:pt x="72" y="1"/>
                    <a:pt x="1" y="72"/>
                    <a:pt x="1" y="167"/>
                  </a:cubicBezTo>
                  <a:cubicBezTo>
                    <a:pt x="1" y="251"/>
                    <a:pt x="72" y="334"/>
                    <a:pt x="167" y="334"/>
                  </a:cubicBezTo>
                  <a:lnTo>
                    <a:pt x="632" y="334"/>
                  </a:lnTo>
                  <a:cubicBezTo>
                    <a:pt x="715" y="334"/>
                    <a:pt x="786" y="251"/>
                    <a:pt x="786" y="167"/>
                  </a:cubicBezTo>
                  <a:cubicBezTo>
                    <a:pt x="786" y="72"/>
                    <a:pt x="715" y="1"/>
                    <a:pt x="6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42"/>
            <p:cNvSpPr/>
            <p:nvPr/>
          </p:nvSpPr>
          <p:spPr>
            <a:xfrm>
              <a:off x="1573825" y="2537104"/>
              <a:ext cx="24999" cy="10241"/>
            </a:xfrm>
            <a:custGeom>
              <a:rect b="b" l="l" r="r" t="t"/>
              <a:pathLst>
                <a:path extrusionOk="0" h="322" w="786">
                  <a:moveTo>
                    <a:pt x="167" y="0"/>
                  </a:moveTo>
                  <a:cubicBezTo>
                    <a:pt x="72" y="0"/>
                    <a:pt x="0" y="72"/>
                    <a:pt x="0" y="155"/>
                  </a:cubicBezTo>
                  <a:cubicBezTo>
                    <a:pt x="0" y="251"/>
                    <a:pt x="72" y="322"/>
                    <a:pt x="167" y="322"/>
                  </a:cubicBezTo>
                  <a:lnTo>
                    <a:pt x="631" y="322"/>
                  </a:lnTo>
                  <a:cubicBezTo>
                    <a:pt x="715" y="322"/>
                    <a:pt x="786" y="251"/>
                    <a:pt x="786" y="155"/>
                  </a:cubicBezTo>
                  <a:cubicBezTo>
                    <a:pt x="786" y="72"/>
                    <a:pt x="715" y="0"/>
                    <a:pt x="6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42"/>
            <p:cNvSpPr/>
            <p:nvPr/>
          </p:nvSpPr>
          <p:spPr>
            <a:xfrm>
              <a:off x="1563965" y="2493627"/>
              <a:ext cx="24649" cy="17525"/>
            </a:xfrm>
            <a:custGeom>
              <a:rect b="b" l="l" r="r" t="t"/>
              <a:pathLst>
                <a:path extrusionOk="0" h="551" w="775">
                  <a:moveTo>
                    <a:pt x="576" y="0"/>
                  </a:moveTo>
                  <a:cubicBezTo>
                    <a:pt x="549" y="0"/>
                    <a:pt x="523" y="7"/>
                    <a:pt x="501" y="22"/>
                  </a:cubicBezTo>
                  <a:lnTo>
                    <a:pt x="108" y="248"/>
                  </a:lnTo>
                  <a:cubicBezTo>
                    <a:pt x="24" y="296"/>
                    <a:pt x="1" y="391"/>
                    <a:pt x="48" y="475"/>
                  </a:cubicBezTo>
                  <a:cubicBezTo>
                    <a:pt x="73" y="524"/>
                    <a:pt x="132" y="550"/>
                    <a:pt x="189" y="550"/>
                  </a:cubicBezTo>
                  <a:cubicBezTo>
                    <a:pt x="215" y="550"/>
                    <a:pt x="240" y="545"/>
                    <a:pt x="263" y="534"/>
                  </a:cubicBezTo>
                  <a:lnTo>
                    <a:pt x="667" y="308"/>
                  </a:lnTo>
                  <a:cubicBezTo>
                    <a:pt x="739" y="260"/>
                    <a:pt x="774" y="153"/>
                    <a:pt x="727" y="82"/>
                  </a:cubicBezTo>
                  <a:cubicBezTo>
                    <a:pt x="694" y="33"/>
                    <a:pt x="633" y="0"/>
                    <a:pt x="5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2"/>
            <p:cNvSpPr/>
            <p:nvPr/>
          </p:nvSpPr>
          <p:spPr>
            <a:xfrm>
              <a:off x="1537853" y="2461440"/>
              <a:ext cx="18956" cy="23090"/>
            </a:xfrm>
            <a:custGeom>
              <a:rect b="b" l="l" r="r" t="t"/>
              <a:pathLst>
                <a:path extrusionOk="0" h="726" w="596">
                  <a:moveTo>
                    <a:pt x="414" y="0"/>
                  </a:moveTo>
                  <a:cubicBezTo>
                    <a:pt x="357" y="0"/>
                    <a:pt x="298" y="33"/>
                    <a:pt x="274" y="82"/>
                  </a:cubicBezTo>
                  <a:lnTo>
                    <a:pt x="48" y="486"/>
                  </a:lnTo>
                  <a:cubicBezTo>
                    <a:pt x="0" y="558"/>
                    <a:pt x="36" y="665"/>
                    <a:pt x="107" y="701"/>
                  </a:cubicBezTo>
                  <a:cubicBezTo>
                    <a:pt x="132" y="718"/>
                    <a:pt x="162" y="725"/>
                    <a:pt x="192" y="725"/>
                  </a:cubicBezTo>
                  <a:cubicBezTo>
                    <a:pt x="247" y="725"/>
                    <a:pt x="303" y="699"/>
                    <a:pt x="333" y="653"/>
                  </a:cubicBezTo>
                  <a:lnTo>
                    <a:pt x="548" y="248"/>
                  </a:lnTo>
                  <a:cubicBezTo>
                    <a:pt x="595" y="177"/>
                    <a:pt x="572" y="70"/>
                    <a:pt x="488" y="22"/>
                  </a:cubicBezTo>
                  <a:cubicBezTo>
                    <a:pt x="466" y="7"/>
                    <a:pt x="440" y="0"/>
                    <a:pt x="4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1" name="Google Shape;491;p42"/>
          <p:cNvGrpSpPr/>
          <p:nvPr/>
        </p:nvGrpSpPr>
        <p:grpSpPr>
          <a:xfrm>
            <a:off x="6006992" y="1822219"/>
            <a:ext cx="457201" cy="411466"/>
            <a:chOff x="3441065" y="4302505"/>
            <a:chExt cx="337069" cy="302593"/>
          </a:xfrm>
        </p:grpSpPr>
        <p:sp>
          <p:nvSpPr>
            <p:cNvPr id="492" name="Google Shape;492;p42"/>
            <p:cNvSpPr/>
            <p:nvPr/>
          </p:nvSpPr>
          <p:spPr>
            <a:xfrm>
              <a:off x="3441065" y="4366941"/>
              <a:ext cx="337069" cy="173655"/>
            </a:xfrm>
            <a:custGeom>
              <a:rect b="b" l="l" r="r" t="t"/>
              <a:pathLst>
                <a:path extrusionOk="0" h="5460" w="10598">
                  <a:moveTo>
                    <a:pt x="5062" y="1"/>
                  </a:moveTo>
                  <a:cubicBezTo>
                    <a:pt x="3977" y="1"/>
                    <a:pt x="2891" y="303"/>
                    <a:pt x="1834" y="951"/>
                  </a:cubicBezTo>
                  <a:cubicBezTo>
                    <a:pt x="1001" y="1463"/>
                    <a:pt x="418" y="2058"/>
                    <a:pt x="156" y="2368"/>
                  </a:cubicBezTo>
                  <a:cubicBezTo>
                    <a:pt x="1" y="2546"/>
                    <a:pt x="1" y="2808"/>
                    <a:pt x="168" y="2987"/>
                  </a:cubicBezTo>
                  <a:cubicBezTo>
                    <a:pt x="1001" y="3844"/>
                    <a:pt x="1870" y="4475"/>
                    <a:pt x="2739" y="4892"/>
                  </a:cubicBezTo>
                  <a:cubicBezTo>
                    <a:pt x="2763" y="4916"/>
                    <a:pt x="2787" y="4916"/>
                    <a:pt x="2823" y="4916"/>
                  </a:cubicBezTo>
                  <a:cubicBezTo>
                    <a:pt x="2977" y="4916"/>
                    <a:pt x="3037" y="4689"/>
                    <a:pt x="2894" y="4618"/>
                  </a:cubicBezTo>
                  <a:cubicBezTo>
                    <a:pt x="2049" y="4213"/>
                    <a:pt x="1215" y="3582"/>
                    <a:pt x="406" y="2773"/>
                  </a:cubicBezTo>
                  <a:cubicBezTo>
                    <a:pt x="346" y="2713"/>
                    <a:pt x="346" y="2630"/>
                    <a:pt x="406" y="2570"/>
                  </a:cubicBezTo>
                  <a:cubicBezTo>
                    <a:pt x="799" y="2130"/>
                    <a:pt x="2061" y="868"/>
                    <a:pt x="3918" y="451"/>
                  </a:cubicBezTo>
                  <a:lnTo>
                    <a:pt x="3918" y="451"/>
                  </a:lnTo>
                  <a:cubicBezTo>
                    <a:pt x="3561" y="665"/>
                    <a:pt x="3263" y="963"/>
                    <a:pt x="3025" y="1320"/>
                  </a:cubicBezTo>
                  <a:cubicBezTo>
                    <a:pt x="2977" y="1403"/>
                    <a:pt x="3001" y="1487"/>
                    <a:pt x="3073" y="1534"/>
                  </a:cubicBezTo>
                  <a:cubicBezTo>
                    <a:pt x="3098" y="1551"/>
                    <a:pt x="3126" y="1559"/>
                    <a:pt x="3154" y="1559"/>
                  </a:cubicBezTo>
                  <a:cubicBezTo>
                    <a:pt x="3204" y="1559"/>
                    <a:pt x="3252" y="1533"/>
                    <a:pt x="3275" y="1487"/>
                  </a:cubicBezTo>
                  <a:cubicBezTo>
                    <a:pt x="3728" y="772"/>
                    <a:pt x="4490" y="367"/>
                    <a:pt x="5299" y="367"/>
                  </a:cubicBezTo>
                  <a:cubicBezTo>
                    <a:pt x="6609" y="367"/>
                    <a:pt x="7680" y="1439"/>
                    <a:pt x="7680" y="2749"/>
                  </a:cubicBezTo>
                  <a:cubicBezTo>
                    <a:pt x="7680" y="3820"/>
                    <a:pt x="6954" y="4773"/>
                    <a:pt x="5930" y="5047"/>
                  </a:cubicBezTo>
                  <a:cubicBezTo>
                    <a:pt x="5720" y="5103"/>
                    <a:pt x="5510" y="5130"/>
                    <a:pt x="5305" y="5130"/>
                  </a:cubicBezTo>
                  <a:cubicBezTo>
                    <a:pt x="4250" y="5130"/>
                    <a:pt x="3302" y="4424"/>
                    <a:pt x="3013" y="3368"/>
                  </a:cubicBezTo>
                  <a:cubicBezTo>
                    <a:pt x="2954" y="3154"/>
                    <a:pt x="2918" y="2951"/>
                    <a:pt x="2918" y="2737"/>
                  </a:cubicBezTo>
                  <a:cubicBezTo>
                    <a:pt x="2918" y="2487"/>
                    <a:pt x="2966" y="2249"/>
                    <a:pt x="3037" y="2011"/>
                  </a:cubicBezTo>
                  <a:cubicBezTo>
                    <a:pt x="3073" y="1915"/>
                    <a:pt x="3025" y="1844"/>
                    <a:pt x="2942" y="1820"/>
                  </a:cubicBezTo>
                  <a:cubicBezTo>
                    <a:pt x="2920" y="1812"/>
                    <a:pt x="2899" y="1808"/>
                    <a:pt x="2880" y="1808"/>
                  </a:cubicBezTo>
                  <a:cubicBezTo>
                    <a:pt x="2816" y="1808"/>
                    <a:pt x="2767" y="1851"/>
                    <a:pt x="2739" y="1915"/>
                  </a:cubicBezTo>
                  <a:cubicBezTo>
                    <a:pt x="2656" y="2189"/>
                    <a:pt x="2608" y="2475"/>
                    <a:pt x="2608" y="2737"/>
                  </a:cubicBezTo>
                  <a:cubicBezTo>
                    <a:pt x="2608" y="2975"/>
                    <a:pt x="2644" y="3213"/>
                    <a:pt x="2704" y="3439"/>
                  </a:cubicBezTo>
                  <a:cubicBezTo>
                    <a:pt x="2858" y="4058"/>
                    <a:pt x="3251" y="4582"/>
                    <a:pt x="3739" y="4928"/>
                  </a:cubicBezTo>
                  <a:cubicBezTo>
                    <a:pt x="3632" y="4892"/>
                    <a:pt x="3549" y="4868"/>
                    <a:pt x="3442" y="4820"/>
                  </a:cubicBezTo>
                  <a:cubicBezTo>
                    <a:pt x="3427" y="4816"/>
                    <a:pt x="3412" y="4813"/>
                    <a:pt x="3396" y="4813"/>
                  </a:cubicBezTo>
                  <a:cubicBezTo>
                    <a:pt x="3334" y="4813"/>
                    <a:pt x="3270" y="4849"/>
                    <a:pt x="3251" y="4916"/>
                  </a:cubicBezTo>
                  <a:cubicBezTo>
                    <a:pt x="3216" y="4987"/>
                    <a:pt x="3263" y="5070"/>
                    <a:pt x="3335" y="5106"/>
                  </a:cubicBezTo>
                  <a:cubicBezTo>
                    <a:pt x="3996" y="5346"/>
                    <a:pt x="4652" y="5460"/>
                    <a:pt x="5299" y="5460"/>
                  </a:cubicBezTo>
                  <a:cubicBezTo>
                    <a:pt x="6446" y="5460"/>
                    <a:pt x="7563" y="5103"/>
                    <a:pt x="8621" y="4463"/>
                  </a:cubicBezTo>
                  <a:cubicBezTo>
                    <a:pt x="9502" y="3927"/>
                    <a:pt x="10145" y="3308"/>
                    <a:pt x="10443" y="2975"/>
                  </a:cubicBezTo>
                  <a:cubicBezTo>
                    <a:pt x="10597" y="2808"/>
                    <a:pt x="10586" y="2511"/>
                    <a:pt x="10395" y="2356"/>
                  </a:cubicBezTo>
                  <a:cubicBezTo>
                    <a:pt x="10062" y="2058"/>
                    <a:pt x="9728" y="1784"/>
                    <a:pt x="9383" y="1546"/>
                  </a:cubicBezTo>
                  <a:cubicBezTo>
                    <a:pt x="9357" y="1529"/>
                    <a:pt x="9327" y="1521"/>
                    <a:pt x="9298" y="1521"/>
                  </a:cubicBezTo>
                  <a:cubicBezTo>
                    <a:pt x="9246" y="1521"/>
                    <a:pt x="9194" y="1544"/>
                    <a:pt x="9157" y="1582"/>
                  </a:cubicBezTo>
                  <a:cubicBezTo>
                    <a:pt x="9109" y="1653"/>
                    <a:pt x="9133" y="1737"/>
                    <a:pt x="9192" y="1796"/>
                  </a:cubicBezTo>
                  <a:cubicBezTo>
                    <a:pt x="9514" y="2034"/>
                    <a:pt x="9847" y="2296"/>
                    <a:pt x="10169" y="2594"/>
                  </a:cubicBezTo>
                  <a:cubicBezTo>
                    <a:pt x="10228" y="2653"/>
                    <a:pt x="10228" y="2737"/>
                    <a:pt x="10181" y="2796"/>
                  </a:cubicBezTo>
                  <a:cubicBezTo>
                    <a:pt x="9788" y="3225"/>
                    <a:pt x="8550" y="4439"/>
                    <a:pt x="6835" y="4939"/>
                  </a:cubicBezTo>
                  <a:cubicBezTo>
                    <a:pt x="8311" y="3904"/>
                    <a:pt x="8359" y="1737"/>
                    <a:pt x="6954" y="629"/>
                  </a:cubicBezTo>
                  <a:lnTo>
                    <a:pt x="6954" y="629"/>
                  </a:lnTo>
                  <a:cubicBezTo>
                    <a:pt x="7538" y="820"/>
                    <a:pt x="8121" y="1106"/>
                    <a:pt x="8692" y="1463"/>
                  </a:cubicBezTo>
                  <a:cubicBezTo>
                    <a:pt x="8722" y="1476"/>
                    <a:pt x="8752" y="1482"/>
                    <a:pt x="8780" y="1482"/>
                  </a:cubicBezTo>
                  <a:cubicBezTo>
                    <a:pt x="8831" y="1482"/>
                    <a:pt x="8876" y="1461"/>
                    <a:pt x="8907" y="1415"/>
                  </a:cubicBezTo>
                  <a:cubicBezTo>
                    <a:pt x="8954" y="1344"/>
                    <a:pt x="8931" y="1249"/>
                    <a:pt x="8859" y="1201"/>
                  </a:cubicBezTo>
                  <a:cubicBezTo>
                    <a:pt x="7632" y="426"/>
                    <a:pt x="6348" y="1"/>
                    <a:pt x="50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42"/>
            <p:cNvSpPr/>
            <p:nvPr/>
          </p:nvSpPr>
          <p:spPr>
            <a:xfrm>
              <a:off x="3572864" y="4423300"/>
              <a:ext cx="76141" cy="61479"/>
            </a:xfrm>
            <a:custGeom>
              <a:rect b="b" l="l" r="r" t="t"/>
              <a:pathLst>
                <a:path extrusionOk="0" h="1933" w="2394">
                  <a:moveTo>
                    <a:pt x="1143" y="0"/>
                  </a:moveTo>
                  <a:cubicBezTo>
                    <a:pt x="465" y="0"/>
                    <a:pt x="0" y="679"/>
                    <a:pt x="238" y="1322"/>
                  </a:cubicBezTo>
                  <a:cubicBezTo>
                    <a:pt x="258" y="1381"/>
                    <a:pt x="326" y="1423"/>
                    <a:pt x="396" y="1423"/>
                  </a:cubicBezTo>
                  <a:cubicBezTo>
                    <a:pt x="411" y="1423"/>
                    <a:pt x="426" y="1421"/>
                    <a:pt x="441" y="1417"/>
                  </a:cubicBezTo>
                  <a:cubicBezTo>
                    <a:pt x="524" y="1382"/>
                    <a:pt x="560" y="1298"/>
                    <a:pt x="536" y="1203"/>
                  </a:cubicBezTo>
                  <a:cubicBezTo>
                    <a:pt x="354" y="738"/>
                    <a:pt x="729" y="308"/>
                    <a:pt x="1156" y="308"/>
                  </a:cubicBezTo>
                  <a:cubicBezTo>
                    <a:pt x="1287" y="308"/>
                    <a:pt x="1422" y="349"/>
                    <a:pt x="1548" y="441"/>
                  </a:cubicBezTo>
                  <a:cubicBezTo>
                    <a:pt x="2036" y="822"/>
                    <a:pt x="1774" y="1620"/>
                    <a:pt x="1143" y="1620"/>
                  </a:cubicBezTo>
                  <a:cubicBezTo>
                    <a:pt x="1048" y="1620"/>
                    <a:pt x="953" y="1608"/>
                    <a:pt x="881" y="1560"/>
                  </a:cubicBezTo>
                  <a:cubicBezTo>
                    <a:pt x="860" y="1554"/>
                    <a:pt x="840" y="1551"/>
                    <a:pt x="819" y="1551"/>
                  </a:cubicBezTo>
                  <a:cubicBezTo>
                    <a:pt x="759" y="1551"/>
                    <a:pt x="703" y="1578"/>
                    <a:pt x="667" y="1632"/>
                  </a:cubicBezTo>
                  <a:cubicBezTo>
                    <a:pt x="643" y="1715"/>
                    <a:pt x="667" y="1798"/>
                    <a:pt x="738" y="1846"/>
                  </a:cubicBezTo>
                  <a:cubicBezTo>
                    <a:pt x="869" y="1904"/>
                    <a:pt x="1009" y="1933"/>
                    <a:pt x="1148" y="1933"/>
                  </a:cubicBezTo>
                  <a:cubicBezTo>
                    <a:pt x="1438" y="1933"/>
                    <a:pt x="1724" y="1806"/>
                    <a:pt x="1917" y="1548"/>
                  </a:cubicBezTo>
                  <a:cubicBezTo>
                    <a:pt x="2393" y="917"/>
                    <a:pt x="1965" y="0"/>
                    <a:pt x="1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42"/>
            <p:cNvSpPr/>
            <p:nvPr/>
          </p:nvSpPr>
          <p:spPr>
            <a:xfrm>
              <a:off x="3619045" y="4394485"/>
              <a:ext cx="46626" cy="39088"/>
            </a:xfrm>
            <a:custGeom>
              <a:rect b="b" l="l" r="r" t="t"/>
              <a:pathLst>
                <a:path extrusionOk="0" h="1229" w="1466">
                  <a:moveTo>
                    <a:pt x="782" y="310"/>
                  </a:moveTo>
                  <a:cubicBezTo>
                    <a:pt x="917" y="310"/>
                    <a:pt x="1054" y="400"/>
                    <a:pt x="1096" y="549"/>
                  </a:cubicBezTo>
                  <a:cubicBezTo>
                    <a:pt x="1120" y="716"/>
                    <a:pt x="1013" y="871"/>
                    <a:pt x="858" y="906"/>
                  </a:cubicBezTo>
                  <a:cubicBezTo>
                    <a:pt x="834" y="912"/>
                    <a:pt x="810" y="914"/>
                    <a:pt x="788" y="914"/>
                  </a:cubicBezTo>
                  <a:cubicBezTo>
                    <a:pt x="553" y="914"/>
                    <a:pt x="406" y="648"/>
                    <a:pt x="537" y="442"/>
                  </a:cubicBezTo>
                  <a:cubicBezTo>
                    <a:pt x="599" y="351"/>
                    <a:pt x="690" y="310"/>
                    <a:pt x="782" y="310"/>
                  </a:cubicBezTo>
                  <a:close/>
                  <a:moveTo>
                    <a:pt x="791" y="1"/>
                  </a:moveTo>
                  <a:cubicBezTo>
                    <a:pt x="598" y="1"/>
                    <a:pt x="403" y="88"/>
                    <a:pt x="275" y="275"/>
                  </a:cubicBezTo>
                  <a:cubicBezTo>
                    <a:pt x="1" y="692"/>
                    <a:pt x="321" y="1229"/>
                    <a:pt x="792" y="1229"/>
                  </a:cubicBezTo>
                  <a:cubicBezTo>
                    <a:pt x="833" y="1229"/>
                    <a:pt x="875" y="1225"/>
                    <a:pt x="918" y="1216"/>
                  </a:cubicBezTo>
                  <a:cubicBezTo>
                    <a:pt x="1251" y="1145"/>
                    <a:pt x="1465" y="811"/>
                    <a:pt x="1394" y="490"/>
                  </a:cubicBezTo>
                  <a:cubicBezTo>
                    <a:pt x="1331" y="176"/>
                    <a:pt x="1064" y="1"/>
                    <a:pt x="7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2"/>
            <p:cNvSpPr/>
            <p:nvPr/>
          </p:nvSpPr>
          <p:spPr>
            <a:xfrm>
              <a:off x="3604669" y="4302505"/>
              <a:ext cx="9860" cy="42046"/>
            </a:xfrm>
            <a:custGeom>
              <a:rect b="b" l="l" r="r" t="t"/>
              <a:pathLst>
                <a:path extrusionOk="0" h="1322" w="310">
                  <a:moveTo>
                    <a:pt x="143" y="0"/>
                  </a:moveTo>
                  <a:cubicBezTo>
                    <a:pt x="60" y="0"/>
                    <a:pt x="0" y="72"/>
                    <a:pt x="0" y="155"/>
                  </a:cubicBezTo>
                  <a:lnTo>
                    <a:pt x="0" y="1179"/>
                  </a:lnTo>
                  <a:cubicBezTo>
                    <a:pt x="0" y="1262"/>
                    <a:pt x="72" y="1322"/>
                    <a:pt x="143" y="1322"/>
                  </a:cubicBezTo>
                  <a:cubicBezTo>
                    <a:pt x="238" y="1322"/>
                    <a:pt x="298" y="1250"/>
                    <a:pt x="298" y="1179"/>
                  </a:cubicBezTo>
                  <a:lnTo>
                    <a:pt x="298" y="155"/>
                  </a:lnTo>
                  <a:cubicBezTo>
                    <a:pt x="310" y="72"/>
                    <a:pt x="238"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2"/>
            <p:cNvSpPr/>
            <p:nvPr/>
          </p:nvSpPr>
          <p:spPr>
            <a:xfrm>
              <a:off x="3528178" y="4315926"/>
              <a:ext cx="22359" cy="40742"/>
            </a:xfrm>
            <a:custGeom>
              <a:rect b="b" l="l" r="r" t="t"/>
              <a:pathLst>
                <a:path extrusionOk="0" h="1281" w="703">
                  <a:moveTo>
                    <a:pt x="163" y="1"/>
                  </a:moveTo>
                  <a:cubicBezTo>
                    <a:pt x="149" y="1"/>
                    <a:pt x="134" y="3"/>
                    <a:pt x="119" y="7"/>
                  </a:cubicBezTo>
                  <a:cubicBezTo>
                    <a:pt x="48" y="43"/>
                    <a:pt x="0" y="126"/>
                    <a:pt x="36" y="209"/>
                  </a:cubicBezTo>
                  <a:lnTo>
                    <a:pt x="393" y="1174"/>
                  </a:lnTo>
                  <a:cubicBezTo>
                    <a:pt x="417" y="1233"/>
                    <a:pt x="477" y="1281"/>
                    <a:pt x="536" y="1281"/>
                  </a:cubicBezTo>
                  <a:cubicBezTo>
                    <a:pt x="631" y="1281"/>
                    <a:pt x="703" y="1174"/>
                    <a:pt x="679" y="1067"/>
                  </a:cubicBezTo>
                  <a:lnTo>
                    <a:pt x="322" y="102"/>
                  </a:lnTo>
                  <a:cubicBezTo>
                    <a:pt x="292" y="43"/>
                    <a:pt x="231" y="1"/>
                    <a:pt x="1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2"/>
            <p:cNvSpPr/>
            <p:nvPr/>
          </p:nvSpPr>
          <p:spPr>
            <a:xfrm>
              <a:off x="3457730" y="4348590"/>
              <a:ext cx="32600" cy="35367"/>
            </a:xfrm>
            <a:custGeom>
              <a:rect b="b" l="l" r="r" t="t"/>
              <a:pathLst>
                <a:path extrusionOk="0" h="1112" w="1025">
                  <a:moveTo>
                    <a:pt x="183" y="0"/>
                  </a:moveTo>
                  <a:cubicBezTo>
                    <a:pt x="147" y="0"/>
                    <a:pt x="110" y="13"/>
                    <a:pt x="72" y="40"/>
                  </a:cubicBezTo>
                  <a:cubicBezTo>
                    <a:pt x="13" y="99"/>
                    <a:pt x="1" y="194"/>
                    <a:pt x="60" y="266"/>
                  </a:cubicBezTo>
                  <a:lnTo>
                    <a:pt x="715" y="1052"/>
                  </a:lnTo>
                  <a:cubicBezTo>
                    <a:pt x="751" y="1087"/>
                    <a:pt x="787" y="1111"/>
                    <a:pt x="834" y="1111"/>
                  </a:cubicBezTo>
                  <a:cubicBezTo>
                    <a:pt x="953" y="1099"/>
                    <a:pt x="1025" y="944"/>
                    <a:pt x="953" y="849"/>
                  </a:cubicBezTo>
                  <a:lnTo>
                    <a:pt x="298" y="51"/>
                  </a:lnTo>
                  <a:cubicBezTo>
                    <a:pt x="266" y="19"/>
                    <a:pt x="226" y="0"/>
                    <a:pt x="1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42"/>
            <p:cNvSpPr/>
            <p:nvPr/>
          </p:nvSpPr>
          <p:spPr>
            <a:xfrm>
              <a:off x="3727723" y="4351611"/>
              <a:ext cx="32218" cy="34954"/>
            </a:xfrm>
            <a:custGeom>
              <a:rect b="b" l="l" r="r" t="t"/>
              <a:pathLst>
                <a:path extrusionOk="0" h="1099" w="1013">
                  <a:moveTo>
                    <a:pt x="834" y="1"/>
                  </a:moveTo>
                  <a:cubicBezTo>
                    <a:pt x="791" y="1"/>
                    <a:pt x="748" y="19"/>
                    <a:pt x="715" y="52"/>
                  </a:cubicBezTo>
                  <a:lnTo>
                    <a:pt x="60" y="838"/>
                  </a:lnTo>
                  <a:cubicBezTo>
                    <a:pt x="1" y="897"/>
                    <a:pt x="13" y="1004"/>
                    <a:pt x="72" y="1064"/>
                  </a:cubicBezTo>
                  <a:cubicBezTo>
                    <a:pt x="96" y="1088"/>
                    <a:pt x="128" y="1098"/>
                    <a:pt x="161" y="1098"/>
                  </a:cubicBezTo>
                  <a:cubicBezTo>
                    <a:pt x="211" y="1098"/>
                    <a:pt x="263" y="1075"/>
                    <a:pt x="299" y="1040"/>
                  </a:cubicBezTo>
                  <a:lnTo>
                    <a:pt x="953" y="254"/>
                  </a:lnTo>
                  <a:cubicBezTo>
                    <a:pt x="1013" y="183"/>
                    <a:pt x="1013" y="76"/>
                    <a:pt x="930" y="40"/>
                  </a:cubicBezTo>
                  <a:cubicBezTo>
                    <a:pt x="903" y="13"/>
                    <a:pt x="869" y="1"/>
                    <a:pt x="8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42"/>
            <p:cNvSpPr/>
            <p:nvPr/>
          </p:nvSpPr>
          <p:spPr>
            <a:xfrm>
              <a:off x="3668279" y="4315926"/>
              <a:ext cx="22391" cy="40742"/>
            </a:xfrm>
            <a:custGeom>
              <a:rect b="b" l="l" r="r" t="t"/>
              <a:pathLst>
                <a:path extrusionOk="0" h="1281" w="704">
                  <a:moveTo>
                    <a:pt x="544" y="1"/>
                  </a:moveTo>
                  <a:cubicBezTo>
                    <a:pt x="481" y="1"/>
                    <a:pt x="413" y="43"/>
                    <a:pt x="394" y="102"/>
                  </a:cubicBezTo>
                  <a:lnTo>
                    <a:pt x="36" y="1067"/>
                  </a:lnTo>
                  <a:cubicBezTo>
                    <a:pt x="1" y="1174"/>
                    <a:pt x="84" y="1281"/>
                    <a:pt x="179" y="1281"/>
                  </a:cubicBezTo>
                  <a:cubicBezTo>
                    <a:pt x="239" y="1281"/>
                    <a:pt x="298" y="1233"/>
                    <a:pt x="334" y="1174"/>
                  </a:cubicBezTo>
                  <a:lnTo>
                    <a:pt x="691" y="209"/>
                  </a:lnTo>
                  <a:cubicBezTo>
                    <a:pt x="703" y="126"/>
                    <a:pt x="655" y="43"/>
                    <a:pt x="584" y="7"/>
                  </a:cubicBezTo>
                  <a:cubicBezTo>
                    <a:pt x="571" y="3"/>
                    <a:pt x="558" y="1"/>
                    <a:pt x="5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2"/>
            <p:cNvSpPr/>
            <p:nvPr/>
          </p:nvSpPr>
          <p:spPr>
            <a:xfrm>
              <a:off x="3603143" y="4563019"/>
              <a:ext cx="9891" cy="42078"/>
            </a:xfrm>
            <a:custGeom>
              <a:rect b="b" l="l" r="r" t="t"/>
              <a:pathLst>
                <a:path extrusionOk="0" h="1323" w="311">
                  <a:moveTo>
                    <a:pt x="144" y="1"/>
                  </a:moveTo>
                  <a:cubicBezTo>
                    <a:pt x="60" y="1"/>
                    <a:pt x="1" y="72"/>
                    <a:pt x="1" y="144"/>
                  </a:cubicBezTo>
                  <a:lnTo>
                    <a:pt x="1" y="1168"/>
                  </a:lnTo>
                  <a:cubicBezTo>
                    <a:pt x="1" y="1263"/>
                    <a:pt x="72" y="1322"/>
                    <a:pt x="144" y="1322"/>
                  </a:cubicBezTo>
                  <a:cubicBezTo>
                    <a:pt x="239" y="1322"/>
                    <a:pt x="298" y="1251"/>
                    <a:pt x="298" y="1168"/>
                  </a:cubicBezTo>
                  <a:lnTo>
                    <a:pt x="298" y="144"/>
                  </a:lnTo>
                  <a:cubicBezTo>
                    <a:pt x="310" y="72"/>
                    <a:pt x="239"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42"/>
            <p:cNvSpPr/>
            <p:nvPr/>
          </p:nvSpPr>
          <p:spPr>
            <a:xfrm>
              <a:off x="3667134" y="4552206"/>
              <a:ext cx="22009" cy="40233"/>
            </a:xfrm>
            <a:custGeom>
              <a:rect b="b" l="l" r="r" t="t"/>
              <a:pathLst>
                <a:path extrusionOk="0" h="1265" w="692">
                  <a:moveTo>
                    <a:pt x="165" y="0"/>
                  </a:moveTo>
                  <a:cubicBezTo>
                    <a:pt x="150" y="0"/>
                    <a:pt x="135" y="3"/>
                    <a:pt x="120" y="7"/>
                  </a:cubicBezTo>
                  <a:cubicBezTo>
                    <a:pt x="37" y="43"/>
                    <a:pt x="1" y="126"/>
                    <a:pt x="25" y="198"/>
                  </a:cubicBezTo>
                  <a:lnTo>
                    <a:pt x="382" y="1174"/>
                  </a:lnTo>
                  <a:cubicBezTo>
                    <a:pt x="410" y="1231"/>
                    <a:pt x="468" y="1265"/>
                    <a:pt x="527" y="1265"/>
                  </a:cubicBezTo>
                  <a:cubicBezTo>
                    <a:pt x="542" y="1265"/>
                    <a:pt x="557" y="1263"/>
                    <a:pt x="572" y="1258"/>
                  </a:cubicBezTo>
                  <a:cubicBezTo>
                    <a:pt x="656" y="1234"/>
                    <a:pt x="691" y="1139"/>
                    <a:pt x="668" y="1067"/>
                  </a:cubicBezTo>
                  <a:lnTo>
                    <a:pt x="310" y="103"/>
                  </a:lnTo>
                  <a:cubicBezTo>
                    <a:pt x="282" y="36"/>
                    <a:pt x="223" y="0"/>
                    <a:pt x="1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2"/>
            <p:cNvSpPr/>
            <p:nvPr/>
          </p:nvSpPr>
          <p:spPr>
            <a:xfrm>
              <a:off x="3727723" y="4524662"/>
              <a:ext cx="32982" cy="35367"/>
            </a:xfrm>
            <a:custGeom>
              <a:rect b="b" l="l" r="r" t="t"/>
              <a:pathLst>
                <a:path extrusionOk="0" h="1112" w="1037">
                  <a:moveTo>
                    <a:pt x="178" y="1"/>
                  </a:moveTo>
                  <a:cubicBezTo>
                    <a:pt x="142" y="1"/>
                    <a:pt x="104" y="13"/>
                    <a:pt x="72" y="40"/>
                  </a:cubicBezTo>
                  <a:cubicBezTo>
                    <a:pt x="13" y="100"/>
                    <a:pt x="1" y="195"/>
                    <a:pt x="60" y="266"/>
                  </a:cubicBezTo>
                  <a:lnTo>
                    <a:pt x="715" y="1052"/>
                  </a:lnTo>
                  <a:cubicBezTo>
                    <a:pt x="739" y="1088"/>
                    <a:pt x="787" y="1112"/>
                    <a:pt x="834" y="1112"/>
                  </a:cubicBezTo>
                  <a:cubicBezTo>
                    <a:pt x="965" y="1100"/>
                    <a:pt x="1037" y="945"/>
                    <a:pt x="953" y="850"/>
                  </a:cubicBezTo>
                  <a:lnTo>
                    <a:pt x="299" y="52"/>
                  </a:lnTo>
                  <a:cubicBezTo>
                    <a:pt x="266" y="19"/>
                    <a:pt x="222" y="1"/>
                    <a:pt x="1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42"/>
            <p:cNvSpPr/>
            <p:nvPr/>
          </p:nvSpPr>
          <p:spPr>
            <a:xfrm>
              <a:off x="3457349" y="4522023"/>
              <a:ext cx="32218" cy="34954"/>
            </a:xfrm>
            <a:custGeom>
              <a:rect b="b" l="l" r="r" t="t"/>
              <a:pathLst>
                <a:path extrusionOk="0" h="1099" w="1013">
                  <a:moveTo>
                    <a:pt x="841" y="0"/>
                  </a:moveTo>
                  <a:cubicBezTo>
                    <a:pt x="795" y="0"/>
                    <a:pt x="748" y="19"/>
                    <a:pt x="715" y="52"/>
                  </a:cubicBezTo>
                  <a:lnTo>
                    <a:pt x="60" y="837"/>
                  </a:lnTo>
                  <a:cubicBezTo>
                    <a:pt x="1" y="897"/>
                    <a:pt x="13" y="1004"/>
                    <a:pt x="72" y="1064"/>
                  </a:cubicBezTo>
                  <a:cubicBezTo>
                    <a:pt x="96" y="1088"/>
                    <a:pt x="128" y="1098"/>
                    <a:pt x="161" y="1098"/>
                  </a:cubicBezTo>
                  <a:cubicBezTo>
                    <a:pt x="211" y="1098"/>
                    <a:pt x="263" y="1075"/>
                    <a:pt x="298" y="1040"/>
                  </a:cubicBezTo>
                  <a:lnTo>
                    <a:pt x="953" y="254"/>
                  </a:lnTo>
                  <a:cubicBezTo>
                    <a:pt x="1013" y="183"/>
                    <a:pt x="1013" y="99"/>
                    <a:pt x="941" y="40"/>
                  </a:cubicBezTo>
                  <a:cubicBezTo>
                    <a:pt x="915" y="13"/>
                    <a:pt x="878" y="0"/>
                    <a:pt x="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42"/>
            <p:cNvSpPr/>
            <p:nvPr/>
          </p:nvSpPr>
          <p:spPr>
            <a:xfrm>
              <a:off x="3526270" y="4551665"/>
              <a:ext cx="22772" cy="40392"/>
            </a:xfrm>
            <a:custGeom>
              <a:rect b="b" l="l" r="r" t="t"/>
              <a:pathLst>
                <a:path extrusionOk="0" h="1270" w="716">
                  <a:moveTo>
                    <a:pt x="531" y="0"/>
                  </a:moveTo>
                  <a:cubicBezTo>
                    <a:pt x="472" y="0"/>
                    <a:pt x="412" y="41"/>
                    <a:pt x="394" y="96"/>
                  </a:cubicBezTo>
                  <a:lnTo>
                    <a:pt x="36" y="1072"/>
                  </a:lnTo>
                  <a:cubicBezTo>
                    <a:pt x="1" y="1144"/>
                    <a:pt x="48" y="1227"/>
                    <a:pt x="120" y="1263"/>
                  </a:cubicBezTo>
                  <a:cubicBezTo>
                    <a:pt x="137" y="1268"/>
                    <a:pt x="154" y="1270"/>
                    <a:pt x="170" y="1270"/>
                  </a:cubicBezTo>
                  <a:cubicBezTo>
                    <a:pt x="235" y="1270"/>
                    <a:pt x="294" y="1234"/>
                    <a:pt x="322" y="1167"/>
                  </a:cubicBezTo>
                  <a:lnTo>
                    <a:pt x="679" y="203"/>
                  </a:lnTo>
                  <a:cubicBezTo>
                    <a:pt x="715" y="132"/>
                    <a:pt x="679" y="36"/>
                    <a:pt x="584" y="13"/>
                  </a:cubicBezTo>
                  <a:cubicBezTo>
                    <a:pt x="567" y="4"/>
                    <a:pt x="549" y="0"/>
                    <a:pt x="5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UNSERE WERTE</a:t>
            </a:r>
            <a:endParaRPr/>
          </a:p>
        </p:txBody>
      </p:sp>
      <p:sp>
        <p:nvSpPr>
          <p:cNvPr id="510" name="Google Shape;510;p43"/>
          <p:cNvSpPr txBox="1"/>
          <p:nvPr>
            <p:ph idx="6" type="subTitle"/>
          </p:nvPr>
        </p:nvSpPr>
        <p:spPr>
          <a:xfrm>
            <a:off x="1315323" y="3435448"/>
            <a:ext cx="1978200" cy="521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Obwohl er rot ist, ist der Mars sehr kalt</a:t>
            </a:r>
            <a:endParaRPr/>
          </a:p>
        </p:txBody>
      </p:sp>
      <p:sp>
        <p:nvSpPr>
          <p:cNvPr id="511" name="Google Shape;511;p43"/>
          <p:cNvSpPr txBox="1"/>
          <p:nvPr>
            <p:ph idx="2" type="title"/>
          </p:nvPr>
        </p:nvSpPr>
        <p:spPr>
          <a:xfrm>
            <a:off x="1315324" y="1735293"/>
            <a:ext cx="1978200" cy="463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VENUS</a:t>
            </a:r>
            <a:endParaRPr/>
          </a:p>
        </p:txBody>
      </p:sp>
      <p:sp>
        <p:nvSpPr>
          <p:cNvPr id="512" name="Google Shape;512;p43"/>
          <p:cNvSpPr txBox="1"/>
          <p:nvPr>
            <p:ph idx="1" type="subTitle"/>
          </p:nvPr>
        </p:nvSpPr>
        <p:spPr>
          <a:xfrm>
            <a:off x="1315324" y="2044318"/>
            <a:ext cx="1978200" cy="521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Die Venus ist fast so groß wie die Erde</a:t>
            </a:r>
            <a:endParaRPr/>
          </a:p>
        </p:txBody>
      </p:sp>
      <p:sp>
        <p:nvSpPr>
          <p:cNvPr id="513" name="Google Shape;513;p43"/>
          <p:cNvSpPr txBox="1"/>
          <p:nvPr>
            <p:ph idx="3" type="title"/>
          </p:nvPr>
        </p:nvSpPr>
        <p:spPr>
          <a:xfrm>
            <a:off x="5850476" y="1735293"/>
            <a:ext cx="1978200" cy="463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JUPITER</a:t>
            </a:r>
            <a:endParaRPr/>
          </a:p>
        </p:txBody>
      </p:sp>
      <p:sp>
        <p:nvSpPr>
          <p:cNvPr id="514" name="Google Shape;514;p43"/>
          <p:cNvSpPr txBox="1"/>
          <p:nvPr>
            <p:ph idx="4" type="subTitle"/>
          </p:nvPr>
        </p:nvSpPr>
        <p:spPr>
          <a:xfrm>
            <a:off x="5850476" y="2044318"/>
            <a:ext cx="1978200" cy="52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Jupiter i</a:t>
            </a:r>
            <a:r>
              <a:rPr lang="en"/>
              <a:t>st der</a:t>
            </a:r>
            <a:endParaRPr/>
          </a:p>
          <a:p>
            <a:pPr indent="0" lvl="0" marL="0" rtl="0" algn="l">
              <a:spcBef>
                <a:spcPts val="0"/>
              </a:spcBef>
              <a:spcAft>
                <a:spcPts val="0"/>
              </a:spcAft>
              <a:buNone/>
            </a:pPr>
            <a:r>
              <a:rPr lang="en"/>
              <a:t>größte Planet</a:t>
            </a:r>
            <a:endParaRPr/>
          </a:p>
        </p:txBody>
      </p:sp>
      <p:sp>
        <p:nvSpPr>
          <p:cNvPr id="515" name="Google Shape;515;p43"/>
          <p:cNvSpPr txBox="1"/>
          <p:nvPr>
            <p:ph idx="5" type="title"/>
          </p:nvPr>
        </p:nvSpPr>
        <p:spPr>
          <a:xfrm>
            <a:off x="1315323" y="3126523"/>
            <a:ext cx="1978200" cy="463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MARS</a:t>
            </a:r>
            <a:endParaRPr/>
          </a:p>
        </p:txBody>
      </p:sp>
      <p:sp>
        <p:nvSpPr>
          <p:cNvPr id="516" name="Google Shape;516;p43"/>
          <p:cNvSpPr txBox="1"/>
          <p:nvPr>
            <p:ph idx="7" type="title"/>
          </p:nvPr>
        </p:nvSpPr>
        <p:spPr>
          <a:xfrm>
            <a:off x="5850477" y="3126523"/>
            <a:ext cx="1978200" cy="463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SATURN</a:t>
            </a:r>
            <a:endParaRPr/>
          </a:p>
        </p:txBody>
      </p:sp>
      <p:sp>
        <p:nvSpPr>
          <p:cNvPr id="517" name="Google Shape;517;p43"/>
          <p:cNvSpPr txBox="1"/>
          <p:nvPr>
            <p:ph idx="8" type="subTitle"/>
          </p:nvPr>
        </p:nvSpPr>
        <p:spPr>
          <a:xfrm>
            <a:off x="5850475" y="3435448"/>
            <a:ext cx="1978200" cy="52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Der S</a:t>
            </a:r>
            <a:r>
              <a:rPr lang="en"/>
              <a:t>aturn ist der Planet mit Ringen</a:t>
            </a:r>
            <a:endParaRPr/>
          </a:p>
        </p:txBody>
      </p:sp>
      <p:sp>
        <p:nvSpPr>
          <p:cNvPr id="518" name="Google Shape;518;p43"/>
          <p:cNvSpPr/>
          <p:nvPr/>
        </p:nvSpPr>
        <p:spPr>
          <a:xfrm>
            <a:off x="4890865" y="1784805"/>
            <a:ext cx="7314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43"/>
          <p:cNvSpPr/>
          <p:nvPr/>
        </p:nvSpPr>
        <p:spPr>
          <a:xfrm>
            <a:off x="4890865" y="3175985"/>
            <a:ext cx="7314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43"/>
          <p:cNvSpPr/>
          <p:nvPr/>
        </p:nvSpPr>
        <p:spPr>
          <a:xfrm>
            <a:off x="3521735" y="1784805"/>
            <a:ext cx="7314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3"/>
          <p:cNvSpPr/>
          <p:nvPr/>
        </p:nvSpPr>
        <p:spPr>
          <a:xfrm>
            <a:off x="3521735" y="3175985"/>
            <a:ext cx="7314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2" name="Google Shape;522;p43"/>
          <p:cNvGrpSpPr/>
          <p:nvPr/>
        </p:nvGrpSpPr>
        <p:grpSpPr>
          <a:xfrm>
            <a:off x="3671768" y="3313080"/>
            <a:ext cx="431316" cy="457204"/>
            <a:chOff x="853568" y="1975538"/>
            <a:chExt cx="337334" cy="353599"/>
          </a:xfrm>
        </p:grpSpPr>
        <p:sp>
          <p:nvSpPr>
            <p:cNvPr id="523" name="Google Shape;523;p43"/>
            <p:cNvSpPr/>
            <p:nvPr/>
          </p:nvSpPr>
          <p:spPr>
            <a:xfrm>
              <a:off x="853568" y="1975538"/>
              <a:ext cx="337334" cy="353599"/>
            </a:xfrm>
            <a:custGeom>
              <a:rect b="b" l="l" r="r" t="t"/>
              <a:pathLst>
                <a:path extrusionOk="0" h="11109" w="10598">
                  <a:moveTo>
                    <a:pt x="8180" y="322"/>
                  </a:moveTo>
                  <a:lnTo>
                    <a:pt x="5823" y="3596"/>
                  </a:lnTo>
                  <a:lnTo>
                    <a:pt x="5501" y="3132"/>
                  </a:lnTo>
                  <a:lnTo>
                    <a:pt x="7502" y="322"/>
                  </a:lnTo>
                  <a:close/>
                  <a:moveTo>
                    <a:pt x="9252" y="322"/>
                  </a:moveTo>
                  <a:lnTo>
                    <a:pt x="6371" y="4346"/>
                  </a:lnTo>
                  <a:lnTo>
                    <a:pt x="6049" y="3882"/>
                  </a:lnTo>
                  <a:lnTo>
                    <a:pt x="8597" y="322"/>
                  </a:lnTo>
                  <a:close/>
                  <a:moveTo>
                    <a:pt x="2072" y="322"/>
                  </a:moveTo>
                  <a:lnTo>
                    <a:pt x="4966" y="4358"/>
                  </a:lnTo>
                  <a:cubicBezTo>
                    <a:pt x="4906" y="4382"/>
                    <a:pt x="4859" y="4430"/>
                    <a:pt x="4811" y="4477"/>
                  </a:cubicBezTo>
                  <a:cubicBezTo>
                    <a:pt x="4750" y="4538"/>
                    <a:pt x="4652" y="4579"/>
                    <a:pt x="4557" y="4579"/>
                  </a:cubicBezTo>
                  <a:cubicBezTo>
                    <a:pt x="4521" y="4579"/>
                    <a:pt x="4486" y="4574"/>
                    <a:pt x="4454" y="4561"/>
                  </a:cubicBezTo>
                  <a:lnTo>
                    <a:pt x="1418" y="322"/>
                  </a:lnTo>
                  <a:close/>
                  <a:moveTo>
                    <a:pt x="3084" y="322"/>
                  </a:moveTo>
                  <a:lnTo>
                    <a:pt x="6121" y="4584"/>
                  </a:lnTo>
                  <a:cubicBezTo>
                    <a:pt x="6100" y="4589"/>
                    <a:pt x="6079" y="4591"/>
                    <a:pt x="6057" y="4591"/>
                  </a:cubicBezTo>
                  <a:cubicBezTo>
                    <a:pt x="5957" y="4591"/>
                    <a:pt x="5854" y="4546"/>
                    <a:pt x="5775" y="4477"/>
                  </a:cubicBezTo>
                  <a:cubicBezTo>
                    <a:pt x="5644" y="4346"/>
                    <a:pt x="5466" y="4287"/>
                    <a:pt x="5287" y="4287"/>
                  </a:cubicBezTo>
                  <a:lnTo>
                    <a:pt x="2453" y="334"/>
                  </a:lnTo>
                  <a:lnTo>
                    <a:pt x="3084" y="334"/>
                  </a:lnTo>
                  <a:lnTo>
                    <a:pt x="3084" y="322"/>
                  </a:lnTo>
                  <a:close/>
                  <a:moveTo>
                    <a:pt x="1013" y="322"/>
                  </a:moveTo>
                  <a:lnTo>
                    <a:pt x="4025" y="4537"/>
                  </a:lnTo>
                  <a:cubicBezTo>
                    <a:pt x="3858" y="4584"/>
                    <a:pt x="3716" y="4668"/>
                    <a:pt x="3608" y="4823"/>
                  </a:cubicBezTo>
                  <a:lnTo>
                    <a:pt x="394" y="322"/>
                  </a:lnTo>
                  <a:close/>
                  <a:moveTo>
                    <a:pt x="10216" y="322"/>
                  </a:moveTo>
                  <a:lnTo>
                    <a:pt x="7002" y="4823"/>
                  </a:lnTo>
                  <a:cubicBezTo>
                    <a:pt x="6906" y="4680"/>
                    <a:pt x="6775" y="4596"/>
                    <a:pt x="6633" y="4549"/>
                  </a:cubicBezTo>
                  <a:lnTo>
                    <a:pt x="9645" y="322"/>
                  </a:lnTo>
                  <a:close/>
                  <a:moveTo>
                    <a:pt x="5268" y="4599"/>
                  </a:moveTo>
                  <a:cubicBezTo>
                    <a:pt x="5362" y="4599"/>
                    <a:pt x="5454" y="4638"/>
                    <a:pt x="5525" y="4715"/>
                  </a:cubicBezTo>
                  <a:cubicBezTo>
                    <a:pt x="5652" y="4842"/>
                    <a:pt x="5822" y="4911"/>
                    <a:pt x="5994" y="4911"/>
                  </a:cubicBezTo>
                  <a:cubicBezTo>
                    <a:pt x="6081" y="4911"/>
                    <a:pt x="6168" y="4894"/>
                    <a:pt x="6252" y="4858"/>
                  </a:cubicBezTo>
                  <a:cubicBezTo>
                    <a:pt x="6295" y="4843"/>
                    <a:pt x="6338" y="4836"/>
                    <a:pt x="6380" y="4836"/>
                  </a:cubicBezTo>
                  <a:cubicBezTo>
                    <a:pt x="6534" y="4836"/>
                    <a:pt x="6672" y="4932"/>
                    <a:pt x="6728" y="5073"/>
                  </a:cubicBezTo>
                  <a:cubicBezTo>
                    <a:pt x="6728" y="5084"/>
                    <a:pt x="6752" y="5096"/>
                    <a:pt x="6752" y="5120"/>
                  </a:cubicBezTo>
                  <a:cubicBezTo>
                    <a:pt x="6823" y="5311"/>
                    <a:pt x="6954" y="5382"/>
                    <a:pt x="6954" y="5382"/>
                  </a:cubicBezTo>
                  <a:cubicBezTo>
                    <a:pt x="7109" y="5454"/>
                    <a:pt x="7240" y="5513"/>
                    <a:pt x="7371" y="5513"/>
                  </a:cubicBezTo>
                  <a:cubicBezTo>
                    <a:pt x="7561" y="5537"/>
                    <a:pt x="7728" y="5692"/>
                    <a:pt x="7716" y="5906"/>
                  </a:cubicBezTo>
                  <a:cubicBezTo>
                    <a:pt x="7704" y="6168"/>
                    <a:pt x="7847" y="6430"/>
                    <a:pt x="8085" y="6561"/>
                  </a:cubicBezTo>
                  <a:cubicBezTo>
                    <a:pt x="8264" y="6644"/>
                    <a:pt x="8335" y="6870"/>
                    <a:pt x="8252" y="7049"/>
                  </a:cubicBezTo>
                  <a:cubicBezTo>
                    <a:pt x="8133" y="7287"/>
                    <a:pt x="8157" y="7585"/>
                    <a:pt x="8323" y="7799"/>
                  </a:cubicBezTo>
                  <a:cubicBezTo>
                    <a:pt x="8442" y="7954"/>
                    <a:pt x="8430" y="8180"/>
                    <a:pt x="8264" y="8311"/>
                  </a:cubicBezTo>
                  <a:cubicBezTo>
                    <a:pt x="8061" y="8490"/>
                    <a:pt x="7966" y="8763"/>
                    <a:pt x="8026" y="9025"/>
                  </a:cubicBezTo>
                  <a:cubicBezTo>
                    <a:pt x="8073" y="9228"/>
                    <a:pt x="7966" y="9430"/>
                    <a:pt x="7776" y="9478"/>
                  </a:cubicBezTo>
                  <a:cubicBezTo>
                    <a:pt x="7502" y="9549"/>
                    <a:pt x="7311" y="9775"/>
                    <a:pt x="7264" y="10026"/>
                  </a:cubicBezTo>
                  <a:cubicBezTo>
                    <a:pt x="7242" y="10196"/>
                    <a:pt x="7087" y="10329"/>
                    <a:pt x="6909" y="10329"/>
                  </a:cubicBezTo>
                  <a:cubicBezTo>
                    <a:pt x="6889" y="10329"/>
                    <a:pt x="6868" y="10327"/>
                    <a:pt x="6847" y="10323"/>
                  </a:cubicBezTo>
                  <a:cubicBezTo>
                    <a:pt x="6809" y="10316"/>
                    <a:pt x="6770" y="10313"/>
                    <a:pt x="6732" y="10313"/>
                  </a:cubicBezTo>
                  <a:cubicBezTo>
                    <a:pt x="6508" y="10313"/>
                    <a:pt x="6290" y="10429"/>
                    <a:pt x="6168" y="10633"/>
                  </a:cubicBezTo>
                  <a:cubicBezTo>
                    <a:pt x="6100" y="10740"/>
                    <a:pt x="5977" y="10802"/>
                    <a:pt x="5854" y="10802"/>
                  </a:cubicBezTo>
                  <a:cubicBezTo>
                    <a:pt x="5785" y="10802"/>
                    <a:pt x="5716" y="10783"/>
                    <a:pt x="5656" y="10740"/>
                  </a:cubicBezTo>
                  <a:cubicBezTo>
                    <a:pt x="5537" y="10668"/>
                    <a:pt x="5418" y="10633"/>
                    <a:pt x="5287" y="10633"/>
                  </a:cubicBezTo>
                  <a:cubicBezTo>
                    <a:pt x="5156" y="10633"/>
                    <a:pt x="5025" y="10668"/>
                    <a:pt x="4918" y="10740"/>
                  </a:cubicBezTo>
                  <a:cubicBezTo>
                    <a:pt x="4858" y="10779"/>
                    <a:pt x="4788" y="10797"/>
                    <a:pt x="4719" y="10797"/>
                  </a:cubicBezTo>
                  <a:cubicBezTo>
                    <a:pt x="4596" y="10797"/>
                    <a:pt x="4475" y="10739"/>
                    <a:pt x="4406" y="10633"/>
                  </a:cubicBezTo>
                  <a:cubicBezTo>
                    <a:pt x="4275" y="10437"/>
                    <a:pt x="4035" y="10320"/>
                    <a:pt x="3794" y="10320"/>
                  </a:cubicBezTo>
                  <a:cubicBezTo>
                    <a:pt x="3772" y="10320"/>
                    <a:pt x="3750" y="10321"/>
                    <a:pt x="3727" y="10323"/>
                  </a:cubicBezTo>
                  <a:cubicBezTo>
                    <a:pt x="3708" y="10327"/>
                    <a:pt x="3688" y="10329"/>
                    <a:pt x="3668" y="10329"/>
                  </a:cubicBezTo>
                  <a:cubicBezTo>
                    <a:pt x="3497" y="10329"/>
                    <a:pt x="3332" y="10196"/>
                    <a:pt x="3311" y="10026"/>
                  </a:cubicBezTo>
                  <a:cubicBezTo>
                    <a:pt x="3263" y="9764"/>
                    <a:pt x="3073" y="9537"/>
                    <a:pt x="2799" y="9478"/>
                  </a:cubicBezTo>
                  <a:cubicBezTo>
                    <a:pt x="2608" y="9418"/>
                    <a:pt x="2489" y="9228"/>
                    <a:pt x="2549" y="9025"/>
                  </a:cubicBezTo>
                  <a:cubicBezTo>
                    <a:pt x="2620" y="8763"/>
                    <a:pt x="2537" y="8490"/>
                    <a:pt x="2311" y="8311"/>
                  </a:cubicBezTo>
                  <a:cubicBezTo>
                    <a:pt x="2168" y="8180"/>
                    <a:pt x="2132" y="7954"/>
                    <a:pt x="2251" y="7799"/>
                  </a:cubicBezTo>
                  <a:cubicBezTo>
                    <a:pt x="2418" y="7585"/>
                    <a:pt x="2442" y="7287"/>
                    <a:pt x="2322" y="7049"/>
                  </a:cubicBezTo>
                  <a:cubicBezTo>
                    <a:pt x="2239" y="6870"/>
                    <a:pt x="2311" y="6644"/>
                    <a:pt x="2489" y="6561"/>
                  </a:cubicBezTo>
                  <a:cubicBezTo>
                    <a:pt x="2727" y="6442"/>
                    <a:pt x="2882" y="6192"/>
                    <a:pt x="2858" y="5906"/>
                  </a:cubicBezTo>
                  <a:cubicBezTo>
                    <a:pt x="2846" y="5715"/>
                    <a:pt x="3013" y="5537"/>
                    <a:pt x="3204" y="5513"/>
                  </a:cubicBezTo>
                  <a:cubicBezTo>
                    <a:pt x="3418" y="5501"/>
                    <a:pt x="3608" y="5394"/>
                    <a:pt x="3727" y="5215"/>
                  </a:cubicBezTo>
                  <a:lnTo>
                    <a:pt x="3727" y="5204"/>
                  </a:lnTo>
                  <a:cubicBezTo>
                    <a:pt x="3751" y="5156"/>
                    <a:pt x="3787" y="5120"/>
                    <a:pt x="3799" y="5073"/>
                  </a:cubicBezTo>
                  <a:cubicBezTo>
                    <a:pt x="3854" y="4925"/>
                    <a:pt x="3995" y="4835"/>
                    <a:pt x="4145" y="4835"/>
                  </a:cubicBezTo>
                  <a:cubicBezTo>
                    <a:pt x="4188" y="4835"/>
                    <a:pt x="4232" y="4842"/>
                    <a:pt x="4275" y="4858"/>
                  </a:cubicBezTo>
                  <a:cubicBezTo>
                    <a:pt x="4355" y="4889"/>
                    <a:pt x="4438" y="4903"/>
                    <a:pt x="4521" y="4903"/>
                  </a:cubicBezTo>
                  <a:cubicBezTo>
                    <a:pt x="4698" y="4903"/>
                    <a:pt x="4872" y="4837"/>
                    <a:pt x="5001" y="4715"/>
                  </a:cubicBezTo>
                  <a:cubicBezTo>
                    <a:pt x="5079" y="4638"/>
                    <a:pt x="5174" y="4599"/>
                    <a:pt x="5268" y="4599"/>
                  </a:cubicBezTo>
                  <a:close/>
                  <a:moveTo>
                    <a:pt x="298" y="0"/>
                  </a:moveTo>
                  <a:cubicBezTo>
                    <a:pt x="203" y="0"/>
                    <a:pt x="108" y="60"/>
                    <a:pt x="48" y="143"/>
                  </a:cubicBezTo>
                  <a:cubicBezTo>
                    <a:pt x="1" y="239"/>
                    <a:pt x="1" y="358"/>
                    <a:pt x="60" y="429"/>
                  </a:cubicBezTo>
                  <a:lnTo>
                    <a:pt x="3418" y="5096"/>
                  </a:lnTo>
                  <a:cubicBezTo>
                    <a:pt x="3358" y="5144"/>
                    <a:pt x="3275" y="5168"/>
                    <a:pt x="3204" y="5168"/>
                  </a:cubicBezTo>
                  <a:cubicBezTo>
                    <a:pt x="2834" y="5192"/>
                    <a:pt x="2537" y="5513"/>
                    <a:pt x="2549" y="5906"/>
                  </a:cubicBezTo>
                  <a:cubicBezTo>
                    <a:pt x="2549" y="6049"/>
                    <a:pt x="2477" y="6180"/>
                    <a:pt x="2358" y="6239"/>
                  </a:cubicBezTo>
                  <a:cubicBezTo>
                    <a:pt x="2013" y="6418"/>
                    <a:pt x="1882" y="6835"/>
                    <a:pt x="2061" y="7168"/>
                  </a:cubicBezTo>
                  <a:cubicBezTo>
                    <a:pt x="2120" y="7299"/>
                    <a:pt x="2108" y="7454"/>
                    <a:pt x="2013" y="7573"/>
                  </a:cubicBezTo>
                  <a:cubicBezTo>
                    <a:pt x="1775" y="7871"/>
                    <a:pt x="1822" y="8299"/>
                    <a:pt x="2120" y="8537"/>
                  </a:cubicBezTo>
                  <a:cubicBezTo>
                    <a:pt x="2215" y="8621"/>
                    <a:pt x="2275" y="8775"/>
                    <a:pt x="2239" y="8906"/>
                  </a:cubicBezTo>
                  <a:cubicBezTo>
                    <a:pt x="2132" y="9275"/>
                    <a:pt x="2358" y="9656"/>
                    <a:pt x="2727" y="9752"/>
                  </a:cubicBezTo>
                  <a:cubicBezTo>
                    <a:pt x="2858" y="9799"/>
                    <a:pt x="2965" y="9906"/>
                    <a:pt x="3001" y="10049"/>
                  </a:cubicBezTo>
                  <a:cubicBezTo>
                    <a:pt x="3056" y="10399"/>
                    <a:pt x="3361" y="10639"/>
                    <a:pt x="3697" y="10639"/>
                  </a:cubicBezTo>
                  <a:cubicBezTo>
                    <a:pt x="3727" y="10639"/>
                    <a:pt x="3757" y="10637"/>
                    <a:pt x="3787" y="10633"/>
                  </a:cubicBezTo>
                  <a:cubicBezTo>
                    <a:pt x="3799" y="10632"/>
                    <a:pt x="3811" y="10631"/>
                    <a:pt x="3823" y="10631"/>
                  </a:cubicBezTo>
                  <a:cubicBezTo>
                    <a:pt x="3953" y="10631"/>
                    <a:pt x="4079" y="10690"/>
                    <a:pt x="4144" y="10799"/>
                  </a:cubicBezTo>
                  <a:cubicBezTo>
                    <a:pt x="4274" y="10998"/>
                    <a:pt x="4502" y="11109"/>
                    <a:pt x="4731" y="11109"/>
                  </a:cubicBezTo>
                  <a:cubicBezTo>
                    <a:pt x="4858" y="11109"/>
                    <a:pt x="4986" y="11074"/>
                    <a:pt x="5097" y="11002"/>
                  </a:cubicBezTo>
                  <a:cubicBezTo>
                    <a:pt x="5156" y="10966"/>
                    <a:pt x="5228" y="10948"/>
                    <a:pt x="5299" y="10948"/>
                  </a:cubicBezTo>
                  <a:cubicBezTo>
                    <a:pt x="5370" y="10948"/>
                    <a:pt x="5442" y="10966"/>
                    <a:pt x="5501" y="11002"/>
                  </a:cubicBezTo>
                  <a:cubicBezTo>
                    <a:pt x="5621" y="11085"/>
                    <a:pt x="5740" y="11109"/>
                    <a:pt x="5871" y="11109"/>
                  </a:cubicBezTo>
                  <a:cubicBezTo>
                    <a:pt x="6097" y="11109"/>
                    <a:pt x="6311" y="11002"/>
                    <a:pt x="6454" y="10799"/>
                  </a:cubicBezTo>
                  <a:cubicBezTo>
                    <a:pt x="6519" y="10690"/>
                    <a:pt x="6645" y="10631"/>
                    <a:pt x="6775" y="10631"/>
                  </a:cubicBezTo>
                  <a:cubicBezTo>
                    <a:pt x="6787" y="10631"/>
                    <a:pt x="6799" y="10632"/>
                    <a:pt x="6811" y="10633"/>
                  </a:cubicBezTo>
                  <a:cubicBezTo>
                    <a:pt x="6848" y="10639"/>
                    <a:pt x="6884" y="10641"/>
                    <a:pt x="6920" y="10641"/>
                  </a:cubicBezTo>
                  <a:cubicBezTo>
                    <a:pt x="7248" y="10641"/>
                    <a:pt x="7543" y="10403"/>
                    <a:pt x="7597" y="10049"/>
                  </a:cubicBezTo>
                  <a:cubicBezTo>
                    <a:pt x="7621" y="9906"/>
                    <a:pt x="7728" y="9799"/>
                    <a:pt x="7859" y="9752"/>
                  </a:cubicBezTo>
                  <a:cubicBezTo>
                    <a:pt x="8240" y="9656"/>
                    <a:pt x="8442" y="9275"/>
                    <a:pt x="8359" y="8906"/>
                  </a:cubicBezTo>
                  <a:cubicBezTo>
                    <a:pt x="8323" y="8775"/>
                    <a:pt x="8371" y="8621"/>
                    <a:pt x="8478" y="8537"/>
                  </a:cubicBezTo>
                  <a:cubicBezTo>
                    <a:pt x="8776" y="8299"/>
                    <a:pt x="8811" y="7871"/>
                    <a:pt x="8573" y="7573"/>
                  </a:cubicBezTo>
                  <a:cubicBezTo>
                    <a:pt x="8490" y="7454"/>
                    <a:pt x="8478" y="7299"/>
                    <a:pt x="8538" y="7168"/>
                  </a:cubicBezTo>
                  <a:cubicBezTo>
                    <a:pt x="8692" y="6823"/>
                    <a:pt x="8561" y="6406"/>
                    <a:pt x="8240" y="6239"/>
                  </a:cubicBezTo>
                  <a:cubicBezTo>
                    <a:pt x="8097" y="6180"/>
                    <a:pt x="8026" y="6037"/>
                    <a:pt x="8037" y="5906"/>
                  </a:cubicBezTo>
                  <a:cubicBezTo>
                    <a:pt x="8061" y="5525"/>
                    <a:pt x="7776" y="5204"/>
                    <a:pt x="7383" y="5168"/>
                  </a:cubicBezTo>
                  <a:cubicBezTo>
                    <a:pt x="7311" y="5168"/>
                    <a:pt x="7240" y="5144"/>
                    <a:pt x="7180" y="5096"/>
                  </a:cubicBezTo>
                  <a:lnTo>
                    <a:pt x="10526" y="429"/>
                  </a:lnTo>
                  <a:cubicBezTo>
                    <a:pt x="10585" y="358"/>
                    <a:pt x="10597" y="251"/>
                    <a:pt x="10538" y="143"/>
                  </a:cubicBezTo>
                  <a:cubicBezTo>
                    <a:pt x="10490" y="60"/>
                    <a:pt x="10395" y="0"/>
                    <a:pt x="10288" y="0"/>
                  </a:cubicBezTo>
                  <a:lnTo>
                    <a:pt x="7478" y="0"/>
                  </a:lnTo>
                  <a:cubicBezTo>
                    <a:pt x="7383" y="0"/>
                    <a:pt x="7299" y="36"/>
                    <a:pt x="7252" y="120"/>
                  </a:cubicBezTo>
                  <a:lnTo>
                    <a:pt x="5287" y="2858"/>
                  </a:lnTo>
                  <a:lnTo>
                    <a:pt x="3335" y="120"/>
                  </a:lnTo>
                  <a:cubicBezTo>
                    <a:pt x="3299" y="36"/>
                    <a:pt x="3204" y="0"/>
                    <a:pt x="3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43"/>
            <p:cNvSpPr/>
            <p:nvPr/>
          </p:nvSpPr>
          <p:spPr>
            <a:xfrm>
              <a:off x="938458" y="2136979"/>
              <a:ext cx="166789" cy="76742"/>
            </a:xfrm>
            <a:custGeom>
              <a:rect b="b" l="l" r="r" t="t"/>
              <a:pathLst>
                <a:path extrusionOk="0" h="2411" w="5240">
                  <a:moveTo>
                    <a:pt x="2620" y="1"/>
                  </a:moveTo>
                  <a:cubicBezTo>
                    <a:pt x="2001" y="1"/>
                    <a:pt x="1370" y="227"/>
                    <a:pt x="894" y="643"/>
                  </a:cubicBezTo>
                  <a:cubicBezTo>
                    <a:pt x="417" y="1036"/>
                    <a:pt x="108" y="1608"/>
                    <a:pt x="13" y="2227"/>
                  </a:cubicBezTo>
                  <a:cubicBezTo>
                    <a:pt x="1" y="2322"/>
                    <a:pt x="60" y="2406"/>
                    <a:pt x="156" y="2406"/>
                  </a:cubicBezTo>
                  <a:lnTo>
                    <a:pt x="179" y="2406"/>
                  </a:lnTo>
                  <a:cubicBezTo>
                    <a:pt x="251" y="2406"/>
                    <a:pt x="334" y="2346"/>
                    <a:pt x="346" y="2275"/>
                  </a:cubicBezTo>
                  <a:cubicBezTo>
                    <a:pt x="429" y="1739"/>
                    <a:pt x="703" y="1251"/>
                    <a:pt x="1120" y="894"/>
                  </a:cubicBezTo>
                  <a:cubicBezTo>
                    <a:pt x="1537" y="536"/>
                    <a:pt x="2072" y="322"/>
                    <a:pt x="2620" y="322"/>
                  </a:cubicBezTo>
                  <a:cubicBezTo>
                    <a:pt x="3168" y="322"/>
                    <a:pt x="3704" y="524"/>
                    <a:pt x="4120" y="894"/>
                  </a:cubicBezTo>
                  <a:cubicBezTo>
                    <a:pt x="4537" y="1251"/>
                    <a:pt x="4811" y="1739"/>
                    <a:pt x="4894" y="2275"/>
                  </a:cubicBezTo>
                  <a:cubicBezTo>
                    <a:pt x="4904" y="2356"/>
                    <a:pt x="4975" y="2411"/>
                    <a:pt x="5040" y="2411"/>
                  </a:cubicBezTo>
                  <a:cubicBezTo>
                    <a:pt x="5051" y="2411"/>
                    <a:pt x="5062" y="2409"/>
                    <a:pt x="5073" y="2406"/>
                  </a:cubicBezTo>
                  <a:cubicBezTo>
                    <a:pt x="5180" y="2394"/>
                    <a:pt x="5240" y="2322"/>
                    <a:pt x="5228" y="2227"/>
                  </a:cubicBezTo>
                  <a:cubicBezTo>
                    <a:pt x="5132" y="1620"/>
                    <a:pt x="4823" y="1060"/>
                    <a:pt x="4347" y="643"/>
                  </a:cubicBezTo>
                  <a:cubicBezTo>
                    <a:pt x="3870" y="227"/>
                    <a:pt x="3263" y="1"/>
                    <a:pt x="26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3"/>
            <p:cNvSpPr/>
            <p:nvPr/>
          </p:nvSpPr>
          <p:spPr>
            <a:xfrm>
              <a:off x="938840" y="2227377"/>
              <a:ext cx="166407" cy="76774"/>
            </a:xfrm>
            <a:custGeom>
              <a:rect b="b" l="l" r="r" t="t"/>
              <a:pathLst>
                <a:path extrusionOk="0" h="2412" w="5228">
                  <a:moveTo>
                    <a:pt x="193" y="1"/>
                  </a:moveTo>
                  <a:cubicBezTo>
                    <a:pt x="181" y="1"/>
                    <a:pt x="168" y="3"/>
                    <a:pt x="155" y="6"/>
                  </a:cubicBezTo>
                  <a:cubicBezTo>
                    <a:pt x="60" y="18"/>
                    <a:pt x="1" y="101"/>
                    <a:pt x="24" y="197"/>
                  </a:cubicBezTo>
                  <a:cubicBezTo>
                    <a:pt x="108" y="804"/>
                    <a:pt x="417" y="1375"/>
                    <a:pt x="894" y="1768"/>
                  </a:cubicBezTo>
                  <a:cubicBezTo>
                    <a:pt x="1370" y="2185"/>
                    <a:pt x="1989" y="2411"/>
                    <a:pt x="2608" y="2411"/>
                  </a:cubicBezTo>
                  <a:cubicBezTo>
                    <a:pt x="3239" y="2411"/>
                    <a:pt x="3858" y="2185"/>
                    <a:pt x="4335" y="1768"/>
                  </a:cubicBezTo>
                  <a:cubicBezTo>
                    <a:pt x="4811" y="1375"/>
                    <a:pt x="5120" y="804"/>
                    <a:pt x="5216" y="185"/>
                  </a:cubicBezTo>
                  <a:cubicBezTo>
                    <a:pt x="5228" y="101"/>
                    <a:pt x="5168" y="18"/>
                    <a:pt x="5085" y="6"/>
                  </a:cubicBezTo>
                  <a:cubicBezTo>
                    <a:pt x="5070" y="3"/>
                    <a:pt x="5056" y="1"/>
                    <a:pt x="5043" y="1"/>
                  </a:cubicBezTo>
                  <a:cubicBezTo>
                    <a:pt x="4966" y="1"/>
                    <a:pt x="4906" y="56"/>
                    <a:pt x="4906" y="137"/>
                  </a:cubicBezTo>
                  <a:cubicBezTo>
                    <a:pt x="4811" y="673"/>
                    <a:pt x="4549" y="1161"/>
                    <a:pt x="4132" y="1518"/>
                  </a:cubicBezTo>
                  <a:cubicBezTo>
                    <a:pt x="3715" y="1875"/>
                    <a:pt x="3180" y="2090"/>
                    <a:pt x="2620" y="2090"/>
                  </a:cubicBezTo>
                  <a:cubicBezTo>
                    <a:pt x="2072" y="2090"/>
                    <a:pt x="1537" y="1887"/>
                    <a:pt x="1120" y="1518"/>
                  </a:cubicBezTo>
                  <a:cubicBezTo>
                    <a:pt x="703" y="1161"/>
                    <a:pt x="441" y="673"/>
                    <a:pt x="346" y="137"/>
                  </a:cubicBezTo>
                  <a:cubicBezTo>
                    <a:pt x="336" y="56"/>
                    <a:pt x="265" y="1"/>
                    <a:pt x="1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3"/>
            <p:cNvSpPr/>
            <p:nvPr/>
          </p:nvSpPr>
          <p:spPr>
            <a:xfrm>
              <a:off x="1007052" y="2185106"/>
              <a:ext cx="19003" cy="70153"/>
            </a:xfrm>
            <a:custGeom>
              <a:rect b="b" l="l" r="r" t="t"/>
              <a:pathLst>
                <a:path extrusionOk="0" h="2204" w="597">
                  <a:moveTo>
                    <a:pt x="453" y="1"/>
                  </a:moveTo>
                  <a:cubicBezTo>
                    <a:pt x="418" y="1"/>
                    <a:pt x="394" y="24"/>
                    <a:pt x="382" y="36"/>
                  </a:cubicBezTo>
                  <a:lnTo>
                    <a:pt x="60" y="334"/>
                  </a:lnTo>
                  <a:cubicBezTo>
                    <a:pt x="25" y="358"/>
                    <a:pt x="1" y="405"/>
                    <a:pt x="1" y="453"/>
                  </a:cubicBezTo>
                  <a:cubicBezTo>
                    <a:pt x="1" y="513"/>
                    <a:pt x="48" y="584"/>
                    <a:pt x="108" y="584"/>
                  </a:cubicBezTo>
                  <a:cubicBezTo>
                    <a:pt x="120" y="584"/>
                    <a:pt x="156" y="572"/>
                    <a:pt x="167" y="560"/>
                  </a:cubicBezTo>
                  <a:lnTo>
                    <a:pt x="275" y="417"/>
                  </a:lnTo>
                  <a:lnTo>
                    <a:pt x="275" y="2108"/>
                  </a:lnTo>
                  <a:cubicBezTo>
                    <a:pt x="275" y="2179"/>
                    <a:pt x="346" y="2203"/>
                    <a:pt x="441" y="2203"/>
                  </a:cubicBezTo>
                  <a:cubicBezTo>
                    <a:pt x="513" y="2203"/>
                    <a:pt x="596" y="2179"/>
                    <a:pt x="596" y="2108"/>
                  </a:cubicBezTo>
                  <a:lnTo>
                    <a:pt x="596" y="96"/>
                  </a:lnTo>
                  <a:cubicBezTo>
                    <a:pt x="584" y="48"/>
                    <a:pt x="513" y="1"/>
                    <a:pt x="4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7" name="Google Shape;527;p43"/>
          <p:cNvGrpSpPr/>
          <p:nvPr/>
        </p:nvGrpSpPr>
        <p:grpSpPr>
          <a:xfrm>
            <a:off x="3658816" y="1959982"/>
            <a:ext cx="457200" cy="381013"/>
            <a:chOff x="2770052" y="2009628"/>
            <a:chExt cx="327085" cy="277080"/>
          </a:xfrm>
        </p:grpSpPr>
        <p:sp>
          <p:nvSpPr>
            <p:cNvPr id="528" name="Google Shape;528;p43"/>
            <p:cNvSpPr/>
            <p:nvPr/>
          </p:nvSpPr>
          <p:spPr>
            <a:xfrm>
              <a:off x="2770052" y="2023537"/>
              <a:ext cx="327085" cy="263170"/>
            </a:xfrm>
            <a:custGeom>
              <a:rect b="b" l="l" r="r" t="t"/>
              <a:pathLst>
                <a:path extrusionOk="0" h="8268" w="10276">
                  <a:moveTo>
                    <a:pt x="6251" y="2267"/>
                  </a:moveTo>
                  <a:lnTo>
                    <a:pt x="7061" y="2541"/>
                  </a:lnTo>
                  <a:cubicBezTo>
                    <a:pt x="7073" y="2544"/>
                    <a:pt x="7086" y="2545"/>
                    <a:pt x="7098" y="2545"/>
                  </a:cubicBezTo>
                  <a:cubicBezTo>
                    <a:pt x="7136" y="2545"/>
                    <a:pt x="7174" y="2532"/>
                    <a:pt x="7192" y="2505"/>
                  </a:cubicBezTo>
                  <a:lnTo>
                    <a:pt x="7454" y="2314"/>
                  </a:lnTo>
                  <a:lnTo>
                    <a:pt x="9240" y="4660"/>
                  </a:lnTo>
                  <a:lnTo>
                    <a:pt x="8978" y="4874"/>
                  </a:lnTo>
                  <a:cubicBezTo>
                    <a:pt x="8966" y="4862"/>
                    <a:pt x="8942" y="4839"/>
                    <a:pt x="8930" y="4839"/>
                  </a:cubicBezTo>
                  <a:lnTo>
                    <a:pt x="5811" y="3148"/>
                  </a:lnTo>
                  <a:lnTo>
                    <a:pt x="5930" y="2969"/>
                  </a:lnTo>
                  <a:cubicBezTo>
                    <a:pt x="5978" y="2898"/>
                    <a:pt x="5966" y="2803"/>
                    <a:pt x="5894" y="2755"/>
                  </a:cubicBezTo>
                  <a:cubicBezTo>
                    <a:pt x="5864" y="2742"/>
                    <a:pt x="5834" y="2735"/>
                    <a:pt x="5806" y="2735"/>
                  </a:cubicBezTo>
                  <a:cubicBezTo>
                    <a:pt x="5756" y="2735"/>
                    <a:pt x="5710" y="2757"/>
                    <a:pt x="5680" y="2803"/>
                  </a:cubicBezTo>
                  <a:lnTo>
                    <a:pt x="5358" y="3326"/>
                  </a:lnTo>
                  <a:cubicBezTo>
                    <a:pt x="5335" y="3350"/>
                    <a:pt x="5323" y="3374"/>
                    <a:pt x="5323" y="3398"/>
                  </a:cubicBezTo>
                  <a:lnTo>
                    <a:pt x="5323" y="4684"/>
                  </a:lnTo>
                  <a:cubicBezTo>
                    <a:pt x="5323" y="4946"/>
                    <a:pt x="5097" y="5172"/>
                    <a:pt x="4835" y="5172"/>
                  </a:cubicBezTo>
                  <a:cubicBezTo>
                    <a:pt x="4561" y="5172"/>
                    <a:pt x="4346" y="4946"/>
                    <a:pt x="4346" y="4684"/>
                  </a:cubicBezTo>
                  <a:lnTo>
                    <a:pt x="4346" y="3410"/>
                  </a:lnTo>
                  <a:lnTo>
                    <a:pt x="4620" y="2267"/>
                  </a:lnTo>
                  <a:close/>
                  <a:moveTo>
                    <a:pt x="2680" y="1767"/>
                  </a:moveTo>
                  <a:lnTo>
                    <a:pt x="2918" y="1898"/>
                  </a:lnTo>
                  <a:lnTo>
                    <a:pt x="941" y="5303"/>
                  </a:lnTo>
                  <a:lnTo>
                    <a:pt x="703" y="5172"/>
                  </a:lnTo>
                  <a:lnTo>
                    <a:pt x="2680" y="1767"/>
                  </a:lnTo>
                  <a:close/>
                  <a:moveTo>
                    <a:pt x="3180" y="4743"/>
                  </a:moveTo>
                  <a:cubicBezTo>
                    <a:pt x="3287" y="4743"/>
                    <a:pt x="3370" y="4779"/>
                    <a:pt x="3442" y="4874"/>
                  </a:cubicBezTo>
                  <a:cubicBezTo>
                    <a:pt x="3561" y="5017"/>
                    <a:pt x="3525" y="5231"/>
                    <a:pt x="3370" y="5339"/>
                  </a:cubicBezTo>
                  <a:lnTo>
                    <a:pt x="2322" y="6112"/>
                  </a:lnTo>
                  <a:cubicBezTo>
                    <a:pt x="2262" y="6150"/>
                    <a:pt x="2194" y="6169"/>
                    <a:pt x="2127" y="6169"/>
                  </a:cubicBezTo>
                  <a:cubicBezTo>
                    <a:pt x="2023" y="6169"/>
                    <a:pt x="1923" y="6123"/>
                    <a:pt x="1858" y="6029"/>
                  </a:cubicBezTo>
                  <a:cubicBezTo>
                    <a:pt x="1751" y="5886"/>
                    <a:pt x="1787" y="5672"/>
                    <a:pt x="1929" y="5565"/>
                  </a:cubicBezTo>
                  <a:lnTo>
                    <a:pt x="2989" y="4803"/>
                  </a:lnTo>
                  <a:cubicBezTo>
                    <a:pt x="3049" y="4755"/>
                    <a:pt x="3120" y="4743"/>
                    <a:pt x="3180" y="4743"/>
                  </a:cubicBezTo>
                  <a:close/>
                  <a:moveTo>
                    <a:pt x="3775" y="5493"/>
                  </a:moveTo>
                  <a:cubicBezTo>
                    <a:pt x="3870" y="5493"/>
                    <a:pt x="3954" y="5553"/>
                    <a:pt x="4013" y="5636"/>
                  </a:cubicBezTo>
                  <a:cubicBezTo>
                    <a:pt x="4132" y="5779"/>
                    <a:pt x="4085" y="5993"/>
                    <a:pt x="3942" y="6089"/>
                  </a:cubicBezTo>
                  <a:lnTo>
                    <a:pt x="3132" y="6708"/>
                  </a:lnTo>
                  <a:cubicBezTo>
                    <a:pt x="3076" y="6745"/>
                    <a:pt x="3013" y="6764"/>
                    <a:pt x="2949" y="6764"/>
                  </a:cubicBezTo>
                  <a:cubicBezTo>
                    <a:pt x="2851" y="6764"/>
                    <a:pt x="2752" y="6718"/>
                    <a:pt x="2680" y="6624"/>
                  </a:cubicBezTo>
                  <a:cubicBezTo>
                    <a:pt x="2572" y="6482"/>
                    <a:pt x="2596" y="6255"/>
                    <a:pt x="2751" y="6148"/>
                  </a:cubicBezTo>
                  <a:lnTo>
                    <a:pt x="3537" y="5589"/>
                  </a:lnTo>
                  <a:cubicBezTo>
                    <a:pt x="3573" y="5565"/>
                    <a:pt x="3596" y="5541"/>
                    <a:pt x="3620" y="5529"/>
                  </a:cubicBezTo>
                  <a:cubicBezTo>
                    <a:pt x="3668" y="5517"/>
                    <a:pt x="3715" y="5493"/>
                    <a:pt x="3775" y="5493"/>
                  </a:cubicBezTo>
                  <a:close/>
                  <a:moveTo>
                    <a:pt x="4359" y="6281"/>
                  </a:moveTo>
                  <a:cubicBezTo>
                    <a:pt x="4454" y="6281"/>
                    <a:pt x="4550" y="6321"/>
                    <a:pt x="4620" y="6398"/>
                  </a:cubicBezTo>
                  <a:cubicBezTo>
                    <a:pt x="4739" y="6553"/>
                    <a:pt x="4704" y="6755"/>
                    <a:pt x="4549" y="6863"/>
                  </a:cubicBezTo>
                  <a:lnTo>
                    <a:pt x="3954" y="7303"/>
                  </a:lnTo>
                  <a:cubicBezTo>
                    <a:pt x="3898" y="7331"/>
                    <a:pt x="3829" y="7358"/>
                    <a:pt x="3767" y="7358"/>
                  </a:cubicBezTo>
                  <a:cubicBezTo>
                    <a:pt x="3749" y="7358"/>
                    <a:pt x="3732" y="7356"/>
                    <a:pt x="3715" y="7351"/>
                  </a:cubicBezTo>
                  <a:cubicBezTo>
                    <a:pt x="3620" y="7339"/>
                    <a:pt x="3549" y="7303"/>
                    <a:pt x="3513" y="7220"/>
                  </a:cubicBezTo>
                  <a:cubicBezTo>
                    <a:pt x="3406" y="7077"/>
                    <a:pt x="3430" y="6863"/>
                    <a:pt x="3584" y="6755"/>
                  </a:cubicBezTo>
                  <a:lnTo>
                    <a:pt x="4144" y="6363"/>
                  </a:lnTo>
                  <a:lnTo>
                    <a:pt x="4168" y="6339"/>
                  </a:lnTo>
                  <a:cubicBezTo>
                    <a:pt x="4226" y="6300"/>
                    <a:pt x="4292" y="6281"/>
                    <a:pt x="4359" y="6281"/>
                  </a:cubicBezTo>
                  <a:close/>
                  <a:moveTo>
                    <a:pt x="2870" y="2553"/>
                  </a:moveTo>
                  <a:lnTo>
                    <a:pt x="3156" y="2707"/>
                  </a:lnTo>
                  <a:cubicBezTo>
                    <a:pt x="3173" y="2725"/>
                    <a:pt x="3197" y="2736"/>
                    <a:pt x="3218" y="2736"/>
                  </a:cubicBezTo>
                  <a:cubicBezTo>
                    <a:pt x="3226" y="2736"/>
                    <a:pt x="3233" y="2734"/>
                    <a:pt x="3239" y="2731"/>
                  </a:cubicBezTo>
                  <a:lnTo>
                    <a:pt x="3942" y="2636"/>
                  </a:lnTo>
                  <a:lnTo>
                    <a:pt x="4192" y="2743"/>
                  </a:lnTo>
                  <a:lnTo>
                    <a:pt x="4049" y="3338"/>
                  </a:lnTo>
                  <a:lnTo>
                    <a:pt x="4049" y="3362"/>
                  </a:lnTo>
                  <a:lnTo>
                    <a:pt x="4049" y="4648"/>
                  </a:lnTo>
                  <a:cubicBezTo>
                    <a:pt x="4049" y="5077"/>
                    <a:pt x="4406" y="5434"/>
                    <a:pt x="4835" y="5434"/>
                  </a:cubicBezTo>
                  <a:cubicBezTo>
                    <a:pt x="5263" y="5434"/>
                    <a:pt x="5620" y="5077"/>
                    <a:pt x="5620" y="4648"/>
                  </a:cubicBezTo>
                  <a:lnTo>
                    <a:pt x="5620" y="3410"/>
                  </a:lnTo>
                  <a:lnTo>
                    <a:pt x="5656" y="3362"/>
                  </a:lnTo>
                  <a:lnTo>
                    <a:pt x="8776" y="5065"/>
                  </a:lnTo>
                  <a:cubicBezTo>
                    <a:pt x="8942" y="5184"/>
                    <a:pt x="9002" y="5374"/>
                    <a:pt x="8907" y="5541"/>
                  </a:cubicBezTo>
                  <a:cubicBezTo>
                    <a:pt x="8850" y="5654"/>
                    <a:pt x="8745" y="5717"/>
                    <a:pt x="8631" y="5717"/>
                  </a:cubicBezTo>
                  <a:cubicBezTo>
                    <a:pt x="8576" y="5717"/>
                    <a:pt x="8520" y="5703"/>
                    <a:pt x="8466" y="5672"/>
                  </a:cubicBezTo>
                  <a:lnTo>
                    <a:pt x="6740" y="4743"/>
                  </a:lnTo>
                  <a:cubicBezTo>
                    <a:pt x="6711" y="4727"/>
                    <a:pt x="6682" y="4719"/>
                    <a:pt x="6655" y="4719"/>
                  </a:cubicBezTo>
                  <a:cubicBezTo>
                    <a:pt x="6603" y="4719"/>
                    <a:pt x="6557" y="4748"/>
                    <a:pt x="6525" y="4803"/>
                  </a:cubicBezTo>
                  <a:cubicBezTo>
                    <a:pt x="6490" y="4874"/>
                    <a:pt x="6513" y="4958"/>
                    <a:pt x="6585" y="5005"/>
                  </a:cubicBezTo>
                  <a:lnTo>
                    <a:pt x="8037" y="5791"/>
                  </a:lnTo>
                  <a:cubicBezTo>
                    <a:pt x="8192" y="5886"/>
                    <a:pt x="8252" y="6077"/>
                    <a:pt x="8168" y="6243"/>
                  </a:cubicBezTo>
                  <a:cubicBezTo>
                    <a:pt x="8104" y="6356"/>
                    <a:pt x="7996" y="6415"/>
                    <a:pt x="7881" y="6415"/>
                  </a:cubicBezTo>
                  <a:cubicBezTo>
                    <a:pt x="7826" y="6415"/>
                    <a:pt x="7770" y="6401"/>
                    <a:pt x="7716" y="6374"/>
                  </a:cubicBezTo>
                  <a:lnTo>
                    <a:pt x="6251" y="5565"/>
                  </a:lnTo>
                  <a:cubicBezTo>
                    <a:pt x="6226" y="5554"/>
                    <a:pt x="6200" y="5548"/>
                    <a:pt x="6175" y="5548"/>
                  </a:cubicBezTo>
                  <a:cubicBezTo>
                    <a:pt x="6120" y="5548"/>
                    <a:pt x="6070" y="5575"/>
                    <a:pt x="6037" y="5624"/>
                  </a:cubicBezTo>
                  <a:cubicBezTo>
                    <a:pt x="5990" y="5708"/>
                    <a:pt x="6025" y="5791"/>
                    <a:pt x="6097" y="5839"/>
                  </a:cubicBezTo>
                  <a:lnTo>
                    <a:pt x="7287" y="6493"/>
                  </a:lnTo>
                  <a:cubicBezTo>
                    <a:pt x="7454" y="6577"/>
                    <a:pt x="7514" y="6779"/>
                    <a:pt x="7418" y="6934"/>
                  </a:cubicBezTo>
                  <a:cubicBezTo>
                    <a:pt x="7360" y="7050"/>
                    <a:pt x="7250" y="7114"/>
                    <a:pt x="7132" y="7114"/>
                  </a:cubicBezTo>
                  <a:cubicBezTo>
                    <a:pt x="7081" y="7114"/>
                    <a:pt x="7028" y="7102"/>
                    <a:pt x="6978" y="7077"/>
                  </a:cubicBezTo>
                  <a:lnTo>
                    <a:pt x="5728" y="6386"/>
                  </a:lnTo>
                  <a:cubicBezTo>
                    <a:pt x="5705" y="6371"/>
                    <a:pt x="5680" y="6365"/>
                    <a:pt x="5655" y="6365"/>
                  </a:cubicBezTo>
                  <a:cubicBezTo>
                    <a:pt x="5601" y="6365"/>
                    <a:pt x="5546" y="6397"/>
                    <a:pt x="5513" y="6446"/>
                  </a:cubicBezTo>
                  <a:cubicBezTo>
                    <a:pt x="5478" y="6517"/>
                    <a:pt x="5501" y="6613"/>
                    <a:pt x="5573" y="6660"/>
                  </a:cubicBezTo>
                  <a:lnTo>
                    <a:pt x="6549" y="7172"/>
                  </a:lnTo>
                  <a:cubicBezTo>
                    <a:pt x="6704" y="7267"/>
                    <a:pt x="6763" y="7458"/>
                    <a:pt x="6680" y="7625"/>
                  </a:cubicBezTo>
                  <a:cubicBezTo>
                    <a:pt x="6616" y="7737"/>
                    <a:pt x="6508" y="7801"/>
                    <a:pt x="6393" y="7801"/>
                  </a:cubicBezTo>
                  <a:cubicBezTo>
                    <a:pt x="6338" y="7801"/>
                    <a:pt x="6282" y="7786"/>
                    <a:pt x="6228" y="7756"/>
                  </a:cubicBezTo>
                  <a:lnTo>
                    <a:pt x="5549" y="7386"/>
                  </a:lnTo>
                  <a:cubicBezTo>
                    <a:pt x="5549" y="7255"/>
                    <a:pt x="5501" y="7101"/>
                    <a:pt x="5406" y="6994"/>
                  </a:cubicBezTo>
                  <a:cubicBezTo>
                    <a:pt x="5299" y="6851"/>
                    <a:pt x="5132" y="6755"/>
                    <a:pt x="4954" y="6744"/>
                  </a:cubicBezTo>
                  <a:lnTo>
                    <a:pt x="4954" y="6696"/>
                  </a:lnTo>
                  <a:cubicBezTo>
                    <a:pt x="4977" y="6541"/>
                    <a:pt x="4930" y="6363"/>
                    <a:pt x="4835" y="6220"/>
                  </a:cubicBezTo>
                  <a:cubicBezTo>
                    <a:pt x="4716" y="6077"/>
                    <a:pt x="4549" y="5982"/>
                    <a:pt x="4370" y="5970"/>
                  </a:cubicBezTo>
                  <a:lnTo>
                    <a:pt x="4370" y="5922"/>
                  </a:lnTo>
                  <a:cubicBezTo>
                    <a:pt x="4406" y="5767"/>
                    <a:pt x="4358" y="5589"/>
                    <a:pt x="4251" y="5446"/>
                  </a:cubicBezTo>
                  <a:cubicBezTo>
                    <a:pt x="4132" y="5303"/>
                    <a:pt x="3965" y="5208"/>
                    <a:pt x="3787" y="5196"/>
                  </a:cubicBezTo>
                  <a:lnTo>
                    <a:pt x="3787" y="5148"/>
                  </a:lnTo>
                  <a:cubicBezTo>
                    <a:pt x="3823" y="4993"/>
                    <a:pt x="3775" y="4815"/>
                    <a:pt x="3668" y="4672"/>
                  </a:cubicBezTo>
                  <a:cubicBezTo>
                    <a:pt x="3547" y="4516"/>
                    <a:pt x="3359" y="4432"/>
                    <a:pt x="3172" y="4432"/>
                  </a:cubicBezTo>
                  <a:cubicBezTo>
                    <a:pt x="3044" y="4432"/>
                    <a:pt x="2917" y="4471"/>
                    <a:pt x="2811" y="4553"/>
                  </a:cubicBezTo>
                  <a:lnTo>
                    <a:pt x="1763" y="5315"/>
                  </a:lnTo>
                  <a:lnTo>
                    <a:pt x="1394" y="5112"/>
                  </a:lnTo>
                  <a:lnTo>
                    <a:pt x="2870" y="2553"/>
                  </a:lnTo>
                  <a:close/>
                  <a:moveTo>
                    <a:pt x="4936" y="7026"/>
                  </a:moveTo>
                  <a:cubicBezTo>
                    <a:pt x="5036" y="7026"/>
                    <a:pt x="5132" y="7070"/>
                    <a:pt x="5204" y="7148"/>
                  </a:cubicBezTo>
                  <a:cubicBezTo>
                    <a:pt x="5251" y="7244"/>
                    <a:pt x="5275" y="7315"/>
                    <a:pt x="5263" y="7398"/>
                  </a:cubicBezTo>
                  <a:cubicBezTo>
                    <a:pt x="5251" y="7494"/>
                    <a:pt x="5204" y="7565"/>
                    <a:pt x="5132" y="7625"/>
                  </a:cubicBezTo>
                  <a:lnTo>
                    <a:pt x="4787" y="7875"/>
                  </a:lnTo>
                  <a:cubicBezTo>
                    <a:pt x="4729" y="7918"/>
                    <a:pt x="4658" y="7940"/>
                    <a:pt x="4588" y="7940"/>
                  </a:cubicBezTo>
                  <a:cubicBezTo>
                    <a:pt x="4487" y="7940"/>
                    <a:pt x="4386" y="7895"/>
                    <a:pt x="4323" y="7803"/>
                  </a:cubicBezTo>
                  <a:cubicBezTo>
                    <a:pt x="4215" y="7660"/>
                    <a:pt x="4251" y="7446"/>
                    <a:pt x="4406" y="7339"/>
                  </a:cubicBezTo>
                  <a:lnTo>
                    <a:pt x="4727" y="7101"/>
                  </a:lnTo>
                  <a:lnTo>
                    <a:pt x="4739" y="7089"/>
                  </a:lnTo>
                  <a:cubicBezTo>
                    <a:pt x="4802" y="7046"/>
                    <a:pt x="4870" y="7026"/>
                    <a:pt x="4936" y="7026"/>
                  </a:cubicBezTo>
                  <a:close/>
                  <a:moveTo>
                    <a:pt x="180" y="0"/>
                  </a:moveTo>
                  <a:cubicBezTo>
                    <a:pt x="125" y="0"/>
                    <a:pt x="69" y="27"/>
                    <a:pt x="36" y="76"/>
                  </a:cubicBezTo>
                  <a:cubicBezTo>
                    <a:pt x="1" y="159"/>
                    <a:pt x="24" y="243"/>
                    <a:pt x="96" y="290"/>
                  </a:cubicBezTo>
                  <a:lnTo>
                    <a:pt x="2382" y="1600"/>
                  </a:lnTo>
                  <a:lnTo>
                    <a:pt x="405" y="5005"/>
                  </a:lnTo>
                  <a:lnTo>
                    <a:pt x="251" y="4922"/>
                  </a:lnTo>
                  <a:cubicBezTo>
                    <a:pt x="221" y="4905"/>
                    <a:pt x="192" y="4897"/>
                    <a:pt x="164" y="4897"/>
                  </a:cubicBezTo>
                  <a:cubicBezTo>
                    <a:pt x="113" y="4897"/>
                    <a:pt x="67" y="4923"/>
                    <a:pt x="36" y="4969"/>
                  </a:cubicBezTo>
                  <a:cubicBezTo>
                    <a:pt x="1" y="5053"/>
                    <a:pt x="24" y="5136"/>
                    <a:pt x="96" y="5184"/>
                  </a:cubicBezTo>
                  <a:lnTo>
                    <a:pt x="882" y="5648"/>
                  </a:lnTo>
                  <a:cubicBezTo>
                    <a:pt x="908" y="5663"/>
                    <a:pt x="934" y="5670"/>
                    <a:pt x="959" y="5670"/>
                  </a:cubicBezTo>
                  <a:cubicBezTo>
                    <a:pt x="1014" y="5670"/>
                    <a:pt x="1063" y="5638"/>
                    <a:pt x="1096" y="5589"/>
                  </a:cubicBezTo>
                  <a:lnTo>
                    <a:pt x="1215" y="5398"/>
                  </a:lnTo>
                  <a:lnTo>
                    <a:pt x="1537" y="5565"/>
                  </a:lnTo>
                  <a:cubicBezTo>
                    <a:pt x="1441" y="5779"/>
                    <a:pt x="1453" y="6029"/>
                    <a:pt x="1584" y="6220"/>
                  </a:cubicBezTo>
                  <a:cubicBezTo>
                    <a:pt x="1703" y="6386"/>
                    <a:pt x="1894" y="6482"/>
                    <a:pt x="2096" y="6482"/>
                  </a:cubicBezTo>
                  <a:cubicBezTo>
                    <a:pt x="2156" y="6482"/>
                    <a:pt x="2227" y="6458"/>
                    <a:pt x="2287" y="6446"/>
                  </a:cubicBezTo>
                  <a:cubicBezTo>
                    <a:pt x="2287" y="6577"/>
                    <a:pt x="2334" y="6720"/>
                    <a:pt x="2406" y="6815"/>
                  </a:cubicBezTo>
                  <a:cubicBezTo>
                    <a:pt x="2525" y="6982"/>
                    <a:pt x="2715" y="7077"/>
                    <a:pt x="2906" y="7077"/>
                  </a:cubicBezTo>
                  <a:cubicBezTo>
                    <a:pt x="2965" y="7077"/>
                    <a:pt x="3049" y="7053"/>
                    <a:pt x="3108" y="7041"/>
                  </a:cubicBezTo>
                  <a:cubicBezTo>
                    <a:pt x="3108" y="7160"/>
                    <a:pt x="3144" y="7291"/>
                    <a:pt x="3227" y="7398"/>
                  </a:cubicBezTo>
                  <a:cubicBezTo>
                    <a:pt x="3323" y="7529"/>
                    <a:pt x="3465" y="7625"/>
                    <a:pt x="3644" y="7648"/>
                  </a:cubicBezTo>
                  <a:cubicBezTo>
                    <a:pt x="3668" y="7648"/>
                    <a:pt x="3715" y="7672"/>
                    <a:pt x="3739" y="7672"/>
                  </a:cubicBezTo>
                  <a:cubicBezTo>
                    <a:pt x="3799" y="7672"/>
                    <a:pt x="3882" y="7648"/>
                    <a:pt x="3942" y="7636"/>
                  </a:cubicBezTo>
                  <a:cubicBezTo>
                    <a:pt x="3942" y="7767"/>
                    <a:pt x="3977" y="7886"/>
                    <a:pt x="4061" y="7994"/>
                  </a:cubicBezTo>
                  <a:cubicBezTo>
                    <a:pt x="4156" y="8125"/>
                    <a:pt x="4299" y="8220"/>
                    <a:pt x="4477" y="8244"/>
                  </a:cubicBezTo>
                  <a:cubicBezTo>
                    <a:pt x="4501" y="8244"/>
                    <a:pt x="4549" y="8267"/>
                    <a:pt x="4573" y="8267"/>
                  </a:cubicBezTo>
                  <a:cubicBezTo>
                    <a:pt x="4716" y="8267"/>
                    <a:pt x="4835" y="8220"/>
                    <a:pt x="4954" y="8148"/>
                  </a:cubicBezTo>
                  <a:lnTo>
                    <a:pt x="5287" y="7886"/>
                  </a:lnTo>
                  <a:cubicBezTo>
                    <a:pt x="5370" y="7827"/>
                    <a:pt x="5430" y="7767"/>
                    <a:pt x="5466" y="7684"/>
                  </a:cubicBezTo>
                  <a:lnTo>
                    <a:pt x="6085" y="8029"/>
                  </a:lnTo>
                  <a:cubicBezTo>
                    <a:pt x="6168" y="8077"/>
                    <a:pt x="6275" y="8101"/>
                    <a:pt x="6382" y="8101"/>
                  </a:cubicBezTo>
                  <a:cubicBezTo>
                    <a:pt x="6442" y="8101"/>
                    <a:pt x="6501" y="8089"/>
                    <a:pt x="6561" y="8077"/>
                  </a:cubicBezTo>
                  <a:cubicBezTo>
                    <a:pt x="6716" y="8029"/>
                    <a:pt x="6859" y="7922"/>
                    <a:pt x="6930" y="7779"/>
                  </a:cubicBezTo>
                  <a:cubicBezTo>
                    <a:pt x="6990" y="7648"/>
                    <a:pt x="7013" y="7529"/>
                    <a:pt x="7002" y="7398"/>
                  </a:cubicBezTo>
                  <a:cubicBezTo>
                    <a:pt x="7049" y="7398"/>
                    <a:pt x="7073" y="7422"/>
                    <a:pt x="7121" y="7422"/>
                  </a:cubicBezTo>
                  <a:cubicBezTo>
                    <a:pt x="7347" y="7422"/>
                    <a:pt x="7573" y="7303"/>
                    <a:pt x="7668" y="7089"/>
                  </a:cubicBezTo>
                  <a:cubicBezTo>
                    <a:pt x="7728" y="6970"/>
                    <a:pt x="7764" y="6839"/>
                    <a:pt x="7752" y="6720"/>
                  </a:cubicBezTo>
                  <a:cubicBezTo>
                    <a:pt x="7787" y="6720"/>
                    <a:pt x="7823" y="6732"/>
                    <a:pt x="7871" y="6732"/>
                  </a:cubicBezTo>
                  <a:cubicBezTo>
                    <a:pt x="8085" y="6732"/>
                    <a:pt x="8311" y="6613"/>
                    <a:pt x="8418" y="6410"/>
                  </a:cubicBezTo>
                  <a:cubicBezTo>
                    <a:pt x="8478" y="6291"/>
                    <a:pt x="8502" y="6172"/>
                    <a:pt x="8490" y="6029"/>
                  </a:cubicBezTo>
                  <a:cubicBezTo>
                    <a:pt x="8537" y="6029"/>
                    <a:pt x="8561" y="6053"/>
                    <a:pt x="8609" y="6053"/>
                  </a:cubicBezTo>
                  <a:cubicBezTo>
                    <a:pt x="8668" y="6053"/>
                    <a:pt x="8728" y="6029"/>
                    <a:pt x="8787" y="6017"/>
                  </a:cubicBezTo>
                  <a:cubicBezTo>
                    <a:pt x="8954" y="5970"/>
                    <a:pt x="9085" y="5874"/>
                    <a:pt x="9157" y="5720"/>
                  </a:cubicBezTo>
                  <a:cubicBezTo>
                    <a:pt x="9240" y="5577"/>
                    <a:pt x="9264" y="5410"/>
                    <a:pt x="9204" y="5243"/>
                  </a:cubicBezTo>
                  <a:cubicBezTo>
                    <a:pt x="9192" y="5196"/>
                    <a:pt x="9180" y="5172"/>
                    <a:pt x="9157" y="5136"/>
                  </a:cubicBezTo>
                  <a:lnTo>
                    <a:pt x="9430" y="4946"/>
                  </a:lnTo>
                  <a:lnTo>
                    <a:pt x="9561" y="5124"/>
                  </a:lnTo>
                  <a:cubicBezTo>
                    <a:pt x="9591" y="5161"/>
                    <a:pt x="9644" y="5180"/>
                    <a:pt x="9694" y="5180"/>
                  </a:cubicBezTo>
                  <a:cubicBezTo>
                    <a:pt x="9724" y="5180"/>
                    <a:pt x="9753" y="5173"/>
                    <a:pt x="9776" y="5160"/>
                  </a:cubicBezTo>
                  <a:lnTo>
                    <a:pt x="10192" y="4827"/>
                  </a:lnTo>
                  <a:cubicBezTo>
                    <a:pt x="10264" y="4743"/>
                    <a:pt x="10276" y="4648"/>
                    <a:pt x="10240" y="4577"/>
                  </a:cubicBezTo>
                  <a:cubicBezTo>
                    <a:pt x="10210" y="4539"/>
                    <a:pt x="10157" y="4521"/>
                    <a:pt x="10107" y="4521"/>
                  </a:cubicBezTo>
                  <a:cubicBezTo>
                    <a:pt x="10077" y="4521"/>
                    <a:pt x="10048" y="4527"/>
                    <a:pt x="10026" y="4541"/>
                  </a:cubicBezTo>
                  <a:lnTo>
                    <a:pt x="9728" y="4779"/>
                  </a:lnTo>
                  <a:lnTo>
                    <a:pt x="7347" y="1671"/>
                  </a:lnTo>
                  <a:lnTo>
                    <a:pt x="8704" y="790"/>
                  </a:lnTo>
                  <a:cubicBezTo>
                    <a:pt x="8776" y="755"/>
                    <a:pt x="8787" y="659"/>
                    <a:pt x="8752" y="588"/>
                  </a:cubicBezTo>
                  <a:cubicBezTo>
                    <a:pt x="8721" y="542"/>
                    <a:pt x="8670" y="516"/>
                    <a:pt x="8619" y="516"/>
                  </a:cubicBezTo>
                  <a:cubicBezTo>
                    <a:pt x="8591" y="516"/>
                    <a:pt x="8563" y="523"/>
                    <a:pt x="8537" y="540"/>
                  </a:cubicBezTo>
                  <a:lnTo>
                    <a:pt x="7049" y="1493"/>
                  </a:lnTo>
                  <a:cubicBezTo>
                    <a:pt x="6978" y="1540"/>
                    <a:pt x="6966" y="1648"/>
                    <a:pt x="7002" y="1719"/>
                  </a:cubicBezTo>
                  <a:lnTo>
                    <a:pt x="7275" y="2076"/>
                  </a:lnTo>
                  <a:lnTo>
                    <a:pt x="7085" y="2219"/>
                  </a:lnTo>
                  <a:lnTo>
                    <a:pt x="6311" y="1969"/>
                  </a:lnTo>
                  <a:cubicBezTo>
                    <a:pt x="6287" y="1969"/>
                    <a:pt x="6275" y="1957"/>
                    <a:pt x="6263" y="1957"/>
                  </a:cubicBezTo>
                  <a:lnTo>
                    <a:pt x="4501" y="1957"/>
                  </a:lnTo>
                  <a:cubicBezTo>
                    <a:pt x="4430" y="1957"/>
                    <a:pt x="4370" y="2005"/>
                    <a:pt x="4358" y="2076"/>
                  </a:cubicBezTo>
                  <a:lnTo>
                    <a:pt x="4251" y="2481"/>
                  </a:lnTo>
                  <a:lnTo>
                    <a:pt x="4001" y="2374"/>
                  </a:lnTo>
                  <a:cubicBezTo>
                    <a:pt x="3965" y="2362"/>
                    <a:pt x="3954" y="2362"/>
                    <a:pt x="3930" y="2362"/>
                  </a:cubicBezTo>
                  <a:lnTo>
                    <a:pt x="3227" y="2433"/>
                  </a:lnTo>
                  <a:lnTo>
                    <a:pt x="2989" y="2302"/>
                  </a:lnTo>
                  <a:lnTo>
                    <a:pt x="3215" y="1910"/>
                  </a:lnTo>
                  <a:cubicBezTo>
                    <a:pt x="3251" y="1838"/>
                    <a:pt x="3227" y="1743"/>
                    <a:pt x="3156" y="1707"/>
                  </a:cubicBezTo>
                  <a:lnTo>
                    <a:pt x="251" y="16"/>
                  </a:lnTo>
                  <a:cubicBezTo>
                    <a:pt x="229" y="5"/>
                    <a:pt x="204" y="0"/>
                    <a:pt x="1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3"/>
            <p:cNvSpPr/>
            <p:nvPr/>
          </p:nvSpPr>
          <p:spPr>
            <a:xfrm>
              <a:off x="3059960" y="2009628"/>
              <a:ext cx="37177" cy="26960"/>
            </a:xfrm>
            <a:custGeom>
              <a:rect b="b" l="l" r="r" t="t"/>
              <a:pathLst>
                <a:path extrusionOk="0" h="847" w="1168">
                  <a:moveTo>
                    <a:pt x="999" y="0"/>
                  </a:moveTo>
                  <a:cubicBezTo>
                    <a:pt x="971" y="0"/>
                    <a:pt x="943" y="8"/>
                    <a:pt x="918" y="25"/>
                  </a:cubicBezTo>
                  <a:lnTo>
                    <a:pt x="84" y="561"/>
                  </a:lnTo>
                  <a:cubicBezTo>
                    <a:pt x="13" y="608"/>
                    <a:pt x="1" y="692"/>
                    <a:pt x="37" y="775"/>
                  </a:cubicBezTo>
                  <a:cubicBezTo>
                    <a:pt x="72" y="811"/>
                    <a:pt x="120" y="846"/>
                    <a:pt x="156" y="846"/>
                  </a:cubicBezTo>
                  <a:cubicBezTo>
                    <a:pt x="191" y="846"/>
                    <a:pt x="215" y="823"/>
                    <a:pt x="239" y="811"/>
                  </a:cubicBezTo>
                  <a:lnTo>
                    <a:pt x="1073" y="275"/>
                  </a:lnTo>
                  <a:cubicBezTo>
                    <a:pt x="1156" y="239"/>
                    <a:pt x="1168" y="144"/>
                    <a:pt x="1132" y="72"/>
                  </a:cubicBezTo>
                  <a:cubicBezTo>
                    <a:pt x="1101" y="26"/>
                    <a:pt x="1051" y="0"/>
                    <a:pt x="9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 name="Google Shape;530;p43"/>
          <p:cNvGrpSpPr/>
          <p:nvPr/>
        </p:nvGrpSpPr>
        <p:grpSpPr>
          <a:xfrm>
            <a:off x="5027979" y="3335931"/>
            <a:ext cx="457188" cy="411496"/>
            <a:chOff x="4670239" y="1541599"/>
            <a:chExt cx="359679" cy="321833"/>
          </a:xfrm>
        </p:grpSpPr>
        <p:sp>
          <p:nvSpPr>
            <p:cNvPr id="531" name="Google Shape;531;p43"/>
            <p:cNvSpPr/>
            <p:nvPr/>
          </p:nvSpPr>
          <p:spPr>
            <a:xfrm>
              <a:off x="4818790" y="1606787"/>
              <a:ext cx="28838" cy="49687"/>
            </a:xfrm>
            <a:custGeom>
              <a:rect b="b" l="l" r="r" t="t"/>
              <a:pathLst>
                <a:path extrusionOk="0" h="1561" w="906">
                  <a:moveTo>
                    <a:pt x="429" y="298"/>
                  </a:moveTo>
                  <a:lnTo>
                    <a:pt x="429" y="584"/>
                  </a:lnTo>
                  <a:cubicBezTo>
                    <a:pt x="310" y="537"/>
                    <a:pt x="287" y="489"/>
                    <a:pt x="287" y="429"/>
                  </a:cubicBezTo>
                  <a:cubicBezTo>
                    <a:pt x="287" y="346"/>
                    <a:pt x="358" y="310"/>
                    <a:pt x="429" y="298"/>
                  </a:cubicBezTo>
                  <a:close/>
                  <a:moveTo>
                    <a:pt x="537" y="882"/>
                  </a:moveTo>
                  <a:cubicBezTo>
                    <a:pt x="656" y="929"/>
                    <a:pt x="680" y="989"/>
                    <a:pt x="680" y="1060"/>
                  </a:cubicBezTo>
                  <a:cubicBezTo>
                    <a:pt x="680" y="1132"/>
                    <a:pt x="620" y="1191"/>
                    <a:pt x="537" y="1203"/>
                  </a:cubicBezTo>
                  <a:lnTo>
                    <a:pt x="537" y="882"/>
                  </a:lnTo>
                  <a:close/>
                  <a:moveTo>
                    <a:pt x="477" y="1"/>
                  </a:moveTo>
                  <a:cubicBezTo>
                    <a:pt x="441" y="1"/>
                    <a:pt x="418" y="13"/>
                    <a:pt x="418" y="48"/>
                  </a:cubicBezTo>
                  <a:lnTo>
                    <a:pt x="418" y="108"/>
                  </a:lnTo>
                  <a:cubicBezTo>
                    <a:pt x="191" y="132"/>
                    <a:pt x="48" y="251"/>
                    <a:pt x="48" y="477"/>
                  </a:cubicBezTo>
                  <a:cubicBezTo>
                    <a:pt x="48" y="715"/>
                    <a:pt x="227" y="787"/>
                    <a:pt x="418" y="870"/>
                  </a:cubicBezTo>
                  <a:lnTo>
                    <a:pt x="418" y="1239"/>
                  </a:lnTo>
                  <a:cubicBezTo>
                    <a:pt x="310" y="1215"/>
                    <a:pt x="263" y="1191"/>
                    <a:pt x="179" y="1120"/>
                  </a:cubicBezTo>
                  <a:cubicBezTo>
                    <a:pt x="159" y="1104"/>
                    <a:pt x="138" y="1096"/>
                    <a:pt x="118" y="1096"/>
                  </a:cubicBezTo>
                  <a:cubicBezTo>
                    <a:pt x="93" y="1096"/>
                    <a:pt x="69" y="1110"/>
                    <a:pt x="48" y="1144"/>
                  </a:cubicBezTo>
                  <a:cubicBezTo>
                    <a:pt x="1" y="1203"/>
                    <a:pt x="1" y="1263"/>
                    <a:pt x="48" y="1310"/>
                  </a:cubicBezTo>
                  <a:cubicBezTo>
                    <a:pt x="120" y="1418"/>
                    <a:pt x="287" y="1465"/>
                    <a:pt x="418" y="1465"/>
                  </a:cubicBezTo>
                  <a:lnTo>
                    <a:pt x="418" y="1513"/>
                  </a:lnTo>
                  <a:cubicBezTo>
                    <a:pt x="418" y="1549"/>
                    <a:pt x="441" y="1560"/>
                    <a:pt x="477" y="1560"/>
                  </a:cubicBezTo>
                  <a:cubicBezTo>
                    <a:pt x="501" y="1560"/>
                    <a:pt x="537" y="1549"/>
                    <a:pt x="537" y="1513"/>
                  </a:cubicBezTo>
                  <a:lnTo>
                    <a:pt x="537" y="1429"/>
                  </a:lnTo>
                  <a:cubicBezTo>
                    <a:pt x="727" y="1406"/>
                    <a:pt x="894" y="1263"/>
                    <a:pt x="894" y="1025"/>
                  </a:cubicBezTo>
                  <a:cubicBezTo>
                    <a:pt x="906" y="787"/>
                    <a:pt x="763" y="703"/>
                    <a:pt x="549" y="632"/>
                  </a:cubicBezTo>
                  <a:lnTo>
                    <a:pt x="549" y="286"/>
                  </a:lnTo>
                  <a:cubicBezTo>
                    <a:pt x="596" y="286"/>
                    <a:pt x="644" y="298"/>
                    <a:pt x="680" y="334"/>
                  </a:cubicBezTo>
                  <a:cubicBezTo>
                    <a:pt x="707" y="341"/>
                    <a:pt x="738" y="363"/>
                    <a:pt x="771" y="363"/>
                  </a:cubicBezTo>
                  <a:cubicBezTo>
                    <a:pt x="795" y="363"/>
                    <a:pt x="821" y="351"/>
                    <a:pt x="846" y="310"/>
                  </a:cubicBezTo>
                  <a:cubicBezTo>
                    <a:pt x="882" y="275"/>
                    <a:pt x="894" y="215"/>
                    <a:pt x="834" y="167"/>
                  </a:cubicBezTo>
                  <a:cubicBezTo>
                    <a:pt x="763" y="108"/>
                    <a:pt x="644" y="96"/>
                    <a:pt x="537" y="96"/>
                  </a:cubicBezTo>
                  <a:lnTo>
                    <a:pt x="537" y="48"/>
                  </a:lnTo>
                  <a:cubicBezTo>
                    <a:pt x="537" y="13"/>
                    <a:pt x="501" y="1"/>
                    <a:pt x="4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3"/>
            <p:cNvSpPr/>
            <p:nvPr/>
          </p:nvSpPr>
          <p:spPr>
            <a:xfrm>
              <a:off x="4875256" y="1557896"/>
              <a:ext cx="82281" cy="82663"/>
            </a:xfrm>
            <a:custGeom>
              <a:rect b="b" l="l" r="r" t="t"/>
              <a:pathLst>
                <a:path extrusionOk="0" h="2597" w="2585">
                  <a:moveTo>
                    <a:pt x="1287" y="310"/>
                  </a:moveTo>
                  <a:cubicBezTo>
                    <a:pt x="1823" y="310"/>
                    <a:pt x="2275" y="751"/>
                    <a:pt x="2275" y="1299"/>
                  </a:cubicBezTo>
                  <a:cubicBezTo>
                    <a:pt x="2263" y="1834"/>
                    <a:pt x="1823" y="2275"/>
                    <a:pt x="1287" y="2275"/>
                  </a:cubicBezTo>
                  <a:cubicBezTo>
                    <a:pt x="751" y="2275"/>
                    <a:pt x="310" y="1846"/>
                    <a:pt x="310" y="1299"/>
                  </a:cubicBezTo>
                  <a:cubicBezTo>
                    <a:pt x="310" y="763"/>
                    <a:pt x="739" y="310"/>
                    <a:pt x="1287" y="310"/>
                  </a:cubicBezTo>
                  <a:close/>
                  <a:moveTo>
                    <a:pt x="1287" y="1"/>
                  </a:moveTo>
                  <a:cubicBezTo>
                    <a:pt x="572" y="1"/>
                    <a:pt x="1" y="584"/>
                    <a:pt x="1" y="1299"/>
                  </a:cubicBezTo>
                  <a:cubicBezTo>
                    <a:pt x="1" y="2013"/>
                    <a:pt x="572" y="2596"/>
                    <a:pt x="1287" y="2596"/>
                  </a:cubicBezTo>
                  <a:cubicBezTo>
                    <a:pt x="2001" y="2596"/>
                    <a:pt x="2585" y="2013"/>
                    <a:pt x="2585" y="1299"/>
                  </a:cubicBezTo>
                  <a:cubicBezTo>
                    <a:pt x="2585" y="584"/>
                    <a:pt x="2001" y="1"/>
                    <a:pt x="12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3"/>
            <p:cNvSpPr/>
            <p:nvPr/>
          </p:nvSpPr>
          <p:spPr>
            <a:xfrm>
              <a:off x="4775215" y="1541599"/>
              <a:ext cx="199001" cy="147850"/>
            </a:xfrm>
            <a:custGeom>
              <a:rect b="b" l="l" r="r" t="t"/>
              <a:pathLst>
                <a:path extrusionOk="0" h="4645" w="6252">
                  <a:moveTo>
                    <a:pt x="1834" y="1811"/>
                  </a:moveTo>
                  <a:cubicBezTo>
                    <a:pt x="2168" y="1811"/>
                    <a:pt x="2465" y="1989"/>
                    <a:pt x="2644" y="2239"/>
                  </a:cubicBezTo>
                  <a:cubicBezTo>
                    <a:pt x="2680" y="2394"/>
                    <a:pt x="2739" y="2525"/>
                    <a:pt x="2799" y="2656"/>
                  </a:cubicBezTo>
                  <a:cubicBezTo>
                    <a:pt x="2799" y="2704"/>
                    <a:pt x="2811" y="2751"/>
                    <a:pt x="2811" y="2787"/>
                  </a:cubicBezTo>
                  <a:cubicBezTo>
                    <a:pt x="2811" y="3335"/>
                    <a:pt x="2382" y="3775"/>
                    <a:pt x="1834" y="3775"/>
                  </a:cubicBezTo>
                  <a:cubicBezTo>
                    <a:pt x="1298" y="3775"/>
                    <a:pt x="846" y="3347"/>
                    <a:pt x="846" y="2787"/>
                  </a:cubicBezTo>
                  <a:cubicBezTo>
                    <a:pt x="846" y="2251"/>
                    <a:pt x="1275" y="1811"/>
                    <a:pt x="1834" y="1811"/>
                  </a:cubicBezTo>
                  <a:close/>
                  <a:moveTo>
                    <a:pt x="1834" y="1263"/>
                  </a:moveTo>
                  <a:cubicBezTo>
                    <a:pt x="2108" y="1263"/>
                    <a:pt x="2382" y="1334"/>
                    <a:pt x="2620" y="1489"/>
                  </a:cubicBezTo>
                  <a:cubicBezTo>
                    <a:pt x="2608" y="1561"/>
                    <a:pt x="2608" y="1644"/>
                    <a:pt x="2584" y="1727"/>
                  </a:cubicBezTo>
                  <a:cubicBezTo>
                    <a:pt x="2382" y="1572"/>
                    <a:pt x="2108" y="1465"/>
                    <a:pt x="1822" y="1465"/>
                  </a:cubicBezTo>
                  <a:cubicBezTo>
                    <a:pt x="1120" y="1465"/>
                    <a:pt x="536" y="2049"/>
                    <a:pt x="536" y="2763"/>
                  </a:cubicBezTo>
                  <a:cubicBezTo>
                    <a:pt x="536" y="3477"/>
                    <a:pt x="1108" y="4061"/>
                    <a:pt x="1822" y="4061"/>
                  </a:cubicBezTo>
                  <a:cubicBezTo>
                    <a:pt x="2453" y="4061"/>
                    <a:pt x="2953" y="3632"/>
                    <a:pt x="3096" y="3049"/>
                  </a:cubicBezTo>
                  <a:cubicBezTo>
                    <a:pt x="3156" y="3108"/>
                    <a:pt x="3215" y="3156"/>
                    <a:pt x="3275" y="3216"/>
                  </a:cubicBezTo>
                  <a:cubicBezTo>
                    <a:pt x="3084" y="3870"/>
                    <a:pt x="2501" y="4299"/>
                    <a:pt x="1834" y="4299"/>
                  </a:cubicBezTo>
                  <a:cubicBezTo>
                    <a:pt x="1001" y="4299"/>
                    <a:pt x="310" y="3608"/>
                    <a:pt x="310" y="2775"/>
                  </a:cubicBezTo>
                  <a:cubicBezTo>
                    <a:pt x="310" y="1942"/>
                    <a:pt x="1001" y="1263"/>
                    <a:pt x="1834" y="1263"/>
                  </a:cubicBezTo>
                  <a:close/>
                  <a:moveTo>
                    <a:pt x="4430" y="1"/>
                  </a:moveTo>
                  <a:cubicBezTo>
                    <a:pt x="3644" y="1"/>
                    <a:pt x="2977" y="501"/>
                    <a:pt x="2703" y="1203"/>
                  </a:cubicBezTo>
                  <a:cubicBezTo>
                    <a:pt x="2441" y="1049"/>
                    <a:pt x="2144" y="977"/>
                    <a:pt x="1834" y="977"/>
                  </a:cubicBezTo>
                  <a:cubicBezTo>
                    <a:pt x="822" y="977"/>
                    <a:pt x="1" y="1799"/>
                    <a:pt x="1" y="2811"/>
                  </a:cubicBezTo>
                  <a:cubicBezTo>
                    <a:pt x="1" y="3823"/>
                    <a:pt x="822" y="4644"/>
                    <a:pt x="1834" y="4644"/>
                  </a:cubicBezTo>
                  <a:cubicBezTo>
                    <a:pt x="2608" y="4644"/>
                    <a:pt x="3287" y="4168"/>
                    <a:pt x="3561" y="3430"/>
                  </a:cubicBezTo>
                  <a:cubicBezTo>
                    <a:pt x="3811" y="3573"/>
                    <a:pt x="4108" y="3656"/>
                    <a:pt x="4430" y="3656"/>
                  </a:cubicBezTo>
                  <a:cubicBezTo>
                    <a:pt x="4846" y="3656"/>
                    <a:pt x="5251" y="3513"/>
                    <a:pt x="5585" y="3251"/>
                  </a:cubicBezTo>
                  <a:cubicBezTo>
                    <a:pt x="5894" y="3001"/>
                    <a:pt x="6132" y="2632"/>
                    <a:pt x="6216" y="2239"/>
                  </a:cubicBezTo>
                  <a:cubicBezTo>
                    <a:pt x="6228" y="2144"/>
                    <a:pt x="6192" y="2049"/>
                    <a:pt x="6097" y="2037"/>
                  </a:cubicBezTo>
                  <a:cubicBezTo>
                    <a:pt x="6086" y="2035"/>
                    <a:pt x="6076" y="2035"/>
                    <a:pt x="6065" y="2035"/>
                  </a:cubicBezTo>
                  <a:cubicBezTo>
                    <a:pt x="5991" y="2035"/>
                    <a:pt x="5917" y="2072"/>
                    <a:pt x="5906" y="2156"/>
                  </a:cubicBezTo>
                  <a:cubicBezTo>
                    <a:pt x="5739" y="2835"/>
                    <a:pt x="5144" y="3335"/>
                    <a:pt x="4430" y="3335"/>
                  </a:cubicBezTo>
                  <a:cubicBezTo>
                    <a:pt x="3882" y="3335"/>
                    <a:pt x="3394" y="3037"/>
                    <a:pt x="3120" y="2561"/>
                  </a:cubicBezTo>
                  <a:cubicBezTo>
                    <a:pt x="3096" y="2406"/>
                    <a:pt x="3037" y="2263"/>
                    <a:pt x="2965" y="2120"/>
                  </a:cubicBezTo>
                  <a:cubicBezTo>
                    <a:pt x="2763" y="1191"/>
                    <a:pt x="3477" y="310"/>
                    <a:pt x="4430" y="310"/>
                  </a:cubicBezTo>
                  <a:cubicBezTo>
                    <a:pt x="5144" y="310"/>
                    <a:pt x="5739" y="787"/>
                    <a:pt x="5906" y="1489"/>
                  </a:cubicBezTo>
                  <a:cubicBezTo>
                    <a:pt x="5916" y="1560"/>
                    <a:pt x="5986" y="1613"/>
                    <a:pt x="6058" y="1613"/>
                  </a:cubicBezTo>
                  <a:cubicBezTo>
                    <a:pt x="6071" y="1613"/>
                    <a:pt x="6084" y="1612"/>
                    <a:pt x="6097" y="1608"/>
                  </a:cubicBezTo>
                  <a:cubicBezTo>
                    <a:pt x="6192" y="1584"/>
                    <a:pt x="6251" y="1501"/>
                    <a:pt x="6216" y="1406"/>
                  </a:cubicBezTo>
                  <a:cubicBezTo>
                    <a:pt x="6132" y="1013"/>
                    <a:pt x="5906" y="656"/>
                    <a:pt x="5585" y="394"/>
                  </a:cubicBezTo>
                  <a:cubicBezTo>
                    <a:pt x="5251" y="132"/>
                    <a:pt x="4846" y="1"/>
                    <a:pt x="44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43"/>
            <p:cNvSpPr/>
            <p:nvPr/>
          </p:nvSpPr>
          <p:spPr>
            <a:xfrm>
              <a:off x="4901803" y="1574957"/>
              <a:ext cx="28838" cy="50069"/>
            </a:xfrm>
            <a:custGeom>
              <a:rect b="b" l="l" r="r" t="t"/>
              <a:pathLst>
                <a:path extrusionOk="0" h="1573" w="906">
                  <a:moveTo>
                    <a:pt x="429" y="322"/>
                  </a:moveTo>
                  <a:lnTo>
                    <a:pt x="429" y="596"/>
                  </a:lnTo>
                  <a:cubicBezTo>
                    <a:pt x="310" y="548"/>
                    <a:pt x="274" y="513"/>
                    <a:pt x="274" y="453"/>
                  </a:cubicBezTo>
                  <a:cubicBezTo>
                    <a:pt x="274" y="358"/>
                    <a:pt x="358" y="334"/>
                    <a:pt x="429" y="322"/>
                  </a:cubicBezTo>
                  <a:close/>
                  <a:moveTo>
                    <a:pt x="512" y="894"/>
                  </a:moveTo>
                  <a:cubicBezTo>
                    <a:pt x="631" y="941"/>
                    <a:pt x="667" y="1001"/>
                    <a:pt x="667" y="1072"/>
                  </a:cubicBezTo>
                  <a:cubicBezTo>
                    <a:pt x="667" y="1167"/>
                    <a:pt x="608" y="1215"/>
                    <a:pt x="512" y="1227"/>
                  </a:cubicBezTo>
                  <a:lnTo>
                    <a:pt x="512" y="894"/>
                  </a:lnTo>
                  <a:close/>
                  <a:moveTo>
                    <a:pt x="453" y="1"/>
                  </a:moveTo>
                  <a:cubicBezTo>
                    <a:pt x="429" y="1"/>
                    <a:pt x="393" y="24"/>
                    <a:pt x="393" y="48"/>
                  </a:cubicBezTo>
                  <a:lnTo>
                    <a:pt x="393" y="108"/>
                  </a:lnTo>
                  <a:cubicBezTo>
                    <a:pt x="167" y="132"/>
                    <a:pt x="24" y="251"/>
                    <a:pt x="24" y="477"/>
                  </a:cubicBezTo>
                  <a:cubicBezTo>
                    <a:pt x="24" y="715"/>
                    <a:pt x="203" y="798"/>
                    <a:pt x="393" y="870"/>
                  </a:cubicBezTo>
                  <a:lnTo>
                    <a:pt x="393" y="1239"/>
                  </a:lnTo>
                  <a:cubicBezTo>
                    <a:pt x="286" y="1227"/>
                    <a:pt x="250" y="1179"/>
                    <a:pt x="155" y="1120"/>
                  </a:cubicBezTo>
                  <a:cubicBezTo>
                    <a:pt x="138" y="1108"/>
                    <a:pt x="122" y="1102"/>
                    <a:pt x="106" y="1102"/>
                  </a:cubicBezTo>
                  <a:cubicBezTo>
                    <a:pt x="46" y="1102"/>
                    <a:pt x="0" y="1182"/>
                    <a:pt x="0" y="1239"/>
                  </a:cubicBezTo>
                  <a:cubicBezTo>
                    <a:pt x="0" y="1275"/>
                    <a:pt x="12" y="1298"/>
                    <a:pt x="24" y="1310"/>
                  </a:cubicBezTo>
                  <a:cubicBezTo>
                    <a:pt x="96" y="1417"/>
                    <a:pt x="262" y="1465"/>
                    <a:pt x="393" y="1465"/>
                  </a:cubicBezTo>
                  <a:lnTo>
                    <a:pt x="393" y="1525"/>
                  </a:lnTo>
                  <a:cubicBezTo>
                    <a:pt x="393" y="1548"/>
                    <a:pt x="429" y="1572"/>
                    <a:pt x="453" y="1572"/>
                  </a:cubicBezTo>
                  <a:cubicBezTo>
                    <a:pt x="488" y="1572"/>
                    <a:pt x="512" y="1548"/>
                    <a:pt x="512" y="1525"/>
                  </a:cubicBezTo>
                  <a:lnTo>
                    <a:pt x="512" y="1465"/>
                  </a:lnTo>
                  <a:cubicBezTo>
                    <a:pt x="715" y="1429"/>
                    <a:pt x="869" y="1298"/>
                    <a:pt x="869" y="1060"/>
                  </a:cubicBezTo>
                  <a:cubicBezTo>
                    <a:pt x="905" y="810"/>
                    <a:pt x="739" y="715"/>
                    <a:pt x="536" y="644"/>
                  </a:cubicBezTo>
                  <a:lnTo>
                    <a:pt x="536" y="298"/>
                  </a:lnTo>
                  <a:cubicBezTo>
                    <a:pt x="608" y="298"/>
                    <a:pt x="631" y="322"/>
                    <a:pt x="715" y="358"/>
                  </a:cubicBezTo>
                  <a:cubicBezTo>
                    <a:pt x="728" y="367"/>
                    <a:pt x="742" y="372"/>
                    <a:pt x="758" y="372"/>
                  </a:cubicBezTo>
                  <a:cubicBezTo>
                    <a:pt x="784" y="372"/>
                    <a:pt x="811" y="355"/>
                    <a:pt x="834" y="310"/>
                  </a:cubicBezTo>
                  <a:cubicBezTo>
                    <a:pt x="858" y="274"/>
                    <a:pt x="869" y="215"/>
                    <a:pt x="810" y="167"/>
                  </a:cubicBezTo>
                  <a:cubicBezTo>
                    <a:pt x="739" y="108"/>
                    <a:pt x="619" y="96"/>
                    <a:pt x="512" y="96"/>
                  </a:cubicBezTo>
                  <a:lnTo>
                    <a:pt x="512" y="48"/>
                  </a:lnTo>
                  <a:cubicBezTo>
                    <a:pt x="512" y="24"/>
                    <a:pt x="488" y="1"/>
                    <a:pt x="4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3"/>
            <p:cNvSpPr/>
            <p:nvPr/>
          </p:nvSpPr>
          <p:spPr>
            <a:xfrm>
              <a:off x="4670239" y="1657269"/>
              <a:ext cx="359679" cy="206163"/>
            </a:xfrm>
            <a:custGeom>
              <a:rect b="b" l="l" r="r" t="t"/>
              <a:pathLst>
                <a:path extrusionOk="0" h="6477" w="11300">
                  <a:moveTo>
                    <a:pt x="3590" y="1935"/>
                  </a:moveTo>
                  <a:cubicBezTo>
                    <a:pt x="3607" y="1935"/>
                    <a:pt x="3623" y="1948"/>
                    <a:pt x="3632" y="1975"/>
                  </a:cubicBezTo>
                  <a:cubicBezTo>
                    <a:pt x="3715" y="2129"/>
                    <a:pt x="4727" y="4832"/>
                    <a:pt x="4751" y="4939"/>
                  </a:cubicBezTo>
                  <a:cubicBezTo>
                    <a:pt x="4775" y="4951"/>
                    <a:pt x="4751" y="4975"/>
                    <a:pt x="4727" y="4987"/>
                  </a:cubicBezTo>
                  <a:lnTo>
                    <a:pt x="4013" y="5261"/>
                  </a:lnTo>
                  <a:cubicBezTo>
                    <a:pt x="3965" y="5130"/>
                    <a:pt x="2941" y="2403"/>
                    <a:pt x="2870" y="2213"/>
                  </a:cubicBezTo>
                  <a:lnTo>
                    <a:pt x="3572" y="1939"/>
                  </a:lnTo>
                  <a:cubicBezTo>
                    <a:pt x="3578" y="1936"/>
                    <a:pt x="3584" y="1935"/>
                    <a:pt x="3590" y="1935"/>
                  </a:cubicBezTo>
                  <a:close/>
                  <a:moveTo>
                    <a:pt x="2584" y="2308"/>
                  </a:moveTo>
                  <a:lnTo>
                    <a:pt x="3727" y="5368"/>
                  </a:lnTo>
                  <a:cubicBezTo>
                    <a:pt x="3180" y="5570"/>
                    <a:pt x="1810" y="6082"/>
                    <a:pt x="1584" y="6166"/>
                  </a:cubicBezTo>
                  <a:cubicBezTo>
                    <a:pt x="1577" y="6172"/>
                    <a:pt x="1569" y="6175"/>
                    <a:pt x="1560" y="6175"/>
                  </a:cubicBezTo>
                  <a:cubicBezTo>
                    <a:pt x="1537" y="6175"/>
                    <a:pt x="1509" y="6156"/>
                    <a:pt x="1501" y="6130"/>
                  </a:cubicBezTo>
                  <a:lnTo>
                    <a:pt x="394" y="3201"/>
                  </a:lnTo>
                  <a:cubicBezTo>
                    <a:pt x="382" y="3177"/>
                    <a:pt x="394" y="3130"/>
                    <a:pt x="441" y="3118"/>
                  </a:cubicBezTo>
                  <a:cubicBezTo>
                    <a:pt x="1144" y="2844"/>
                    <a:pt x="2096" y="2487"/>
                    <a:pt x="2584" y="2308"/>
                  </a:cubicBezTo>
                  <a:close/>
                  <a:moveTo>
                    <a:pt x="10358" y="1"/>
                  </a:moveTo>
                  <a:cubicBezTo>
                    <a:pt x="10108" y="1"/>
                    <a:pt x="9869" y="131"/>
                    <a:pt x="9692" y="308"/>
                  </a:cubicBezTo>
                  <a:lnTo>
                    <a:pt x="7966" y="1737"/>
                  </a:lnTo>
                  <a:cubicBezTo>
                    <a:pt x="7883" y="1522"/>
                    <a:pt x="7668" y="1308"/>
                    <a:pt x="7263" y="1308"/>
                  </a:cubicBezTo>
                  <a:cubicBezTo>
                    <a:pt x="6756" y="1308"/>
                    <a:pt x="6387" y="1304"/>
                    <a:pt x="6108" y="1304"/>
                  </a:cubicBezTo>
                  <a:cubicBezTo>
                    <a:pt x="5503" y="1304"/>
                    <a:pt x="5318" y="1321"/>
                    <a:pt x="5049" y="1427"/>
                  </a:cubicBezTo>
                  <a:lnTo>
                    <a:pt x="3953" y="1868"/>
                  </a:lnTo>
                  <a:lnTo>
                    <a:pt x="3930" y="1820"/>
                  </a:lnTo>
                  <a:cubicBezTo>
                    <a:pt x="3875" y="1675"/>
                    <a:pt x="3745" y="1592"/>
                    <a:pt x="3597" y="1592"/>
                  </a:cubicBezTo>
                  <a:cubicBezTo>
                    <a:pt x="3550" y="1592"/>
                    <a:pt x="3502" y="1600"/>
                    <a:pt x="3453" y="1618"/>
                  </a:cubicBezTo>
                  <a:lnTo>
                    <a:pt x="2620" y="1927"/>
                  </a:lnTo>
                  <a:cubicBezTo>
                    <a:pt x="2251" y="2058"/>
                    <a:pt x="1108" y="2510"/>
                    <a:pt x="298" y="2808"/>
                  </a:cubicBezTo>
                  <a:cubicBezTo>
                    <a:pt x="96" y="2880"/>
                    <a:pt x="1" y="3106"/>
                    <a:pt x="84" y="3308"/>
                  </a:cubicBezTo>
                  <a:lnTo>
                    <a:pt x="1179" y="6225"/>
                  </a:lnTo>
                  <a:cubicBezTo>
                    <a:pt x="1234" y="6389"/>
                    <a:pt x="1379" y="6476"/>
                    <a:pt x="1540" y="6476"/>
                  </a:cubicBezTo>
                  <a:cubicBezTo>
                    <a:pt x="1590" y="6476"/>
                    <a:pt x="1641" y="6468"/>
                    <a:pt x="1691" y="6451"/>
                  </a:cubicBezTo>
                  <a:cubicBezTo>
                    <a:pt x="1941" y="6368"/>
                    <a:pt x="3608" y="5725"/>
                    <a:pt x="3977" y="5594"/>
                  </a:cubicBezTo>
                  <a:lnTo>
                    <a:pt x="4858" y="5261"/>
                  </a:lnTo>
                  <a:cubicBezTo>
                    <a:pt x="5049" y="5189"/>
                    <a:pt x="5144" y="4975"/>
                    <a:pt x="5061" y="4785"/>
                  </a:cubicBezTo>
                  <a:lnTo>
                    <a:pt x="5049" y="4737"/>
                  </a:lnTo>
                  <a:cubicBezTo>
                    <a:pt x="5620" y="4499"/>
                    <a:pt x="5632" y="4475"/>
                    <a:pt x="6228" y="4475"/>
                  </a:cubicBezTo>
                  <a:cubicBezTo>
                    <a:pt x="6311" y="4475"/>
                    <a:pt x="6394" y="4404"/>
                    <a:pt x="6394" y="4308"/>
                  </a:cubicBezTo>
                  <a:cubicBezTo>
                    <a:pt x="6394" y="4225"/>
                    <a:pt x="6311" y="4142"/>
                    <a:pt x="6228" y="4142"/>
                  </a:cubicBezTo>
                  <a:cubicBezTo>
                    <a:pt x="5585" y="4142"/>
                    <a:pt x="5525" y="4189"/>
                    <a:pt x="4930" y="4439"/>
                  </a:cubicBezTo>
                  <a:lnTo>
                    <a:pt x="4073" y="2153"/>
                  </a:lnTo>
                  <a:lnTo>
                    <a:pt x="5168" y="1689"/>
                  </a:lnTo>
                  <a:cubicBezTo>
                    <a:pt x="5361" y="1615"/>
                    <a:pt x="5513" y="1601"/>
                    <a:pt x="5986" y="1601"/>
                  </a:cubicBezTo>
                  <a:cubicBezTo>
                    <a:pt x="6270" y="1601"/>
                    <a:pt x="6670" y="1606"/>
                    <a:pt x="7263" y="1606"/>
                  </a:cubicBezTo>
                  <a:cubicBezTo>
                    <a:pt x="7442" y="1606"/>
                    <a:pt x="7561" y="1665"/>
                    <a:pt x="7644" y="1784"/>
                  </a:cubicBezTo>
                  <a:cubicBezTo>
                    <a:pt x="7704" y="1868"/>
                    <a:pt x="7704" y="1963"/>
                    <a:pt x="7716" y="1987"/>
                  </a:cubicBezTo>
                  <a:cubicBezTo>
                    <a:pt x="7716" y="2046"/>
                    <a:pt x="7668" y="2344"/>
                    <a:pt x="7382" y="2391"/>
                  </a:cubicBezTo>
                  <a:cubicBezTo>
                    <a:pt x="6942" y="2463"/>
                    <a:pt x="5989" y="2594"/>
                    <a:pt x="5978" y="2594"/>
                  </a:cubicBezTo>
                  <a:cubicBezTo>
                    <a:pt x="5882" y="2606"/>
                    <a:pt x="5823" y="2689"/>
                    <a:pt x="5835" y="2772"/>
                  </a:cubicBezTo>
                  <a:cubicBezTo>
                    <a:pt x="5858" y="2844"/>
                    <a:pt x="5918" y="2903"/>
                    <a:pt x="6001" y="2903"/>
                  </a:cubicBezTo>
                  <a:lnTo>
                    <a:pt x="6037" y="2903"/>
                  </a:lnTo>
                  <a:cubicBezTo>
                    <a:pt x="6049" y="2903"/>
                    <a:pt x="7001" y="2772"/>
                    <a:pt x="7442" y="2701"/>
                  </a:cubicBezTo>
                  <a:cubicBezTo>
                    <a:pt x="7859" y="2630"/>
                    <a:pt x="8014" y="2284"/>
                    <a:pt x="8037" y="2046"/>
                  </a:cubicBezTo>
                  <a:lnTo>
                    <a:pt x="9919" y="498"/>
                  </a:lnTo>
                  <a:cubicBezTo>
                    <a:pt x="10039" y="385"/>
                    <a:pt x="10193" y="287"/>
                    <a:pt x="10356" y="287"/>
                  </a:cubicBezTo>
                  <a:cubicBezTo>
                    <a:pt x="10451" y="287"/>
                    <a:pt x="10549" y="320"/>
                    <a:pt x="10645" y="403"/>
                  </a:cubicBezTo>
                  <a:cubicBezTo>
                    <a:pt x="10942" y="701"/>
                    <a:pt x="10681" y="1058"/>
                    <a:pt x="10597" y="1141"/>
                  </a:cubicBezTo>
                  <a:cubicBezTo>
                    <a:pt x="10526" y="1213"/>
                    <a:pt x="8240" y="3677"/>
                    <a:pt x="8240" y="3677"/>
                  </a:cubicBezTo>
                  <a:cubicBezTo>
                    <a:pt x="7906" y="4070"/>
                    <a:pt x="7466" y="4130"/>
                    <a:pt x="7263" y="4130"/>
                  </a:cubicBezTo>
                  <a:lnTo>
                    <a:pt x="6966" y="4130"/>
                  </a:lnTo>
                  <a:cubicBezTo>
                    <a:pt x="6882" y="4130"/>
                    <a:pt x="6811" y="4201"/>
                    <a:pt x="6811" y="4296"/>
                  </a:cubicBezTo>
                  <a:cubicBezTo>
                    <a:pt x="6811" y="4380"/>
                    <a:pt x="6882" y="4463"/>
                    <a:pt x="6966" y="4463"/>
                  </a:cubicBezTo>
                  <a:lnTo>
                    <a:pt x="7287" y="4463"/>
                  </a:lnTo>
                  <a:cubicBezTo>
                    <a:pt x="7502" y="4439"/>
                    <a:pt x="8061" y="4368"/>
                    <a:pt x="8478" y="3892"/>
                  </a:cubicBezTo>
                  <a:lnTo>
                    <a:pt x="10835" y="1344"/>
                  </a:lnTo>
                  <a:cubicBezTo>
                    <a:pt x="11062" y="1153"/>
                    <a:pt x="11300" y="629"/>
                    <a:pt x="10871" y="213"/>
                  </a:cubicBezTo>
                  <a:cubicBezTo>
                    <a:pt x="10706" y="62"/>
                    <a:pt x="10530" y="1"/>
                    <a:pt x="103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 name="Google Shape;536;p43"/>
          <p:cNvGrpSpPr/>
          <p:nvPr/>
        </p:nvGrpSpPr>
        <p:grpSpPr>
          <a:xfrm>
            <a:off x="5027969" y="1921902"/>
            <a:ext cx="457216" cy="457184"/>
            <a:chOff x="2302788" y="1505981"/>
            <a:chExt cx="336188" cy="335425"/>
          </a:xfrm>
        </p:grpSpPr>
        <p:sp>
          <p:nvSpPr>
            <p:cNvPr id="537" name="Google Shape;537;p43"/>
            <p:cNvSpPr/>
            <p:nvPr/>
          </p:nvSpPr>
          <p:spPr>
            <a:xfrm>
              <a:off x="2302788" y="1505981"/>
              <a:ext cx="336188" cy="335425"/>
            </a:xfrm>
            <a:custGeom>
              <a:rect b="b" l="l" r="r" t="t"/>
              <a:pathLst>
                <a:path extrusionOk="0" h="10538" w="10562">
                  <a:moveTo>
                    <a:pt x="5275" y="1"/>
                  </a:moveTo>
                  <a:cubicBezTo>
                    <a:pt x="3858" y="1"/>
                    <a:pt x="2536" y="548"/>
                    <a:pt x="1548" y="1548"/>
                  </a:cubicBezTo>
                  <a:cubicBezTo>
                    <a:pt x="548" y="2549"/>
                    <a:pt x="0" y="3870"/>
                    <a:pt x="0" y="5263"/>
                  </a:cubicBezTo>
                  <a:cubicBezTo>
                    <a:pt x="0" y="6668"/>
                    <a:pt x="548" y="8002"/>
                    <a:pt x="1548" y="8990"/>
                  </a:cubicBezTo>
                  <a:cubicBezTo>
                    <a:pt x="2548" y="9990"/>
                    <a:pt x="3870" y="10538"/>
                    <a:pt x="5275" y="10538"/>
                  </a:cubicBezTo>
                  <a:cubicBezTo>
                    <a:pt x="6680" y="10538"/>
                    <a:pt x="8013" y="9990"/>
                    <a:pt x="8989" y="8990"/>
                  </a:cubicBezTo>
                  <a:cubicBezTo>
                    <a:pt x="9990" y="7990"/>
                    <a:pt x="10537" y="6668"/>
                    <a:pt x="10537" y="5263"/>
                  </a:cubicBezTo>
                  <a:cubicBezTo>
                    <a:pt x="10561" y="5192"/>
                    <a:pt x="10549" y="5085"/>
                    <a:pt x="10549" y="5001"/>
                  </a:cubicBezTo>
                  <a:cubicBezTo>
                    <a:pt x="10549" y="4906"/>
                    <a:pt x="10478" y="4847"/>
                    <a:pt x="10394" y="4847"/>
                  </a:cubicBezTo>
                  <a:cubicBezTo>
                    <a:pt x="10299" y="4847"/>
                    <a:pt x="10240" y="4930"/>
                    <a:pt x="10240" y="5013"/>
                  </a:cubicBezTo>
                  <a:lnTo>
                    <a:pt x="10240" y="5287"/>
                  </a:lnTo>
                  <a:cubicBezTo>
                    <a:pt x="10240" y="6609"/>
                    <a:pt x="9716" y="7859"/>
                    <a:pt x="8787" y="8799"/>
                  </a:cubicBezTo>
                  <a:cubicBezTo>
                    <a:pt x="7846" y="9728"/>
                    <a:pt x="6596" y="10252"/>
                    <a:pt x="5275" y="10252"/>
                  </a:cubicBezTo>
                  <a:cubicBezTo>
                    <a:pt x="3941" y="10252"/>
                    <a:pt x="2691" y="9728"/>
                    <a:pt x="1762" y="8799"/>
                  </a:cubicBezTo>
                  <a:cubicBezTo>
                    <a:pt x="822" y="7859"/>
                    <a:pt x="298" y="6609"/>
                    <a:pt x="298" y="5287"/>
                  </a:cubicBezTo>
                  <a:cubicBezTo>
                    <a:pt x="298" y="3954"/>
                    <a:pt x="822" y="2703"/>
                    <a:pt x="1762" y="1775"/>
                  </a:cubicBezTo>
                  <a:cubicBezTo>
                    <a:pt x="2691" y="834"/>
                    <a:pt x="3941" y="310"/>
                    <a:pt x="5275" y="310"/>
                  </a:cubicBezTo>
                  <a:cubicBezTo>
                    <a:pt x="6442" y="310"/>
                    <a:pt x="7573" y="727"/>
                    <a:pt x="8466" y="1477"/>
                  </a:cubicBezTo>
                  <a:cubicBezTo>
                    <a:pt x="9347" y="2215"/>
                    <a:pt x="9942" y="3239"/>
                    <a:pt x="10156" y="4370"/>
                  </a:cubicBezTo>
                  <a:cubicBezTo>
                    <a:pt x="10167" y="4454"/>
                    <a:pt x="10223" y="4492"/>
                    <a:pt x="10301" y="4492"/>
                  </a:cubicBezTo>
                  <a:cubicBezTo>
                    <a:pt x="10312" y="4492"/>
                    <a:pt x="10323" y="4491"/>
                    <a:pt x="10335" y="4489"/>
                  </a:cubicBezTo>
                  <a:cubicBezTo>
                    <a:pt x="10418" y="4477"/>
                    <a:pt x="10466" y="4406"/>
                    <a:pt x="10454" y="4311"/>
                  </a:cubicBezTo>
                  <a:cubicBezTo>
                    <a:pt x="10228" y="3108"/>
                    <a:pt x="9597" y="2025"/>
                    <a:pt x="8668" y="1239"/>
                  </a:cubicBezTo>
                  <a:cubicBezTo>
                    <a:pt x="7716" y="429"/>
                    <a:pt x="6501" y="1"/>
                    <a:pt x="52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43"/>
            <p:cNvSpPr/>
            <p:nvPr/>
          </p:nvSpPr>
          <p:spPr>
            <a:xfrm>
              <a:off x="2327806" y="1530618"/>
              <a:ext cx="287266" cy="286916"/>
            </a:xfrm>
            <a:custGeom>
              <a:rect b="b" l="l" r="r" t="t"/>
              <a:pathLst>
                <a:path extrusionOk="0" h="9014" w="9025">
                  <a:moveTo>
                    <a:pt x="4513" y="1"/>
                  </a:moveTo>
                  <a:cubicBezTo>
                    <a:pt x="3870" y="1"/>
                    <a:pt x="3262" y="132"/>
                    <a:pt x="2679" y="382"/>
                  </a:cubicBezTo>
                  <a:cubicBezTo>
                    <a:pt x="2119" y="644"/>
                    <a:pt x="1619" y="1001"/>
                    <a:pt x="1215" y="1441"/>
                  </a:cubicBezTo>
                  <a:cubicBezTo>
                    <a:pt x="1155" y="1501"/>
                    <a:pt x="1155" y="1608"/>
                    <a:pt x="1226" y="1667"/>
                  </a:cubicBezTo>
                  <a:cubicBezTo>
                    <a:pt x="1255" y="1696"/>
                    <a:pt x="1294" y="1711"/>
                    <a:pt x="1334" y="1711"/>
                  </a:cubicBezTo>
                  <a:cubicBezTo>
                    <a:pt x="1377" y="1711"/>
                    <a:pt x="1422" y="1693"/>
                    <a:pt x="1453" y="1656"/>
                  </a:cubicBezTo>
                  <a:cubicBezTo>
                    <a:pt x="1834" y="1239"/>
                    <a:pt x="2298" y="894"/>
                    <a:pt x="2822" y="667"/>
                  </a:cubicBezTo>
                  <a:cubicBezTo>
                    <a:pt x="3358" y="429"/>
                    <a:pt x="3929" y="310"/>
                    <a:pt x="4524" y="310"/>
                  </a:cubicBezTo>
                  <a:cubicBezTo>
                    <a:pt x="6834" y="310"/>
                    <a:pt x="8727" y="2191"/>
                    <a:pt x="8727" y="4513"/>
                  </a:cubicBezTo>
                  <a:cubicBezTo>
                    <a:pt x="8727" y="6811"/>
                    <a:pt x="6846" y="8704"/>
                    <a:pt x="4524" y="8704"/>
                  </a:cubicBezTo>
                  <a:cubicBezTo>
                    <a:pt x="2227" y="8704"/>
                    <a:pt x="333" y="6835"/>
                    <a:pt x="333" y="4513"/>
                  </a:cubicBezTo>
                  <a:cubicBezTo>
                    <a:pt x="333" y="3692"/>
                    <a:pt x="572" y="2882"/>
                    <a:pt x="1036" y="2203"/>
                  </a:cubicBezTo>
                  <a:cubicBezTo>
                    <a:pt x="1048" y="2132"/>
                    <a:pt x="1036" y="2037"/>
                    <a:pt x="953" y="1977"/>
                  </a:cubicBezTo>
                  <a:cubicBezTo>
                    <a:pt x="927" y="1960"/>
                    <a:pt x="900" y="1952"/>
                    <a:pt x="874" y="1952"/>
                  </a:cubicBezTo>
                  <a:cubicBezTo>
                    <a:pt x="827" y="1952"/>
                    <a:pt x="781" y="1979"/>
                    <a:pt x="750" y="2025"/>
                  </a:cubicBezTo>
                  <a:cubicBezTo>
                    <a:pt x="262" y="2751"/>
                    <a:pt x="0" y="3620"/>
                    <a:pt x="0" y="4513"/>
                  </a:cubicBezTo>
                  <a:cubicBezTo>
                    <a:pt x="0" y="5716"/>
                    <a:pt x="464" y="6847"/>
                    <a:pt x="1334" y="7692"/>
                  </a:cubicBezTo>
                  <a:cubicBezTo>
                    <a:pt x="2191" y="8537"/>
                    <a:pt x="3310" y="9014"/>
                    <a:pt x="4513" y="9014"/>
                  </a:cubicBezTo>
                  <a:cubicBezTo>
                    <a:pt x="5715" y="9014"/>
                    <a:pt x="6846" y="8549"/>
                    <a:pt x="7692" y="7692"/>
                  </a:cubicBezTo>
                  <a:cubicBezTo>
                    <a:pt x="8549" y="6835"/>
                    <a:pt x="9025" y="5716"/>
                    <a:pt x="9025" y="4513"/>
                  </a:cubicBezTo>
                  <a:cubicBezTo>
                    <a:pt x="9025" y="3299"/>
                    <a:pt x="8561" y="2168"/>
                    <a:pt x="7692" y="1322"/>
                  </a:cubicBezTo>
                  <a:cubicBezTo>
                    <a:pt x="6846" y="477"/>
                    <a:pt x="5715" y="1"/>
                    <a:pt x="4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3"/>
            <p:cNvSpPr/>
            <p:nvPr/>
          </p:nvSpPr>
          <p:spPr>
            <a:xfrm>
              <a:off x="2352061" y="1669333"/>
              <a:ext cx="16679" cy="9485"/>
            </a:xfrm>
            <a:custGeom>
              <a:rect b="b" l="l" r="r" t="t"/>
              <a:pathLst>
                <a:path extrusionOk="0" h="298" w="524">
                  <a:moveTo>
                    <a:pt x="155" y="0"/>
                  </a:moveTo>
                  <a:cubicBezTo>
                    <a:pt x="60" y="0"/>
                    <a:pt x="0" y="60"/>
                    <a:pt x="0" y="155"/>
                  </a:cubicBezTo>
                  <a:cubicBezTo>
                    <a:pt x="0" y="238"/>
                    <a:pt x="72" y="298"/>
                    <a:pt x="155" y="298"/>
                  </a:cubicBezTo>
                  <a:lnTo>
                    <a:pt x="369" y="298"/>
                  </a:lnTo>
                  <a:cubicBezTo>
                    <a:pt x="464" y="298"/>
                    <a:pt x="524" y="226"/>
                    <a:pt x="524" y="155"/>
                  </a:cubicBezTo>
                  <a:cubicBezTo>
                    <a:pt x="524" y="60"/>
                    <a:pt x="453" y="0"/>
                    <a:pt x="3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43"/>
            <p:cNvSpPr/>
            <p:nvPr/>
          </p:nvSpPr>
          <p:spPr>
            <a:xfrm>
              <a:off x="2466871" y="1554490"/>
              <a:ext cx="123946" cy="124328"/>
            </a:xfrm>
            <a:custGeom>
              <a:rect b="b" l="l" r="r" t="t"/>
              <a:pathLst>
                <a:path extrusionOk="0" h="3906" w="3894">
                  <a:moveTo>
                    <a:pt x="144" y="1"/>
                  </a:moveTo>
                  <a:cubicBezTo>
                    <a:pt x="48" y="1"/>
                    <a:pt x="1" y="84"/>
                    <a:pt x="1" y="155"/>
                  </a:cubicBezTo>
                  <a:lnTo>
                    <a:pt x="1" y="3751"/>
                  </a:lnTo>
                  <a:cubicBezTo>
                    <a:pt x="1" y="3846"/>
                    <a:pt x="72" y="3906"/>
                    <a:pt x="144" y="3906"/>
                  </a:cubicBezTo>
                  <a:lnTo>
                    <a:pt x="3751" y="3906"/>
                  </a:lnTo>
                  <a:cubicBezTo>
                    <a:pt x="3834" y="3906"/>
                    <a:pt x="3894" y="3834"/>
                    <a:pt x="3894" y="3751"/>
                  </a:cubicBezTo>
                  <a:cubicBezTo>
                    <a:pt x="3894" y="3668"/>
                    <a:pt x="3823" y="3608"/>
                    <a:pt x="3751" y="3608"/>
                  </a:cubicBezTo>
                  <a:lnTo>
                    <a:pt x="310" y="3608"/>
                  </a:lnTo>
                  <a:lnTo>
                    <a:pt x="310" y="155"/>
                  </a:lnTo>
                  <a:lnTo>
                    <a:pt x="298" y="155"/>
                  </a:lnTo>
                  <a:cubicBezTo>
                    <a:pt x="298" y="72"/>
                    <a:pt x="215"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43"/>
            <p:cNvSpPr/>
            <p:nvPr/>
          </p:nvSpPr>
          <p:spPr>
            <a:xfrm>
              <a:off x="2466107" y="1776950"/>
              <a:ext cx="9517" cy="16711"/>
            </a:xfrm>
            <a:custGeom>
              <a:rect b="b" l="l" r="r" t="t"/>
              <a:pathLst>
                <a:path extrusionOk="0" h="525" w="299">
                  <a:moveTo>
                    <a:pt x="156" y="1"/>
                  </a:moveTo>
                  <a:cubicBezTo>
                    <a:pt x="60" y="1"/>
                    <a:pt x="1" y="72"/>
                    <a:pt x="1" y="144"/>
                  </a:cubicBezTo>
                  <a:lnTo>
                    <a:pt x="1" y="370"/>
                  </a:lnTo>
                  <a:cubicBezTo>
                    <a:pt x="1" y="465"/>
                    <a:pt x="84" y="525"/>
                    <a:pt x="156" y="525"/>
                  </a:cubicBezTo>
                  <a:cubicBezTo>
                    <a:pt x="239" y="525"/>
                    <a:pt x="299" y="441"/>
                    <a:pt x="299" y="370"/>
                  </a:cubicBezTo>
                  <a:lnTo>
                    <a:pt x="299" y="144"/>
                  </a:lnTo>
                  <a:cubicBezTo>
                    <a:pt x="299" y="60"/>
                    <a:pt x="227" y="1"/>
                    <a:pt x="1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43"/>
            <p:cNvSpPr/>
            <p:nvPr/>
          </p:nvSpPr>
          <p:spPr>
            <a:xfrm>
              <a:off x="2384272" y="1587944"/>
              <a:ext cx="16329" cy="15087"/>
            </a:xfrm>
            <a:custGeom>
              <a:rect b="b" l="l" r="r" t="t"/>
              <a:pathLst>
                <a:path extrusionOk="0" h="474" w="513">
                  <a:moveTo>
                    <a:pt x="173" y="0"/>
                  </a:moveTo>
                  <a:cubicBezTo>
                    <a:pt x="131" y="0"/>
                    <a:pt x="89" y="15"/>
                    <a:pt x="60" y="45"/>
                  </a:cubicBezTo>
                  <a:cubicBezTo>
                    <a:pt x="0" y="105"/>
                    <a:pt x="0" y="212"/>
                    <a:pt x="60" y="271"/>
                  </a:cubicBezTo>
                  <a:lnTo>
                    <a:pt x="238" y="426"/>
                  </a:lnTo>
                  <a:cubicBezTo>
                    <a:pt x="274" y="462"/>
                    <a:pt x="310" y="474"/>
                    <a:pt x="345" y="474"/>
                  </a:cubicBezTo>
                  <a:cubicBezTo>
                    <a:pt x="393" y="474"/>
                    <a:pt x="417" y="462"/>
                    <a:pt x="453" y="426"/>
                  </a:cubicBezTo>
                  <a:cubicBezTo>
                    <a:pt x="512" y="367"/>
                    <a:pt x="512" y="271"/>
                    <a:pt x="453" y="212"/>
                  </a:cubicBezTo>
                  <a:lnTo>
                    <a:pt x="286" y="45"/>
                  </a:lnTo>
                  <a:cubicBezTo>
                    <a:pt x="256" y="15"/>
                    <a:pt x="214" y="0"/>
                    <a:pt x="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43"/>
            <p:cNvSpPr/>
            <p:nvPr/>
          </p:nvSpPr>
          <p:spPr>
            <a:xfrm>
              <a:off x="2541544" y="1745216"/>
              <a:ext cx="15565" cy="15087"/>
            </a:xfrm>
            <a:custGeom>
              <a:rect b="b" l="l" r="r" t="t"/>
              <a:pathLst>
                <a:path extrusionOk="0" h="474" w="489">
                  <a:moveTo>
                    <a:pt x="171" y="0"/>
                  </a:moveTo>
                  <a:cubicBezTo>
                    <a:pt x="131" y="0"/>
                    <a:pt x="89" y="15"/>
                    <a:pt x="60" y="45"/>
                  </a:cubicBezTo>
                  <a:cubicBezTo>
                    <a:pt x="0" y="105"/>
                    <a:pt x="0" y="212"/>
                    <a:pt x="60" y="259"/>
                  </a:cubicBezTo>
                  <a:lnTo>
                    <a:pt x="226" y="426"/>
                  </a:lnTo>
                  <a:cubicBezTo>
                    <a:pt x="250" y="462"/>
                    <a:pt x="298" y="474"/>
                    <a:pt x="334" y="474"/>
                  </a:cubicBezTo>
                  <a:cubicBezTo>
                    <a:pt x="369" y="474"/>
                    <a:pt x="405" y="462"/>
                    <a:pt x="429" y="426"/>
                  </a:cubicBezTo>
                  <a:cubicBezTo>
                    <a:pt x="488" y="367"/>
                    <a:pt x="488" y="259"/>
                    <a:pt x="429" y="212"/>
                  </a:cubicBezTo>
                  <a:lnTo>
                    <a:pt x="274" y="45"/>
                  </a:lnTo>
                  <a:cubicBezTo>
                    <a:pt x="250" y="15"/>
                    <a:pt x="212" y="0"/>
                    <a:pt x="1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3"/>
            <p:cNvSpPr/>
            <p:nvPr/>
          </p:nvSpPr>
          <p:spPr>
            <a:xfrm>
              <a:off x="2541544" y="1587944"/>
              <a:ext cx="16329" cy="15087"/>
            </a:xfrm>
            <a:custGeom>
              <a:rect b="b" l="l" r="r" t="t"/>
              <a:pathLst>
                <a:path extrusionOk="0" h="474" w="513">
                  <a:moveTo>
                    <a:pt x="340" y="0"/>
                  </a:moveTo>
                  <a:cubicBezTo>
                    <a:pt x="298" y="0"/>
                    <a:pt x="256" y="15"/>
                    <a:pt x="226" y="45"/>
                  </a:cubicBezTo>
                  <a:lnTo>
                    <a:pt x="60" y="212"/>
                  </a:lnTo>
                  <a:cubicBezTo>
                    <a:pt x="0" y="271"/>
                    <a:pt x="0" y="367"/>
                    <a:pt x="60" y="426"/>
                  </a:cubicBezTo>
                  <a:cubicBezTo>
                    <a:pt x="95" y="462"/>
                    <a:pt x="131" y="474"/>
                    <a:pt x="167" y="474"/>
                  </a:cubicBezTo>
                  <a:cubicBezTo>
                    <a:pt x="215" y="474"/>
                    <a:pt x="250" y="462"/>
                    <a:pt x="286" y="426"/>
                  </a:cubicBezTo>
                  <a:lnTo>
                    <a:pt x="453" y="271"/>
                  </a:lnTo>
                  <a:cubicBezTo>
                    <a:pt x="512" y="212"/>
                    <a:pt x="512" y="105"/>
                    <a:pt x="453" y="45"/>
                  </a:cubicBezTo>
                  <a:cubicBezTo>
                    <a:pt x="423" y="15"/>
                    <a:pt x="381" y="0"/>
                    <a:pt x="3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43"/>
            <p:cNvSpPr/>
            <p:nvPr/>
          </p:nvSpPr>
          <p:spPr>
            <a:xfrm>
              <a:off x="2384654" y="1744452"/>
              <a:ext cx="15947" cy="15469"/>
            </a:xfrm>
            <a:custGeom>
              <a:rect b="b" l="l" r="r" t="t"/>
              <a:pathLst>
                <a:path extrusionOk="0" h="486" w="501">
                  <a:moveTo>
                    <a:pt x="327" y="1"/>
                  </a:moveTo>
                  <a:cubicBezTo>
                    <a:pt x="286" y="1"/>
                    <a:pt x="244" y="16"/>
                    <a:pt x="214" y="45"/>
                  </a:cubicBezTo>
                  <a:lnTo>
                    <a:pt x="48" y="212"/>
                  </a:lnTo>
                  <a:cubicBezTo>
                    <a:pt x="0" y="272"/>
                    <a:pt x="0" y="379"/>
                    <a:pt x="60" y="438"/>
                  </a:cubicBezTo>
                  <a:cubicBezTo>
                    <a:pt x="95" y="462"/>
                    <a:pt x="143" y="486"/>
                    <a:pt x="167" y="486"/>
                  </a:cubicBezTo>
                  <a:cubicBezTo>
                    <a:pt x="202" y="486"/>
                    <a:pt x="238" y="462"/>
                    <a:pt x="274" y="438"/>
                  </a:cubicBezTo>
                  <a:lnTo>
                    <a:pt x="441" y="272"/>
                  </a:lnTo>
                  <a:cubicBezTo>
                    <a:pt x="500" y="212"/>
                    <a:pt x="500" y="105"/>
                    <a:pt x="441" y="45"/>
                  </a:cubicBezTo>
                  <a:cubicBezTo>
                    <a:pt x="411" y="16"/>
                    <a:pt x="369" y="1"/>
                    <a:pt x="3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43"/>
            <p:cNvSpPr/>
            <p:nvPr/>
          </p:nvSpPr>
          <p:spPr>
            <a:xfrm>
              <a:off x="2360018" y="1624548"/>
              <a:ext cx="18207" cy="12605"/>
            </a:xfrm>
            <a:custGeom>
              <a:rect b="b" l="l" r="r" t="t"/>
              <a:pathLst>
                <a:path extrusionOk="0" h="396" w="572">
                  <a:moveTo>
                    <a:pt x="179" y="0"/>
                  </a:moveTo>
                  <a:cubicBezTo>
                    <a:pt x="125" y="0"/>
                    <a:pt x="71" y="33"/>
                    <a:pt x="36" y="86"/>
                  </a:cubicBezTo>
                  <a:cubicBezTo>
                    <a:pt x="0" y="157"/>
                    <a:pt x="36" y="252"/>
                    <a:pt x="107" y="288"/>
                  </a:cubicBezTo>
                  <a:lnTo>
                    <a:pt x="322" y="383"/>
                  </a:lnTo>
                  <a:cubicBezTo>
                    <a:pt x="333" y="395"/>
                    <a:pt x="357" y="395"/>
                    <a:pt x="381" y="395"/>
                  </a:cubicBezTo>
                  <a:cubicBezTo>
                    <a:pt x="429" y="395"/>
                    <a:pt x="500" y="371"/>
                    <a:pt x="524" y="312"/>
                  </a:cubicBezTo>
                  <a:cubicBezTo>
                    <a:pt x="572" y="217"/>
                    <a:pt x="524" y="133"/>
                    <a:pt x="453" y="98"/>
                  </a:cubicBezTo>
                  <a:lnTo>
                    <a:pt x="238" y="14"/>
                  </a:lnTo>
                  <a:cubicBezTo>
                    <a:pt x="219" y="5"/>
                    <a:pt x="199" y="0"/>
                    <a:pt x="1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3"/>
            <p:cNvSpPr/>
            <p:nvPr/>
          </p:nvSpPr>
          <p:spPr>
            <a:xfrm>
              <a:off x="2564271" y="1711126"/>
              <a:ext cx="17475" cy="12796"/>
            </a:xfrm>
            <a:custGeom>
              <a:rect b="b" l="l" r="r" t="t"/>
              <a:pathLst>
                <a:path extrusionOk="0" h="402" w="549">
                  <a:moveTo>
                    <a:pt x="184" y="0"/>
                  </a:moveTo>
                  <a:cubicBezTo>
                    <a:pt x="125" y="0"/>
                    <a:pt x="63" y="29"/>
                    <a:pt x="36" y="92"/>
                  </a:cubicBezTo>
                  <a:cubicBezTo>
                    <a:pt x="1" y="164"/>
                    <a:pt x="36" y="247"/>
                    <a:pt x="108" y="295"/>
                  </a:cubicBezTo>
                  <a:lnTo>
                    <a:pt x="310" y="390"/>
                  </a:lnTo>
                  <a:cubicBezTo>
                    <a:pt x="334" y="402"/>
                    <a:pt x="358" y="402"/>
                    <a:pt x="370" y="402"/>
                  </a:cubicBezTo>
                  <a:cubicBezTo>
                    <a:pt x="429" y="402"/>
                    <a:pt x="489" y="366"/>
                    <a:pt x="524" y="307"/>
                  </a:cubicBezTo>
                  <a:cubicBezTo>
                    <a:pt x="548" y="235"/>
                    <a:pt x="524" y="140"/>
                    <a:pt x="453" y="104"/>
                  </a:cubicBezTo>
                  <a:lnTo>
                    <a:pt x="239" y="9"/>
                  </a:lnTo>
                  <a:cubicBezTo>
                    <a:pt x="221" y="3"/>
                    <a:pt x="203" y="0"/>
                    <a:pt x="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3"/>
            <p:cNvSpPr/>
            <p:nvPr/>
          </p:nvSpPr>
          <p:spPr>
            <a:xfrm>
              <a:off x="2507805" y="1563912"/>
              <a:ext cx="14069" cy="16392"/>
            </a:xfrm>
            <a:custGeom>
              <a:rect b="b" l="l" r="r" t="t"/>
              <a:pathLst>
                <a:path extrusionOk="0" h="515" w="442">
                  <a:moveTo>
                    <a:pt x="273" y="0"/>
                  </a:moveTo>
                  <a:cubicBezTo>
                    <a:pt x="215" y="0"/>
                    <a:pt x="154" y="33"/>
                    <a:pt x="120" y="86"/>
                  </a:cubicBezTo>
                  <a:lnTo>
                    <a:pt x="36" y="288"/>
                  </a:lnTo>
                  <a:cubicBezTo>
                    <a:pt x="1" y="371"/>
                    <a:pt x="36" y="455"/>
                    <a:pt x="108" y="502"/>
                  </a:cubicBezTo>
                  <a:cubicBezTo>
                    <a:pt x="120" y="514"/>
                    <a:pt x="155" y="514"/>
                    <a:pt x="167" y="514"/>
                  </a:cubicBezTo>
                  <a:cubicBezTo>
                    <a:pt x="227" y="514"/>
                    <a:pt x="286" y="490"/>
                    <a:pt x="322" y="431"/>
                  </a:cubicBezTo>
                  <a:lnTo>
                    <a:pt x="405" y="217"/>
                  </a:lnTo>
                  <a:cubicBezTo>
                    <a:pt x="441" y="145"/>
                    <a:pt x="405" y="50"/>
                    <a:pt x="334" y="14"/>
                  </a:cubicBezTo>
                  <a:cubicBezTo>
                    <a:pt x="315" y="5"/>
                    <a:pt x="294" y="0"/>
                    <a:pt x="2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43"/>
            <p:cNvSpPr/>
            <p:nvPr/>
          </p:nvSpPr>
          <p:spPr>
            <a:xfrm>
              <a:off x="2420654" y="1767974"/>
              <a:ext cx="14419" cy="16583"/>
            </a:xfrm>
            <a:custGeom>
              <a:rect b="b" l="l" r="r" t="t"/>
              <a:pathLst>
                <a:path extrusionOk="0" h="521" w="453">
                  <a:moveTo>
                    <a:pt x="290" y="0"/>
                  </a:moveTo>
                  <a:cubicBezTo>
                    <a:pt x="231" y="0"/>
                    <a:pt x="170" y="29"/>
                    <a:pt x="143" y="92"/>
                  </a:cubicBezTo>
                  <a:lnTo>
                    <a:pt x="48" y="295"/>
                  </a:lnTo>
                  <a:cubicBezTo>
                    <a:pt x="0" y="366"/>
                    <a:pt x="48" y="473"/>
                    <a:pt x="119" y="509"/>
                  </a:cubicBezTo>
                  <a:cubicBezTo>
                    <a:pt x="143" y="521"/>
                    <a:pt x="167" y="521"/>
                    <a:pt x="179" y="521"/>
                  </a:cubicBezTo>
                  <a:cubicBezTo>
                    <a:pt x="238" y="521"/>
                    <a:pt x="298" y="485"/>
                    <a:pt x="333" y="426"/>
                  </a:cubicBezTo>
                  <a:lnTo>
                    <a:pt x="417" y="223"/>
                  </a:lnTo>
                  <a:cubicBezTo>
                    <a:pt x="453" y="152"/>
                    <a:pt x="417" y="56"/>
                    <a:pt x="345" y="9"/>
                  </a:cubicBezTo>
                  <a:cubicBezTo>
                    <a:pt x="328" y="3"/>
                    <a:pt x="309" y="0"/>
                    <a:pt x="2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43"/>
            <p:cNvSpPr/>
            <p:nvPr/>
          </p:nvSpPr>
          <p:spPr>
            <a:xfrm>
              <a:off x="2422532" y="1562448"/>
              <a:ext cx="14451" cy="17093"/>
            </a:xfrm>
            <a:custGeom>
              <a:rect b="b" l="l" r="r" t="t"/>
              <a:pathLst>
                <a:path extrusionOk="0" h="537" w="454">
                  <a:moveTo>
                    <a:pt x="184" y="0"/>
                  </a:moveTo>
                  <a:cubicBezTo>
                    <a:pt x="164" y="0"/>
                    <a:pt x="142" y="4"/>
                    <a:pt x="120" y="13"/>
                  </a:cubicBezTo>
                  <a:cubicBezTo>
                    <a:pt x="48" y="36"/>
                    <a:pt x="1" y="132"/>
                    <a:pt x="36" y="215"/>
                  </a:cubicBezTo>
                  <a:lnTo>
                    <a:pt x="120" y="429"/>
                  </a:lnTo>
                  <a:cubicBezTo>
                    <a:pt x="155" y="501"/>
                    <a:pt x="215" y="536"/>
                    <a:pt x="274" y="536"/>
                  </a:cubicBezTo>
                  <a:cubicBezTo>
                    <a:pt x="286" y="536"/>
                    <a:pt x="322" y="536"/>
                    <a:pt x="334" y="513"/>
                  </a:cubicBezTo>
                  <a:cubicBezTo>
                    <a:pt x="405" y="489"/>
                    <a:pt x="453" y="394"/>
                    <a:pt x="417" y="310"/>
                  </a:cubicBezTo>
                  <a:lnTo>
                    <a:pt x="334" y="96"/>
                  </a:lnTo>
                  <a:cubicBezTo>
                    <a:pt x="307" y="41"/>
                    <a:pt x="251" y="0"/>
                    <a:pt x="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3"/>
            <p:cNvSpPr/>
            <p:nvPr/>
          </p:nvSpPr>
          <p:spPr>
            <a:xfrm>
              <a:off x="2505545" y="1768770"/>
              <a:ext cx="14037" cy="16552"/>
            </a:xfrm>
            <a:custGeom>
              <a:rect b="b" l="l" r="r" t="t"/>
              <a:pathLst>
                <a:path extrusionOk="0" h="520" w="441">
                  <a:moveTo>
                    <a:pt x="195" y="0"/>
                  </a:moveTo>
                  <a:cubicBezTo>
                    <a:pt x="171" y="0"/>
                    <a:pt x="146" y="6"/>
                    <a:pt x="119" y="20"/>
                  </a:cubicBezTo>
                  <a:cubicBezTo>
                    <a:pt x="48" y="43"/>
                    <a:pt x="0" y="139"/>
                    <a:pt x="24" y="222"/>
                  </a:cubicBezTo>
                  <a:lnTo>
                    <a:pt x="119" y="436"/>
                  </a:lnTo>
                  <a:cubicBezTo>
                    <a:pt x="155" y="496"/>
                    <a:pt x="214" y="520"/>
                    <a:pt x="274" y="520"/>
                  </a:cubicBezTo>
                  <a:cubicBezTo>
                    <a:pt x="286" y="520"/>
                    <a:pt x="310" y="520"/>
                    <a:pt x="322" y="508"/>
                  </a:cubicBezTo>
                  <a:cubicBezTo>
                    <a:pt x="405" y="472"/>
                    <a:pt x="441" y="389"/>
                    <a:pt x="417" y="293"/>
                  </a:cubicBezTo>
                  <a:lnTo>
                    <a:pt x="322" y="91"/>
                  </a:lnTo>
                  <a:cubicBezTo>
                    <a:pt x="304" y="39"/>
                    <a:pt x="256" y="0"/>
                    <a:pt x="1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3"/>
            <p:cNvSpPr/>
            <p:nvPr/>
          </p:nvSpPr>
          <p:spPr>
            <a:xfrm>
              <a:off x="2565417" y="1625885"/>
              <a:ext cx="17825" cy="13146"/>
            </a:xfrm>
            <a:custGeom>
              <a:rect b="b" l="l" r="r" t="t"/>
              <a:pathLst>
                <a:path extrusionOk="0" h="413" w="560">
                  <a:moveTo>
                    <a:pt x="378" y="1"/>
                  </a:moveTo>
                  <a:cubicBezTo>
                    <a:pt x="360" y="1"/>
                    <a:pt x="341" y="3"/>
                    <a:pt x="322" y="8"/>
                  </a:cubicBezTo>
                  <a:lnTo>
                    <a:pt x="119" y="103"/>
                  </a:lnTo>
                  <a:cubicBezTo>
                    <a:pt x="36" y="127"/>
                    <a:pt x="0" y="222"/>
                    <a:pt x="24" y="306"/>
                  </a:cubicBezTo>
                  <a:cubicBezTo>
                    <a:pt x="60" y="365"/>
                    <a:pt x="96" y="413"/>
                    <a:pt x="179" y="413"/>
                  </a:cubicBezTo>
                  <a:cubicBezTo>
                    <a:pt x="191" y="413"/>
                    <a:pt x="215" y="413"/>
                    <a:pt x="227" y="401"/>
                  </a:cubicBezTo>
                  <a:lnTo>
                    <a:pt x="441" y="306"/>
                  </a:lnTo>
                  <a:cubicBezTo>
                    <a:pt x="512" y="282"/>
                    <a:pt x="560" y="187"/>
                    <a:pt x="524" y="103"/>
                  </a:cubicBezTo>
                  <a:cubicBezTo>
                    <a:pt x="505" y="37"/>
                    <a:pt x="449" y="1"/>
                    <a:pt x="3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43"/>
            <p:cNvSpPr/>
            <p:nvPr/>
          </p:nvSpPr>
          <p:spPr>
            <a:xfrm>
              <a:off x="2359254" y="1709312"/>
              <a:ext cx="17825" cy="12732"/>
            </a:xfrm>
            <a:custGeom>
              <a:rect b="b" l="l" r="r" t="t"/>
              <a:pathLst>
                <a:path extrusionOk="0" h="400" w="560">
                  <a:moveTo>
                    <a:pt x="372" y="0"/>
                  </a:moveTo>
                  <a:cubicBezTo>
                    <a:pt x="356" y="0"/>
                    <a:pt x="339" y="2"/>
                    <a:pt x="322" y="6"/>
                  </a:cubicBezTo>
                  <a:lnTo>
                    <a:pt x="119" y="102"/>
                  </a:lnTo>
                  <a:cubicBezTo>
                    <a:pt x="48" y="125"/>
                    <a:pt x="0" y="221"/>
                    <a:pt x="24" y="304"/>
                  </a:cubicBezTo>
                  <a:cubicBezTo>
                    <a:pt x="60" y="364"/>
                    <a:pt x="119" y="399"/>
                    <a:pt x="179" y="399"/>
                  </a:cubicBezTo>
                  <a:cubicBezTo>
                    <a:pt x="191" y="399"/>
                    <a:pt x="227" y="399"/>
                    <a:pt x="238" y="387"/>
                  </a:cubicBezTo>
                  <a:lnTo>
                    <a:pt x="441" y="292"/>
                  </a:lnTo>
                  <a:cubicBezTo>
                    <a:pt x="512" y="268"/>
                    <a:pt x="560" y="173"/>
                    <a:pt x="536" y="90"/>
                  </a:cubicBezTo>
                  <a:cubicBezTo>
                    <a:pt x="507" y="41"/>
                    <a:pt x="445" y="0"/>
                    <a:pt x="3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44"/>
          <p:cNvSpPr txBox="1"/>
          <p:nvPr>
            <p:ph type="title"/>
          </p:nvPr>
        </p:nvSpPr>
        <p:spPr>
          <a:xfrm>
            <a:off x="1188300" y="1356488"/>
            <a:ext cx="6767400" cy="188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1"/>
                </a:solidFill>
              </a:rPr>
              <a:t>150.000</a:t>
            </a:r>
            <a:endParaRPr>
              <a:solidFill>
                <a:schemeClr val="dk1"/>
              </a:solidFill>
            </a:endParaRPr>
          </a:p>
        </p:txBody>
      </p:sp>
      <p:sp>
        <p:nvSpPr>
          <p:cNvPr id="559" name="Google Shape;559;p44"/>
          <p:cNvSpPr txBox="1"/>
          <p:nvPr>
            <p:ph idx="1" type="subTitle"/>
          </p:nvPr>
        </p:nvSpPr>
        <p:spPr>
          <a:xfrm>
            <a:off x="1188750" y="3289913"/>
            <a:ext cx="6766500" cy="49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Große Zahlen erregen die Aufmerksamkeit deines Publikums</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cxnSp>
        <p:nvCxnSpPr>
          <p:cNvPr id="560" name="Google Shape;560;p44"/>
          <p:cNvCxnSpPr/>
          <p:nvPr/>
        </p:nvCxnSpPr>
        <p:spPr>
          <a:xfrm>
            <a:off x="1538250" y="3175750"/>
            <a:ext cx="60675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45"/>
          <p:cNvSpPr txBox="1"/>
          <p:nvPr>
            <p:ph type="title"/>
          </p:nvPr>
        </p:nvSpPr>
        <p:spPr>
          <a:xfrm>
            <a:off x="1289250" y="1340199"/>
            <a:ext cx="1371600" cy="46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25%</a:t>
            </a:r>
            <a:endParaRPr/>
          </a:p>
        </p:txBody>
      </p:sp>
      <p:sp>
        <p:nvSpPr>
          <p:cNvPr id="566" name="Google Shape;566;p45"/>
          <p:cNvSpPr txBox="1"/>
          <p:nvPr>
            <p:ph idx="2" type="title"/>
          </p:nvPr>
        </p:nvSpPr>
        <p:spPr>
          <a:xfrm>
            <a:off x="3886200" y="1340199"/>
            <a:ext cx="1371600" cy="46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50%</a:t>
            </a:r>
            <a:endParaRPr/>
          </a:p>
        </p:txBody>
      </p:sp>
      <p:sp>
        <p:nvSpPr>
          <p:cNvPr id="567" name="Google Shape;567;p45"/>
          <p:cNvSpPr txBox="1"/>
          <p:nvPr>
            <p:ph idx="4" type="title"/>
          </p:nvPr>
        </p:nvSpPr>
        <p:spPr>
          <a:xfrm>
            <a:off x="6483150" y="1340199"/>
            <a:ext cx="1371600" cy="46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75%</a:t>
            </a:r>
            <a:endParaRPr/>
          </a:p>
        </p:txBody>
      </p:sp>
      <p:sp>
        <p:nvSpPr>
          <p:cNvPr id="568" name="Google Shape;568;p45"/>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UNSER ERFOLG</a:t>
            </a:r>
            <a:endParaRPr/>
          </a:p>
        </p:txBody>
      </p:sp>
      <p:sp>
        <p:nvSpPr>
          <p:cNvPr id="569" name="Google Shape;569;p45"/>
          <p:cNvSpPr/>
          <p:nvPr/>
        </p:nvSpPr>
        <p:spPr>
          <a:xfrm>
            <a:off x="1660554" y="1946449"/>
            <a:ext cx="629100" cy="13485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5"/>
          <p:cNvSpPr/>
          <p:nvPr/>
        </p:nvSpPr>
        <p:spPr>
          <a:xfrm>
            <a:off x="1660554" y="2957990"/>
            <a:ext cx="629100" cy="3372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45"/>
          <p:cNvSpPr/>
          <p:nvPr/>
        </p:nvSpPr>
        <p:spPr>
          <a:xfrm>
            <a:off x="4257450" y="1946449"/>
            <a:ext cx="629100" cy="13485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45"/>
          <p:cNvSpPr/>
          <p:nvPr/>
        </p:nvSpPr>
        <p:spPr>
          <a:xfrm>
            <a:off x="4257450" y="2620809"/>
            <a:ext cx="629100" cy="674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45"/>
          <p:cNvSpPr/>
          <p:nvPr/>
        </p:nvSpPr>
        <p:spPr>
          <a:xfrm>
            <a:off x="6854346" y="1946449"/>
            <a:ext cx="629100" cy="13485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5"/>
          <p:cNvSpPr/>
          <p:nvPr/>
        </p:nvSpPr>
        <p:spPr>
          <a:xfrm>
            <a:off x="6854346" y="2283629"/>
            <a:ext cx="629100" cy="10116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45"/>
          <p:cNvSpPr txBox="1"/>
          <p:nvPr>
            <p:ph idx="7" type="title"/>
          </p:nvPr>
        </p:nvSpPr>
        <p:spPr>
          <a:xfrm>
            <a:off x="987504" y="3530521"/>
            <a:ext cx="1975200" cy="4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VENUS</a:t>
            </a:r>
            <a:endParaRPr/>
          </a:p>
        </p:txBody>
      </p:sp>
      <p:sp>
        <p:nvSpPr>
          <p:cNvPr id="576" name="Google Shape;576;p45"/>
          <p:cNvSpPr txBox="1"/>
          <p:nvPr>
            <p:ph idx="8" type="title"/>
          </p:nvPr>
        </p:nvSpPr>
        <p:spPr>
          <a:xfrm>
            <a:off x="3584400" y="3530521"/>
            <a:ext cx="1975200" cy="4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SATURN</a:t>
            </a:r>
            <a:endParaRPr/>
          </a:p>
        </p:txBody>
      </p:sp>
      <p:sp>
        <p:nvSpPr>
          <p:cNvPr id="577" name="Google Shape;577;p45"/>
          <p:cNvSpPr txBox="1"/>
          <p:nvPr>
            <p:ph idx="9" type="title"/>
          </p:nvPr>
        </p:nvSpPr>
        <p:spPr>
          <a:xfrm>
            <a:off x="6181296" y="3530521"/>
            <a:ext cx="1975200" cy="4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JUPITER</a:t>
            </a:r>
            <a:endParaRPr/>
          </a:p>
        </p:txBody>
      </p:sp>
      <p:sp>
        <p:nvSpPr>
          <p:cNvPr id="578" name="Google Shape;578;p45"/>
          <p:cNvSpPr txBox="1"/>
          <p:nvPr>
            <p:ph idx="1" type="subTitle"/>
          </p:nvPr>
        </p:nvSpPr>
        <p:spPr>
          <a:xfrm>
            <a:off x="3584400" y="3827850"/>
            <a:ext cx="19752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Der Saturn ist der Planet mit Ringen</a:t>
            </a:r>
            <a:endParaRPr/>
          </a:p>
        </p:txBody>
      </p:sp>
      <p:sp>
        <p:nvSpPr>
          <p:cNvPr id="579" name="Google Shape;579;p45"/>
          <p:cNvSpPr txBox="1"/>
          <p:nvPr>
            <p:ph idx="3" type="subTitle"/>
          </p:nvPr>
        </p:nvSpPr>
        <p:spPr>
          <a:xfrm>
            <a:off x="6181296" y="3827850"/>
            <a:ext cx="19752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Jupiter ist der</a:t>
            </a:r>
            <a:endParaRPr/>
          </a:p>
          <a:p>
            <a:pPr indent="0" lvl="0" marL="0" rtl="0" algn="ctr">
              <a:spcBef>
                <a:spcPts val="0"/>
              </a:spcBef>
              <a:spcAft>
                <a:spcPts val="0"/>
              </a:spcAft>
              <a:buNone/>
            </a:pPr>
            <a:r>
              <a:rPr lang="en"/>
              <a:t>größte Planet</a:t>
            </a:r>
            <a:endParaRPr/>
          </a:p>
        </p:txBody>
      </p:sp>
      <p:sp>
        <p:nvSpPr>
          <p:cNvPr id="580" name="Google Shape;580;p45"/>
          <p:cNvSpPr txBox="1"/>
          <p:nvPr>
            <p:ph idx="5" type="subTitle"/>
          </p:nvPr>
        </p:nvSpPr>
        <p:spPr>
          <a:xfrm>
            <a:off x="987504" y="3827850"/>
            <a:ext cx="19752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Die Venus ist fast so groß wie die Erde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46"/>
          <p:cNvSpPr txBox="1"/>
          <p:nvPr>
            <p:ph type="title"/>
          </p:nvPr>
        </p:nvSpPr>
        <p:spPr>
          <a:xfrm>
            <a:off x="1984800" y="1309400"/>
            <a:ext cx="5174400" cy="1645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WOW!</a:t>
            </a:r>
            <a:endParaRPr/>
          </a:p>
        </p:txBody>
      </p:sp>
      <p:sp>
        <p:nvSpPr>
          <p:cNvPr id="586" name="Google Shape;586;p46"/>
          <p:cNvSpPr txBox="1"/>
          <p:nvPr>
            <p:ph idx="1" type="subTitle"/>
          </p:nvPr>
        </p:nvSpPr>
        <p:spPr>
          <a:xfrm>
            <a:off x="1984800" y="3178900"/>
            <a:ext cx="5174400" cy="65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 diesem Teil der Präsentation kannst du dich vorstellen, deine E-Mail-Adresse schreiben...</a:t>
            </a:r>
            <a:endParaRPr/>
          </a:p>
        </p:txBody>
      </p:sp>
      <p:cxnSp>
        <p:nvCxnSpPr>
          <p:cNvPr id="587" name="Google Shape;587;p46"/>
          <p:cNvCxnSpPr/>
          <p:nvPr/>
        </p:nvCxnSpPr>
        <p:spPr>
          <a:xfrm>
            <a:off x="2170800" y="3066750"/>
            <a:ext cx="48024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UNSERE STANDORTE</a:t>
            </a:r>
            <a:endParaRPr/>
          </a:p>
        </p:txBody>
      </p:sp>
      <p:sp>
        <p:nvSpPr>
          <p:cNvPr id="593" name="Google Shape;593;p47"/>
          <p:cNvSpPr txBox="1"/>
          <p:nvPr/>
        </p:nvSpPr>
        <p:spPr>
          <a:xfrm>
            <a:off x="6502801" y="2785577"/>
            <a:ext cx="1847100" cy="5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lus Jakarta Sans"/>
                <a:ea typeface="Plus Jakarta Sans"/>
                <a:cs typeface="Plus Jakarta Sans"/>
                <a:sym typeface="Plus Jakarta Sans"/>
              </a:rPr>
              <a:t>Obwohl er rot ist, ist der Mars sehr kalt</a:t>
            </a:r>
            <a:endParaRPr>
              <a:solidFill>
                <a:schemeClr val="dk1"/>
              </a:solidFill>
              <a:latin typeface="Plus Jakarta Sans"/>
              <a:ea typeface="Plus Jakarta Sans"/>
              <a:cs typeface="Plus Jakarta Sans"/>
              <a:sym typeface="Plus Jakarta Sans"/>
            </a:endParaRPr>
          </a:p>
        </p:txBody>
      </p:sp>
      <p:sp>
        <p:nvSpPr>
          <p:cNvPr id="594" name="Google Shape;594;p47"/>
          <p:cNvSpPr txBox="1"/>
          <p:nvPr/>
        </p:nvSpPr>
        <p:spPr>
          <a:xfrm>
            <a:off x="6502802" y="1425043"/>
            <a:ext cx="1847100" cy="463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Urbanist"/>
                <a:ea typeface="Urbanist"/>
                <a:cs typeface="Urbanist"/>
                <a:sym typeface="Urbanist"/>
              </a:rPr>
              <a:t>VENUS</a:t>
            </a:r>
            <a:endParaRPr sz="2400">
              <a:solidFill>
                <a:schemeClr val="dk1"/>
              </a:solidFill>
              <a:latin typeface="Urbanist"/>
              <a:ea typeface="Urbanist"/>
              <a:cs typeface="Urbanist"/>
              <a:sym typeface="Urbanist"/>
            </a:endParaRPr>
          </a:p>
        </p:txBody>
      </p:sp>
      <p:sp>
        <p:nvSpPr>
          <p:cNvPr id="595" name="Google Shape;595;p47"/>
          <p:cNvSpPr txBox="1"/>
          <p:nvPr/>
        </p:nvSpPr>
        <p:spPr>
          <a:xfrm>
            <a:off x="6502802" y="1734067"/>
            <a:ext cx="1847100" cy="5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lus Jakarta Sans"/>
                <a:ea typeface="Plus Jakarta Sans"/>
                <a:cs typeface="Plus Jakarta Sans"/>
                <a:sym typeface="Plus Jakarta Sans"/>
              </a:rPr>
              <a:t>Die Venus ist fast so groß wie die Erde</a:t>
            </a:r>
            <a:endParaRPr>
              <a:solidFill>
                <a:schemeClr val="dk1"/>
              </a:solidFill>
              <a:latin typeface="Plus Jakarta Sans"/>
              <a:ea typeface="Plus Jakarta Sans"/>
              <a:cs typeface="Plus Jakarta Sans"/>
              <a:sym typeface="Plus Jakarta Sans"/>
            </a:endParaRPr>
          </a:p>
        </p:txBody>
      </p:sp>
      <p:sp>
        <p:nvSpPr>
          <p:cNvPr id="596" name="Google Shape;596;p47"/>
          <p:cNvSpPr txBox="1"/>
          <p:nvPr/>
        </p:nvSpPr>
        <p:spPr>
          <a:xfrm>
            <a:off x="6502801" y="2476653"/>
            <a:ext cx="1847100" cy="463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Urbanist"/>
                <a:ea typeface="Urbanist"/>
                <a:cs typeface="Urbanist"/>
                <a:sym typeface="Urbanist"/>
              </a:rPr>
              <a:t>MARS</a:t>
            </a:r>
            <a:endParaRPr sz="2400">
              <a:solidFill>
                <a:schemeClr val="dk1"/>
              </a:solidFill>
              <a:latin typeface="Urbanist"/>
              <a:ea typeface="Urbanist"/>
              <a:cs typeface="Urbanist"/>
              <a:sym typeface="Urbanist"/>
            </a:endParaRPr>
          </a:p>
        </p:txBody>
      </p:sp>
      <p:sp>
        <p:nvSpPr>
          <p:cNvPr id="597" name="Google Shape;597;p47"/>
          <p:cNvSpPr txBox="1"/>
          <p:nvPr/>
        </p:nvSpPr>
        <p:spPr>
          <a:xfrm>
            <a:off x="6502803" y="3528213"/>
            <a:ext cx="1847100" cy="463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Urbanist"/>
                <a:ea typeface="Urbanist"/>
                <a:cs typeface="Urbanist"/>
                <a:sym typeface="Urbanist"/>
              </a:rPr>
              <a:t>SATURN</a:t>
            </a:r>
            <a:endParaRPr sz="2400">
              <a:solidFill>
                <a:schemeClr val="dk1"/>
              </a:solidFill>
              <a:latin typeface="Urbanist"/>
              <a:ea typeface="Urbanist"/>
              <a:cs typeface="Urbanist"/>
              <a:sym typeface="Urbanist"/>
            </a:endParaRPr>
          </a:p>
        </p:txBody>
      </p:sp>
      <p:sp>
        <p:nvSpPr>
          <p:cNvPr id="598" name="Google Shape;598;p47"/>
          <p:cNvSpPr txBox="1"/>
          <p:nvPr/>
        </p:nvSpPr>
        <p:spPr>
          <a:xfrm>
            <a:off x="6502801" y="3837137"/>
            <a:ext cx="1847100" cy="5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lus Jakarta Sans"/>
                <a:ea typeface="Plus Jakarta Sans"/>
                <a:cs typeface="Plus Jakarta Sans"/>
                <a:sym typeface="Plus Jakarta Sans"/>
              </a:rPr>
              <a:t>Der Saturn ist der Planet mit Ringen</a:t>
            </a:r>
            <a:endParaRPr>
              <a:solidFill>
                <a:schemeClr val="dk1"/>
              </a:solidFill>
              <a:latin typeface="Plus Jakarta Sans"/>
              <a:ea typeface="Plus Jakarta Sans"/>
              <a:cs typeface="Plus Jakarta Sans"/>
              <a:sym typeface="Plus Jakarta Sans"/>
            </a:endParaRPr>
          </a:p>
        </p:txBody>
      </p:sp>
      <p:grpSp>
        <p:nvGrpSpPr>
          <p:cNvPr id="599" name="Google Shape;599;p47"/>
          <p:cNvGrpSpPr/>
          <p:nvPr/>
        </p:nvGrpSpPr>
        <p:grpSpPr>
          <a:xfrm>
            <a:off x="794097" y="1555282"/>
            <a:ext cx="5017522" cy="2673017"/>
            <a:chOff x="233350" y="949250"/>
            <a:chExt cx="7137300" cy="3802300"/>
          </a:xfrm>
        </p:grpSpPr>
        <p:sp>
          <p:nvSpPr>
            <p:cNvPr id="600" name="Google Shape;600;p47"/>
            <p:cNvSpPr/>
            <p:nvPr/>
          </p:nvSpPr>
          <p:spPr>
            <a:xfrm>
              <a:off x="4428450" y="2808675"/>
              <a:ext cx="1478900" cy="330100"/>
            </a:xfrm>
            <a:custGeom>
              <a:rect b="b" l="l" r="r" t="t"/>
              <a:pathLst>
                <a:path extrusionOk="0" h="13204" w="59156">
                  <a:moveTo>
                    <a:pt x="1" y="0"/>
                  </a:moveTo>
                  <a:lnTo>
                    <a:pt x="1" y="0"/>
                  </a:lnTo>
                  <a:close/>
                  <a:moveTo>
                    <a:pt x="59155" y="13203"/>
                  </a:move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47"/>
            <p:cNvSpPr/>
            <p:nvPr/>
          </p:nvSpPr>
          <p:spPr>
            <a:xfrm>
              <a:off x="2909400" y="1076125"/>
              <a:ext cx="4118650" cy="3109225"/>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7"/>
            <p:cNvSpPr/>
            <p:nvPr/>
          </p:nvSpPr>
          <p:spPr>
            <a:xfrm>
              <a:off x="5913800" y="3523050"/>
              <a:ext cx="1109075" cy="813875"/>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7"/>
            <p:cNvSpPr/>
            <p:nvPr/>
          </p:nvSpPr>
          <p:spPr>
            <a:xfrm>
              <a:off x="6442175" y="3238700"/>
              <a:ext cx="571625" cy="311800"/>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7"/>
            <p:cNvSpPr/>
            <p:nvPr/>
          </p:nvSpPr>
          <p:spPr>
            <a:xfrm>
              <a:off x="5898675" y="3029225"/>
              <a:ext cx="282150" cy="318450"/>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7"/>
            <p:cNvSpPr/>
            <p:nvPr/>
          </p:nvSpPr>
          <p:spPr>
            <a:xfrm>
              <a:off x="5544400" y="3065225"/>
              <a:ext cx="541800" cy="430700"/>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7"/>
            <p:cNvSpPr/>
            <p:nvPr/>
          </p:nvSpPr>
          <p:spPr>
            <a:xfrm>
              <a:off x="4388700" y="3530600"/>
              <a:ext cx="227275" cy="395425"/>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7"/>
            <p:cNvSpPr/>
            <p:nvPr/>
          </p:nvSpPr>
          <p:spPr>
            <a:xfrm>
              <a:off x="6438300" y="1893850"/>
              <a:ext cx="267450" cy="418275"/>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7"/>
            <p:cNvSpPr/>
            <p:nvPr/>
          </p:nvSpPr>
          <p:spPr>
            <a:xfrm>
              <a:off x="6901875" y="4220725"/>
              <a:ext cx="468775" cy="354550"/>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7"/>
            <p:cNvSpPr/>
            <p:nvPr/>
          </p:nvSpPr>
          <p:spPr>
            <a:xfrm>
              <a:off x="6306100" y="2654825"/>
              <a:ext cx="232875" cy="385425"/>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7"/>
            <p:cNvSpPr/>
            <p:nvPr/>
          </p:nvSpPr>
          <p:spPr>
            <a:xfrm>
              <a:off x="6139750" y="3178550"/>
              <a:ext cx="185375" cy="227425"/>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47"/>
            <p:cNvSpPr/>
            <p:nvPr/>
          </p:nvSpPr>
          <p:spPr>
            <a:xfrm>
              <a:off x="4320000" y="1079225"/>
              <a:ext cx="260125" cy="16300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7"/>
            <p:cNvSpPr/>
            <p:nvPr/>
          </p:nvSpPr>
          <p:spPr>
            <a:xfrm>
              <a:off x="3605850" y="1017225"/>
              <a:ext cx="246275" cy="88775"/>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7"/>
            <p:cNvSpPr/>
            <p:nvPr/>
          </p:nvSpPr>
          <p:spPr>
            <a:xfrm>
              <a:off x="3161275" y="1612775"/>
              <a:ext cx="115825" cy="115825"/>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7"/>
            <p:cNvSpPr/>
            <p:nvPr/>
          </p:nvSpPr>
          <p:spPr>
            <a:xfrm>
              <a:off x="6082850" y="3458350"/>
              <a:ext cx="215350" cy="82375"/>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7"/>
            <p:cNvSpPr/>
            <p:nvPr/>
          </p:nvSpPr>
          <p:spPr>
            <a:xfrm>
              <a:off x="5726825" y="1103850"/>
              <a:ext cx="262175" cy="54825"/>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7"/>
            <p:cNvSpPr/>
            <p:nvPr/>
          </p:nvSpPr>
          <p:spPr>
            <a:xfrm>
              <a:off x="6497925" y="4391525"/>
              <a:ext cx="125725" cy="97375"/>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7"/>
            <p:cNvSpPr/>
            <p:nvPr/>
          </p:nvSpPr>
          <p:spPr>
            <a:xfrm>
              <a:off x="5334875" y="2906300"/>
              <a:ext cx="82100" cy="128050"/>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47"/>
            <p:cNvSpPr/>
            <p:nvPr/>
          </p:nvSpPr>
          <p:spPr>
            <a:xfrm>
              <a:off x="4869125" y="997550"/>
              <a:ext cx="160750" cy="66150"/>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7"/>
            <p:cNvSpPr/>
            <p:nvPr/>
          </p:nvSpPr>
          <p:spPr>
            <a:xfrm>
              <a:off x="3763550" y="998475"/>
              <a:ext cx="117975" cy="55725"/>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7"/>
            <p:cNvSpPr/>
            <p:nvPr/>
          </p:nvSpPr>
          <p:spPr>
            <a:xfrm>
              <a:off x="6244750" y="3463175"/>
              <a:ext cx="127900" cy="76650"/>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47"/>
            <p:cNvSpPr/>
            <p:nvPr/>
          </p:nvSpPr>
          <p:spPr>
            <a:xfrm>
              <a:off x="6286725" y="2464325"/>
              <a:ext cx="67775" cy="93850"/>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47"/>
            <p:cNvSpPr/>
            <p:nvPr/>
          </p:nvSpPr>
          <p:spPr>
            <a:xfrm>
              <a:off x="6279300" y="2861375"/>
              <a:ext cx="75625" cy="97275"/>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7"/>
            <p:cNvSpPr/>
            <p:nvPr/>
          </p:nvSpPr>
          <p:spPr>
            <a:xfrm>
              <a:off x="4145025" y="994975"/>
              <a:ext cx="111500" cy="47325"/>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7"/>
            <p:cNvSpPr/>
            <p:nvPr/>
          </p:nvSpPr>
          <p:spPr>
            <a:xfrm>
              <a:off x="7213625" y="3803350"/>
              <a:ext cx="74075" cy="80050"/>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7"/>
            <p:cNvSpPr/>
            <p:nvPr/>
          </p:nvSpPr>
          <p:spPr>
            <a:xfrm>
              <a:off x="6542025" y="3118350"/>
              <a:ext cx="66075" cy="79800"/>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47"/>
            <p:cNvSpPr/>
            <p:nvPr/>
          </p:nvSpPr>
          <p:spPr>
            <a:xfrm>
              <a:off x="4278100" y="987200"/>
              <a:ext cx="87225" cy="50150"/>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7"/>
            <p:cNvSpPr/>
            <p:nvPr/>
          </p:nvSpPr>
          <p:spPr>
            <a:xfrm>
              <a:off x="6595650" y="1204100"/>
              <a:ext cx="81075" cy="41800"/>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7"/>
            <p:cNvSpPr/>
            <p:nvPr/>
          </p:nvSpPr>
          <p:spPr>
            <a:xfrm>
              <a:off x="5040350" y="1034625"/>
              <a:ext cx="81550" cy="46975"/>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7"/>
            <p:cNvSpPr/>
            <p:nvPr/>
          </p:nvSpPr>
          <p:spPr>
            <a:xfrm>
              <a:off x="6380950" y="3302475"/>
              <a:ext cx="77800" cy="40225"/>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7"/>
            <p:cNvSpPr/>
            <p:nvPr/>
          </p:nvSpPr>
          <p:spPr>
            <a:xfrm>
              <a:off x="4384825" y="996700"/>
              <a:ext cx="62025" cy="39775"/>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7"/>
            <p:cNvSpPr/>
            <p:nvPr/>
          </p:nvSpPr>
          <p:spPr>
            <a:xfrm>
              <a:off x="2100625" y="1004500"/>
              <a:ext cx="520200" cy="95050"/>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47"/>
            <p:cNvSpPr/>
            <p:nvPr/>
          </p:nvSpPr>
          <p:spPr>
            <a:xfrm>
              <a:off x="233350" y="949250"/>
              <a:ext cx="3232550" cy="3802300"/>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47"/>
            <p:cNvSpPr/>
            <p:nvPr/>
          </p:nvSpPr>
          <p:spPr>
            <a:xfrm>
              <a:off x="1581325" y="1051125"/>
              <a:ext cx="283000" cy="91675"/>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p:nvPr/>
          </p:nvSpPr>
          <p:spPr>
            <a:xfrm>
              <a:off x="3144425" y="1319375"/>
              <a:ext cx="213450" cy="95575"/>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7"/>
            <p:cNvSpPr/>
            <p:nvPr/>
          </p:nvSpPr>
          <p:spPr>
            <a:xfrm>
              <a:off x="1453000" y="2509000"/>
              <a:ext cx="263575" cy="113100"/>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7"/>
            <p:cNvSpPr/>
            <p:nvPr/>
          </p:nvSpPr>
          <p:spPr>
            <a:xfrm>
              <a:off x="1880725" y="1020350"/>
              <a:ext cx="162025" cy="11202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7"/>
            <p:cNvSpPr/>
            <p:nvPr/>
          </p:nvSpPr>
          <p:spPr>
            <a:xfrm>
              <a:off x="1688900" y="2603450"/>
              <a:ext cx="165050" cy="73950"/>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7"/>
            <p:cNvSpPr/>
            <p:nvPr/>
          </p:nvSpPr>
          <p:spPr>
            <a:xfrm>
              <a:off x="1922200" y="1344925"/>
              <a:ext cx="129625" cy="64525"/>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47"/>
            <p:cNvSpPr/>
            <p:nvPr/>
          </p:nvSpPr>
          <p:spPr>
            <a:xfrm>
              <a:off x="1787825" y="1030550"/>
              <a:ext cx="94250" cy="44825"/>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7"/>
            <p:cNvSpPr/>
            <p:nvPr/>
          </p:nvSpPr>
          <p:spPr>
            <a:xfrm>
              <a:off x="1870350" y="2639275"/>
              <a:ext cx="59225" cy="44325"/>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7"/>
            <p:cNvSpPr/>
            <p:nvPr/>
          </p:nvSpPr>
          <p:spPr>
            <a:xfrm>
              <a:off x="2264800" y="4630125"/>
              <a:ext cx="62675" cy="39225"/>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7"/>
            <p:cNvSpPr/>
            <p:nvPr/>
          </p:nvSpPr>
          <p:spPr>
            <a:xfrm>
              <a:off x="1604225" y="2645350"/>
              <a:ext cx="56175" cy="38275"/>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7"/>
            <p:cNvSpPr/>
            <p:nvPr/>
          </p:nvSpPr>
          <p:spPr>
            <a:xfrm>
              <a:off x="7045475" y="3384250"/>
              <a:ext cx="47375" cy="535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7"/>
            <p:cNvSpPr/>
            <p:nvPr/>
          </p:nvSpPr>
          <p:spPr>
            <a:xfrm>
              <a:off x="4291500" y="1250400"/>
              <a:ext cx="54900" cy="37900"/>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p:nvPr/>
          </p:nvSpPr>
          <p:spPr>
            <a:xfrm>
              <a:off x="6323375" y="3314875"/>
              <a:ext cx="50125" cy="37325"/>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47"/>
            <p:cNvSpPr/>
            <p:nvPr/>
          </p:nvSpPr>
          <p:spPr>
            <a:xfrm>
              <a:off x="6680225" y="1890750"/>
              <a:ext cx="46075" cy="42200"/>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47"/>
            <p:cNvSpPr/>
            <p:nvPr/>
          </p:nvSpPr>
          <p:spPr>
            <a:xfrm>
              <a:off x="3550975" y="1955400"/>
              <a:ext cx="53600" cy="126175"/>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7"/>
            <p:cNvSpPr/>
            <p:nvPr/>
          </p:nvSpPr>
          <p:spPr>
            <a:xfrm>
              <a:off x="3910000" y="2161475"/>
              <a:ext cx="93775" cy="45400"/>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47"/>
            <p:cNvSpPr/>
            <p:nvPr/>
          </p:nvSpPr>
          <p:spPr>
            <a:xfrm>
              <a:off x="4125600" y="2173875"/>
              <a:ext cx="50575" cy="37600"/>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7"/>
            <p:cNvSpPr/>
            <p:nvPr/>
          </p:nvSpPr>
          <p:spPr>
            <a:xfrm>
              <a:off x="3415775" y="2038325"/>
              <a:ext cx="44925" cy="3817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1" name="Google Shape;651;p47"/>
          <p:cNvSpPr/>
          <p:nvPr/>
        </p:nvSpPr>
        <p:spPr>
          <a:xfrm>
            <a:off x="6155938" y="1497945"/>
            <a:ext cx="317400" cy="317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7"/>
          <p:cNvSpPr/>
          <p:nvPr/>
        </p:nvSpPr>
        <p:spPr>
          <a:xfrm>
            <a:off x="6155938" y="2549545"/>
            <a:ext cx="317400" cy="317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47"/>
          <p:cNvSpPr/>
          <p:nvPr/>
        </p:nvSpPr>
        <p:spPr>
          <a:xfrm>
            <a:off x="6155938" y="3589020"/>
            <a:ext cx="317400" cy="3174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7"/>
          <p:cNvSpPr/>
          <p:nvPr/>
        </p:nvSpPr>
        <p:spPr>
          <a:xfrm>
            <a:off x="1577063" y="2206518"/>
            <a:ext cx="197400" cy="197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47"/>
          <p:cNvSpPr/>
          <p:nvPr/>
        </p:nvSpPr>
        <p:spPr>
          <a:xfrm>
            <a:off x="2162663" y="3239390"/>
            <a:ext cx="197400" cy="197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47"/>
          <p:cNvSpPr/>
          <p:nvPr/>
        </p:nvSpPr>
        <p:spPr>
          <a:xfrm>
            <a:off x="3136338" y="2135725"/>
            <a:ext cx="197400" cy="1974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47"/>
          <p:cNvSpPr/>
          <p:nvPr/>
        </p:nvSpPr>
        <p:spPr>
          <a:xfrm>
            <a:off x="5055438" y="3490318"/>
            <a:ext cx="197400" cy="197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7"/>
          <p:cNvSpPr/>
          <p:nvPr/>
        </p:nvSpPr>
        <p:spPr>
          <a:xfrm>
            <a:off x="4547388" y="1896065"/>
            <a:ext cx="197400" cy="197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UNSERE ZIELE</a:t>
            </a:r>
            <a:endParaRPr/>
          </a:p>
        </p:txBody>
      </p:sp>
      <p:sp>
        <p:nvSpPr>
          <p:cNvPr id="664" name="Google Shape;664;p48"/>
          <p:cNvSpPr txBox="1"/>
          <p:nvPr>
            <p:ph idx="2" type="title"/>
          </p:nvPr>
        </p:nvSpPr>
        <p:spPr>
          <a:xfrm>
            <a:off x="937477" y="2303594"/>
            <a:ext cx="2075700" cy="43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MERKUR</a:t>
            </a:r>
            <a:endParaRPr/>
          </a:p>
        </p:txBody>
      </p:sp>
      <p:sp>
        <p:nvSpPr>
          <p:cNvPr id="665" name="Google Shape;665;p48"/>
          <p:cNvSpPr txBox="1"/>
          <p:nvPr>
            <p:ph idx="1" type="subTitle"/>
          </p:nvPr>
        </p:nvSpPr>
        <p:spPr>
          <a:xfrm>
            <a:off x="937477" y="2637278"/>
            <a:ext cx="2075700" cy="7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Der Merkur ist der sonnennächste Planet und der kleinste</a:t>
            </a:r>
            <a:endParaRPr/>
          </a:p>
        </p:txBody>
      </p:sp>
      <p:sp>
        <p:nvSpPr>
          <p:cNvPr id="666" name="Google Shape;666;p48"/>
          <p:cNvSpPr txBox="1"/>
          <p:nvPr>
            <p:ph idx="3" type="title"/>
          </p:nvPr>
        </p:nvSpPr>
        <p:spPr>
          <a:xfrm>
            <a:off x="3533926" y="2760796"/>
            <a:ext cx="2075700" cy="43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VENUS</a:t>
            </a:r>
            <a:endParaRPr/>
          </a:p>
        </p:txBody>
      </p:sp>
      <p:sp>
        <p:nvSpPr>
          <p:cNvPr id="667" name="Google Shape;667;p48"/>
          <p:cNvSpPr txBox="1"/>
          <p:nvPr>
            <p:ph idx="4" type="subTitle"/>
          </p:nvPr>
        </p:nvSpPr>
        <p:spPr>
          <a:xfrm>
            <a:off x="3533927" y="3094477"/>
            <a:ext cx="2075700" cy="775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Clr>
                <a:schemeClr val="dk1"/>
              </a:buClr>
              <a:buSzPts val="1100"/>
              <a:buFont typeface="Arial"/>
              <a:buNone/>
            </a:pPr>
            <a:r>
              <a:rPr lang="en"/>
              <a:t>Die Venus ist das zweithellste Objekt des Sonnensystems.</a:t>
            </a:r>
            <a:endParaRPr/>
          </a:p>
        </p:txBody>
      </p:sp>
      <p:sp>
        <p:nvSpPr>
          <p:cNvPr id="668" name="Google Shape;668;p48"/>
          <p:cNvSpPr txBox="1"/>
          <p:nvPr>
            <p:ph idx="5" type="title"/>
          </p:nvPr>
        </p:nvSpPr>
        <p:spPr>
          <a:xfrm>
            <a:off x="6130822" y="3217417"/>
            <a:ext cx="2075700" cy="43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MARS</a:t>
            </a:r>
            <a:endParaRPr/>
          </a:p>
        </p:txBody>
      </p:sp>
      <p:sp>
        <p:nvSpPr>
          <p:cNvPr id="669" name="Google Shape;669;p48"/>
          <p:cNvSpPr txBox="1"/>
          <p:nvPr>
            <p:ph idx="6" type="subTitle"/>
          </p:nvPr>
        </p:nvSpPr>
        <p:spPr>
          <a:xfrm>
            <a:off x="6130823" y="3551101"/>
            <a:ext cx="2075700" cy="7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Obwohl er rot ist, ist der Mars eigentlich kalt. Er hat zwei Monde </a:t>
            </a:r>
            <a:endParaRPr/>
          </a:p>
        </p:txBody>
      </p:sp>
      <p:sp>
        <p:nvSpPr>
          <p:cNvPr id="670" name="Google Shape;670;p48"/>
          <p:cNvSpPr txBox="1"/>
          <p:nvPr>
            <p:ph idx="8" type="title"/>
          </p:nvPr>
        </p:nvSpPr>
        <p:spPr>
          <a:xfrm>
            <a:off x="1609181" y="1383090"/>
            <a:ext cx="731400" cy="73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671" name="Google Shape;671;p48"/>
          <p:cNvSpPr txBox="1"/>
          <p:nvPr>
            <p:ph idx="7" type="title"/>
          </p:nvPr>
        </p:nvSpPr>
        <p:spPr>
          <a:xfrm>
            <a:off x="4206077" y="1840290"/>
            <a:ext cx="731400" cy="73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672" name="Google Shape;672;p48"/>
          <p:cNvSpPr txBox="1"/>
          <p:nvPr>
            <p:ph idx="9" type="title"/>
          </p:nvPr>
        </p:nvSpPr>
        <p:spPr>
          <a:xfrm>
            <a:off x="6802973" y="2297490"/>
            <a:ext cx="731400" cy="73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REGISTRIERUNGSVERFAHREN</a:t>
            </a:r>
            <a:endParaRPr/>
          </a:p>
        </p:txBody>
      </p:sp>
      <p:sp>
        <p:nvSpPr>
          <p:cNvPr id="678" name="Google Shape;678;p49"/>
          <p:cNvSpPr txBox="1"/>
          <p:nvPr/>
        </p:nvSpPr>
        <p:spPr>
          <a:xfrm>
            <a:off x="1216092" y="2471056"/>
            <a:ext cx="640200" cy="64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chemeClr val="dk1"/>
                </a:solidFill>
                <a:latin typeface="Urbanist"/>
                <a:ea typeface="Urbanist"/>
                <a:cs typeface="Urbanist"/>
                <a:sym typeface="Urbanist"/>
              </a:rPr>
              <a:t>01</a:t>
            </a:r>
            <a:endParaRPr sz="2800">
              <a:solidFill>
                <a:schemeClr val="dk1"/>
              </a:solidFill>
              <a:latin typeface="Urbanist"/>
              <a:ea typeface="Urbanist"/>
              <a:cs typeface="Urbanist"/>
              <a:sym typeface="Urbanist"/>
            </a:endParaRPr>
          </a:p>
        </p:txBody>
      </p:sp>
      <p:sp>
        <p:nvSpPr>
          <p:cNvPr id="679" name="Google Shape;679;p49"/>
          <p:cNvSpPr txBox="1"/>
          <p:nvPr/>
        </p:nvSpPr>
        <p:spPr>
          <a:xfrm>
            <a:off x="5266884" y="2471056"/>
            <a:ext cx="640200" cy="64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chemeClr val="dk1"/>
                </a:solidFill>
                <a:latin typeface="Urbanist"/>
                <a:ea typeface="Urbanist"/>
                <a:cs typeface="Urbanist"/>
                <a:sym typeface="Urbanist"/>
              </a:rPr>
              <a:t>0</a:t>
            </a:r>
            <a:r>
              <a:rPr lang="en" sz="2800">
                <a:solidFill>
                  <a:schemeClr val="dk1"/>
                </a:solidFill>
                <a:latin typeface="Urbanist"/>
                <a:ea typeface="Urbanist"/>
                <a:cs typeface="Urbanist"/>
                <a:sym typeface="Urbanist"/>
              </a:rPr>
              <a:t>3</a:t>
            </a:r>
            <a:endParaRPr sz="2800">
              <a:solidFill>
                <a:schemeClr val="dk1"/>
              </a:solidFill>
              <a:latin typeface="Urbanist"/>
              <a:ea typeface="Urbanist"/>
              <a:cs typeface="Urbanist"/>
              <a:sym typeface="Urbanist"/>
            </a:endParaRPr>
          </a:p>
        </p:txBody>
      </p:sp>
      <p:sp>
        <p:nvSpPr>
          <p:cNvPr id="680" name="Google Shape;680;p49"/>
          <p:cNvSpPr txBox="1"/>
          <p:nvPr/>
        </p:nvSpPr>
        <p:spPr>
          <a:xfrm>
            <a:off x="3236916" y="1560656"/>
            <a:ext cx="640200" cy="64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chemeClr val="dk1"/>
                </a:solidFill>
                <a:latin typeface="Urbanist"/>
                <a:ea typeface="Urbanist"/>
                <a:cs typeface="Urbanist"/>
                <a:sym typeface="Urbanist"/>
              </a:rPr>
              <a:t>02</a:t>
            </a:r>
            <a:endParaRPr sz="2800">
              <a:solidFill>
                <a:schemeClr val="dk1"/>
              </a:solidFill>
              <a:latin typeface="Urbanist"/>
              <a:ea typeface="Urbanist"/>
              <a:cs typeface="Urbanist"/>
              <a:sym typeface="Urbanist"/>
            </a:endParaRPr>
          </a:p>
        </p:txBody>
      </p:sp>
      <p:sp>
        <p:nvSpPr>
          <p:cNvPr id="681" name="Google Shape;681;p49"/>
          <p:cNvSpPr txBox="1"/>
          <p:nvPr/>
        </p:nvSpPr>
        <p:spPr>
          <a:xfrm>
            <a:off x="7287708" y="1560656"/>
            <a:ext cx="640200" cy="64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chemeClr val="dk1"/>
                </a:solidFill>
                <a:latin typeface="Urbanist"/>
                <a:ea typeface="Urbanist"/>
                <a:cs typeface="Urbanist"/>
                <a:sym typeface="Urbanist"/>
              </a:rPr>
              <a:t>0</a:t>
            </a:r>
            <a:r>
              <a:rPr lang="en" sz="2800">
                <a:solidFill>
                  <a:schemeClr val="dk1"/>
                </a:solidFill>
                <a:latin typeface="Urbanist"/>
                <a:ea typeface="Urbanist"/>
                <a:cs typeface="Urbanist"/>
                <a:sym typeface="Urbanist"/>
              </a:rPr>
              <a:t>4</a:t>
            </a:r>
            <a:endParaRPr sz="2800">
              <a:solidFill>
                <a:schemeClr val="dk1"/>
              </a:solidFill>
              <a:latin typeface="Urbanist"/>
              <a:ea typeface="Urbanist"/>
              <a:cs typeface="Urbanist"/>
              <a:sym typeface="Urbanist"/>
            </a:endParaRPr>
          </a:p>
        </p:txBody>
      </p:sp>
      <p:sp>
        <p:nvSpPr>
          <p:cNvPr id="682" name="Google Shape;682;p49"/>
          <p:cNvSpPr txBox="1"/>
          <p:nvPr/>
        </p:nvSpPr>
        <p:spPr>
          <a:xfrm>
            <a:off x="4764084" y="3646684"/>
            <a:ext cx="1645800" cy="48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Der Mars ist eigentlich  kalt</a:t>
            </a:r>
            <a:endParaRPr>
              <a:solidFill>
                <a:schemeClr val="dk1"/>
              </a:solidFill>
              <a:latin typeface="Plus Jakarta Sans"/>
              <a:ea typeface="Plus Jakarta Sans"/>
              <a:cs typeface="Plus Jakarta Sans"/>
              <a:sym typeface="Plus Jakarta Sans"/>
            </a:endParaRPr>
          </a:p>
        </p:txBody>
      </p:sp>
      <p:sp>
        <p:nvSpPr>
          <p:cNvPr id="683" name="Google Shape;683;p49"/>
          <p:cNvSpPr txBox="1"/>
          <p:nvPr/>
        </p:nvSpPr>
        <p:spPr>
          <a:xfrm>
            <a:off x="6784980" y="2736384"/>
            <a:ext cx="1645800" cy="48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Neptun ist der</a:t>
            </a:r>
            <a:endParaRPr>
              <a:solidFill>
                <a:schemeClr val="dk1"/>
              </a:solidFill>
              <a:latin typeface="Plus Jakarta Sans"/>
              <a:ea typeface="Plus Jakarta Sans"/>
              <a:cs typeface="Plus Jakarta Sans"/>
              <a:sym typeface="Plus Jakarta Sans"/>
            </a:endParaRPr>
          </a:p>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äußerste Planet </a:t>
            </a:r>
            <a:endParaRPr>
              <a:solidFill>
                <a:schemeClr val="dk1"/>
              </a:solidFill>
              <a:latin typeface="Plus Jakarta Sans"/>
              <a:ea typeface="Plus Jakarta Sans"/>
              <a:cs typeface="Plus Jakarta Sans"/>
              <a:sym typeface="Plus Jakarta Sans"/>
            </a:endParaRPr>
          </a:p>
        </p:txBody>
      </p:sp>
      <p:sp>
        <p:nvSpPr>
          <p:cNvPr id="684" name="Google Shape;684;p49"/>
          <p:cNvSpPr txBox="1"/>
          <p:nvPr/>
        </p:nvSpPr>
        <p:spPr>
          <a:xfrm>
            <a:off x="4764084" y="3263668"/>
            <a:ext cx="1645800" cy="43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Urbanist"/>
                <a:ea typeface="Urbanist"/>
                <a:cs typeface="Urbanist"/>
                <a:sym typeface="Urbanist"/>
              </a:rPr>
              <a:t>MARS</a:t>
            </a:r>
            <a:endParaRPr sz="2400">
              <a:solidFill>
                <a:schemeClr val="dk1"/>
              </a:solidFill>
              <a:latin typeface="Urbanist"/>
              <a:ea typeface="Urbanist"/>
              <a:cs typeface="Urbanist"/>
              <a:sym typeface="Urbanist"/>
            </a:endParaRPr>
          </a:p>
        </p:txBody>
      </p:sp>
      <p:sp>
        <p:nvSpPr>
          <p:cNvPr id="685" name="Google Shape;685;p49"/>
          <p:cNvSpPr txBox="1"/>
          <p:nvPr/>
        </p:nvSpPr>
        <p:spPr>
          <a:xfrm>
            <a:off x="6784980" y="2353268"/>
            <a:ext cx="1645800" cy="43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Urbanist"/>
                <a:ea typeface="Urbanist"/>
                <a:cs typeface="Urbanist"/>
                <a:sym typeface="Urbanist"/>
              </a:rPr>
              <a:t>NEPTUN</a:t>
            </a:r>
            <a:endParaRPr sz="2400">
              <a:solidFill>
                <a:schemeClr val="dk1"/>
              </a:solidFill>
              <a:latin typeface="Urbanist"/>
              <a:ea typeface="Urbanist"/>
              <a:cs typeface="Urbanist"/>
              <a:sym typeface="Urbanist"/>
            </a:endParaRPr>
          </a:p>
        </p:txBody>
      </p:sp>
      <p:sp>
        <p:nvSpPr>
          <p:cNvPr id="686" name="Google Shape;686;p49"/>
          <p:cNvSpPr txBox="1"/>
          <p:nvPr/>
        </p:nvSpPr>
        <p:spPr>
          <a:xfrm>
            <a:off x="713225" y="3263659"/>
            <a:ext cx="1645800" cy="43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Urbanist"/>
                <a:ea typeface="Urbanist"/>
                <a:cs typeface="Urbanist"/>
                <a:sym typeface="Urbanist"/>
              </a:rPr>
              <a:t>MERKUR</a:t>
            </a:r>
            <a:endParaRPr sz="2400">
              <a:solidFill>
                <a:schemeClr val="dk1"/>
              </a:solidFill>
              <a:latin typeface="Urbanist"/>
              <a:ea typeface="Urbanist"/>
              <a:cs typeface="Urbanist"/>
              <a:sym typeface="Urbanist"/>
            </a:endParaRPr>
          </a:p>
        </p:txBody>
      </p:sp>
      <p:sp>
        <p:nvSpPr>
          <p:cNvPr id="687" name="Google Shape;687;p49"/>
          <p:cNvSpPr txBox="1"/>
          <p:nvPr/>
        </p:nvSpPr>
        <p:spPr>
          <a:xfrm>
            <a:off x="713225" y="3646681"/>
            <a:ext cx="1645800" cy="48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Der Merkur ist der </a:t>
            </a:r>
            <a:r>
              <a:rPr lang="en">
                <a:solidFill>
                  <a:schemeClr val="dk1"/>
                </a:solidFill>
                <a:latin typeface="Plus Jakarta Sans"/>
                <a:ea typeface="Plus Jakarta Sans"/>
                <a:cs typeface="Plus Jakarta Sans"/>
                <a:sym typeface="Plus Jakarta Sans"/>
              </a:rPr>
              <a:t>sonnennächste</a:t>
            </a:r>
            <a:endParaRPr>
              <a:solidFill>
                <a:schemeClr val="dk1"/>
              </a:solidFill>
              <a:latin typeface="Plus Jakarta Sans"/>
              <a:ea typeface="Plus Jakarta Sans"/>
              <a:cs typeface="Plus Jakarta Sans"/>
              <a:sym typeface="Plus Jakarta Sans"/>
            </a:endParaRPr>
          </a:p>
        </p:txBody>
      </p:sp>
      <p:sp>
        <p:nvSpPr>
          <p:cNvPr id="688" name="Google Shape;688;p49"/>
          <p:cNvSpPr txBox="1"/>
          <p:nvPr/>
        </p:nvSpPr>
        <p:spPr>
          <a:xfrm>
            <a:off x="2734116" y="2353268"/>
            <a:ext cx="1645800" cy="43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Urbanist"/>
                <a:ea typeface="Urbanist"/>
                <a:cs typeface="Urbanist"/>
                <a:sym typeface="Urbanist"/>
              </a:rPr>
              <a:t>VENUS</a:t>
            </a:r>
            <a:endParaRPr sz="2400">
              <a:solidFill>
                <a:schemeClr val="dk1"/>
              </a:solidFill>
              <a:latin typeface="Urbanist"/>
              <a:ea typeface="Urbanist"/>
              <a:cs typeface="Urbanist"/>
              <a:sym typeface="Urbanist"/>
            </a:endParaRPr>
          </a:p>
        </p:txBody>
      </p:sp>
      <p:sp>
        <p:nvSpPr>
          <p:cNvPr id="689" name="Google Shape;689;p49"/>
          <p:cNvSpPr txBox="1"/>
          <p:nvPr/>
        </p:nvSpPr>
        <p:spPr>
          <a:xfrm>
            <a:off x="2734116" y="2736284"/>
            <a:ext cx="1645800" cy="48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Die Venus ist ein Gesteinsplanet</a:t>
            </a:r>
            <a:endParaRPr>
              <a:solidFill>
                <a:schemeClr val="dk1"/>
              </a:solidFill>
              <a:latin typeface="Plus Jakarta Sans"/>
              <a:ea typeface="Plus Jakarta Sans"/>
              <a:cs typeface="Plus Jakarta Sans"/>
              <a:sym typeface="Plus Jakarta Sans"/>
            </a:endParaRPr>
          </a:p>
        </p:txBody>
      </p:sp>
      <p:cxnSp>
        <p:nvCxnSpPr>
          <p:cNvPr id="690" name="Google Shape;690;p49"/>
          <p:cNvCxnSpPr>
            <a:stCxn id="678" idx="0"/>
            <a:endCxn id="680" idx="1"/>
          </p:cNvCxnSpPr>
          <p:nvPr/>
        </p:nvCxnSpPr>
        <p:spPr>
          <a:xfrm rot="-5400000">
            <a:off x="2091342" y="1325506"/>
            <a:ext cx="590400" cy="1700700"/>
          </a:xfrm>
          <a:prstGeom prst="bentConnector2">
            <a:avLst/>
          </a:prstGeom>
          <a:noFill/>
          <a:ln cap="flat" cmpd="sng" w="9525">
            <a:solidFill>
              <a:schemeClr val="dk1"/>
            </a:solidFill>
            <a:prstDash val="solid"/>
            <a:round/>
            <a:headEnd len="med" w="med" type="none"/>
            <a:tailEnd len="med" w="med" type="none"/>
          </a:ln>
        </p:spPr>
      </p:cxnSp>
      <p:cxnSp>
        <p:nvCxnSpPr>
          <p:cNvPr id="691" name="Google Shape;691;p49"/>
          <p:cNvCxnSpPr>
            <a:stCxn id="680" idx="3"/>
            <a:endCxn id="679" idx="0"/>
          </p:cNvCxnSpPr>
          <p:nvPr/>
        </p:nvCxnSpPr>
        <p:spPr>
          <a:xfrm>
            <a:off x="3877116" y="1880756"/>
            <a:ext cx="1710000" cy="590400"/>
          </a:xfrm>
          <a:prstGeom prst="bentConnector2">
            <a:avLst/>
          </a:prstGeom>
          <a:noFill/>
          <a:ln cap="flat" cmpd="sng" w="9525">
            <a:solidFill>
              <a:schemeClr val="dk1"/>
            </a:solidFill>
            <a:prstDash val="solid"/>
            <a:round/>
            <a:headEnd len="med" w="med" type="none"/>
            <a:tailEnd len="med" w="med" type="none"/>
          </a:ln>
        </p:spPr>
      </p:cxnSp>
      <p:cxnSp>
        <p:nvCxnSpPr>
          <p:cNvPr id="692" name="Google Shape;692;p49"/>
          <p:cNvCxnSpPr>
            <a:stCxn id="679" idx="0"/>
            <a:endCxn id="681" idx="1"/>
          </p:cNvCxnSpPr>
          <p:nvPr/>
        </p:nvCxnSpPr>
        <p:spPr>
          <a:xfrm rot="-5400000">
            <a:off x="6142134" y="1325506"/>
            <a:ext cx="590400" cy="1700700"/>
          </a:xfrm>
          <a:prstGeom prst="bentConnector2">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50"/>
          <p:cNvSpPr/>
          <p:nvPr/>
        </p:nvSpPr>
        <p:spPr>
          <a:xfrm>
            <a:off x="1992536" y="2761121"/>
            <a:ext cx="1113643" cy="785782"/>
          </a:xfrm>
          <a:custGeom>
            <a:rect b="b" l="l" r="r" t="t"/>
            <a:pathLst>
              <a:path extrusionOk="0" h="31447" w="44568">
                <a:moveTo>
                  <a:pt x="30897" y="0"/>
                </a:moveTo>
                <a:cubicBezTo>
                  <a:pt x="29557" y="0"/>
                  <a:pt x="28214" y="80"/>
                  <a:pt x="26879" y="175"/>
                </a:cubicBezTo>
                <a:cubicBezTo>
                  <a:pt x="23906" y="385"/>
                  <a:pt x="20940" y="662"/>
                  <a:pt x="17972" y="938"/>
                </a:cubicBezTo>
                <a:lnTo>
                  <a:pt x="8378" y="1834"/>
                </a:lnTo>
                <a:cubicBezTo>
                  <a:pt x="5849" y="2069"/>
                  <a:pt x="2888" y="2590"/>
                  <a:pt x="1771" y="4871"/>
                </a:cubicBezTo>
                <a:cubicBezTo>
                  <a:pt x="0" y="8489"/>
                  <a:pt x="3706" y="9426"/>
                  <a:pt x="5791" y="11065"/>
                </a:cubicBezTo>
                <a:cubicBezTo>
                  <a:pt x="8203" y="12958"/>
                  <a:pt x="7799" y="17980"/>
                  <a:pt x="8237" y="20739"/>
                </a:cubicBezTo>
                <a:cubicBezTo>
                  <a:pt x="8778" y="24136"/>
                  <a:pt x="9981" y="27724"/>
                  <a:pt x="12828" y="29658"/>
                </a:cubicBezTo>
                <a:cubicBezTo>
                  <a:pt x="14892" y="31060"/>
                  <a:pt x="17498" y="31366"/>
                  <a:pt x="19991" y="31433"/>
                </a:cubicBezTo>
                <a:cubicBezTo>
                  <a:pt x="20284" y="31441"/>
                  <a:pt x="20578" y="31446"/>
                  <a:pt x="20873" y="31446"/>
                </a:cubicBezTo>
                <a:cubicBezTo>
                  <a:pt x="22394" y="31446"/>
                  <a:pt x="23923" y="31314"/>
                  <a:pt x="25337" y="30772"/>
                </a:cubicBezTo>
                <a:cubicBezTo>
                  <a:pt x="27024" y="30123"/>
                  <a:pt x="28541" y="28798"/>
                  <a:pt x="28997" y="27049"/>
                </a:cubicBezTo>
                <a:cubicBezTo>
                  <a:pt x="29627" y="24630"/>
                  <a:pt x="28156" y="22019"/>
                  <a:pt x="28831" y="19612"/>
                </a:cubicBezTo>
                <a:cubicBezTo>
                  <a:pt x="29381" y="17659"/>
                  <a:pt x="31235" y="16333"/>
                  <a:pt x="33148" y="15651"/>
                </a:cubicBezTo>
                <a:cubicBezTo>
                  <a:pt x="35060" y="14968"/>
                  <a:pt x="37111" y="14774"/>
                  <a:pt x="39050" y="14175"/>
                </a:cubicBezTo>
                <a:cubicBezTo>
                  <a:pt x="40990" y="13577"/>
                  <a:pt x="42925" y="12444"/>
                  <a:pt x="43723" y="10578"/>
                </a:cubicBezTo>
                <a:cubicBezTo>
                  <a:pt x="44568" y="8602"/>
                  <a:pt x="43908" y="6237"/>
                  <a:pt x="42600" y="4531"/>
                </a:cubicBezTo>
                <a:cubicBezTo>
                  <a:pt x="40871" y="2279"/>
                  <a:pt x="38148" y="954"/>
                  <a:pt x="35365" y="396"/>
                </a:cubicBezTo>
                <a:cubicBezTo>
                  <a:pt x="33894" y="101"/>
                  <a:pt x="32398" y="0"/>
                  <a:pt x="30897"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50"/>
          <p:cNvSpPr/>
          <p:nvPr/>
        </p:nvSpPr>
        <p:spPr>
          <a:xfrm>
            <a:off x="4504274" y="3433238"/>
            <a:ext cx="1039617" cy="981708"/>
          </a:xfrm>
          <a:custGeom>
            <a:rect b="b" l="l" r="r" t="t"/>
            <a:pathLst>
              <a:path extrusionOk="0" h="29006" w="30717">
                <a:moveTo>
                  <a:pt x="10543" y="0"/>
                </a:moveTo>
                <a:cubicBezTo>
                  <a:pt x="7303" y="0"/>
                  <a:pt x="4068" y="388"/>
                  <a:pt x="1873" y="3130"/>
                </a:cubicBezTo>
                <a:cubicBezTo>
                  <a:pt x="331" y="5056"/>
                  <a:pt x="0" y="8036"/>
                  <a:pt x="1520" y="9979"/>
                </a:cubicBezTo>
                <a:cubicBezTo>
                  <a:pt x="3667" y="12719"/>
                  <a:pt x="8342" y="12488"/>
                  <a:pt x="10260" y="15391"/>
                </a:cubicBezTo>
                <a:cubicBezTo>
                  <a:pt x="11428" y="17159"/>
                  <a:pt x="11146" y="19465"/>
                  <a:pt x="10929" y="21572"/>
                </a:cubicBezTo>
                <a:cubicBezTo>
                  <a:pt x="10712" y="23678"/>
                  <a:pt x="10707" y="26080"/>
                  <a:pt x="12216" y="27566"/>
                </a:cubicBezTo>
                <a:cubicBezTo>
                  <a:pt x="13524" y="28855"/>
                  <a:pt x="15524" y="29006"/>
                  <a:pt x="17383" y="29006"/>
                </a:cubicBezTo>
                <a:cubicBezTo>
                  <a:pt x="17496" y="29006"/>
                  <a:pt x="17609" y="29005"/>
                  <a:pt x="17722" y="29004"/>
                </a:cubicBezTo>
                <a:cubicBezTo>
                  <a:pt x="20075" y="28987"/>
                  <a:pt x="22473" y="28935"/>
                  <a:pt x="24704" y="28188"/>
                </a:cubicBezTo>
                <a:cubicBezTo>
                  <a:pt x="26937" y="27439"/>
                  <a:pt x="29016" y="25878"/>
                  <a:pt x="29811" y="23663"/>
                </a:cubicBezTo>
                <a:cubicBezTo>
                  <a:pt x="30716" y="21138"/>
                  <a:pt x="29826" y="18362"/>
                  <a:pt x="28939" y="15830"/>
                </a:cubicBezTo>
                <a:cubicBezTo>
                  <a:pt x="27670" y="12209"/>
                  <a:pt x="26365" y="8522"/>
                  <a:pt x="24049" y="5463"/>
                </a:cubicBezTo>
                <a:cubicBezTo>
                  <a:pt x="21672" y="2326"/>
                  <a:pt x="18198" y="71"/>
                  <a:pt x="14211" y="60"/>
                </a:cubicBezTo>
                <a:cubicBezTo>
                  <a:pt x="13026" y="57"/>
                  <a:pt x="11784" y="0"/>
                  <a:pt x="10543"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50"/>
          <p:cNvSpPr/>
          <p:nvPr/>
        </p:nvSpPr>
        <p:spPr>
          <a:xfrm flipH="1">
            <a:off x="1280326" y="3419652"/>
            <a:ext cx="1533145" cy="783007"/>
          </a:xfrm>
          <a:custGeom>
            <a:rect b="b" l="l" r="r" t="t"/>
            <a:pathLst>
              <a:path extrusionOk="0" h="19596" w="38367">
                <a:moveTo>
                  <a:pt x="23187" y="0"/>
                </a:moveTo>
                <a:cubicBezTo>
                  <a:pt x="21336" y="0"/>
                  <a:pt x="19523" y="1461"/>
                  <a:pt x="19259" y="3318"/>
                </a:cubicBezTo>
                <a:cubicBezTo>
                  <a:pt x="18901" y="5858"/>
                  <a:pt x="21052" y="8501"/>
                  <a:pt x="20010" y="10847"/>
                </a:cubicBezTo>
                <a:cubicBezTo>
                  <a:pt x="19397" y="12226"/>
                  <a:pt x="17804" y="12962"/>
                  <a:pt x="16295" y="12984"/>
                </a:cubicBezTo>
                <a:cubicBezTo>
                  <a:pt x="16266" y="12985"/>
                  <a:pt x="16238" y="12985"/>
                  <a:pt x="16209" y="12985"/>
                </a:cubicBezTo>
                <a:cubicBezTo>
                  <a:pt x="14733" y="12985"/>
                  <a:pt x="13309" y="12432"/>
                  <a:pt x="11950" y="11847"/>
                </a:cubicBezTo>
                <a:cubicBezTo>
                  <a:pt x="10563" y="11250"/>
                  <a:pt x="9167" y="10601"/>
                  <a:pt x="7667" y="10433"/>
                </a:cubicBezTo>
                <a:cubicBezTo>
                  <a:pt x="7421" y="10406"/>
                  <a:pt x="7173" y="10393"/>
                  <a:pt x="6926" y="10393"/>
                </a:cubicBezTo>
                <a:cubicBezTo>
                  <a:pt x="5345" y="10393"/>
                  <a:pt x="3765" y="10942"/>
                  <a:pt x="2537" y="11939"/>
                </a:cubicBezTo>
                <a:cubicBezTo>
                  <a:pt x="1458" y="12815"/>
                  <a:pt x="1" y="14636"/>
                  <a:pt x="115" y="16140"/>
                </a:cubicBezTo>
                <a:cubicBezTo>
                  <a:pt x="242" y="17828"/>
                  <a:pt x="2622" y="17937"/>
                  <a:pt x="3882" y="17995"/>
                </a:cubicBezTo>
                <a:lnTo>
                  <a:pt x="37937" y="19595"/>
                </a:lnTo>
                <a:cubicBezTo>
                  <a:pt x="38366" y="14493"/>
                  <a:pt x="38330" y="9363"/>
                  <a:pt x="37832" y="4269"/>
                </a:cubicBezTo>
                <a:cubicBezTo>
                  <a:pt x="37724" y="3160"/>
                  <a:pt x="37566" y="1986"/>
                  <a:pt x="36862" y="1121"/>
                </a:cubicBezTo>
                <a:cubicBezTo>
                  <a:pt x="36431" y="591"/>
                  <a:pt x="35722" y="252"/>
                  <a:pt x="35056" y="252"/>
                </a:cubicBezTo>
                <a:cubicBezTo>
                  <a:pt x="34636" y="252"/>
                  <a:pt x="34234" y="386"/>
                  <a:pt x="33930" y="692"/>
                </a:cubicBezTo>
                <a:cubicBezTo>
                  <a:pt x="33416" y="1207"/>
                  <a:pt x="33340" y="2016"/>
                  <a:pt x="32935" y="2622"/>
                </a:cubicBezTo>
                <a:cubicBezTo>
                  <a:pt x="32466" y="3325"/>
                  <a:pt x="31612" y="3647"/>
                  <a:pt x="30752" y="3647"/>
                </a:cubicBezTo>
                <a:cubicBezTo>
                  <a:pt x="30437" y="3647"/>
                  <a:pt x="30120" y="3604"/>
                  <a:pt x="29822" y="3520"/>
                </a:cubicBezTo>
                <a:cubicBezTo>
                  <a:pt x="28709" y="3208"/>
                  <a:pt x="27780" y="2458"/>
                  <a:pt x="26875" y="1740"/>
                </a:cubicBezTo>
                <a:cubicBezTo>
                  <a:pt x="25967" y="1024"/>
                  <a:pt x="25007" y="303"/>
                  <a:pt x="23876" y="70"/>
                </a:cubicBezTo>
                <a:cubicBezTo>
                  <a:pt x="23648" y="23"/>
                  <a:pt x="23417" y="0"/>
                  <a:pt x="23187"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0"/>
          <p:cNvSpPr txBox="1"/>
          <p:nvPr>
            <p:ph idx="1" type="subTitle"/>
          </p:nvPr>
        </p:nvSpPr>
        <p:spPr>
          <a:xfrm>
            <a:off x="1090500" y="1264700"/>
            <a:ext cx="6963000" cy="122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Hier ist eine Auswahl an alternativen Ressourcen im gleichen Stil wie diese Vorlage</a:t>
            </a:r>
            <a:endParaRPr/>
          </a:p>
          <a:p>
            <a:pPr indent="-317500" lvl="0" marL="457200" rtl="0" algn="l">
              <a:spcBef>
                <a:spcPts val="1000"/>
              </a:spcBef>
              <a:spcAft>
                <a:spcPts val="0"/>
              </a:spcAft>
              <a:buSzPts val="1400"/>
              <a:buChar char="■"/>
            </a:pPr>
            <a:r>
              <a:rPr lang="en">
                <a:uFill>
                  <a:noFill/>
                </a:uFill>
                <a:hlinkClick r:id="rId3"/>
              </a:rPr>
              <a:t>Minimal dynamic atelier youtube channel art</a:t>
            </a:r>
            <a:endParaRPr/>
          </a:p>
          <a:p>
            <a:pPr indent="-317500" lvl="0" marL="457200" rtl="0" algn="l">
              <a:spcBef>
                <a:spcPts val="0"/>
              </a:spcBef>
              <a:spcAft>
                <a:spcPts val="0"/>
              </a:spcAft>
              <a:buSzPts val="1400"/>
              <a:buChar char="■"/>
            </a:pPr>
            <a:r>
              <a:rPr lang="en">
                <a:uFill>
                  <a:noFill/>
                </a:uFill>
                <a:hlinkClick r:id="rId4"/>
              </a:rPr>
              <a:t>Minimal dynamic atelier twitch background</a:t>
            </a:r>
            <a:endParaRPr/>
          </a:p>
          <a:p>
            <a:pPr indent="-317500" lvl="0" marL="457200" rtl="0" algn="l">
              <a:spcBef>
                <a:spcPts val="0"/>
              </a:spcBef>
              <a:spcAft>
                <a:spcPts val="0"/>
              </a:spcAft>
              <a:buSzPts val="1400"/>
              <a:buChar char="■"/>
            </a:pPr>
            <a:r>
              <a:rPr lang="en">
                <a:uFill>
                  <a:noFill/>
                </a:uFill>
                <a:hlinkClick r:id="rId5"/>
              </a:rPr>
              <a:t>Minimal dynamic atelier twitter header</a:t>
            </a:r>
            <a:endParaRPr/>
          </a:p>
        </p:txBody>
      </p:sp>
      <p:sp>
        <p:nvSpPr>
          <p:cNvPr id="701" name="Google Shape;701;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ALTERNATIVE RESSOURCEN</a:t>
            </a:r>
            <a:endParaRPr/>
          </a:p>
        </p:txBody>
      </p:sp>
      <p:sp>
        <p:nvSpPr>
          <p:cNvPr id="702" name="Google Shape;702;p50"/>
          <p:cNvSpPr/>
          <p:nvPr/>
        </p:nvSpPr>
        <p:spPr>
          <a:xfrm>
            <a:off x="1921372" y="2733547"/>
            <a:ext cx="1113643" cy="785782"/>
          </a:xfrm>
          <a:custGeom>
            <a:rect b="b" l="l" r="r" t="t"/>
            <a:pathLst>
              <a:path extrusionOk="0" h="31447" w="44568">
                <a:moveTo>
                  <a:pt x="30897" y="0"/>
                </a:moveTo>
                <a:cubicBezTo>
                  <a:pt x="29557" y="0"/>
                  <a:pt x="28214" y="80"/>
                  <a:pt x="26879" y="175"/>
                </a:cubicBezTo>
                <a:cubicBezTo>
                  <a:pt x="23906" y="385"/>
                  <a:pt x="20940" y="662"/>
                  <a:pt x="17972" y="938"/>
                </a:cubicBezTo>
                <a:lnTo>
                  <a:pt x="8378" y="1834"/>
                </a:lnTo>
                <a:cubicBezTo>
                  <a:pt x="5849" y="2069"/>
                  <a:pt x="2888" y="2590"/>
                  <a:pt x="1771" y="4871"/>
                </a:cubicBezTo>
                <a:cubicBezTo>
                  <a:pt x="0" y="8489"/>
                  <a:pt x="3706" y="9426"/>
                  <a:pt x="5791" y="11065"/>
                </a:cubicBezTo>
                <a:cubicBezTo>
                  <a:pt x="8203" y="12958"/>
                  <a:pt x="7799" y="17980"/>
                  <a:pt x="8237" y="20739"/>
                </a:cubicBezTo>
                <a:cubicBezTo>
                  <a:pt x="8778" y="24136"/>
                  <a:pt x="9981" y="27724"/>
                  <a:pt x="12828" y="29658"/>
                </a:cubicBezTo>
                <a:cubicBezTo>
                  <a:pt x="14892" y="31060"/>
                  <a:pt x="17498" y="31366"/>
                  <a:pt x="19991" y="31433"/>
                </a:cubicBezTo>
                <a:cubicBezTo>
                  <a:pt x="20284" y="31441"/>
                  <a:pt x="20578" y="31446"/>
                  <a:pt x="20873" y="31446"/>
                </a:cubicBezTo>
                <a:cubicBezTo>
                  <a:pt x="22394" y="31446"/>
                  <a:pt x="23923" y="31314"/>
                  <a:pt x="25337" y="30772"/>
                </a:cubicBezTo>
                <a:cubicBezTo>
                  <a:pt x="27024" y="30123"/>
                  <a:pt x="28541" y="28798"/>
                  <a:pt x="28997" y="27049"/>
                </a:cubicBezTo>
                <a:cubicBezTo>
                  <a:pt x="29627" y="24630"/>
                  <a:pt x="28156" y="22019"/>
                  <a:pt x="28831" y="19612"/>
                </a:cubicBezTo>
                <a:cubicBezTo>
                  <a:pt x="29381" y="17659"/>
                  <a:pt x="31235" y="16333"/>
                  <a:pt x="33148" y="15651"/>
                </a:cubicBezTo>
                <a:cubicBezTo>
                  <a:pt x="35060" y="14968"/>
                  <a:pt x="37111" y="14774"/>
                  <a:pt x="39050" y="14175"/>
                </a:cubicBezTo>
                <a:cubicBezTo>
                  <a:pt x="40990" y="13577"/>
                  <a:pt x="42925" y="12444"/>
                  <a:pt x="43723" y="10578"/>
                </a:cubicBezTo>
                <a:cubicBezTo>
                  <a:pt x="44568" y="8602"/>
                  <a:pt x="43908" y="6237"/>
                  <a:pt x="42600" y="4531"/>
                </a:cubicBezTo>
                <a:cubicBezTo>
                  <a:pt x="40871" y="2279"/>
                  <a:pt x="38148" y="954"/>
                  <a:pt x="35365" y="396"/>
                </a:cubicBezTo>
                <a:cubicBezTo>
                  <a:pt x="33894" y="101"/>
                  <a:pt x="32398" y="0"/>
                  <a:pt x="30897"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0"/>
          <p:cNvSpPr/>
          <p:nvPr/>
        </p:nvSpPr>
        <p:spPr>
          <a:xfrm>
            <a:off x="4619424" y="3387988"/>
            <a:ext cx="1039617" cy="981708"/>
          </a:xfrm>
          <a:custGeom>
            <a:rect b="b" l="l" r="r" t="t"/>
            <a:pathLst>
              <a:path extrusionOk="0" h="29006" w="30717">
                <a:moveTo>
                  <a:pt x="10543" y="0"/>
                </a:moveTo>
                <a:cubicBezTo>
                  <a:pt x="7303" y="0"/>
                  <a:pt x="4068" y="388"/>
                  <a:pt x="1873" y="3130"/>
                </a:cubicBezTo>
                <a:cubicBezTo>
                  <a:pt x="331" y="5056"/>
                  <a:pt x="0" y="8036"/>
                  <a:pt x="1520" y="9979"/>
                </a:cubicBezTo>
                <a:cubicBezTo>
                  <a:pt x="3667" y="12719"/>
                  <a:pt x="8342" y="12488"/>
                  <a:pt x="10260" y="15391"/>
                </a:cubicBezTo>
                <a:cubicBezTo>
                  <a:pt x="11428" y="17159"/>
                  <a:pt x="11146" y="19465"/>
                  <a:pt x="10929" y="21572"/>
                </a:cubicBezTo>
                <a:cubicBezTo>
                  <a:pt x="10712" y="23678"/>
                  <a:pt x="10707" y="26080"/>
                  <a:pt x="12216" y="27566"/>
                </a:cubicBezTo>
                <a:cubicBezTo>
                  <a:pt x="13524" y="28855"/>
                  <a:pt x="15524" y="29006"/>
                  <a:pt x="17383" y="29006"/>
                </a:cubicBezTo>
                <a:cubicBezTo>
                  <a:pt x="17496" y="29006"/>
                  <a:pt x="17609" y="29005"/>
                  <a:pt x="17722" y="29004"/>
                </a:cubicBezTo>
                <a:cubicBezTo>
                  <a:pt x="20075" y="28987"/>
                  <a:pt x="22473" y="28935"/>
                  <a:pt x="24704" y="28188"/>
                </a:cubicBezTo>
                <a:cubicBezTo>
                  <a:pt x="26937" y="27439"/>
                  <a:pt x="29016" y="25878"/>
                  <a:pt x="29811" y="23663"/>
                </a:cubicBezTo>
                <a:cubicBezTo>
                  <a:pt x="30716" y="21138"/>
                  <a:pt x="29826" y="18362"/>
                  <a:pt x="28939" y="15830"/>
                </a:cubicBezTo>
                <a:cubicBezTo>
                  <a:pt x="27670" y="12209"/>
                  <a:pt x="26365" y="8522"/>
                  <a:pt x="24049" y="5463"/>
                </a:cubicBezTo>
                <a:cubicBezTo>
                  <a:pt x="21672" y="2326"/>
                  <a:pt x="18198" y="71"/>
                  <a:pt x="14211" y="60"/>
                </a:cubicBezTo>
                <a:cubicBezTo>
                  <a:pt x="13026" y="57"/>
                  <a:pt x="11784" y="0"/>
                  <a:pt x="10543"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50"/>
          <p:cNvSpPr/>
          <p:nvPr/>
        </p:nvSpPr>
        <p:spPr>
          <a:xfrm>
            <a:off x="6284421" y="2883993"/>
            <a:ext cx="1730103" cy="981665"/>
          </a:xfrm>
          <a:custGeom>
            <a:rect b="b" l="l" r="r" t="t"/>
            <a:pathLst>
              <a:path extrusionOk="0" h="28752" w="50673">
                <a:moveTo>
                  <a:pt x="48065" y="0"/>
                </a:moveTo>
                <a:lnTo>
                  <a:pt x="1451" y="60"/>
                </a:lnTo>
                <a:lnTo>
                  <a:pt x="342" y="2285"/>
                </a:lnTo>
                <a:cubicBezTo>
                  <a:pt x="0" y="4207"/>
                  <a:pt x="2004" y="5875"/>
                  <a:pt x="3950" y="6023"/>
                </a:cubicBezTo>
                <a:cubicBezTo>
                  <a:pt x="4101" y="6035"/>
                  <a:pt x="4250" y="6040"/>
                  <a:pt x="4399" y="6040"/>
                </a:cubicBezTo>
                <a:cubicBezTo>
                  <a:pt x="6184" y="6040"/>
                  <a:pt x="7898" y="5257"/>
                  <a:pt x="9590" y="4632"/>
                </a:cubicBezTo>
                <a:cubicBezTo>
                  <a:pt x="10719" y="4216"/>
                  <a:pt x="11949" y="3873"/>
                  <a:pt x="13137" y="3873"/>
                </a:cubicBezTo>
                <a:cubicBezTo>
                  <a:pt x="13879" y="3873"/>
                  <a:pt x="14603" y="4007"/>
                  <a:pt x="15276" y="4339"/>
                </a:cubicBezTo>
                <a:cubicBezTo>
                  <a:pt x="16359" y="4873"/>
                  <a:pt x="17163" y="5864"/>
                  <a:pt x="18245" y="6398"/>
                </a:cubicBezTo>
                <a:cubicBezTo>
                  <a:pt x="18906" y="6724"/>
                  <a:pt x="19607" y="6858"/>
                  <a:pt x="20324" y="6858"/>
                </a:cubicBezTo>
                <a:cubicBezTo>
                  <a:pt x="21843" y="6858"/>
                  <a:pt x="23432" y="6259"/>
                  <a:pt x="24856" y="5624"/>
                </a:cubicBezTo>
                <a:cubicBezTo>
                  <a:pt x="26466" y="4907"/>
                  <a:pt x="28210" y="4132"/>
                  <a:pt x="29921" y="4132"/>
                </a:cubicBezTo>
                <a:cubicBezTo>
                  <a:pt x="30438" y="4132"/>
                  <a:pt x="30952" y="4202"/>
                  <a:pt x="31459" y="4367"/>
                </a:cubicBezTo>
                <a:cubicBezTo>
                  <a:pt x="32832" y="4814"/>
                  <a:pt x="33954" y="5964"/>
                  <a:pt x="34364" y="7348"/>
                </a:cubicBezTo>
                <a:cubicBezTo>
                  <a:pt x="34776" y="8731"/>
                  <a:pt x="34464" y="10307"/>
                  <a:pt x="33559" y="11431"/>
                </a:cubicBezTo>
                <a:cubicBezTo>
                  <a:pt x="33013" y="12105"/>
                  <a:pt x="32246" y="12670"/>
                  <a:pt x="32054" y="13516"/>
                </a:cubicBezTo>
                <a:cubicBezTo>
                  <a:pt x="31774" y="14756"/>
                  <a:pt x="32923" y="15909"/>
                  <a:pt x="34138" y="16274"/>
                </a:cubicBezTo>
                <a:cubicBezTo>
                  <a:pt x="34662" y="16431"/>
                  <a:pt x="35197" y="16492"/>
                  <a:pt x="35737" y="16492"/>
                </a:cubicBezTo>
                <a:cubicBezTo>
                  <a:pt x="36938" y="16492"/>
                  <a:pt x="38165" y="16188"/>
                  <a:pt x="39356" y="15947"/>
                </a:cubicBezTo>
                <a:cubicBezTo>
                  <a:pt x="40123" y="15791"/>
                  <a:pt x="40932" y="15669"/>
                  <a:pt x="41722" y="15669"/>
                </a:cubicBezTo>
                <a:cubicBezTo>
                  <a:pt x="42709" y="15669"/>
                  <a:pt x="43666" y="15859"/>
                  <a:pt x="44475" y="16410"/>
                </a:cubicBezTo>
                <a:cubicBezTo>
                  <a:pt x="45663" y="17219"/>
                  <a:pt x="46291" y="18772"/>
                  <a:pt x="46001" y="20179"/>
                </a:cubicBezTo>
                <a:cubicBezTo>
                  <a:pt x="45710" y="21586"/>
                  <a:pt x="44518" y="22763"/>
                  <a:pt x="43107" y="23035"/>
                </a:cubicBezTo>
                <a:cubicBezTo>
                  <a:pt x="42842" y="23087"/>
                  <a:pt x="42576" y="23108"/>
                  <a:pt x="42309" y="23108"/>
                </a:cubicBezTo>
                <a:cubicBezTo>
                  <a:pt x="41245" y="23108"/>
                  <a:pt x="40173" y="22767"/>
                  <a:pt x="39104" y="22614"/>
                </a:cubicBezTo>
                <a:cubicBezTo>
                  <a:pt x="38839" y="22576"/>
                  <a:pt x="38564" y="22555"/>
                  <a:pt x="38288" y="22555"/>
                </a:cubicBezTo>
                <a:cubicBezTo>
                  <a:pt x="37168" y="22555"/>
                  <a:pt x="36030" y="22900"/>
                  <a:pt x="35508" y="23850"/>
                </a:cubicBezTo>
                <a:cubicBezTo>
                  <a:pt x="34941" y="24884"/>
                  <a:pt x="35397" y="26249"/>
                  <a:pt x="36273" y="27039"/>
                </a:cubicBezTo>
                <a:cubicBezTo>
                  <a:pt x="37148" y="27829"/>
                  <a:pt x="38339" y="28159"/>
                  <a:pt x="39499" y="28374"/>
                </a:cubicBezTo>
                <a:cubicBezTo>
                  <a:pt x="40860" y="28626"/>
                  <a:pt x="42239" y="28752"/>
                  <a:pt x="43620" y="28752"/>
                </a:cubicBezTo>
                <a:cubicBezTo>
                  <a:pt x="44496" y="28752"/>
                  <a:pt x="45373" y="28701"/>
                  <a:pt x="46246" y="28599"/>
                </a:cubicBezTo>
                <a:cubicBezTo>
                  <a:pt x="47532" y="28449"/>
                  <a:pt x="48910" y="28129"/>
                  <a:pt x="49746" y="27141"/>
                </a:cubicBezTo>
                <a:cubicBezTo>
                  <a:pt x="50627" y="26099"/>
                  <a:pt x="50672" y="24609"/>
                  <a:pt x="50650" y="23244"/>
                </a:cubicBezTo>
                <a:cubicBezTo>
                  <a:pt x="50528" y="15431"/>
                  <a:pt x="49662" y="7648"/>
                  <a:pt x="48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50"/>
          <p:cNvSpPr/>
          <p:nvPr/>
        </p:nvSpPr>
        <p:spPr>
          <a:xfrm>
            <a:off x="3106171" y="3763849"/>
            <a:ext cx="1158236" cy="619911"/>
          </a:xfrm>
          <a:custGeom>
            <a:rect b="b" l="l" r="r" t="t"/>
            <a:pathLst>
              <a:path extrusionOk="0" h="14467" w="27030">
                <a:moveTo>
                  <a:pt x="15207" y="1"/>
                </a:moveTo>
                <a:cubicBezTo>
                  <a:pt x="14495" y="1"/>
                  <a:pt x="13766" y="155"/>
                  <a:pt x="13095" y="394"/>
                </a:cubicBezTo>
                <a:cubicBezTo>
                  <a:pt x="11753" y="872"/>
                  <a:pt x="10532" y="1647"/>
                  <a:pt x="9189" y="2122"/>
                </a:cubicBezTo>
                <a:cubicBezTo>
                  <a:pt x="8528" y="2355"/>
                  <a:pt x="7823" y="2508"/>
                  <a:pt x="7118" y="2508"/>
                </a:cubicBezTo>
                <a:cubicBezTo>
                  <a:pt x="7045" y="2508"/>
                  <a:pt x="6972" y="2506"/>
                  <a:pt x="6898" y="2503"/>
                </a:cubicBezTo>
                <a:cubicBezTo>
                  <a:pt x="6099" y="2467"/>
                  <a:pt x="5593" y="2045"/>
                  <a:pt x="4886" y="1857"/>
                </a:cubicBezTo>
                <a:cubicBezTo>
                  <a:pt x="4705" y="1809"/>
                  <a:pt x="4514" y="1787"/>
                  <a:pt x="4317" y="1787"/>
                </a:cubicBezTo>
                <a:cubicBezTo>
                  <a:pt x="3096" y="1787"/>
                  <a:pt x="1660" y="2644"/>
                  <a:pt x="999" y="3501"/>
                </a:cubicBezTo>
                <a:cubicBezTo>
                  <a:pt x="48" y="4737"/>
                  <a:pt x="1" y="6665"/>
                  <a:pt x="1074" y="7796"/>
                </a:cubicBezTo>
                <a:cubicBezTo>
                  <a:pt x="1945" y="8714"/>
                  <a:pt x="3290" y="8957"/>
                  <a:pt x="4528" y="9222"/>
                </a:cubicBezTo>
                <a:cubicBezTo>
                  <a:pt x="5767" y="9485"/>
                  <a:pt x="7113" y="9903"/>
                  <a:pt x="7765" y="10989"/>
                </a:cubicBezTo>
                <a:cubicBezTo>
                  <a:pt x="8180" y="11679"/>
                  <a:pt x="8249" y="12548"/>
                  <a:pt x="8736" y="13188"/>
                </a:cubicBezTo>
                <a:cubicBezTo>
                  <a:pt x="9236" y="13842"/>
                  <a:pt x="10040" y="14092"/>
                  <a:pt x="10882" y="14092"/>
                </a:cubicBezTo>
                <a:cubicBezTo>
                  <a:pt x="11415" y="14092"/>
                  <a:pt x="11963" y="13992"/>
                  <a:pt x="12458" y="13830"/>
                </a:cubicBezTo>
                <a:cubicBezTo>
                  <a:pt x="13736" y="13412"/>
                  <a:pt x="14951" y="12686"/>
                  <a:pt x="16294" y="12652"/>
                </a:cubicBezTo>
                <a:cubicBezTo>
                  <a:pt x="16326" y="12651"/>
                  <a:pt x="16359" y="12650"/>
                  <a:pt x="16392" y="12650"/>
                </a:cubicBezTo>
                <a:cubicBezTo>
                  <a:pt x="17681" y="12650"/>
                  <a:pt x="18882" y="13276"/>
                  <a:pt x="20070" y="13789"/>
                </a:cubicBezTo>
                <a:cubicBezTo>
                  <a:pt x="20912" y="14152"/>
                  <a:pt x="21839" y="14466"/>
                  <a:pt x="22739" y="14466"/>
                </a:cubicBezTo>
                <a:cubicBezTo>
                  <a:pt x="23140" y="14466"/>
                  <a:pt x="23536" y="14404"/>
                  <a:pt x="23917" y="14256"/>
                </a:cubicBezTo>
                <a:cubicBezTo>
                  <a:pt x="25197" y="13758"/>
                  <a:pt x="25946" y="12435"/>
                  <a:pt x="26438" y="11154"/>
                </a:cubicBezTo>
                <a:cubicBezTo>
                  <a:pt x="26767" y="10297"/>
                  <a:pt x="27030" y="9394"/>
                  <a:pt x="27002" y="8477"/>
                </a:cubicBezTo>
                <a:cubicBezTo>
                  <a:pt x="26972" y="7559"/>
                  <a:pt x="26615" y="6618"/>
                  <a:pt x="25889" y="6055"/>
                </a:cubicBezTo>
                <a:cubicBezTo>
                  <a:pt x="24534" y="5002"/>
                  <a:pt x="22473" y="5583"/>
                  <a:pt x="20964" y="4765"/>
                </a:cubicBezTo>
                <a:cubicBezTo>
                  <a:pt x="19293" y="3860"/>
                  <a:pt x="18824" y="1558"/>
                  <a:pt x="17220" y="538"/>
                </a:cubicBezTo>
                <a:cubicBezTo>
                  <a:pt x="16617" y="156"/>
                  <a:pt x="15921" y="1"/>
                  <a:pt x="152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50"/>
          <p:cNvSpPr/>
          <p:nvPr/>
        </p:nvSpPr>
        <p:spPr>
          <a:xfrm rot="5400000">
            <a:off x="3417433" y="2689324"/>
            <a:ext cx="813319" cy="1033621"/>
          </a:xfrm>
          <a:custGeom>
            <a:rect b="b" l="l" r="r" t="t"/>
            <a:pathLst>
              <a:path extrusionOk="0" h="27330" w="21505">
                <a:moveTo>
                  <a:pt x="17535" y="1"/>
                </a:moveTo>
                <a:cubicBezTo>
                  <a:pt x="17221" y="1"/>
                  <a:pt x="16908" y="35"/>
                  <a:pt x="16603" y="102"/>
                </a:cubicBezTo>
                <a:cubicBezTo>
                  <a:pt x="15461" y="356"/>
                  <a:pt x="14446" y="1036"/>
                  <a:pt x="13645" y="1889"/>
                </a:cubicBezTo>
                <a:cubicBezTo>
                  <a:pt x="12999" y="2578"/>
                  <a:pt x="12446" y="3407"/>
                  <a:pt x="11600" y="3828"/>
                </a:cubicBezTo>
                <a:cubicBezTo>
                  <a:pt x="11119" y="4067"/>
                  <a:pt x="10598" y="4149"/>
                  <a:pt x="10064" y="4149"/>
                </a:cubicBezTo>
                <a:cubicBezTo>
                  <a:pt x="9379" y="4149"/>
                  <a:pt x="8672" y="4015"/>
                  <a:pt x="7995" y="3902"/>
                </a:cubicBezTo>
                <a:cubicBezTo>
                  <a:pt x="7553" y="3829"/>
                  <a:pt x="7088" y="3775"/>
                  <a:pt x="6632" y="3775"/>
                </a:cubicBezTo>
                <a:cubicBezTo>
                  <a:pt x="5839" y="3775"/>
                  <a:pt x="5071" y="3940"/>
                  <a:pt x="4496" y="4463"/>
                </a:cubicBezTo>
                <a:cubicBezTo>
                  <a:pt x="3939" y="4969"/>
                  <a:pt x="3682" y="5716"/>
                  <a:pt x="3446" y="6431"/>
                </a:cubicBezTo>
                <a:lnTo>
                  <a:pt x="2069" y="10586"/>
                </a:lnTo>
                <a:cubicBezTo>
                  <a:pt x="1559" y="12124"/>
                  <a:pt x="1049" y="13664"/>
                  <a:pt x="693" y="15243"/>
                </a:cubicBezTo>
                <a:cubicBezTo>
                  <a:pt x="195" y="17448"/>
                  <a:pt x="0" y="19709"/>
                  <a:pt x="112" y="21965"/>
                </a:cubicBezTo>
                <a:cubicBezTo>
                  <a:pt x="176" y="23255"/>
                  <a:pt x="370" y="24610"/>
                  <a:pt x="1166" y="25627"/>
                </a:cubicBezTo>
                <a:cubicBezTo>
                  <a:pt x="1865" y="26517"/>
                  <a:pt x="2959" y="27037"/>
                  <a:pt x="4074" y="27228"/>
                </a:cubicBezTo>
                <a:cubicBezTo>
                  <a:pt x="4490" y="27300"/>
                  <a:pt x="4909" y="27329"/>
                  <a:pt x="5330" y="27329"/>
                </a:cubicBezTo>
                <a:cubicBezTo>
                  <a:pt x="6040" y="27329"/>
                  <a:pt x="6753" y="27245"/>
                  <a:pt x="7454" y="27133"/>
                </a:cubicBezTo>
                <a:cubicBezTo>
                  <a:pt x="9560" y="26799"/>
                  <a:pt x="11600" y="25864"/>
                  <a:pt x="13725" y="25773"/>
                </a:cubicBezTo>
                <a:cubicBezTo>
                  <a:pt x="15600" y="25694"/>
                  <a:pt x="17465" y="25325"/>
                  <a:pt x="18624" y="23679"/>
                </a:cubicBezTo>
                <a:cubicBezTo>
                  <a:pt x="19598" y="22299"/>
                  <a:pt x="19734" y="20372"/>
                  <a:pt x="18961" y="18867"/>
                </a:cubicBezTo>
                <a:cubicBezTo>
                  <a:pt x="18405" y="17780"/>
                  <a:pt x="17449" y="16959"/>
                  <a:pt x="16515" y="16172"/>
                </a:cubicBezTo>
                <a:cubicBezTo>
                  <a:pt x="15580" y="15384"/>
                  <a:pt x="14621" y="14573"/>
                  <a:pt x="14048" y="13493"/>
                </a:cubicBezTo>
                <a:cubicBezTo>
                  <a:pt x="13474" y="12413"/>
                  <a:pt x="13377" y="10988"/>
                  <a:pt x="14138" y="10033"/>
                </a:cubicBezTo>
                <a:cubicBezTo>
                  <a:pt x="14909" y="9067"/>
                  <a:pt x="16263" y="8861"/>
                  <a:pt x="17423" y="8433"/>
                </a:cubicBezTo>
                <a:cubicBezTo>
                  <a:pt x="18946" y="7871"/>
                  <a:pt x="20318" y="6757"/>
                  <a:pt x="20912" y="5246"/>
                </a:cubicBezTo>
                <a:cubicBezTo>
                  <a:pt x="21504" y="3734"/>
                  <a:pt x="21175" y="1829"/>
                  <a:pt x="19919" y="803"/>
                </a:cubicBezTo>
                <a:cubicBezTo>
                  <a:pt x="19255" y="259"/>
                  <a:pt x="18396" y="1"/>
                  <a:pt x="175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0"/>
          <p:cNvSpPr/>
          <p:nvPr/>
        </p:nvSpPr>
        <p:spPr>
          <a:xfrm flipH="1">
            <a:off x="1197351" y="3555052"/>
            <a:ext cx="1533145" cy="783007"/>
          </a:xfrm>
          <a:custGeom>
            <a:rect b="b" l="l" r="r" t="t"/>
            <a:pathLst>
              <a:path extrusionOk="0" h="19596" w="38367">
                <a:moveTo>
                  <a:pt x="23187" y="0"/>
                </a:moveTo>
                <a:cubicBezTo>
                  <a:pt x="21336" y="0"/>
                  <a:pt x="19523" y="1461"/>
                  <a:pt x="19259" y="3318"/>
                </a:cubicBezTo>
                <a:cubicBezTo>
                  <a:pt x="18901" y="5858"/>
                  <a:pt x="21052" y="8501"/>
                  <a:pt x="20010" y="10847"/>
                </a:cubicBezTo>
                <a:cubicBezTo>
                  <a:pt x="19397" y="12226"/>
                  <a:pt x="17804" y="12962"/>
                  <a:pt x="16295" y="12984"/>
                </a:cubicBezTo>
                <a:cubicBezTo>
                  <a:pt x="16266" y="12985"/>
                  <a:pt x="16238" y="12985"/>
                  <a:pt x="16209" y="12985"/>
                </a:cubicBezTo>
                <a:cubicBezTo>
                  <a:pt x="14733" y="12985"/>
                  <a:pt x="13309" y="12432"/>
                  <a:pt x="11950" y="11847"/>
                </a:cubicBezTo>
                <a:cubicBezTo>
                  <a:pt x="10563" y="11250"/>
                  <a:pt x="9167" y="10601"/>
                  <a:pt x="7667" y="10433"/>
                </a:cubicBezTo>
                <a:cubicBezTo>
                  <a:pt x="7421" y="10406"/>
                  <a:pt x="7173" y="10393"/>
                  <a:pt x="6926" y="10393"/>
                </a:cubicBezTo>
                <a:cubicBezTo>
                  <a:pt x="5345" y="10393"/>
                  <a:pt x="3765" y="10942"/>
                  <a:pt x="2537" y="11939"/>
                </a:cubicBezTo>
                <a:cubicBezTo>
                  <a:pt x="1458" y="12815"/>
                  <a:pt x="1" y="14636"/>
                  <a:pt x="115" y="16140"/>
                </a:cubicBezTo>
                <a:cubicBezTo>
                  <a:pt x="242" y="17828"/>
                  <a:pt x="2622" y="17937"/>
                  <a:pt x="3882" y="17995"/>
                </a:cubicBezTo>
                <a:lnTo>
                  <a:pt x="37937" y="19595"/>
                </a:lnTo>
                <a:cubicBezTo>
                  <a:pt x="38366" y="14493"/>
                  <a:pt x="38330" y="9363"/>
                  <a:pt x="37832" y="4269"/>
                </a:cubicBezTo>
                <a:cubicBezTo>
                  <a:pt x="37724" y="3160"/>
                  <a:pt x="37566" y="1986"/>
                  <a:pt x="36862" y="1121"/>
                </a:cubicBezTo>
                <a:cubicBezTo>
                  <a:pt x="36431" y="591"/>
                  <a:pt x="35722" y="252"/>
                  <a:pt x="35056" y="252"/>
                </a:cubicBezTo>
                <a:cubicBezTo>
                  <a:pt x="34636" y="252"/>
                  <a:pt x="34234" y="386"/>
                  <a:pt x="33930" y="692"/>
                </a:cubicBezTo>
                <a:cubicBezTo>
                  <a:pt x="33416" y="1207"/>
                  <a:pt x="33340" y="2016"/>
                  <a:pt x="32935" y="2622"/>
                </a:cubicBezTo>
                <a:cubicBezTo>
                  <a:pt x="32466" y="3325"/>
                  <a:pt x="31612" y="3647"/>
                  <a:pt x="30752" y="3647"/>
                </a:cubicBezTo>
                <a:cubicBezTo>
                  <a:pt x="30437" y="3647"/>
                  <a:pt x="30120" y="3604"/>
                  <a:pt x="29822" y="3520"/>
                </a:cubicBezTo>
                <a:cubicBezTo>
                  <a:pt x="28709" y="3208"/>
                  <a:pt x="27780" y="2458"/>
                  <a:pt x="26875" y="1740"/>
                </a:cubicBezTo>
                <a:cubicBezTo>
                  <a:pt x="25967" y="1024"/>
                  <a:pt x="25007" y="303"/>
                  <a:pt x="23876" y="70"/>
                </a:cubicBezTo>
                <a:cubicBezTo>
                  <a:pt x="23648" y="23"/>
                  <a:pt x="23417" y="0"/>
                  <a:pt x="231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0"/>
          <p:cNvSpPr/>
          <p:nvPr/>
        </p:nvSpPr>
        <p:spPr>
          <a:xfrm flipH="1" rot="6899438">
            <a:off x="5038241" y="2455961"/>
            <a:ext cx="855012" cy="1081727"/>
          </a:xfrm>
          <a:custGeom>
            <a:rect b="b" l="l" r="r" t="t"/>
            <a:pathLst>
              <a:path extrusionOk="0" h="25245" w="19954">
                <a:moveTo>
                  <a:pt x="11518" y="0"/>
                </a:moveTo>
                <a:cubicBezTo>
                  <a:pt x="11194" y="0"/>
                  <a:pt x="10870" y="22"/>
                  <a:pt x="10546" y="68"/>
                </a:cubicBezTo>
                <a:cubicBezTo>
                  <a:pt x="6566" y="624"/>
                  <a:pt x="3391" y="4626"/>
                  <a:pt x="3755" y="8629"/>
                </a:cubicBezTo>
                <a:cubicBezTo>
                  <a:pt x="3938" y="10639"/>
                  <a:pt x="4871" y="12738"/>
                  <a:pt x="4067" y="14588"/>
                </a:cubicBezTo>
                <a:cubicBezTo>
                  <a:pt x="3464" y="15975"/>
                  <a:pt x="2031" y="16813"/>
                  <a:pt x="1201" y="18078"/>
                </a:cubicBezTo>
                <a:cubicBezTo>
                  <a:pt x="1" y="19905"/>
                  <a:pt x="344" y="22589"/>
                  <a:pt x="1967" y="24054"/>
                </a:cubicBezTo>
                <a:cubicBezTo>
                  <a:pt x="2754" y="24763"/>
                  <a:pt x="3988" y="25245"/>
                  <a:pt x="5151" y="25245"/>
                </a:cubicBezTo>
                <a:cubicBezTo>
                  <a:pt x="5650" y="25245"/>
                  <a:pt x="6135" y="25156"/>
                  <a:pt x="6566" y="24959"/>
                </a:cubicBezTo>
                <a:cubicBezTo>
                  <a:pt x="7657" y="24460"/>
                  <a:pt x="8094" y="23197"/>
                  <a:pt x="8899" y="22366"/>
                </a:cubicBezTo>
                <a:cubicBezTo>
                  <a:pt x="11618" y="19563"/>
                  <a:pt x="15032" y="17656"/>
                  <a:pt x="17326" y="14397"/>
                </a:cubicBezTo>
                <a:cubicBezTo>
                  <a:pt x="18951" y="12092"/>
                  <a:pt x="19954" y="9207"/>
                  <a:pt x="19427" y="6435"/>
                </a:cubicBezTo>
                <a:cubicBezTo>
                  <a:pt x="18739" y="2808"/>
                  <a:pt x="15180" y="0"/>
                  <a:pt x="115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50"/>
          <p:cNvSpPr/>
          <p:nvPr/>
        </p:nvSpPr>
        <p:spPr>
          <a:xfrm>
            <a:off x="6014070" y="3614150"/>
            <a:ext cx="1393255" cy="619897"/>
          </a:xfrm>
          <a:custGeom>
            <a:rect b="b" l="l" r="r" t="t"/>
            <a:pathLst>
              <a:path extrusionOk="0" h="19244" w="43252">
                <a:moveTo>
                  <a:pt x="25969" y="1"/>
                </a:moveTo>
                <a:cubicBezTo>
                  <a:pt x="24579" y="1"/>
                  <a:pt x="23136" y="531"/>
                  <a:pt x="21858" y="1155"/>
                </a:cubicBezTo>
                <a:cubicBezTo>
                  <a:pt x="19986" y="2070"/>
                  <a:pt x="18104" y="3214"/>
                  <a:pt x="16020" y="3219"/>
                </a:cubicBezTo>
                <a:cubicBezTo>
                  <a:pt x="16015" y="3219"/>
                  <a:pt x="16011" y="3219"/>
                  <a:pt x="16006" y="3219"/>
                </a:cubicBezTo>
                <a:cubicBezTo>
                  <a:pt x="14140" y="3219"/>
                  <a:pt x="12415" y="2302"/>
                  <a:pt x="10636" y="1741"/>
                </a:cubicBezTo>
                <a:cubicBezTo>
                  <a:pt x="9871" y="1501"/>
                  <a:pt x="9033" y="1341"/>
                  <a:pt x="8220" y="1341"/>
                </a:cubicBezTo>
                <a:cubicBezTo>
                  <a:pt x="7137" y="1341"/>
                  <a:pt x="6098" y="1624"/>
                  <a:pt x="5338" y="2377"/>
                </a:cubicBezTo>
                <a:cubicBezTo>
                  <a:pt x="4359" y="3347"/>
                  <a:pt x="4123" y="4858"/>
                  <a:pt x="4268" y="6229"/>
                </a:cubicBezTo>
                <a:cubicBezTo>
                  <a:pt x="4416" y="7600"/>
                  <a:pt x="4889" y="8916"/>
                  <a:pt x="5121" y="10274"/>
                </a:cubicBezTo>
                <a:cubicBezTo>
                  <a:pt x="5353" y="11634"/>
                  <a:pt x="5313" y="13129"/>
                  <a:pt x="4530" y="14265"/>
                </a:cubicBezTo>
                <a:cubicBezTo>
                  <a:pt x="3703" y="15467"/>
                  <a:pt x="2789" y="15213"/>
                  <a:pt x="1615" y="15459"/>
                </a:cubicBezTo>
                <a:cubicBezTo>
                  <a:pt x="608" y="15669"/>
                  <a:pt x="0" y="16611"/>
                  <a:pt x="1114" y="17565"/>
                </a:cubicBezTo>
                <a:cubicBezTo>
                  <a:pt x="1775" y="18132"/>
                  <a:pt x="2712" y="18217"/>
                  <a:pt x="3584" y="18275"/>
                </a:cubicBezTo>
                <a:lnTo>
                  <a:pt x="15724" y="19085"/>
                </a:lnTo>
                <a:cubicBezTo>
                  <a:pt x="16919" y="19164"/>
                  <a:pt x="18123" y="19243"/>
                  <a:pt x="19321" y="19243"/>
                </a:cubicBezTo>
                <a:cubicBezTo>
                  <a:pt x="20636" y="19243"/>
                  <a:pt x="21944" y="19148"/>
                  <a:pt x="23225" y="18855"/>
                </a:cubicBezTo>
                <a:cubicBezTo>
                  <a:pt x="24649" y="18530"/>
                  <a:pt x="26017" y="17963"/>
                  <a:pt x="27462" y="17747"/>
                </a:cubicBezTo>
                <a:cubicBezTo>
                  <a:pt x="27972" y="17670"/>
                  <a:pt x="28483" y="17639"/>
                  <a:pt x="28994" y="17639"/>
                </a:cubicBezTo>
                <a:cubicBezTo>
                  <a:pt x="31512" y="17639"/>
                  <a:pt x="34041" y="18409"/>
                  <a:pt x="36580" y="18409"/>
                </a:cubicBezTo>
                <a:cubicBezTo>
                  <a:pt x="36663" y="18409"/>
                  <a:pt x="36746" y="18408"/>
                  <a:pt x="36829" y="18407"/>
                </a:cubicBezTo>
                <a:cubicBezTo>
                  <a:pt x="38463" y="18374"/>
                  <a:pt x="40153" y="17963"/>
                  <a:pt x="41384" y="16887"/>
                </a:cubicBezTo>
                <a:cubicBezTo>
                  <a:pt x="42612" y="15810"/>
                  <a:pt x="43251" y="13968"/>
                  <a:pt x="42599" y="12470"/>
                </a:cubicBezTo>
                <a:cubicBezTo>
                  <a:pt x="41938" y="10953"/>
                  <a:pt x="40232" y="10196"/>
                  <a:pt x="38624" y="9796"/>
                </a:cubicBezTo>
                <a:cubicBezTo>
                  <a:pt x="37018" y="9397"/>
                  <a:pt x="35295" y="9185"/>
                  <a:pt x="33953" y="8215"/>
                </a:cubicBezTo>
                <a:cubicBezTo>
                  <a:pt x="31228" y="6247"/>
                  <a:pt x="30917" y="1777"/>
                  <a:pt x="27855" y="389"/>
                </a:cubicBezTo>
                <a:cubicBezTo>
                  <a:pt x="27252" y="116"/>
                  <a:pt x="26616" y="1"/>
                  <a:pt x="25969"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51"/>
          <p:cNvSpPr txBox="1"/>
          <p:nvPr>
            <p:ph idx="1" type="subTitle"/>
          </p:nvPr>
        </p:nvSpPr>
        <p:spPr>
          <a:xfrm>
            <a:off x="1127700" y="1136500"/>
            <a:ext cx="6888600" cy="347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Haben dir die Ressourcen auf dieser Vorlage gefallen? Erhalte sie kostenlos auf unseren anderen Webseiten:</a:t>
            </a:r>
            <a:endParaRPr/>
          </a:p>
          <a:p>
            <a:pPr indent="0" lvl="0" marL="0" rtl="0" algn="l">
              <a:spcBef>
                <a:spcPts val="1000"/>
              </a:spcBef>
              <a:spcAft>
                <a:spcPts val="0"/>
              </a:spcAft>
              <a:buClr>
                <a:schemeClr val="dk1"/>
              </a:buClr>
              <a:buSzPts val="1100"/>
              <a:buFont typeface="Arial"/>
              <a:buNone/>
            </a:pPr>
            <a:r>
              <a:rPr lang="en" sz="2400">
                <a:latin typeface="Urbanist"/>
                <a:ea typeface="Urbanist"/>
                <a:cs typeface="Urbanist"/>
                <a:sym typeface="Urbanist"/>
              </a:rPr>
              <a:t>VEKTOREN</a:t>
            </a:r>
            <a:endParaRPr sz="2400">
              <a:latin typeface="Urbanist"/>
              <a:ea typeface="Urbanist"/>
              <a:cs typeface="Urbanist"/>
              <a:sym typeface="Urbanist"/>
            </a:endParaRPr>
          </a:p>
          <a:p>
            <a:pPr indent="-317500" lvl="0" marL="457200" rtl="0" algn="l">
              <a:spcBef>
                <a:spcPts val="1000"/>
              </a:spcBef>
              <a:spcAft>
                <a:spcPts val="0"/>
              </a:spcAft>
              <a:buClr>
                <a:schemeClr val="dk1"/>
              </a:buClr>
              <a:buSzPts val="1400"/>
              <a:buChar char="■"/>
            </a:pPr>
            <a:r>
              <a:rPr lang="en">
                <a:uFill>
                  <a:noFill/>
                </a:uFill>
                <a:hlinkClick r:id="rId3"/>
              </a:rPr>
              <a:t>Minimal dynamic atelier youtube channel art</a:t>
            </a:r>
            <a:endParaRPr/>
          </a:p>
          <a:p>
            <a:pPr indent="-317500" lvl="0" marL="457200" rtl="0" algn="l">
              <a:spcBef>
                <a:spcPts val="0"/>
              </a:spcBef>
              <a:spcAft>
                <a:spcPts val="0"/>
              </a:spcAft>
              <a:buClr>
                <a:schemeClr val="dk1"/>
              </a:buClr>
              <a:buSzPts val="1400"/>
              <a:buChar char="■"/>
            </a:pPr>
            <a:r>
              <a:rPr lang="en">
                <a:uFill>
                  <a:noFill/>
                </a:uFill>
                <a:hlinkClick r:id="rId4"/>
              </a:rPr>
              <a:t>Minimal dynamic atelier twitch background</a:t>
            </a:r>
            <a:endParaRPr/>
          </a:p>
          <a:p>
            <a:pPr indent="-317500" lvl="0" marL="457200" rtl="0" algn="l">
              <a:spcBef>
                <a:spcPts val="0"/>
              </a:spcBef>
              <a:spcAft>
                <a:spcPts val="0"/>
              </a:spcAft>
              <a:buClr>
                <a:schemeClr val="dk1"/>
              </a:buClr>
              <a:buSzPts val="1400"/>
              <a:buChar char="■"/>
            </a:pPr>
            <a:r>
              <a:rPr lang="en">
                <a:uFill>
                  <a:noFill/>
                </a:uFill>
                <a:hlinkClick r:id="rId5"/>
              </a:rPr>
              <a:t>Minimal dynamic atelier twitter header</a:t>
            </a:r>
            <a:endParaRPr/>
          </a:p>
          <a:p>
            <a:pPr indent="0" lvl="0" marL="0" rtl="0" algn="l">
              <a:spcBef>
                <a:spcPts val="1000"/>
              </a:spcBef>
              <a:spcAft>
                <a:spcPts val="0"/>
              </a:spcAft>
              <a:buNone/>
            </a:pPr>
            <a:r>
              <a:rPr lang="en" sz="2400">
                <a:latin typeface="Urbanist"/>
                <a:ea typeface="Urbanist"/>
                <a:cs typeface="Urbanist"/>
                <a:sym typeface="Urbanist"/>
              </a:rPr>
              <a:t>PHOTOS</a:t>
            </a:r>
            <a:endParaRPr sz="2400">
              <a:latin typeface="Urbanist"/>
              <a:ea typeface="Urbanist"/>
              <a:cs typeface="Urbanist"/>
              <a:sym typeface="Urbanist"/>
            </a:endParaRPr>
          </a:p>
          <a:p>
            <a:pPr indent="-317500" lvl="0" marL="457200" rtl="0" algn="l">
              <a:spcBef>
                <a:spcPts val="1000"/>
              </a:spcBef>
              <a:spcAft>
                <a:spcPts val="0"/>
              </a:spcAft>
              <a:buClr>
                <a:schemeClr val="dk1"/>
              </a:buClr>
              <a:buSzPts val="1400"/>
              <a:buChar char="■"/>
            </a:pPr>
            <a:r>
              <a:rPr lang="en">
                <a:uFill>
                  <a:noFill/>
                </a:uFill>
                <a:hlinkClick r:id="rId6"/>
              </a:rPr>
              <a:t>Young students learning together during a group study</a:t>
            </a:r>
            <a:endParaRPr/>
          </a:p>
          <a:p>
            <a:pPr indent="-317500" lvl="0" marL="457200" rtl="0" algn="l">
              <a:spcBef>
                <a:spcPts val="0"/>
              </a:spcBef>
              <a:spcAft>
                <a:spcPts val="0"/>
              </a:spcAft>
              <a:buClr>
                <a:schemeClr val="dk1"/>
              </a:buClr>
              <a:buSzPts val="1400"/>
              <a:buChar char="■"/>
            </a:pPr>
            <a:r>
              <a:rPr lang="en">
                <a:uFill>
                  <a:noFill/>
                </a:uFill>
                <a:hlinkClick r:id="rId7"/>
              </a:rPr>
              <a:t>People collage design</a:t>
            </a:r>
            <a:endParaRPr/>
          </a:p>
          <a:p>
            <a:pPr indent="-317500" lvl="0" marL="457200" rtl="0" algn="l">
              <a:spcBef>
                <a:spcPts val="0"/>
              </a:spcBef>
              <a:spcAft>
                <a:spcPts val="0"/>
              </a:spcAft>
              <a:buClr>
                <a:schemeClr val="dk1"/>
              </a:buClr>
              <a:buSzPts val="1400"/>
              <a:buChar char="■"/>
            </a:pPr>
            <a:r>
              <a:rPr lang="en">
                <a:uFill>
                  <a:noFill/>
                </a:uFill>
                <a:hlinkClick r:id="rId8"/>
              </a:rPr>
              <a:t>Woman attending online class</a:t>
            </a:r>
            <a:endParaRPr/>
          </a:p>
          <a:p>
            <a:pPr indent="-317500" lvl="0" marL="457200" rtl="0" algn="l">
              <a:spcBef>
                <a:spcPts val="0"/>
              </a:spcBef>
              <a:spcAft>
                <a:spcPts val="0"/>
              </a:spcAft>
              <a:buClr>
                <a:schemeClr val="dk1"/>
              </a:buClr>
              <a:buSzPts val="1400"/>
              <a:buChar char="■"/>
            </a:pPr>
            <a:r>
              <a:rPr lang="en">
                <a:uFill>
                  <a:noFill/>
                </a:uFill>
                <a:hlinkClick r:id="rId9"/>
              </a:rPr>
              <a:t>Close up hand writing on notebook top view</a:t>
            </a:r>
            <a:endParaRPr/>
          </a:p>
        </p:txBody>
      </p:sp>
      <p:sp>
        <p:nvSpPr>
          <p:cNvPr id="715" name="Google Shape;715;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RESSOURCEN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19" name="Shape 719"/>
        <p:cNvGrpSpPr/>
        <p:nvPr/>
      </p:nvGrpSpPr>
      <p:grpSpPr>
        <a:xfrm>
          <a:off x="0" y="0"/>
          <a:ext cx="0" cy="0"/>
          <a:chOff x="0" y="0"/>
          <a:chExt cx="0" cy="0"/>
        </a:xfrm>
      </p:grpSpPr>
      <p:pic>
        <p:nvPicPr>
          <p:cNvPr id="720" name="Google Shape;720;p52">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erman Language Academy by Slidesgo">
  <a:themeElements>
    <a:clrScheme name="Simple Light">
      <a:dk1>
        <a:srgbClr val="000000"/>
      </a:dk1>
      <a:lt1>
        <a:srgbClr val="D50C1A"/>
      </a:lt1>
      <a:dk2>
        <a:srgbClr val="DAAC18"/>
      </a:dk2>
      <a:lt2>
        <a:srgbClr val="E8E8E8"/>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