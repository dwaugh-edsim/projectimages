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6" r:id="rId4"/>
    <p:sldMasterId id="2147483697"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Caveat"/>
      <p:regular r:id="rId15"/>
      <p:bold r:id="rId16"/>
    </p:embeddedFont>
    <p:embeddedFont>
      <p:font typeface="Roboto"/>
      <p:regular r:id="rId17"/>
      <p:bold r:id="rId18"/>
      <p:italic r:id="rId19"/>
      <p:boldItalic r:id="rId20"/>
    </p:embeddedFont>
    <p:embeddedFont>
      <p:font typeface="IBM Plex Mono Light"/>
      <p:regular r:id="rId21"/>
      <p:bold r:id="rId22"/>
      <p:italic r:id="rId23"/>
      <p:boldItalic r:id="rId24"/>
    </p:embeddedFont>
    <p:embeddedFont>
      <p:font typeface="IBM Plex Mono ExtraLight"/>
      <p:regular r:id="rId25"/>
      <p:bold r:id="rId26"/>
      <p:italic r:id="rId27"/>
      <p:boldItalic r:id="rId28"/>
    </p:embeddedFont>
    <p:embeddedFont>
      <p:font typeface="Lexend Medium"/>
      <p:regular r:id="rId29"/>
      <p:bold r:id="rId30"/>
    </p:embeddedFont>
    <p:embeddedFont>
      <p:font typeface="IBM Plex Mon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22" Type="http://schemas.openxmlformats.org/officeDocument/2006/relationships/font" Target="fonts/IBMPlexMonoLight-bold.fntdata"/><Relationship Id="rId21" Type="http://schemas.openxmlformats.org/officeDocument/2006/relationships/font" Target="fonts/IBMPlexMonoLight-regular.fntdata"/><Relationship Id="rId24" Type="http://schemas.openxmlformats.org/officeDocument/2006/relationships/font" Target="fonts/IBMPlexMonoLight-boldItalic.fntdata"/><Relationship Id="rId23" Type="http://schemas.openxmlformats.org/officeDocument/2006/relationships/font" Target="fonts/IBMPlexMonoLight-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IBMPlexMonoExtraLight-bold.fntdata"/><Relationship Id="rId25" Type="http://schemas.openxmlformats.org/officeDocument/2006/relationships/font" Target="fonts/IBMPlexMonoExtraLight-regular.fntdata"/><Relationship Id="rId28" Type="http://schemas.openxmlformats.org/officeDocument/2006/relationships/font" Target="fonts/IBMPlexMonoExtraLight-boldItalic.fntdata"/><Relationship Id="rId27" Type="http://schemas.openxmlformats.org/officeDocument/2006/relationships/font" Target="fonts/IBMPlexMonoExtraLight-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LexendMedium-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BMPlexMono-regular.fntdata"/><Relationship Id="rId30" Type="http://schemas.openxmlformats.org/officeDocument/2006/relationships/font" Target="fonts/LexendMedium-bold.fntdata"/><Relationship Id="rId11" Type="http://schemas.openxmlformats.org/officeDocument/2006/relationships/slide" Target="slides/slide5.xml"/><Relationship Id="rId33" Type="http://schemas.openxmlformats.org/officeDocument/2006/relationships/font" Target="fonts/IBMPlexMono-italic.fntdata"/><Relationship Id="rId10" Type="http://schemas.openxmlformats.org/officeDocument/2006/relationships/slide" Target="slides/slide4.xml"/><Relationship Id="rId32" Type="http://schemas.openxmlformats.org/officeDocument/2006/relationships/font" Target="fonts/IBMPlexMono-bold.fntdata"/><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font" Target="fonts/IBMPlexMono-boldItalic.fntdata"/><Relationship Id="rId15" Type="http://schemas.openxmlformats.org/officeDocument/2006/relationships/font" Target="fonts/Caveat-regular.fntdata"/><Relationship Id="rId14" Type="http://schemas.openxmlformats.org/officeDocument/2006/relationships/slide" Target="slides/slide8.xml"/><Relationship Id="rId17" Type="http://schemas.openxmlformats.org/officeDocument/2006/relationships/font" Target="fonts/Roboto-regular.fntdata"/><Relationship Id="rId16" Type="http://schemas.openxmlformats.org/officeDocument/2006/relationships/font" Target="fonts/Caveat-bold.fntdata"/><Relationship Id="rId19" Type="http://schemas.openxmlformats.org/officeDocument/2006/relationships/font" Target="fonts/Roboto-italic.fntdata"/><Relationship Id="rId1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e53214ccc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7" name="Google Shape;747;g3e53214ccc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e53214ccc3_0_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3e53214ccc3_0_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3e53214ccc3_0_7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3e53214ccc3_0_7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e53214ccc3_0_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3e53214ccc3_0_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e85a9c933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3e85a9c933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e53214ccc3_0_7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3e53214ccc3_0_7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e85a9c933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3e85a9c933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3e53214ccc3_0_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7" name="Google Shape;797;g3e53214ccc3_0_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12">
    <p:spTree>
      <p:nvGrpSpPr>
        <p:cNvPr id="54" name="Shape 54"/>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HEADER_1">
    <p:bg>
      <p:bgPr>
        <a:solidFill>
          <a:schemeClr val="lt1"/>
        </a:solidFill>
      </p:bgPr>
    </p:bg>
    <p:spTree>
      <p:nvGrpSpPr>
        <p:cNvPr id="55" name="Shape 55"/>
        <p:cNvGrpSpPr/>
        <p:nvPr/>
      </p:nvGrpSpPr>
      <p:grpSpPr>
        <a:xfrm>
          <a:off x="0" y="0"/>
          <a:ext cx="0" cy="0"/>
          <a:chOff x="0" y="0"/>
          <a:chExt cx="0" cy="0"/>
        </a:xfrm>
      </p:grpSpPr>
      <p:sp>
        <p:nvSpPr>
          <p:cNvPr id="56" name="Google Shape;56;p15"/>
          <p:cNvSpPr txBox="1"/>
          <p:nvPr>
            <p:ph type="title"/>
          </p:nvPr>
        </p:nvSpPr>
        <p:spPr>
          <a:xfrm>
            <a:off x="250503" y="801575"/>
            <a:ext cx="8643300" cy="1314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9000"/>
              <a:buNone/>
              <a:defRPr sz="9000"/>
            </a:lvl1pPr>
            <a:lvl2pPr lvl="1" algn="ctr">
              <a:lnSpc>
                <a:spcPct val="100000"/>
              </a:lnSpc>
              <a:spcBef>
                <a:spcPts val="0"/>
              </a:spcBef>
              <a:spcAft>
                <a:spcPts val="0"/>
              </a:spcAft>
              <a:buSzPts val="9000"/>
              <a:buNone/>
              <a:defRPr sz="9000"/>
            </a:lvl2pPr>
            <a:lvl3pPr lvl="2" algn="ctr">
              <a:lnSpc>
                <a:spcPct val="100000"/>
              </a:lnSpc>
              <a:spcBef>
                <a:spcPts val="0"/>
              </a:spcBef>
              <a:spcAft>
                <a:spcPts val="0"/>
              </a:spcAft>
              <a:buSzPts val="9000"/>
              <a:buNone/>
              <a:defRPr sz="9000"/>
            </a:lvl3pPr>
            <a:lvl4pPr lvl="3" algn="ctr">
              <a:lnSpc>
                <a:spcPct val="100000"/>
              </a:lnSpc>
              <a:spcBef>
                <a:spcPts val="0"/>
              </a:spcBef>
              <a:spcAft>
                <a:spcPts val="0"/>
              </a:spcAft>
              <a:buSzPts val="9000"/>
              <a:buNone/>
              <a:defRPr sz="9000"/>
            </a:lvl4pPr>
            <a:lvl5pPr lvl="4" algn="ctr">
              <a:lnSpc>
                <a:spcPct val="100000"/>
              </a:lnSpc>
              <a:spcBef>
                <a:spcPts val="0"/>
              </a:spcBef>
              <a:spcAft>
                <a:spcPts val="0"/>
              </a:spcAft>
              <a:buSzPts val="9000"/>
              <a:buNone/>
              <a:defRPr sz="9000"/>
            </a:lvl5pPr>
            <a:lvl6pPr lvl="5" algn="ctr">
              <a:lnSpc>
                <a:spcPct val="100000"/>
              </a:lnSpc>
              <a:spcBef>
                <a:spcPts val="0"/>
              </a:spcBef>
              <a:spcAft>
                <a:spcPts val="0"/>
              </a:spcAft>
              <a:buSzPts val="9000"/>
              <a:buNone/>
              <a:defRPr sz="9000"/>
            </a:lvl6pPr>
            <a:lvl7pPr lvl="6" algn="ctr">
              <a:lnSpc>
                <a:spcPct val="100000"/>
              </a:lnSpc>
              <a:spcBef>
                <a:spcPts val="0"/>
              </a:spcBef>
              <a:spcAft>
                <a:spcPts val="0"/>
              </a:spcAft>
              <a:buSzPts val="9000"/>
              <a:buNone/>
              <a:defRPr sz="9000"/>
            </a:lvl7pPr>
            <a:lvl8pPr lvl="7" algn="ctr">
              <a:lnSpc>
                <a:spcPct val="100000"/>
              </a:lnSpc>
              <a:spcBef>
                <a:spcPts val="0"/>
              </a:spcBef>
              <a:spcAft>
                <a:spcPts val="0"/>
              </a:spcAft>
              <a:buSzPts val="9000"/>
              <a:buNone/>
              <a:defRPr sz="9000"/>
            </a:lvl8pPr>
            <a:lvl9pPr lvl="8" algn="ctr">
              <a:lnSpc>
                <a:spcPct val="100000"/>
              </a:lnSpc>
              <a:spcBef>
                <a:spcPts val="0"/>
              </a:spcBef>
              <a:spcAft>
                <a:spcPts val="0"/>
              </a:spcAft>
              <a:buSzPts val="9000"/>
              <a:buNone/>
              <a:defRPr sz="9000"/>
            </a:lvl9pPr>
          </a:lstStyle>
          <a:p/>
        </p:txBody>
      </p:sp>
      <p:sp>
        <p:nvSpPr>
          <p:cNvPr id="57" name="Google Shape;57;p15"/>
          <p:cNvSpPr txBox="1"/>
          <p:nvPr>
            <p:ph idx="1" type="subTitle"/>
          </p:nvPr>
        </p:nvSpPr>
        <p:spPr>
          <a:xfrm>
            <a:off x="1377400" y="2116150"/>
            <a:ext cx="6389400" cy="1551900"/>
          </a:xfrm>
          <a:prstGeom prst="rect">
            <a:avLst/>
          </a:prstGeom>
        </p:spPr>
        <p:txBody>
          <a:bodyPr anchorCtr="0" anchor="t" bIns="91425" lIns="91425" spcFirstLastPara="1" rIns="91425" wrap="square" tIns="91425">
            <a:noAutofit/>
          </a:bodyPr>
          <a:lstStyle>
            <a:lvl1pPr lvl="0" algn="ctr">
              <a:spcBef>
                <a:spcPts val="0"/>
              </a:spcBef>
              <a:spcAft>
                <a:spcPts val="0"/>
              </a:spcAft>
              <a:buSzPts val="7200"/>
              <a:buNone/>
              <a:defRPr sz="7200"/>
            </a:lvl1pPr>
            <a:lvl2pPr lvl="1" algn="ctr">
              <a:spcBef>
                <a:spcPts val="0"/>
              </a:spcBef>
              <a:spcAft>
                <a:spcPts val="0"/>
              </a:spcAft>
              <a:buSzPts val="9000"/>
              <a:buNone/>
              <a:defRPr sz="9000"/>
            </a:lvl2pPr>
            <a:lvl3pPr lvl="2" algn="ctr">
              <a:spcBef>
                <a:spcPts val="0"/>
              </a:spcBef>
              <a:spcAft>
                <a:spcPts val="0"/>
              </a:spcAft>
              <a:buSzPts val="9000"/>
              <a:buNone/>
              <a:defRPr sz="9000"/>
            </a:lvl3pPr>
            <a:lvl4pPr lvl="3" algn="ctr">
              <a:spcBef>
                <a:spcPts val="0"/>
              </a:spcBef>
              <a:spcAft>
                <a:spcPts val="0"/>
              </a:spcAft>
              <a:buSzPts val="9000"/>
              <a:buNone/>
              <a:defRPr sz="9000"/>
            </a:lvl4pPr>
            <a:lvl5pPr lvl="4" algn="ctr">
              <a:spcBef>
                <a:spcPts val="0"/>
              </a:spcBef>
              <a:spcAft>
                <a:spcPts val="0"/>
              </a:spcAft>
              <a:buSzPts val="9000"/>
              <a:buNone/>
              <a:defRPr sz="9000"/>
            </a:lvl5pPr>
            <a:lvl6pPr lvl="5" algn="ctr">
              <a:spcBef>
                <a:spcPts val="0"/>
              </a:spcBef>
              <a:spcAft>
                <a:spcPts val="0"/>
              </a:spcAft>
              <a:buSzPts val="9000"/>
              <a:buNone/>
              <a:defRPr sz="9000"/>
            </a:lvl6pPr>
            <a:lvl7pPr lvl="6" algn="ctr">
              <a:spcBef>
                <a:spcPts val="0"/>
              </a:spcBef>
              <a:spcAft>
                <a:spcPts val="0"/>
              </a:spcAft>
              <a:buSzPts val="9000"/>
              <a:buNone/>
              <a:defRPr sz="9000"/>
            </a:lvl7pPr>
            <a:lvl8pPr lvl="7" algn="ctr">
              <a:spcBef>
                <a:spcPts val="0"/>
              </a:spcBef>
              <a:spcAft>
                <a:spcPts val="0"/>
              </a:spcAft>
              <a:buSzPts val="9000"/>
              <a:buNone/>
              <a:defRPr sz="9000"/>
            </a:lvl8pPr>
            <a:lvl9pPr lvl="8" algn="ctr">
              <a:spcBef>
                <a:spcPts val="0"/>
              </a:spcBef>
              <a:spcAft>
                <a:spcPts val="0"/>
              </a:spcAft>
              <a:buSzPts val="9000"/>
              <a:buNone/>
              <a:defRPr sz="9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CUSTOM_13">
    <p:spTree>
      <p:nvGrpSpPr>
        <p:cNvPr id="58" name="Shape 58"/>
        <p:cNvGrpSpPr/>
        <p:nvPr/>
      </p:nvGrpSpPr>
      <p:grpSpPr>
        <a:xfrm>
          <a:off x="0" y="0"/>
          <a:ext cx="0" cy="0"/>
          <a:chOff x="0" y="0"/>
          <a:chExt cx="0" cy="0"/>
        </a:xfrm>
      </p:grpSpPr>
      <p:sp>
        <p:nvSpPr>
          <p:cNvPr id="59" name="Google Shape;59;p16"/>
          <p:cNvSpPr/>
          <p:nvPr/>
        </p:nvSpPr>
        <p:spPr>
          <a:xfrm>
            <a:off x="4728675" y="544175"/>
            <a:ext cx="3732900" cy="4052700"/>
          </a:xfrm>
          <a:prstGeom prst="roundRect">
            <a:avLst>
              <a:gd fmla="val 2627"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 name="Google Shape;60;p16"/>
          <p:cNvSpPr txBox="1"/>
          <p:nvPr>
            <p:ph type="title"/>
          </p:nvPr>
        </p:nvSpPr>
        <p:spPr>
          <a:xfrm>
            <a:off x="243925" y="3881325"/>
            <a:ext cx="4484700" cy="86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6000"/>
              <a:buNone/>
              <a:defRPr/>
            </a:lvl1pPr>
            <a:lvl2pPr lvl="1">
              <a:lnSpc>
                <a:spcPct val="100000"/>
              </a:lnSpc>
              <a:spcBef>
                <a:spcPts val="0"/>
              </a:spcBef>
              <a:spcAft>
                <a:spcPts val="0"/>
              </a:spcAft>
              <a:buSzPts val="6000"/>
              <a:buNone/>
              <a:defRPr/>
            </a:lvl2pPr>
            <a:lvl3pPr lvl="2">
              <a:lnSpc>
                <a:spcPct val="100000"/>
              </a:lnSpc>
              <a:spcBef>
                <a:spcPts val="0"/>
              </a:spcBef>
              <a:spcAft>
                <a:spcPts val="0"/>
              </a:spcAft>
              <a:buSzPts val="6000"/>
              <a:buNone/>
              <a:defRPr/>
            </a:lvl3pPr>
            <a:lvl4pPr lvl="3">
              <a:lnSpc>
                <a:spcPct val="100000"/>
              </a:lnSpc>
              <a:spcBef>
                <a:spcPts val="0"/>
              </a:spcBef>
              <a:spcAft>
                <a:spcPts val="0"/>
              </a:spcAft>
              <a:buSzPts val="6000"/>
              <a:buNone/>
              <a:defRPr/>
            </a:lvl4pPr>
            <a:lvl5pPr lvl="4">
              <a:lnSpc>
                <a:spcPct val="100000"/>
              </a:lnSpc>
              <a:spcBef>
                <a:spcPts val="0"/>
              </a:spcBef>
              <a:spcAft>
                <a:spcPts val="0"/>
              </a:spcAft>
              <a:buSzPts val="6000"/>
              <a:buNone/>
              <a:defRPr/>
            </a:lvl5pPr>
            <a:lvl6pPr lvl="5">
              <a:lnSpc>
                <a:spcPct val="100000"/>
              </a:lnSpc>
              <a:spcBef>
                <a:spcPts val="0"/>
              </a:spcBef>
              <a:spcAft>
                <a:spcPts val="0"/>
              </a:spcAft>
              <a:buSzPts val="6000"/>
              <a:buNone/>
              <a:defRPr/>
            </a:lvl6pPr>
            <a:lvl7pPr lvl="6">
              <a:lnSpc>
                <a:spcPct val="100000"/>
              </a:lnSpc>
              <a:spcBef>
                <a:spcPts val="0"/>
              </a:spcBef>
              <a:spcAft>
                <a:spcPts val="0"/>
              </a:spcAft>
              <a:buSzPts val="6000"/>
              <a:buNone/>
              <a:defRPr/>
            </a:lvl7pPr>
            <a:lvl8pPr lvl="7">
              <a:lnSpc>
                <a:spcPct val="100000"/>
              </a:lnSpc>
              <a:spcBef>
                <a:spcPts val="0"/>
              </a:spcBef>
              <a:spcAft>
                <a:spcPts val="0"/>
              </a:spcAft>
              <a:buSzPts val="6000"/>
              <a:buNone/>
              <a:defRPr/>
            </a:lvl8pPr>
            <a:lvl9pPr lvl="8">
              <a:lnSpc>
                <a:spcPct val="100000"/>
              </a:lnSpc>
              <a:spcBef>
                <a:spcPts val="0"/>
              </a:spcBef>
              <a:spcAft>
                <a:spcPts val="0"/>
              </a:spcAft>
              <a:buSzPts val="6000"/>
              <a:buNone/>
              <a:defRPr/>
            </a:lvl9pPr>
          </a:lstStyle>
          <a:p/>
        </p:txBody>
      </p:sp>
      <p:sp>
        <p:nvSpPr>
          <p:cNvPr id="61" name="Google Shape;61;p16"/>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2" name="Google Shape;62;p16"/>
          <p:cNvSpPr txBox="1"/>
          <p:nvPr>
            <p:ph idx="1" type="body"/>
          </p:nvPr>
        </p:nvSpPr>
        <p:spPr>
          <a:xfrm>
            <a:off x="5352125" y="1034150"/>
            <a:ext cx="2500200" cy="3066000"/>
          </a:xfrm>
          <a:prstGeom prst="rect">
            <a:avLst/>
          </a:prstGeom>
          <a:noFill/>
          <a:ln>
            <a:noFill/>
          </a:ln>
        </p:spPr>
        <p:txBody>
          <a:bodyPr anchorCtr="0" anchor="b" bIns="0" lIns="0" spcFirstLastPara="1" rIns="0" wrap="square" tIns="0">
            <a:normAutofit/>
          </a:bodyPr>
          <a:lstStyle>
            <a:lvl1pPr indent="-317500" lvl="0" marL="457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1pPr>
            <a:lvl2pPr indent="-317500" lvl="1" marL="914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2pPr>
            <a:lvl3pPr indent="-317500" lvl="2" marL="1371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3pPr>
            <a:lvl4pPr indent="-317500" lvl="3" marL="1828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4pPr>
            <a:lvl5pPr indent="-317500" lvl="4" marL="22860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5pPr>
            <a:lvl6pPr indent="-317500" lvl="5" marL="2743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6pPr>
            <a:lvl7pPr indent="-317500" lvl="6" marL="3200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7pPr>
            <a:lvl8pPr indent="-317500" lvl="7" marL="3657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8pPr>
            <a:lvl9pPr indent="-317500" lvl="8" marL="4114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9pPr>
          </a:lstStyle>
          <a:p/>
        </p:txBody>
      </p:sp>
      <p:sp>
        <p:nvSpPr>
          <p:cNvPr id="63" name="Google Shape;63;p16"/>
          <p:cNvSpPr txBox="1"/>
          <p:nvPr>
            <p:ph idx="2" type="body"/>
          </p:nvPr>
        </p:nvSpPr>
        <p:spPr>
          <a:xfrm>
            <a:off x="49550" y="4794775"/>
            <a:ext cx="2032800" cy="2625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4">
    <p:spTree>
      <p:nvGrpSpPr>
        <p:cNvPr id="64" name="Shape 64"/>
        <p:cNvGrpSpPr/>
        <p:nvPr/>
      </p:nvGrpSpPr>
      <p:grpSpPr>
        <a:xfrm>
          <a:off x="0" y="0"/>
          <a:ext cx="0" cy="0"/>
          <a:chOff x="0" y="0"/>
          <a:chExt cx="0" cy="0"/>
        </a:xfrm>
      </p:grpSpPr>
      <p:cxnSp>
        <p:nvCxnSpPr>
          <p:cNvPr id="65" name="Google Shape;65;p17"/>
          <p:cNvCxnSpPr/>
          <p:nvPr/>
        </p:nvCxnSpPr>
        <p:spPr>
          <a:xfrm rot="10800000">
            <a:off x="-3050" y="1902325"/>
            <a:ext cx="9150000" cy="0"/>
          </a:xfrm>
          <a:prstGeom prst="straightConnector1">
            <a:avLst/>
          </a:prstGeom>
          <a:noFill/>
          <a:ln cap="flat" cmpd="sng" w="19050">
            <a:solidFill>
              <a:schemeClr val="accent2"/>
            </a:solidFill>
            <a:prstDash val="solid"/>
            <a:round/>
            <a:headEnd len="med" w="med" type="none"/>
            <a:tailEnd len="med" w="med" type="none"/>
          </a:ln>
        </p:spPr>
      </p:cxnSp>
      <p:sp>
        <p:nvSpPr>
          <p:cNvPr id="66" name="Google Shape;66;p17"/>
          <p:cNvSpPr/>
          <p:nvPr/>
        </p:nvSpPr>
        <p:spPr>
          <a:xfrm flipH="1">
            <a:off x="801715" y="1482825"/>
            <a:ext cx="3009600" cy="418500"/>
          </a:xfrm>
          <a:prstGeom prst="round2SameRect">
            <a:avLst>
              <a:gd fmla="val 16667" name="adj1"/>
              <a:gd fmla="val 0" name="adj2"/>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7" name="Google Shape;67;p17"/>
          <p:cNvCxnSpPr/>
          <p:nvPr/>
        </p:nvCxnSpPr>
        <p:spPr>
          <a:xfrm rot="10800000">
            <a:off x="-2925" y="2533375"/>
            <a:ext cx="9150000" cy="0"/>
          </a:xfrm>
          <a:prstGeom prst="straightConnector1">
            <a:avLst/>
          </a:prstGeom>
          <a:noFill/>
          <a:ln cap="flat" cmpd="sng" w="19050">
            <a:solidFill>
              <a:schemeClr val="accent5"/>
            </a:solidFill>
            <a:prstDash val="solid"/>
            <a:round/>
            <a:headEnd len="med" w="med" type="none"/>
            <a:tailEnd len="med" w="med" type="none"/>
          </a:ln>
        </p:spPr>
      </p:cxnSp>
      <p:sp>
        <p:nvSpPr>
          <p:cNvPr id="68" name="Google Shape;68;p17"/>
          <p:cNvSpPr/>
          <p:nvPr/>
        </p:nvSpPr>
        <p:spPr>
          <a:xfrm flipH="1">
            <a:off x="801877" y="2113874"/>
            <a:ext cx="3009600" cy="418500"/>
          </a:xfrm>
          <a:prstGeom prst="round2SameRect">
            <a:avLst>
              <a:gd fmla="val 16667" name="adj1"/>
              <a:gd fmla="val 0"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9" name="Google Shape;69;p17"/>
          <p:cNvCxnSpPr/>
          <p:nvPr/>
        </p:nvCxnSpPr>
        <p:spPr>
          <a:xfrm rot="10800000">
            <a:off x="-2925" y="3164654"/>
            <a:ext cx="9150000" cy="0"/>
          </a:xfrm>
          <a:prstGeom prst="straightConnector1">
            <a:avLst/>
          </a:prstGeom>
          <a:noFill/>
          <a:ln cap="flat" cmpd="sng" w="19050">
            <a:solidFill>
              <a:schemeClr val="lt2"/>
            </a:solidFill>
            <a:prstDash val="solid"/>
            <a:round/>
            <a:headEnd len="med" w="med" type="none"/>
            <a:tailEnd len="med" w="med" type="none"/>
          </a:ln>
        </p:spPr>
      </p:cxnSp>
      <p:sp>
        <p:nvSpPr>
          <p:cNvPr id="70" name="Google Shape;70;p17"/>
          <p:cNvSpPr/>
          <p:nvPr/>
        </p:nvSpPr>
        <p:spPr>
          <a:xfrm flipH="1">
            <a:off x="801877" y="2745153"/>
            <a:ext cx="3009600" cy="418500"/>
          </a:xfrm>
          <a:prstGeom prst="round2SameRect">
            <a:avLst>
              <a:gd fmla="val 16667"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1" name="Google Shape;71;p17"/>
          <p:cNvCxnSpPr/>
          <p:nvPr/>
        </p:nvCxnSpPr>
        <p:spPr>
          <a:xfrm rot="10800000">
            <a:off x="-2925" y="3803000"/>
            <a:ext cx="9150000" cy="0"/>
          </a:xfrm>
          <a:prstGeom prst="straightConnector1">
            <a:avLst/>
          </a:prstGeom>
          <a:noFill/>
          <a:ln cap="flat" cmpd="sng" w="19050">
            <a:solidFill>
              <a:schemeClr val="accent1"/>
            </a:solidFill>
            <a:prstDash val="solid"/>
            <a:round/>
            <a:headEnd len="med" w="med" type="none"/>
            <a:tailEnd len="med" w="med" type="none"/>
          </a:ln>
        </p:spPr>
      </p:cxnSp>
      <p:sp>
        <p:nvSpPr>
          <p:cNvPr id="72" name="Google Shape;72;p17"/>
          <p:cNvSpPr/>
          <p:nvPr/>
        </p:nvSpPr>
        <p:spPr>
          <a:xfrm flipH="1">
            <a:off x="801877" y="3383498"/>
            <a:ext cx="3009600" cy="418500"/>
          </a:xfrm>
          <a:prstGeom prst="round2SameRect">
            <a:avLst>
              <a:gd fmla="val 16667" name="adj1"/>
              <a:gd fmla="val 0"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 name="Google Shape;73;p17"/>
          <p:cNvCxnSpPr/>
          <p:nvPr/>
        </p:nvCxnSpPr>
        <p:spPr>
          <a:xfrm rot="10800000">
            <a:off x="-3050" y="4437527"/>
            <a:ext cx="9150000" cy="0"/>
          </a:xfrm>
          <a:prstGeom prst="straightConnector1">
            <a:avLst/>
          </a:prstGeom>
          <a:noFill/>
          <a:ln cap="flat" cmpd="sng" w="19050">
            <a:solidFill>
              <a:schemeClr val="accent4"/>
            </a:solidFill>
            <a:prstDash val="solid"/>
            <a:round/>
            <a:headEnd len="med" w="med" type="none"/>
            <a:tailEnd len="med" w="med" type="none"/>
          </a:ln>
        </p:spPr>
      </p:cxnSp>
      <p:sp>
        <p:nvSpPr>
          <p:cNvPr id="74" name="Google Shape;74;p17"/>
          <p:cNvSpPr/>
          <p:nvPr/>
        </p:nvSpPr>
        <p:spPr>
          <a:xfrm flipH="1">
            <a:off x="801715" y="4018025"/>
            <a:ext cx="3009600" cy="418500"/>
          </a:xfrm>
          <a:prstGeom prst="round2SameRect">
            <a:avLst>
              <a:gd fmla="val 16667" name="adj1"/>
              <a:gd fmla="val 0" name="adj2"/>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5" name="Google Shape;75;p17"/>
          <p:cNvSpPr txBox="1"/>
          <p:nvPr>
            <p:ph idx="1" type="subTitle"/>
          </p:nvPr>
        </p:nvSpPr>
        <p:spPr>
          <a:xfrm>
            <a:off x="314425" y="180775"/>
            <a:ext cx="2107500" cy="1022400"/>
          </a:xfrm>
          <a:prstGeom prst="rect">
            <a:avLst/>
          </a:prstGeom>
        </p:spPr>
        <p:txBody>
          <a:bodyPr anchorCtr="0" anchor="ctr" bIns="91425" lIns="91425" spcFirstLastPara="1" rIns="91425" wrap="square" tIns="91425">
            <a:no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76" name="Google Shape;76;p17"/>
          <p:cNvSpPr txBox="1"/>
          <p:nvPr>
            <p:ph idx="2" type="subTitle"/>
          </p:nvPr>
        </p:nvSpPr>
        <p:spPr>
          <a:xfrm>
            <a:off x="802850" y="1483850"/>
            <a:ext cx="3009600" cy="41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7" name="Google Shape;77;p17"/>
          <p:cNvSpPr txBox="1"/>
          <p:nvPr>
            <p:ph idx="3" type="body"/>
          </p:nvPr>
        </p:nvSpPr>
        <p:spPr>
          <a:xfrm>
            <a:off x="4057850" y="1887650"/>
            <a:ext cx="4756200" cy="236700"/>
          </a:xfrm>
          <a:prstGeom prst="rect">
            <a:avLst/>
          </a:prstGeom>
          <a:noFill/>
          <a:ln>
            <a:noFill/>
          </a:ln>
        </p:spPr>
        <p:txBody>
          <a:bodyPr anchorCtr="0" anchor="t"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78" name="Google Shape;78;p17"/>
          <p:cNvSpPr txBox="1"/>
          <p:nvPr>
            <p:ph idx="4" type="body"/>
          </p:nvPr>
        </p:nvSpPr>
        <p:spPr>
          <a:xfrm>
            <a:off x="4057850" y="2522313"/>
            <a:ext cx="4756200" cy="236700"/>
          </a:xfrm>
          <a:prstGeom prst="rect">
            <a:avLst/>
          </a:prstGeom>
        </p:spPr>
        <p:txBody>
          <a:bodyPr anchorCtr="0" anchor="t" bIns="0"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79" name="Google Shape;79;p17"/>
          <p:cNvSpPr txBox="1"/>
          <p:nvPr>
            <p:ph idx="5" type="body"/>
          </p:nvPr>
        </p:nvSpPr>
        <p:spPr>
          <a:xfrm>
            <a:off x="4057850" y="3155688"/>
            <a:ext cx="4756200" cy="236700"/>
          </a:xfrm>
          <a:prstGeom prst="rect">
            <a:avLst/>
          </a:prstGeom>
          <a:noFill/>
          <a:ln>
            <a:noFill/>
          </a:ln>
        </p:spPr>
        <p:txBody>
          <a:bodyPr anchorCtr="0" anchor="t"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80" name="Google Shape;80;p17"/>
          <p:cNvSpPr txBox="1"/>
          <p:nvPr>
            <p:ph idx="6" type="body"/>
          </p:nvPr>
        </p:nvSpPr>
        <p:spPr>
          <a:xfrm>
            <a:off x="4057850" y="3788388"/>
            <a:ext cx="4756200" cy="236700"/>
          </a:xfrm>
          <a:prstGeom prst="rect">
            <a:avLst/>
          </a:prstGeom>
          <a:noFill/>
          <a:ln>
            <a:noFill/>
          </a:ln>
        </p:spPr>
        <p:txBody>
          <a:bodyPr anchorCtr="0" anchor="t"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81" name="Google Shape;81;p17"/>
          <p:cNvSpPr txBox="1"/>
          <p:nvPr>
            <p:ph idx="7" type="body"/>
          </p:nvPr>
        </p:nvSpPr>
        <p:spPr>
          <a:xfrm>
            <a:off x="4057850" y="4421088"/>
            <a:ext cx="4756200" cy="236700"/>
          </a:xfrm>
          <a:prstGeom prst="rect">
            <a:avLst/>
          </a:prstGeom>
          <a:noFill/>
          <a:ln>
            <a:noFill/>
          </a:ln>
        </p:spPr>
        <p:txBody>
          <a:bodyPr anchorCtr="0" anchor="t"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82" name="Google Shape;82;p17"/>
          <p:cNvSpPr txBox="1"/>
          <p:nvPr>
            <p:ph idx="8" type="subTitle"/>
          </p:nvPr>
        </p:nvSpPr>
        <p:spPr>
          <a:xfrm>
            <a:off x="801725" y="2114000"/>
            <a:ext cx="3009600" cy="41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3" name="Google Shape;83;p17"/>
          <p:cNvSpPr txBox="1"/>
          <p:nvPr>
            <p:ph idx="9" type="subTitle"/>
          </p:nvPr>
        </p:nvSpPr>
        <p:spPr>
          <a:xfrm>
            <a:off x="801725" y="2748175"/>
            <a:ext cx="3009600" cy="41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3000"/>
              <a:buNone/>
              <a:defRPr sz="3000">
                <a:solidFill>
                  <a:schemeClr val="dk1"/>
                </a:solidFill>
              </a:defRPr>
            </a:lvl1pPr>
            <a:lvl2pPr lvl="1">
              <a:spcBef>
                <a:spcPts val="0"/>
              </a:spcBef>
              <a:spcAft>
                <a:spcPts val="0"/>
              </a:spcAft>
              <a:buClr>
                <a:schemeClr val="dk1"/>
              </a:buClr>
              <a:buSzPts val="3000"/>
              <a:buNone/>
              <a:defRPr sz="3000">
                <a:solidFill>
                  <a:schemeClr val="dk1"/>
                </a:solidFill>
              </a:defRPr>
            </a:lvl2pPr>
            <a:lvl3pPr lvl="2">
              <a:spcBef>
                <a:spcPts val="0"/>
              </a:spcBef>
              <a:spcAft>
                <a:spcPts val="0"/>
              </a:spcAft>
              <a:buClr>
                <a:schemeClr val="dk1"/>
              </a:buClr>
              <a:buSzPts val="3000"/>
              <a:buNone/>
              <a:defRPr sz="3000">
                <a:solidFill>
                  <a:schemeClr val="dk1"/>
                </a:solidFill>
              </a:defRPr>
            </a:lvl3pPr>
            <a:lvl4pPr lvl="3">
              <a:spcBef>
                <a:spcPts val="0"/>
              </a:spcBef>
              <a:spcAft>
                <a:spcPts val="0"/>
              </a:spcAft>
              <a:buClr>
                <a:schemeClr val="dk1"/>
              </a:buClr>
              <a:buSzPts val="3000"/>
              <a:buNone/>
              <a:defRPr sz="3000">
                <a:solidFill>
                  <a:schemeClr val="dk1"/>
                </a:solidFill>
              </a:defRPr>
            </a:lvl4pPr>
            <a:lvl5pPr lvl="4">
              <a:spcBef>
                <a:spcPts val="0"/>
              </a:spcBef>
              <a:spcAft>
                <a:spcPts val="0"/>
              </a:spcAft>
              <a:buClr>
                <a:schemeClr val="dk1"/>
              </a:buClr>
              <a:buSzPts val="3000"/>
              <a:buNone/>
              <a:defRPr sz="3000">
                <a:solidFill>
                  <a:schemeClr val="dk1"/>
                </a:solidFill>
              </a:defRPr>
            </a:lvl5pPr>
            <a:lvl6pPr lvl="5">
              <a:spcBef>
                <a:spcPts val="0"/>
              </a:spcBef>
              <a:spcAft>
                <a:spcPts val="0"/>
              </a:spcAft>
              <a:buClr>
                <a:schemeClr val="dk1"/>
              </a:buClr>
              <a:buSzPts val="3000"/>
              <a:buNone/>
              <a:defRPr sz="3000">
                <a:solidFill>
                  <a:schemeClr val="dk1"/>
                </a:solidFill>
              </a:defRPr>
            </a:lvl6pPr>
            <a:lvl7pPr lvl="6">
              <a:spcBef>
                <a:spcPts val="0"/>
              </a:spcBef>
              <a:spcAft>
                <a:spcPts val="0"/>
              </a:spcAft>
              <a:buClr>
                <a:schemeClr val="dk1"/>
              </a:buClr>
              <a:buSzPts val="3000"/>
              <a:buNone/>
              <a:defRPr sz="3000">
                <a:solidFill>
                  <a:schemeClr val="dk1"/>
                </a:solidFill>
              </a:defRPr>
            </a:lvl7pPr>
            <a:lvl8pPr lvl="7">
              <a:spcBef>
                <a:spcPts val="0"/>
              </a:spcBef>
              <a:spcAft>
                <a:spcPts val="0"/>
              </a:spcAft>
              <a:buClr>
                <a:schemeClr val="dk1"/>
              </a:buClr>
              <a:buSzPts val="3000"/>
              <a:buNone/>
              <a:defRPr sz="3000">
                <a:solidFill>
                  <a:schemeClr val="dk1"/>
                </a:solidFill>
              </a:defRPr>
            </a:lvl8pPr>
            <a:lvl9pPr lvl="8">
              <a:spcBef>
                <a:spcPts val="0"/>
              </a:spcBef>
              <a:spcAft>
                <a:spcPts val="0"/>
              </a:spcAft>
              <a:buClr>
                <a:schemeClr val="dk1"/>
              </a:buClr>
              <a:buSzPts val="3000"/>
              <a:buNone/>
              <a:defRPr sz="3000">
                <a:solidFill>
                  <a:schemeClr val="dk1"/>
                </a:solidFill>
              </a:defRPr>
            </a:lvl9pPr>
          </a:lstStyle>
          <a:p/>
        </p:txBody>
      </p:sp>
      <p:sp>
        <p:nvSpPr>
          <p:cNvPr id="84" name="Google Shape;84;p17"/>
          <p:cNvSpPr txBox="1"/>
          <p:nvPr>
            <p:ph idx="13" type="subTitle"/>
          </p:nvPr>
        </p:nvSpPr>
        <p:spPr>
          <a:xfrm>
            <a:off x="802850" y="3383150"/>
            <a:ext cx="3009600" cy="41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5" name="Google Shape;85;p17"/>
          <p:cNvSpPr txBox="1"/>
          <p:nvPr>
            <p:ph idx="14" type="subTitle"/>
          </p:nvPr>
        </p:nvSpPr>
        <p:spPr>
          <a:xfrm>
            <a:off x="802850" y="4018825"/>
            <a:ext cx="3009600" cy="41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6" name="Google Shape;86;p17"/>
          <p:cNvSpPr txBox="1"/>
          <p:nvPr>
            <p:ph type="title"/>
          </p:nvPr>
        </p:nvSpPr>
        <p:spPr>
          <a:xfrm>
            <a:off x="1976370" y="180775"/>
            <a:ext cx="8685900" cy="1022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6000"/>
              <a:buFont typeface="Caveat"/>
              <a:buNone/>
              <a:defRPr/>
            </a:lvl1pPr>
            <a:lvl2pPr lvl="1">
              <a:spcBef>
                <a:spcPts val="0"/>
              </a:spcBef>
              <a:spcAft>
                <a:spcPts val="0"/>
              </a:spcAft>
              <a:buClr>
                <a:schemeClr val="lt2"/>
              </a:buClr>
              <a:buSzPts val="6000"/>
              <a:buFont typeface="Caveat"/>
              <a:buNone/>
              <a:defRPr/>
            </a:lvl2pPr>
            <a:lvl3pPr lvl="2">
              <a:spcBef>
                <a:spcPts val="0"/>
              </a:spcBef>
              <a:spcAft>
                <a:spcPts val="0"/>
              </a:spcAft>
              <a:buClr>
                <a:schemeClr val="lt2"/>
              </a:buClr>
              <a:buSzPts val="6000"/>
              <a:buFont typeface="Caveat"/>
              <a:buNone/>
              <a:defRPr/>
            </a:lvl3pPr>
            <a:lvl4pPr lvl="3">
              <a:spcBef>
                <a:spcPts val="0"/>
              </a:spcBef>
              <a:spcAft>
                <a:spcPts val="0"/>
              </a:spcAft>
              <a:buClr>
                <a:schemeClr val="lt2"/>
              </a:buClr>
              <a:buSzPts val="6000"/>
              <a:buFont typeface="Caveat"/>
              <a:buNone/>
              <a:defRPr/>
            </a:lvl4pPr>
            <a:lvl5pPr lvl="4">
              <a:spcBef>
                <a:spcPts val="0"/>
              </a:spcBef>
              <a:spcAft>
                <a:spcPts val="0"/>
              </a:spcAft>
              <a:buClr>
                <a:schemeClr val="lt2"/>
              </a:buClr>
              <a:buSzPts val="6000"/>
              <a:buFont typeface="Caveat"/>
              <a:buNone/>
              <a:defRPr/>
            </a:lvl5pPr>
            <a:lvl6pPr lvl="5">
              <a:spcBef>
                <a:spcPts val="0"/>
              </a:spcBef>
              <a:spcAft>
                <a:spcPts val="0"/>
              </a:spcAft>
              <a:buClr>
                <a:schemeClr val="lt2"/>
              </a:buClr>
              <a:buSzPts val="6000"/>
              <a:buFont typeface="Caveat"/>
              <a:buNone/>
              <a:defRPr/>
            </a:lvl6pPr>
            <a:lvl7pPr lvl="6">
              <a:spcBef>
                <a:spcPts val="0"/>
              </a:spcBef>
              <a:spcAft>
                <a:spcPts val="0"/>
              </a:spcAft>
              <a:buClr>
                <a:schemeClr val="lt2"/>
              </a:buClr>
              <a:buSzPts val="6000"/>
              <a:buFont typeface="Caveat"/>
              <a:buNone/>
              <a:defRPr/>
            </a:lvl7pPr>
            <a:lvl8pPr lvl="7">
              <a:spcBef>
                <a:spcPts val="0"/>
              </a:spcBef>
              <a:spcAft>
                <a:spcPts val="0"/>
              </a:spcAft>
              <a:buClr>
                <a:schemeClr val="lt2"/>
              </a:buClr>
              <a:buSzPts val="6000"/>
              <a:buFont typeface="Caveat"/>
              <a:buNone/>
              <a:defRPr/>
            </a:lvl8pPr>
            <a:lvl9pPr lvl="8">
              <a:spcBef>
                <a:spcPts val="0"/>
              </a:spcBef>
              <a:spcAft>
                <a:spcPts val="0"/>
              </a:spcAft>
              <a:buClr>
                <a:schemeClr val="lt2"/>
              </a:buClr>
              <a:buSzPts val="6000"/>
              <a:buFont typeface="Caveat"/>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g References">
  <p:cSld name="CUSTOM_15">
    <p:spTree>
      <p:nvGrpSpPr>
        <p:cNvPr id="87" name="Shape 87"/>
        <p:cNvGrpSpPr/>
        <p:nvPr/>
      </p:nvGrpSpPr>
      <p:grpSpPr>
        <a:xfrm>
          <a:off x="0" y="0"/>
          <a:ext cx="0" cy="0"/>
          <a:chOff x="0" y="0"/>
          <a:chExt cx="0" cy="0"/>
        </a:xfrm>
      </p:grpSpPr>
      <p:sp>
        <p:nvSpPr>
          <p:cNvPr id="88" name="Google Shape;88;p18"/>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89" name="Google Shape;89;p18"/>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0" name="Google Shape;90;p18"/>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1" name="Google Shape;91;p18"/>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2" name="Google Shape;92;p18"/>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3" name="Google Shape;93;p18"/>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4" name="Google Shape;94;p18"/>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5" name="Google Shape;95;p18"/>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6" name="Google Shape;96;p18"/>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7" name="Google Shape;97;p18"/>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8" name="Google Shape;98;p18"/>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9" name="Google Shape;99;p18"/>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0" name="Google Shape;100;p18"/>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1" name="Google Shape;101;p18"/>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2" name="Google Shape;102;p18"/>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3" name="Google Shape;103;p18"/>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4" name="Google Shape;104;p18"/>
          <p:cNvSpPr/>
          <p:nvPr>
            <p:ph idx="2" type="pic"/>
          </p:nvPr>
        </p:nvSpPr>
        <p:spPr>
          <a:xfrm>
            <a:off x="6423338" y="492900"/>
            <a:ext cx="422400" cy="422400"/>
          </a:xfrm>
          <a:prstGeom prst="rect">
            <a:avLst/>
          </a:prstGeom>
          <a:noFill/>
          <a:ln>
            <a:noFill/>
          </a:ln>
        </p:spPr>
      </p:sp>
      <p:sp>
        <p:nvSpPr>
          <p:cNvPr id="105" name="Google Shape;105;p18"/>
          <p:cNvSpPr/>
          <p:nvPr>
            <p:ph idx="3" type="pic"/>
          </p:nvPr>
        </p:nvSpPr>
        <p:spPr>
          <a:xfrm>
            <a:off x="6423338" y="1366600"/>
            <a:ext cx="422400" cy="422400"/>
          </a:xfrm>
          <a:prstGeom prst="rect">
            <a:avLst/>
          </a:prstGeom>
          <a:noFill/>
          <a:ln>
            <a:noFill/>
          </a:ln>
        </p:spPr>
      </p:sp>
      <p:sp>
        <p:nvSpPr>
          <p:cNvPr id="106" name="Google Shape;106;p18"/>
          <p:cNvSpPr/>
          <p:nvPr>
            <p:ph idx="4" type="pic"/>
          </p:nvPr>
        </p:nvSpPr>
        <p:spPr>
          <a:xfrm>
            <a:off x="6423338" y="2240275"/>
            <a:ext cx="422400" cy="422400"/>
          </a:xfrm>
          <a:prstGeom prst="rect">
            <a:avLst/>
          </a:prstGeom>
          <a:noFill/>
          <a:ln>
            <a:noFill/>
          </a:ln>
        </p:spPr>
      </p:sp>
      <p:sp>
        <p:nvSpPr>
          <p:cNvPr id="107" name="Google Shape;107;p18"/>
          <p:cNvSpPr txBox="1"/>
          <p:nvPr>
            <p:ph idx="1" type="subTitle"/>
          </p:nvPr>
        </p:nvSpPr>
        <p:spPr>
          <a:xfrm>
            <a:off x="6845750" y="1211800"/>
            <a:ext cx="2464200" cy="732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108" name="Google Shape;108;p18"/>
          <p:cNvSpPr txBox="1"/>
          <p:nvPr>
            <p:ph idx="5" type="subTitle"/>
          </p:nvPr>
        </p:nvSpPr>
        <p:spPr>
          <a:xfrm>
            <a:off x="6845750" y="2085475"/>
            <a:ext cx="2464200" cy="732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109" name="Google Shape;109;p18"/>
          <p:cNvSpPr txBox="1"/>
          <p:nvPr>
            <p:ph idx="6" type="subTitle"/>
          </p:nvPr>
        </p:nvSpPr>
        <p:spPr>
          <a:xfrm>
            <a:off x="6845750" y="2959150"/>
            <a:ext cx="2464200" cy="732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110" name="Google Shape;110;p18"/>
          <p:cNvSpPr txBox="1"/>
          <p:nvPr>
            <p:ph idx="7" type="subTitle"/>
          </p:nvPr>
        </p:nvSpPr>
        <p:spPr>
          <a:xfrm>
            <a:off x="6845750" y="3832825"/>
            <a:ext cx="2464200" cy="732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111" name="Google Shape;111;p18"/>
          <p:cNvSpPr/>
          <p:nvPr>
            <p:ph idx="8" type="pic"/>
          </p:nvPr>
        </p:nvSpPr>
        <p:spPr>
          <a:xfrm>
            <a:off x="6423338" y="3113938"/>
            <a:ext cx="422400" cy="422400"/>
          </a:xfrm>
          <a:prstGeom prst="rect">
            <a:avLst/>
          </a:prstGeom>
          <a:noFill/>
          <a:ln>
            <a:noFill/>
          </a:ln>
        </p:spPr>
      </p:sp>
      <p:sp>
        <p:nvSpPr>
          <p:cNvPr id="112" name="Google Shape;112;p18"/>
          <p:cNvSpPr txBox="1"/>
          <p:nvPr>
            <p:ph idx="9" type="subTitle"/>
          </p:nvPr>
        </p:nvSpPr>
        <p:spPr>
          <a:xfrm>
            <a:off x="6845750" y="338125"/>
            <a:ext cx="2464200" cy="732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113" name="Google Shape;113;p18"/>
          <p:cNvSpPr/>
          <p:nvPr>
            <p:ph idx="13" type="pic"/>
          </p:nvPr>
        </p:nvSpPr>
        <p:spPr>
          <a:xfrm>
            <a:off x="6423338" y="3987613"/>
            <a:ext cx="422400" cy="422400"/>
          </a:xfrm>
          <a:prstGeom prst="rect">
            <a:avLst/>
          </a:prstGeom>
          <a:noFill/>
          <a:ln>
            <a:noFill/>
          </a:ln>
        </p:spPr>
      </p:sp>
      <p:sp>
        <p:nvSpPr>
          <p:cNvPr id="114" name="Google Shape;114;p18"/>
          <p:cNvSpPr txBox="1"/>
          <p:nvPr>
            <p:ph type="title"/>
          </p:nvPr>
        </p:nvSpPr>
        <p:spPr>
          <a:xfrm>
            <a:off x="208839" y="3853175"/>
            <a:ext cx="3015600" cy="113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6000"/>
              <a:buNone/>
              <a:defRPr>
                <a:solidFill>
                  <a:schemeClr val="accent2"/>
                </a:solidFill>
              </a:defRPr>
            </a:lvl1pPr>
            <a:lvl2pPr lvl="1">
              <a:lnSpc>
                <a:spcPct val="100000"/>
              </a:lnSpc>
              <a:spcBef>
                <a:spcPts val="0"/>
              </a:spcBef>
              <a:spcAft>
                <a:spcPts val="0"/>
              </a:spcAft>
              <a:buClr>
                <a:schemeClr val="accent2"/>
              </a:buClr>
              <a:buSzPts val="6000"/>
              <a:buNone/>
              <a:defRPr>
                <a:solidFill>
                  <a:schemeClr val="accent2"/>
                </a:solidFill>
              </a:defRPr>
            </a:lvl2pPr>
            <a:lvl3pPr lvl="2">
              <a:lnSpc>
                <a:spcPct val="100000"/>
              </a:lnSpc>
              <a:spcBef>
                <a:spcPts val="0"/>
              </a:spcBef>
              <a:spcAft>
                <a:spcPts val="0"/>
              </a:spcAft>
              <a:buClr>
                <a:schemeClr val="accent2"/>
              </a:buClr>
              <a:buSzPts val="6000"/>
              <a:buNone/>
              <a:defRPr>
                <a:solidFill>
                  <a:schemeClr val="accent2"/>
                </a:solidFill>
              </a:defRPr>
            </a:lvl3pPr>
            <a:lvl4pPr lvl="3">
              <a:lnSpc>
                <a:spcPct val="100000"/>
              </a:lnSpc>
              <a:spcBef>
                <a:spcPts val="0"/>
              </a:spcBef>
              <a:spcAft>
                <a:spcPts val="0"/>
              </a:spcAft>
              <a:buClr>
                <a:schemeClr val="accent2"/>
              </a:buClr>
              <a:buSzPts val="6000"/>
              <a:buNone/>
              <a:defRPr>
                <a:solidFill>
                  <a:schemeClr val="accent2"/>
                </a:solidFill>
              </a:defRPr>
            </a:lvl4pPr>
            <a:lvl5pPr lvl="4">
              <a:lnSpc>
                <a:spcPct val="100000"/>
              </a:lnSpc>
              <a:spcBef>
                <a:spcPts val="0"/>
              </a:spcBef>
              <a:spcAft>
                <a:spcPts val="0"/>
              </a:spcAft>
              <a:buClr>
                <a:schemeClr val="accent2"/>
              </a:buClr>
              <a:buSzPts val="6000"/>
              <a:buNone/>
              <a:defRPr>
                <a:solidFill>
                  <a:schemeClr val="accent2"/>
                </a:solidFill>
              </a:defRPr>
            </a:lvl5pPr>
            <a:lvl6pPr lvl="5">
              <a:lnSpc>
                <a:spcPct val="100000"/>
              </a:lnSpc>
              <a:spcBef>
                <a:spcPts val="0"/>
              </a:spcBef>
              <a:spcAft>
                <a:spcPts val="0"/>
              </a:spcAft>
              <a:buClr>
                <a:schemeClr val="accent2"/>
              </a:buClr>
              <a:buSzPts val="6000"/>
              <a:buNone/>
              <a:defRPr>
                <a:solidFill>
                  <a:schemeClr val="accent2"/>
                </a:solidFill>
              </a:defRPr>
            </a:lvl6pPr>
            <a:lvl7pPr lvl="6">
              <a:lnSpc>
                <a:spcPct val="100000"/>
              </a:lnSpc>
              <a:spcBef>
                <a:spcPts val="0"/>
              </a:spcBef>
              <a:spcAft>
                <a:spcPts val="0"/>
              </a:spcAft>
              <a:buClr>
                <a:schemeClr val="accent2"/>
              </a:buClr>
              <a:buSzPts val="6000"/>
              <a:buNone/>
              <a:defRPr>
                <a:solidFill>
                  <a:schemeClr val="accent2"/>
                </a:solidFill>
              </a:defRPr>
            </a:lvl7pPr>
            <a:lvl8pPr lvl="7">
              <a:lnSpc>
                <a:spcPct val="100000"/>
              </a:lnSpc>
              <a:spcBef>
                <a:spcPts val="0"/>
              </a:spcBef>
              <a:spcAft>
                <a:spcPts val="0"/>
              </a:spcAft>
              <a:buClr>
                <a:schemeClr val="accent2"/>
              </a:buClr>
              <a:buSzPts val="6000"/>
              <a:buNone/>
              <a:defRPr>
                <a:solidFill>
                  <a:schemeClr val="accent2"/>
                </a:solidFill>
              </a:defRPr>
            </a:lvl8pPr>
            <a:lvl9pPr lvl="8">
              <a:lnSpc>
                <a:spcPct val="100000"/>
              </a:lnSpc>
              <a:spcBef>
                <a:spcPts val="0"/>
              </a:spcBef>
              <a:spcAft>
                <a:spcPts val="0"/>
              </a:spcAft>
              <a:buClr>
                <a:schemeClr val="accent2"/>
              </a:buClr>
              <a:buSzPts val="6000"/>
              <a:buNone/>
              <a:defRPr>
                <a:solidFill>
                  <a:schemeClr val="accent2"/>
                </a:solidFill>
              </a:defRPr>
            </a:lvl9pPr>
          </a:lstStyle>
          <a:p/>
        </p:txBody>
      </p:sp>
      <p:sp>
        <p:nvSpPr>
          <p:cNvPr id="115" name="Google Shape;115;p18"/>
          <p:cNvSpPr txBox="1"/>
          <p:nvPr>
            <p:ph idx="14"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16" name="Google Shape;116;p18"/>
          <p:cNvSpPr txBox="1"/>
          <p:nvPr>
            <p:ph idx="15"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ipe">
  <p:cSld name="CUSTOM_16">
    <p:spTree>
      <p:nvGrpSpPr>
        <p:cNvPr id="117" name="Shape 117"/>
        <p:cNvGrpSpPr/>
        <p:nvPr/>
      </p:nvGrpSpPr>
      <p:grpSpPr>
        <a:xfrm>
          <a:off x="0" y="0"/>
          <a:ext cx="0" cy="0"/>
          <a:chOff x="0" y="0"/>
          <a:chExt cx="0" cy="0"/>
        </a:xfrm>
      </p:grpSpPr>
      <p:sp>
        <p:nvSpPr>
          <p:cNvPr id="118" name="Google Shape;118;p19"/>
          <p:cNvSpPr/>
          <p:nvPr>
            <p:ph idx="2" type="pic"/>
          </p:nvPr>
        </p:nvSpPr>
        <p:spPr>
          <a:xfrm>
            <a:off x="250" y="0"/>
            <a:ext cx="9144000" cy="5143500"/>
          </a:xfrm>
          <a:prstGeom prst="rect">
            <a:avLst/>
          </a:prstGeom>
          <a:noFill/>
          <a:ln>
            <a:noFill/>
          </a:ln>
        </p:spPr>
      </p:sp>
      <p:sp>
        <p:nvSpPr>
          <p:cNvPr id="119" name="Google Shape;119;p19"/>
          <p:cNvSpPr/>
          <p:nvPr>
            <p:ph idx="3" type="pic"/>
          </p:nvPr>
        </p:nvSpPr>
        <p:spPr>
          <a:xfrm>
            <a:off x="4802975" y="4532150"/>
            <a:ext cx="398700" cy="265500"/>
          </a:xfrm>
          <a:prstGeom prst="roundRect">
            <a:avLst>
              <a:gd fmla="val 16667" name="adj"/>
            </a:avLst>
          </a:prstGeom>
          <a:noFill/>
          <a:ln>
            <a:noFill/>
          </a:ln>
        </p:spPr>
      </p:sp>
      <p:sp>
        <p:nvSpPr>
          <p:cNvPr id="120" name="Google Shape;120;p19"/>
          <p:cNvSpPr txBox="1"/>
          <p:nvPr>
            <p:ph type="title"/>
          </p:nvPr>
        </p:nvSpPr>
        <p:spPr>
          <a:xfrm>
            <a:off x="1338275" y="351050"/>
            <a:ext cx="3695700" cy="1524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accent2"/>
              </a:buClr>
              <a:buSzPts val="6000"/>
              <a:buNone/>
              <a:defRPr>
                <a:solidFill>
                  <a:schemeClr val="accent2"/>
                </a:solidFill>
              </a:defRPr>
            </a:lvl1pPr>
            <a:lvl2pPr lvl="1">
              <a:lnSpc>
                <a:spcPct val="80000"/>
              </a:lnSpc>
              <a:spcBef>
                <a:spcPts val="0"/>
              </a:spcBef>
              <a:spcAft>
                <a:spcPts val="0"/>
              </a:spcAft>
              <a:buClr>
                <a:schemeClr val="accent2"/>
              </a:buClr>
              <a:buSzPts val="6000"/>
              <a:buNone/>
              <a:defRPr>
                <a:solidFill>
                  <a:schemeClr val="accent2"/>
                </a:solidFill>
              </a:defRPr>
            </a:lvl2pPr>
            <a:lvl3pPr lvl="2">
              <a:lnSpc>
                <a:spcPct val="80000"/>
              </a:lnSpc>
              <a:spcBef>
                <a:spcPts val="0"/>
              </a:spcBef>
              <a:spcAft>
                <a:spcPts val="0"/>
              </a:spcAft>
              <a:buClr>
                <a:schemeClr val="accent2"/>
              </a:buClr>
              <a:buSzPts val="6000"/>
              <a:buNone/>
              <a:defRPr>
                <a:solidFill>
                  <a:schemeClr val="accent2"/>
                </a:solidFill>
              </a:defRPr>
            </a:lvl3pPr>
            <a:lvl4pPr lvl="3">
              <a:lnSpc>
                <a:spcPct val="80000"/>
              </a:lnSpc>
              <a:spcBef>
                <a:spcPts val="0"/>
              </a:spcBef>
              <a:spcAft>
                <a:spcPts val="0"/>
              </a:spcAft>
              <a:buClr>
                <a:schemeClr val="accent2"/>
              </a:buClr>
              <a:buSzPts val="6000"/>
              <a:buNone/>
              <a:defRPr>
                <a:solidFill>
                  <a:schemeClr val="accent2"/>
                </a:solidFill>
              </a:defRPr>
            </a:lvl4pPr>
            <a:lvl5pPr lvl="4">
              <a:lnSpc>
                <a:spcPct val="80000"/>
              </a:lnSpc>
              <a:spcBef>
                <a:spcPts val="0"/>
              </a:spcBef>
              <a:spcAft>
                <a:spcPts val="0"/>
              </a:spcAft>
              <a:buClr>
                <a:schemeClr val="accent2"/>
              </a:buClr>
              <a:buSzPts val="6000"/>
              <a:buNone/>
              <a:defRPr>
                <a:solidFill>
                  <a:schemeClr val="accent2"/>
                </a:solidFill>
              </a:defRPr>
            </a:lvl5pPr>
            <a:lvl6pPr lvl="5">
              <a:lnSpc>
                <a:spcPct val="80000"/>
              </a:lnSpc>
              <a:spcBef>
                <a:spcPts val="0"/>
              </a:spcBef>
              <a:spcAft>
                <a:spcPts val="0"/>
              </a:spcAft>
              <a:buClr>
                <a:schemeClr val="accent2"/>
              </a:buClr>
              <a:buSzPts val="6000"/>
              <a:buNone/>
              <a:defRPr>
                <a:solidFill>
                  <a:schemeClr val="accent2"/>
                </a:solidFill>
              </a:defRPr>
            </a:lvl6pPr>
            <a:lvl7pPr lvl="6">
              <a:lnSpc>
                <a:spcPct val="80000"/>
              </a:lnSpc>
              <a:spcBef>
                <a:spcPts val="0"/>
              </a:spcBef>
              <a:spcAft>
                <a:spcPts val="0"/>
              </a:spcAft>
              <a:buClr>
                <a:schemeClr val="accent2"/>
              </a:buClr>
              <a:buSzPts val="6000"/>
              <a:buNone/>
              <a:defRPr>
                <a:solidFill>
                  <a:schemeClr val="accent2"/>
                </a:solidFill>
              </a:defRPr>
            </a:lvl7pPr>
            <a:lvl8pPr lvl="7">
              <a:lnSpc>
                <a:spcPct val="80000"/>
              </a:lnSpc>
              <a:spcBef>
                <a:spcPts val="0"/>
              </a:spcBef>
              <a:spcAft>
                <a:spcPts val="0"/>
              </a:spcAft>
              <a:buClr>
                <a:schemeClr val="accent2"/>
              </a:buClr>
              <a:buSzPts val="6000"/>
              <a:buNone/>
              <a:defRPr>
                <a:solidFill>
                  <a:schemeClr val="accent2"/>
                </a:solidFill>
              </a:defRPr>
            </a:lvl8pPr>
            <a:lvl9pPr lvl="8">
              <a:lnSpc>
                <a:spcPct val="80000"/>
              </a:lnSpc>
              <a:spcBef>
                <a:spcPts val="0"/>
              </a:spcBef>
              <a:spcAft>
                <a:spcPts val="0"/>
              </a:spcAft>
              <a:buClr>
                <a:schemeClr val="accent2"/>
              </a:buClr>
              <a:buSzPts val="6000"/>
              <a:buNone/>
              <a:defRPr>
                <a:solidFill>
                  <a:schemeClr val="accent2"/>
                </a:solidFill>
              </a:defRPr>
            </a:lvl9pPr>
          </a:lstStyle>
          <a:p/>
        </p:txBody>
      </p:sp>
      <p:sp>
        <p:nvSpPr>
          <p:cNvPr id="121" name="Google Shape;121;p19"/>
          <p:cNvSpPr txBox="1"/>
          <p:nvPr>
            <p:ph idx="1" type="subTitle"/>
          </p:nvPr>
        </p:nvSpPr>
        <p:spPr>
          <a:xfrm>
            <a:off x="327600" y="2692400"/>
            <a:ext cx="5258700" cy="41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3000"/>
              <a:buNone/>
              <a:defRPr sz="3000">
                <a:solidFill>
                  <a:schemeClr val="dk1"/>
                </a:solidFill>
              </a:defRPr>
            </a:lvl1pPr>
            <a:lvl2pPr lvl="1">
              <a:spcBef>
                <a:spcPts val="0"/>
              </a:spcBef>
              <a:spcAft>
                <a:spcPts val="0"/>
              </a:spcAft>
              <a:buClr>
                <a:schemeClr val="dk1"/>
              </a:buClr>
              <a:buSzPts val="3000"/>
              <a:buNone/>
              <a:defRPr sz="3000">
                <a:solidFill>
                  <a:schemeClr val="dk1"/>
                </a:solidFill>
              </a:defRPr>
            </a:lvl2pPr>
            <a:lvl3pPr lvl="2">
              <a:spcBef>
                <a:spcPts val="0"/>
              </a:spcBef>
              <a:spcAft>
                <a:spcPts val="0"/>
              </a:spcAft>
              <a:buClr>
                <a:schemeClr val="dk1"/>
              </a:buClr>
              <a:buSzPts val="3000"/>
              <a:buNone/>
              <a:defRPr sz="3000">
                <a:solidFill>
                  <a:schemeClr val="dk1"/>
                </a:solidFill>
              </a:defRPr>
            </a:lvl3pPr>
            <a:lvl4pPr lvl="3">
              <a:spcBef>
                <a:spcPts val="0"/>
              </a:spcBef>
              <a:spcAft>
                <a:spcPts val="0"/>
              </a:spcAft>
              <a:buClr>
                <a:schemeClr val="dk1"/>
              </a:buClr>
              <a:buSzPts val="3000"/>
              <a:buNone/>
              <a:defRPr sz="3000">
                <a:solidFill>
                  <a:schemeClr val="dk1"/>
                </a:solidFill>
              </a:defRPr>
            </a:lvl4pPr>
            <a:lvl5pPr lvl="4">
              <a:spcBef>
                <a:spcPts val="0"/>
              </a:spcBef>
              <a:spcAft>
                <a:spcPts val="0"/>
              </a:spcAft>
              <a:buClr>
                <a:schemeClr val="dk1"/>
              </a:buClr>
              <a:buSzPts val="3000"/>
              <a:buNone/>
              <a:defRPr sz="3000">
                <a:solidFill>
                  <a:schemeClr val="dk1"/>
                </a:solidFill>
              </a:defRPr>
            </a:lvl5pPr>
            <a:lvl6pPr lvl="5">
              <a:spcBef>
                <a:spcPts val="0"/>
              </a:spcBef>
              <a:spcAft>
                <a:spcPts val="0"/>
              </a:spcAft>
              <a:buClr>
                <a:schemeClr val="dk1"/>
              </a:buClr>
              <a:buSzPts val="3000"/>
              <a:buNone/>
              <a:defRPr sz="3000">
                <a:solidFill>
                  <a:schemeClr val="dk1"/>
                </a:solidFill>
              </a:defRPr>
            </a:lvl6pPr>
            <a:lvl7pPr lvl="6">
              <a:spcBef>
                <a:spcPts val="0"/>
              </a:spcBef>
              <a:spcAft>
                <a:spcPts val="0"/>
              </a:spcAft>
              <a:buClr>
                <a:schemeClr val="dk1"/>
              </a:buClr>
              <a:buSzPts val="3000"/>
              <a:buNone/>
              <a:defRPr sz="3000">
                <a:solidFill>
                  <a:schemeClr val="dk1"/>
                </a:solidFill>
              </a:defRPr>
            </a:lvl7pPr>
            <a:lvl8pPr lvl="7">
              <a:spcBef>
                <a:spcPts val="0"/>
              </a:spcBef>
              <a:spcAft>
                <a:spcPts val="0"/>
              </a:spcAft>
              <a:buClr>
                <a:schemeClr val="dk1"/>
              </a:buClr>
              <a:buSzPts val="3000"/>
              <a:buNone/>
              <a:defRPr sz="3000">
                <a:solidFill>
                  <a:schemeClr val="dk1"/>
                </a:solidFill>
              </a:defRPr>
            </a:lvl8pPr>
            <a:lvl9pPr lvl="8">
              <a:spcBef>
                <a:spcPts val="0"/>
              </a:spcBef>
              <a:spcAft>
                <a:spcPts val="0"/>
              </a:spcAft>
              <a:buClr>
                <a:schemeClr val="dk1"/>
              </a:buClr>
              <a:buSzPts val="3000"/>
              <a:buNone/>
              <a:defRPr sz="3000">
                <a:solidFill>
                  <a:schemeClr val="dk1"/>
                </a:solidFill>
              </a:defRPr>
            </a:lvl9pPr>
          </a:lstStyle>
          <a:p/>
        </p:txBody>
      </p:sp>
      <p:sp>
        <p:nvSpPr>
          <p:cNvPr id="122" name="Google Shape;122;p19"/>
          <p:cNvSpPr txBox="1"/>
          <p:nvPr>
            <p:ph idx="4" type="body"/>
          </p:nvPr>
        </p:nvSpPr>
        <p:spPr>
          <a:xfrm>
            <a:off x="403800" y="3110900"/>
            <a:ext cx="5109300" cy="613800"/>
          </a:xfrm>
          <a:prstGeom prst="rect">
            <a:avLst/>
          </a:prstGeom>
          <a:noFill/>
          <a:ln>
            <a:noFill/>
          </a:ln>
        </p:spPr>
        <p:txBody>
          <a:bodyPr anchorCtr="0" anchor="ctr"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ipe Overview">
  <p:cSld name="CUSTOM_17">
    <p:spTree>
      <p:nvGrpSpPr>
        <p:cNvPr id="123" name="Shape 123"/>
        <p:cNvGrpSpPr/>
        <p:nvPr/>
      </p:nvGrpSpPr>
      <p:grpSpPr>
        <a:xfrm>
          <a:off x="0" y="0"/>
          <a:ext cx="0" cy="0"/>
          <a:chOff x="0" y="0"/>
          <a:chExt cx="0" cy="0"/>
        </a:xfrm>
      </p:grpSpPr>
      <p:sp>
        <p:nvSpPr>
          <p:cNvPr id="124" name="Google Shape;124;p20"/>
          <p:cNvSpPr/>
          <p:nvPr>
            <p:ph idx="2" type="pic"/>
          </p:nvPr>
        </p:nvSpPr>
        <p:spPr>
          <a:xfrm>
            <a:off x="5925600" y="0"/>
            <a:ext cx="3218400" cy="5143500"/>
          </a:xfrm>
          <a:prstGeom prst="rect">
            <a:avLst/>
          </a:prstGeom>
          <a:noFill/>
          <a:ln>
            <a:noFill/>
          </a:ln>
        </p:spPr>
      </p:sp>
      <p:sp>
        <p:nvSpPr>
          <p:cNvPr id="125" name="Google Shape;125;p20"/>
          <p:cNvSpPr txBox="1"/>
          <p:nvPr>
            <p:ph idx="1" type="body"/>
          </p:nvPr>
        </p:nvSpPr>
        <p:spPr>
          <a:xfrm>
            <a:off x="390625" y="306925"/>
            <a:ext cx="3125400" cy="1685700"/>
          </a:xfrm>
          <a:prstGeom prst="rect">
            <a:avLst/>
          </a:prstGeom>
          <a:noFill/>
          <a:ln>
            <a:noFill/>
          </a:ln>
        </p:spPr>
        <p:txBody>
          <a:bodyPr anchorCtr="0" anchor="ctr" bIns="0" lIns="0" spcFirstLastPara="1" rIns="0" wrap="square" tIns="91425">
            <a:noAutofit/>
          </a:bodyPr>
          <a:lstStyle>
            <a:lvl1pPr indent="-317500" lvl="0" marL="457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1pPr>
            <a:lvl2pPr indent="-317500" lvl="1" marL="914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2pPr>
            <a:lvl3pPr indent="-317500" lvl="2" marL="1371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3pPr>
            <a:lvl4pPr indent="-317500" lvl="3" marL="1828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4pPr>
            <a:lvl5pPr indent="-317500" lvl="4" marL="22860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5pPr>
            <a:lvl6pPr indent="-317500" lvl="5" marL="2743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6pPr>
            <a:lvl7pPr indent="-317500" lvl="6" marL="3200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7pPr>
            <a:lvl8pPr indent="-317500" lvl="7" marL="3657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8pPr>
            <a:lvl9pPr indent="-317500" lvl="8" marL="4114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9pPr>
          </a:lstStyle>
          <a:p/>
        </p:txBody>
      </p:sp>
      <p:sp>
        <p:nvSpPr>
          <p:cNvPr id="126" name="Google Shape;126;p20"/>
          <p:cNvSpPr txBox="1"/>
          <p:nvPr>
            <p:ph idx="3" type="subTitle"/>
          </p:nvPr>
        </p:nvSpPr>
        <p:spPr>
          <a:xfrm>
            <a:off x="313425" y="3137100"/>
            <a:ext cx="5073300" cy="8649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accent4"/>
              </a:buClr>
              <a:buSzPts val="4000"/>
              <a:buNone/>
              <a:defRPr sz="4000">
                <a:solidFill>
                  <a:schemeClr val="accent4"/>
                </a:solidFill>
              </a:defRPr>
            </a:lvl1pPr>
            <a:lvl2pPr lvl="1">
              <a:spcBef>
                <a:spcPts val="0"/>
              </a:spcBef>
              <a:spcAft>
                <a:spcPts val="0"/>
              </a:spcAft>
              <a:buClr>
                <a:schemeClr val="accent4"/>
              </a:buClr>
              <a:buSzPts val="3600"/>
              <a:buNone/>
              <a:defRPr>
                <a:solidFill>
                  <a:schemeClr val="accent4"/>
                </a:solidFill>
              </a:defRPr>
            </a:lvl2pPr>
            <a:lvl3pPr lvl="2">
              <a:spcBef>
                <a:spcPts val="0"/>
              </a:spcBef>
              <a:spcAft>
                <a:spcPts val="0"/>
              </a:spcAft>
              <a:buClr>
                <a:schemeClr val="accent4"/>
              </a:buClr>
              <a:buSzPts val="3600"/>
              <a:buNone/>
              <a:defRPr>
                <a:solidFill>
                  <a:schemeClr val="accent4"/>
                </a:solidFill>
              </a:defRPr>
            </a:lvl3pPr>
            <a:lvl4pPr lvl="3">
              <a:spcBef>
                <a:spcPts val="0"/>
              </a:spcBef>
              <a:spcAft>
                <a:spcPts val="0"/>
              </a:spcAft>
              <a:buClr>
                <a:schemeClr val="accent4"/>
              </a:buClr>
              <a:buSzPts val="3600"/>
              <a:buNone/>
              <a:defRPr>
                <a:solidFill>
                  <a:schemeClr val="accent4"/>
                </a:solidFill>
              </a:defRPr>
            </a:lvl4pPr>
            <a:lvl5pPr lvl="4">
              <a:spcBef>
                <a:spcPts val="0"/>
              </a:spcBef>
              <a:spcAft>
                <a:spcPts val="0"/>
              </a:spcAft>
              <a:buClr>
                <a:schemeClr val="accent4"/>
              </a:buClr>
              <a:buSzPts val="3600"/>
              <a:buNone/>
              <a:defRPr>
                <a:solidFill>
                  <a:schemeClr val="accent4"/>
                </a:solidFill>
              </a:defRPr>
            </a:lvl5pPr>
            <a:lvl6pPr lvl="5">
              <a:spcBef>
                <a:spcPts val="0"/>
              </a:spcBef>
              <a:spcAft>
                <a:spcPts val="0"/>
              </a:spcAft>
              <a:buClr>
                <a:schemeClr val="accent4"/>
              </a:buClr>
              <a:buSzPts val="3600"/>
              <a:buNone/>
              <a:defRPr>
                <a:solidFill>
                  <a:schemeClr val="accent4"/>
                </a:solidFill>
              </a:defRPr>
            </a:lvl6pPr>
            <a:lvl7pPr lvl="6">
              <a:spcBef>
                <a:spcPts val="0"/>
              </a:spcBef>
              <a:spcAft>
                <a:spcPts val="0"/>
              </a:spcAft>
              <a:buClr>
                <a:schemeClr val="accent4"/>
              </a:buClr>
              <a:buSzPts val="3600"/>
              <a:buNone/>
              <a:defRPr>
                <a:solidFill>
                  <a:schemeClr val="accent4"/>
                </a:solidFill>
              </a:defRPr>
            </a:lvl7pPr>
            <a:lvl8pPr lvl="7">
              <a:spcBef>
                <a:spcPts val="0"/>
              </a:spcBef>
              <a:spcAft>
                <a:spcPts val="0"/>
              </a:spcAft>
              <a:buClr>
                <a:schemeClr val="accent4"/>
              </a:buClr>
              <a:buSzPts val="3600"/>
              <a:buNone/>
              <a:defRPr>
                <a:solidFill>
                  <a:schemeClr val="accent4"/>
                </a:solidFill>
              </a:defRPr>
            </a:lvl8pPr>
            <a:lvl9pPr lvl="8">
              <a:spcBef>
                <a:spcPts val="0"/>
              </a:spcBef>
              <a:spcAft>
                <a:spcPts val="0"/>
              </a:spcAft>
              <a:buClr>
                <a:schemeClr val="accent4"/>
              </a:buClr>
              <a:buSzPts val="3600"/>
              <a:buNone/>
              <a:defRPr>
                <a:solidFill>
                  <a:schemeClr val="accent4"/>
                </a:solidFill>
              </a:defRPr>
            </a:lvl9pPr>
          </a:lstStyle>
          <a:p/>
        </p:txBody>
      </p:sp>
      <p:sp>
        <p:nvSpPr>
          <p:cNvPr id="127" name="Google Shape;127;p20"/>
          <p:cNvSpPr txBox="1"/>
          <p:nvPr>
            <p:ph type="title"/>
          </p:nvPr>
        </p:nvSpPr>
        <p:spPr>
          <a:xfrm>
            <a:off x="313425" y="3982300"/>
            <a:ext cx="4484700" cy="86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4"/>
              </a:buClr>
              <a:buSzPts val="6000"/>
              <a:buNone/>
              <a:defRPr>
                <a:solidFill>
                  <a:schemeClr val="accent4"/>
                </a:solidFill>
              </a:defRPr>
            </a:lvl1pPr>
            <a:lvl2pPr lvl="1">
              <a:lnSpc>
                <a:spcPct val="100000"/>
              </a:lnSpc>
              <a:spcBef>
                <a:spcPts val="0"/>
              </a:spcBef>
              <a:spcAft>
                <a:spcPts val="0"/>
              </a:spcAft>
              <a:buClr>
                <a:schemeClr val="accent4"/>
              </a:buClr>
              <a:buSzPts val="6000"/>
              <a:buNone/>
              <a:defRPr>
                <a:solidFill>
                  <a:schemeClr val="accent4"/>
                </a:solidFill>
              </a:defRPr>
            </a:lvl2pPr>
            <a:lvl3pPr lvl="2">
              <a:lnSpc>
                <a:spcPct val="100000"/>
              </a:lnSpc>
              <a:spcBef>
                <a:spcPts val="0"/>
              </a:spcBef>
              <a:spcAft>
                <a:spcPts val="0"/>
              </a:spcAft>
              <a:buClr>
                <a:schemeClr val="accent4"/>
              </a:buClr>
              <a:buSzPts val="6000"/>
              <a:buNone/>
              <a:defRPr>
                <a:solidFill>
                  <a:schemeClr val="accent4"/>
                </a:solidFill>
              </a:defRPr>
            </a:lvl3pPr>
            <a:lvl4pPr lvl="3">
              <a:lnSpc>
                <a:spcPct val="100000"/>
              </a:lnSpc>
              <a:spcBef>
                <a:spcPts val="0"/>
              </a:spcBef>
              <a:spcAft>
                <a:spcPts val="0"/>
              </a:spcAft>
              <a:buClr>
                <a:schemeClr val="accent4"/>
              </a:buClr>
              <a:buSzPts val="6000"/>
              <a:buNone/>
              <a:defRPr>
                <a:solidFill>
                  <a:schemeClr val="accent4"/>
                </a:solidFill>
              </a:defRPr>
            </a:lvl4pPr>
            <a:lvl5pPr lvl="4">
              <a:lnSpc>
                <a:spcPct val="100000"/>
              </a:lnSpc>
              <a:spcBef>
                <a:spcPts val="0"/>
              </a:spcBef>
              <a:spcAft>
                <a:spcPts val="0"/>
              </a:spcAft>
              <a:buClr>
                <a:schemeClr val="accent4"/>
              </a:buClr>
              <a:buSzPts val="6000"/>
              <a:buNone/>
              <a:defRPr>
                <a:solidFill>
                  <a:schemeClr val="accent4"/>
                </a:solidFill>
              </a:defRPr>
            </a:lvl5pPr>
            <a:lvl6pPr lvl="5">
              <a:lnSpc>
                <a:spcPct val="100000"/>
              </a:lnSpc>
              <a:spcBef>
                <a:spcPts val="0"/>
              </a:spcBef>
              <a:spcAft>
                <a:spcPts val="0"/>
              </a:spcAft>
              <a:buClr>
                <a:schemeClr val="accent4"/>
              </a:buClr>
              <a:buSzPts val="6000"/>
              <a:buNone/>
              <a:defRPr>
                <a:solidFill>
                  <a:schemeClr val="accent4"/>
                </a:solidFill>
              </a:defRPr>
            </a:lvl6pPr>
            <a:lvl7pPr lvl="6">
              <a:lnSpc>
                <a:spcPct val="100000"/>
              </a:lnSpc>
              <a:spcBef>
                <a:spcPts val="0"/>
              </a:spcBef>
              <a:spcAft>
                <a:spcPts val="0"/>
              </a:spcAft>
              <a:buClr>
                <a:schemeClr val="accent4"/>
              </a:buClr>
              <a:buSzPts val="6000"/>
              <a:buNone/>
              <a:defRPr>
                <a:solidFill>
                  <a:schemeClr val="accent4"/>
                </a:solidFill>
              </a:defRPr>
            </a:lvl7pPr>
            <a:lvl8pPr lvl="7">
              <a:lnSpc>
                <a:spcPct val="100000"/>
              </a:lnSpc>
              <a:spcBef>
                <a:spcPts val="0"/>
              </a:spcBef>
              <a:spcAft>
                <a:spcPts val="0"/>
              </a:spcAft>
              <a:buClr>
                <a:schemeClr val="accent4"/>
              </a:buClr>
              <a:buSzPts val="6000"/>
              <a:buNone/>
              <a:defRPr>
                <a:solidFill>
                  <a:schemeClr val="accent4"/>
                </a:solidFill>
              </a:defRPr>
            </a:lvl8pPr>
            <a:lvl9pPr lvl="8">
              <a:lnSpc>
                <a:spcPct val="100000"/>
              </a:lnSpc>
              <a:spcBef>
                <a:spcPts val="0"/>
              </a:spcBef>
              <a:spcAft>
                <a:spcPts val="0"/>
              </a:spcAft>
              <a:buClr>
                <a:schemeClr val="accent4"/>
              </a:buClr>
              <a:buSzPts val="6000"/>
              <a:buNone/>
              <a:defRPr>
                <a:solidFill>
                  <a:schemeClr val="accent4"/>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gredients Equipment Timing">
  <p:cSld name="CUSTOM_18">
    <p:spTree>
      <p:nvGrpSpPr>
        <p:cNvPr id="128" name="Shape 128"/>
        <p:cNvGrpSpPr/>
        <p:nvPr/>
      </p:nvGrpSpPr>
      <p:grpSpPr>
        <a:xfrm>
          <a:off x="0" y="0"/>
          <a:ext cx="0" cy="0"/>
          <a:chOff x="0" y="0"/>
          <a:chExt cx="0" cy="0"/>
        </a:xfrm>
      </p:grpSpPr>
      <p:sp>
        <p:nvSpPr>
          <p:cNvPr id="129" name="Google Shape;129;p21"/>
          <p:cNvSpPr txBox="1"/>
          <p:nvPr/>
        </p:nvSpPr>
        <p:spPr>
          <a:xfrm>
            <a:off x="4938475" y="3471508"/>
            <a:ext cx="1683000" cy="1692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1100">
              <a:solidFill>
                <a:srgbClr val="303030"/>
              </a:solidFill>
              <a:latin typeface="IBM Plex Mono"/>
              <a:ea typeface="IBM Plex Mono"/>
              <a:cs typeface="IBM Plex Mono"/>
              <a:sym typeface="IBM Plex Mono"/>
            </a:endParaRPr>
          </a:p>
        </p:txBody>
      </p:sp>
      <p:sp>
        <p:nvSpPr>
          <p:cNvPr id="130" name="Google Shape;130;p21"/>
          <p:cNvSpPr txBox="1"/>
          <p:nvPr/>
        </p:nvSpPr>
        <p:spPr>
          <a:xfrm>
            <a:off x="4938475" y="3803796"/>
            <a:ext cx="1683000" cy="1692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1100">
              <a:solidFill>
                <a:srgbClr val="303030"/>
              </a:solidFill>
              <a:latin typeface="IBM Plex Mono"/>
              <a:ea typeface="IBM Plex Mono"/>
              <a:cs typeface="IBM Plex Mono"/>
              <a:sym typeface="IBM Plex Mono"/>
            </a:endParaRPr>
          </a:p>
        </p:txBody>
      </p:sp>
      <p:sp>
        <p:nvSpPr>
          <p:cNvPr id="131" name="Google Shape;131;p21"/>
          <p:cNvSpPr txBox="1"/>
          <p:nvPr/>
        </p:nvSpPr>
        <p:spPr>
          <a:xfrm>
            <a:off x="4938475" y="4119298"/>
            <a:ext cx="1683000" cy="1692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1100">
              <a:solidFill>
                <a:srgbClr val="303030"/>
              </a:solidFill>
              <a:latin typeface="IBM Plex Mono"/>
              <a:ea typeface="IBM Plex Mono"/>
              <a:cs typeface="IBM Plex Mono"/>
              <a:sym typeface="IBM Plex Mono"/>
            </a:endParaRPr>
          </a:p>
        </p:txBody>
      </p:sp>
      <p:sp>
        <p:nvSpPr>
          <p:cNvPr id="132" name="Google Shape;132;p21"/>
          <p:cNvSpPr txBox="1"/>
          <p:nvPr/>
        </p:nvSpPr>
        <p:spPr>
          <a:xfrm>
            <a:off x="4938475" y="4451586"/>
            <a:ext cx="1683000" cy="1692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1100">
              <a:solidFill>
                <a:srgbClr val="303030"/>
              </a:solidFill>
              <a:latin typeface="IBM Plex Mono"/>
              <a:ea typeface="IBM Plex Mono"/>
              <a:cs typeface="IBM Plex Mono"/>
              <a:sym typeface="IBM Plex Mono"/>
            </a:endParaRPr>
          </a:p>
        </p:txBody>
      </p:sp>
      <p:sp>
        <p:nvSpPr>
          <p:cNvPr id="133" name="Google Shape;133;p21"/>
          <p:cNvSpPr txBox="1"/>
          <p:nvPr/>
        </p:nvSpPr>
        <p:spPr>
          <a:xfrm>
            <a:off x="7121346" y="4119301"/>
            <a:ext cx="1710000" cy="1692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1100">
              <a:solidFill>
                <a:srgbClr val="303030"/>
              </a:solidFill>
              <a:latin typeface="IBM Plex Mono"/>
              <a:ea typeface="IBM Plex Mono"/>
              <a:cs typeface="IBM Plex Mono"/>
              <a:sym typeface="IBM Plex Mono"/>
            </a:endParaRPr>
          </a:p>
        </p:txBody>
      </p:sp>
      <p:sp>
        <p:nvSpPr>
          <p:cNvPr id="134" name="Google Shape;134;p21"/>
          <p:cNvSpPr txBox="1"/>
          <p:nvPr/>
        </p:nvSpPr>
        <p:spPr>
          <a:xfrm>
            <a:off x="7121346" y="4451589"/>
            <a:ext cx="1710000" cy="1692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1100">
              <a:solidFill>
                <a:srgbClr val="303030"/>
              </a:solidFill>
              <a:latin typeface="IBM Plex Mono"/>
              <a:ea typeface="IBM Plex Mono"/>
              <a:cs typeface="IBM Plex Mono"/>
              <a:sym typeface="IBM Plex Mono"/>
            </a:endParaRPr>
          </a:p>
        </p:txBody>
      </p:sp>
      <p:cxnSp>
        <p:nvCxnSpPr>
          <p:cNvPr id="135" name="Google Shape;135;p21"/>
          <p:cNvCxnSpPr/>
          <p:nvPr/>
        </p:nvCxnSpPr>
        <p:spPr>
          <a:xfrm rot="10800000">
            <a:off x="4699500" y="565800"/>
            <a:ext cx="0" cy="4109100"/>
          </a:xfrm>
          <a:prstGeom prst="straightConnector1">
            <a:avLst/>
          </a:prstGeom>
          <a:noFill/>
          <a:ln cap="flat" cmpd="sng" w="19050">
            <a:solidFill>
              <a:schemeClr val="accent4"/>
            </a:solidFill>
            <a:prstDash val="solid"/>
            <a:round/>
            <a:headEnd len="med" w="med" type="none"/>
            <a:tailEnd len="med" w="med" type="none"/>
          </a:ln>
        </p:spPr>
      </p:cxnSp>
      <p:cxnSp>
        <p:nvCxnSpPr>
          <p:cNvPr id="136" name="Google Shape;136;p21"/>
          <p:cNvCxnSpPr/>
          <p:nvPr/>
        </p:nvCxnSpPr>
        <p:spPr>
          <a:xfrm rot="10800000">
            <a:off x="6872275" y="565800"/>
            <a:ext cx="0" cy="4109100"/>
          </a:xfrm>
          <a:prstGeom prst="straightConnector1">
            <a:avLst/>
          </a:prstGeom>
          <a:noFill/>
          <a:ln cap="flat" cmpd="sng" w="19050">
            <a:solidFill>
              <a:schemeClr val="accent4"/>
            </a:solidFill>
            <a:prstDash val="solid"/>
            <a:round/>
            <a:headEnd len="med" w="med" type="none"/>
            <a:tailEnd len="med" w="med" type="none"/>
          </a:ln>
        </p:spPr>
      </p:cxnSp>
      <p:cxnSp>
        <p:nvCxnSpPr>
          <p:cNvPr id="137" name="Google Shape;137;p21"/>
          <p:cNvCxnSpPr/>
          <p:nvPr/>
        </p:nvCxnSpPr>
        <p:spPr>
          <a:xfrm>
            <a:off x="2488425" y="1300175"/>
            <a:ext cx="6347100" cy="0"/>
          </a:xfrm>
          <a:prstGeom prst="straightConnector1">
            <a:avLst/>
          </a:prstGeom>
          <a:noFill/>
          <a:ln cap="flat" cmpd="sng" w="19050">
            <a:solidFill>
              <a:schemeClr val="accent4"/>
            </a:solidFill>
            <a:prstDash val="solid"/>
            <a:round/>
            <a:headEnd len="med" w="med" type="none"/>
            <a:tailEnd len="med" w="med" type="none"/>
          </a:ln>
        </p:spPr>
      </p:cxnSp>
      <p:sp>
        <p:nvSpPr>
          <p:cNvPr id="138" name="Google Shape;138;p21"/>
          <p:cNvSpPr txBox="1"/>
          <p:nvPr>
            <p:ph idx="1" type="body"/>
          </p:nvPr>
        </p:nvSpPr>
        <p:spPr>
          <a:xfrm>
            <a:off x="251400" y="3003825"/>
            <a:ext cx="1967100" cy="969300"/>
          </a:xfrm>
          <a:prstGeom prst="rect">
            <a:avLst/>
          </a:prstGeom>
          <a:noFill/>
          <a:ln>
            <a:noFill/>
          </a:ln>
        </p:spPr>
        <p:txBody>
          <a:bodyPr anchorCtr="0" anchor="ctr"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139" name="Google Shape;139;p21"/>
          <p:cNvSpPr txBox="1"/>
          <p:nvPr>
            <p:ph idx="2" type="body"/>
          </p:nvPr>
        </p:nvSpPr>
        <p:spPr>
          <a:xfrm>
            <a:off x="2776938" y="1403275"/>
            <a:ext cx="1798800" cy="3298200"/>
          </a:xfrm>
          <a:prstGeom prst="rect">
            <a:avLst/>
          </a:prstGeom>
        </p:spPr>
        <p:txBody>
          <a:bodyPr anchorCtr="0" anchor="t" bIns="0" lIns="0" spcFirstLastPara="1" rIns="0" wrap="square" tIns="91425">
            <a:noAutofit/>
          </a:bodyPr>
          <a:lstStyle>
            <a:lvl1pPr indent="-298450" lvl="0" marL="457200">
              <a:lnSpc>
                <a:spcPct val="200000"/>
              </a:lnSpc>
              <a:spcBef>
                <a:spcPts val="0"/>
              </a:spcBef>
              <a:spcAft>
                <a:spcPts val="0"/>
              </a:spcAft>
              <a:buSzPts val="1100"/>
              <a:buChar char="●"/>
              <a:defRPr sz="1100"/>
            </a:lvl1pPr>
            <a:lvl2pPr indent="-298450" lvl="1" marL="914400">
              <a:lnSpc>
                <a:spcPct val="200000"/>
              </a:lnSpc>
              <a:spcBef>
                <a:spcPts val="0"/>
              </a:spcBef>
              <a:spcAft>
                <a:spcPts val="0"/>
              </a:spcAft>
              <a:buSzPts val="1100"/>
              <a:buChar char="○"/>
              <a:defRPr sz="1100"/>
            </a:lvl2pPr>
            <a:lvl3pPr indent="-298450" lvl="2" marL="1371600">
              <a:lnSpc>
                <a:spcPct val="200000"/>
              </a:lnSpc>
              <a:spcBef>
                <a:spcPts val="0"/>
              </a:spcBef>
              <a:spcAft>
                <a:spcPts val="0"/>
              </a:spcAft>
              <a:buSzPts val="1100"/>
              <a:buChar char="■"/>
              <a:defRPr sz="1100"/>
            </a:lvl3pPr>
            <a:lvl4pPr indent="-298450" lvl="3" marL="1828800">
              <a:lnSpc>
                <a:spcPct val="200000"/>
              </a:lnSpc>
              <a:spcBef>
                <a:spcPts val="0"/>
              </a:spcBef>
              <a:spcAft>
                <a:spcPts val="0"/>
              </a:spcAft>
              <a:buSzPts val="1100"/>
              <a:buChar char="●"/>
              <a:defRPr sz="1100"/>
            </a:lvl4pPr>
            <a:lvl5pPr indent="-298450" lvl="4" marL="2286000">
              <a:lnSpc>
                <a:spcPct val="200000"/>
              </a:lnSpc>
              <a:spcBef>
                <a:spcPts val="0"/>
              </a:spcBef>
              <a:spcAft>
                <a:spcPts val="0"/>
              </a:spcAft>
              <a:buSzPts val="1100"/>
              <a:buChar char="○"/>
              <a:defRPr sz="1100"/>
            </a:lvl5pPr>
            <a:lvl6pPr indent="-298450" lvl="5" marL="2743200">
              <a:lnSpc>
                <a:spcPct val="200000"/>
              </a:lnSpc>
              <a:spcBef>
                <a:spcPts val="0"/>
              </a:spcBef>
              <a:spcAft>
                <a:spcPts val="0"/>
              </a:spcAft>
              <a:buSzPts val="1100"/>
              <a:buChar char="■"/>
              <a:defRPr sz="1100"/>
            </a:lvl6pPr>
            <a:lvl7pPr indent="-298450" lvl="6" marL="3200400">
              <a:lnSpc>
                <a:spcPct val="200000"/>
              </a:lnSpc>
              <a:spcBef>
                <a:spcPts val="0"/>
              </a:spcBef>
              <a:spcAft>
                <a:spcPts val="0"/>
              </a:spcAft>
              <a:buSzPts val="1100"/>
              <a:buChar char="●"/>
              <a:defRPr sz="1100"/>
            </a:lvl7pPr>
            <a:lvl8pPr indent="-298450" lvl="7" marL="3657600">
              <a:lnSpc>
                <a:spcPct val="200000"/>
              </a:lnSpc>
              <a:spcBef>
                <a:spcPts val="0"/>
              </a:spcBef>
              <a:spcAft>
                <a:spcPts val="0"/>
              </a:spcAft>
              <a:buSzPts val="1100"/>
              <a:buChar char="○"/>
              <a:defRPr sz="1100"/>
            </a:lvl8pPr>
            <a:lvl9pPr indent="-298450" lvl="8" marL="4114800">
              <a:lnSpc>
                <a:spcPct val="200000"/>
              </a:lnSpc>
              <a:spcBef>
                <a:spcPts val="0"/>
              </a:spcBef>
              <a:spcAft>
                <a:spcPts val="0"/>
              </a:spcAft>
              <a:buSzPts val="1100"/>
              <a:buChar char="■"/>
              <a:defRPr sz="1100"/>
            </a:lvl9pPr>
          </a:lstStyle>
          <a:p/>
        </p:txBody>
      </p:sp>
      <p:sp>
        <p:nvSpPr>
          <p:cNvPr id="140" name="Google Shape;140;p21"/>
          <p:cNvSpPr txBox="1"/>
          <p:nvPr>
            <p:ph idx="3" type="body"/>
          </p:nvPr>
        </p:nvSpPr>
        <p:spPr>
          <a:xfrm>
            <a:off x="4955375" y="1403275"/>
            <a:ext cx="1710000" cy="3298200"/>
          </a:xfrm>
          <a:prstGeom prst="rect">
            <a:avLst/>
          </a:prstGeom>
          <a:noFill/>
          <a:ln>
            <a:noFill/>
          </a:ln>
        </p:spPr>
        <p:txBody>
          <a:bodyPr anchorCtr="0" anchor="ctr" bIns="0" lIns="0" spcFirstLastPara="1" rIns="0" wrap="square" tIns="91425">
            <a:noAutofit/>
          </a:bodyPr>
          <a:lstStyle>
            <a:lvl1pPr indent="-298450" lvl="0" marL="4572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141" name="Google Shape;141;p21"/>
          <p:cNvSpPr txBox="1"/>
          <p:nvPr>
            <p:ph idx="4" type="body"/>
          </p:nvPr>
        </p:nvSpPr>
        <p:spPr>
          <a:xfrm>
            <a:off x="7147560" y="1403275"/>
            <a:ext cx="1641600" cy="3298200"/>
          </a:xfrm>
          <a:prstGeom prst="rect">
            <a:avLst/>
          </a:prstGeom>
          <a:noFill/>
          <a:ln>
            <a:noFill/>
          </a:ln>
        </p:spPr>
        <p:txBody>
          <a:bodyPr anchorCtr="0" anchor="ctr" bIns="0" lIns="0" spcFirstLastPara="1" rIns="0" wrap="square" tIns="91425">
            <a:noAutofit/>
          </a:bodyPr>
          <a:lstStyle>
            <a:lvl1pPr indent="-298450" lvl="0" marL="4572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142" name="Google Shape;142;p21"/>
          <p:cNvSpPr txBox="1"/>
          <p:nvPr>
            <p:ph idx="5" type="subTitle"/>
          </p:nvPr>
        </p:nvSpPr>
        <p:spPr>
          <a:xfrm>
            <a:off x="2655800" y="702100"/>
            <a:ext cx="1581000" cy="645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800"/>
              <a:buNone/>
              <a:defRPr sz="1800">
                <a:solidFill>
                  <a:schemeClr val="accent3"/>
                </a:solidFill>
              </a:defRPr>
            </a:lvl1pPr>
            <a:lvl2pPr lvl="1">
              <a:spcBef>
                <a:spcPts val="0"/>
              </a:spcBef>
              <a:spcAft>
                <a:spcPts val="0"/>
              </a:spcAft>
              <a:buClr>
                <a:schemeClr val="accent3"/>
              </a:buClr>
              <a:buSzPts val="1800"/>
              <a:buNone/>
              <a:defRPr sz="1800">
                <a:solidFill>
                  <a:schemeClr val="accent3"/>
                </a:solidFill>
              </a:defRPr>
            </a:lvl2pPr>
            <a:lvl3pPr lvl="2">
              <a:spcBef>
                <a:spcPts val="0"/>
              </a:spcBef>
              <a:spcAft>
                <a:spcPts val="0"/>
              </a:spcAft>
              <a:buClr>
                <a:schemeClr val="accent3"/>
              </a:buClr>
              <a:buSzPts val="1800"/>
              <a:buNone/>
              <a:defRPr sz="1800">
                <a:solidFill>
                  <a:schemeClr val="accent3"/>
                </a:solidFill>
              </a:defRPr>
            </a:lvl3pPr>
            <a:lvl4pPr lvl="3">
              <a:spcBef>
                <a:spcPts val="0"/>
              </a:spcBef>
              <a:spcAft>
                <a:spcPts val="0"/>
              </a:spcAft>
              <a:buClr>
                <a:schemeClr val="accent3"/>
              </a:buClr>
              <a:buSzPts val="1800"/>
              <a:buNone/>
              <a:defRPr sz="1800">
                <a:solidFill>
                  <a:schemeClr val="accent3"/>
                </a:solidFill>
              </a:defRPr>
            </a:lvl4pPr>
            <a:lvl5pPr lvl="4">
              <a:spcBef>
                <a:spcPts val="0"/>
              </a:spcBef>
              <a:spcAft>
                <a:spcPts val="0"/>
              </a:spcAft>
              <a:buClr>
                <a:schemeClr val="accent3"/>
              </a:buClr>
              <a:buSzPts val="1800"/>
              <a:buNone/>
              <a:defRPr sz="1800">
                <a:solidFill>
                  <a:schemeClr val="accent3"/>
                </a:solidFill>
              </a:defRPr>
            </a:lvl5pPr>
            <a:lvl6pPr lvl="5">
              <a:spcBef>
                <a:spcPts val="0"/>
              </a:spcBef>
              <a:spcAft>
                <a:spcPts val="0"/>
              </a:spcAft>
              <a:buClr>
                <a:schemeClr val="accent3"/>
              </a:buClr>
              <a:buSzPts val="1800"/>
              <a:buNone/>
              <a:defRPr sz="1800">
                <a:solidFill>
                  <a:schemeClr val="accent3"/>
                </a:solidFill>
              </a:defRPr>
            </a:lvl6pPr>
            <a:lvl7pPr lvl="6">
              <a:spcBef>
                <a:spcPts val="0"/>
              </a:spcBef>
              <a:spcAft>
                <a:spcPts val="0"/>
              </a:spcAft>
              <a:buClr>
                <a:schemeClr val="accent3"/>
              </a:buClr>
              <a:buSzPts val="1800"/>
              <a:buNone/>
              <a:defRPr sz="1800">
                <a:solidFill>
                  <a:schemeClr val="accent3"/>
                </a:solidFill>
              </a:defRPr>
            </a:lvl7pPr>
            <a:lvl8pPr lvl="7">
              <a:spcBef>
                <a:spcPts val="0"/>
              </a:spcBef>
              <a:spcAft>
                <a:spcPts val="0"/>
              </a:spcAft>
              <a:buClr>
                <a:schemeClr val="accent3"/>
              </a:buClr>
              <a:buSzPts val="1800"/>
              <a:buNone/>
              <a:defRPr sz="1800">
                <a:solidFill>
                  <a:schemeClr val="accent3"/>
                </a:solidFill>
              </a:defRPr>
            </a:lvl8pPr>
            <a:lvl9pPr lvl="8">
              <a:spcBef>
                <a:spcPts val="0"/>
              </a:spcBef>
              <a:spcAft>
                <a:spcPts val="0"/>
              </a:spcAft>
              <a:buClr>
                <a:schemeClr val="accent3"/>
              </a:buClr>
              <a:buSzPts val="1800"/>
              <a:buNone/>
              <a:defRPr sz="1800">
                <a:solidFill>
                  <a:schemeClr val="accent3"/>
                </a:solidFill>
              </a:defRPr>
            </a:lvl9pPr>
          </a:lstStyle>
          <a:p/>
        </p:txBody>
      </p:sp>
      <p:sp>
        <p:nvSpPr>
          <p:cNvPr id="143" name="Google Shape;143;p21"/>
          <p:cNvSpPr txBox="1"/>
          <p:nvPr>
            <p:ph idx="6" type="subTitle"/>
          </p:nvPr>
        </p:nvSpPr>
        <p:spPr>
          <a:xfrm>
            <a:off x="4823475" y="702100"/>
            <a:ext cx="1581000" cy="645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800"/>
              <a:buNone/>
              <a:defRPr sz="1800">
                <a:solidFill>
                  <a:schemeClr val="accent3"/>
                </a:solidFill>
              </a:defRPr>
            </a:lvl1pPr>
            <a:lvl2pPr lvl="1">
              <a:spcBef>
                <a:spcPts val="0"/>
              </a:spcBef>
              <a:spcAft>
                <a:spcPts val="0"/>
              </a:spcAft>
              <a:buClr>
                <a:schemeClr val="accent3"/>
              </a:buClr>
              <a:buSzPts val="1800"/>
              <a:buNone/>
              <a:defRPr sz="1800">
                <a:solidFill>
                  <a:schemeClr val="accent3"/>
                </a:solidFill>
              </a:defRPr>
            </a:lvl2pPr>
            <a:lvl3pPr lvl="2">
              <a:spcBef>
                <a:spcPts val="0"/>
              </a:spcBef>
              <a:spcAft>
                <a:spcPts val="0"/>
              </a:spcAft>
              <a:buClr>
                <a:schemeClr val="accent3"/>
              </a:buClr>
              <a:buSzPts val="1800"/>
              <a:buNone/>
              <a:defRPr sz="1800">
                <a:solidFill>
                  <a:schemeClr val="accent3"/>
                </a:solidFill>
              </a:defRPr>
            </a:lvl3pPr>
            <a:lvl4pPr lvl="3">
              <a:spcBef>
                <a:spcPts val="0"/>
              </a:spcBef>
              <a:spcAft>
                <a:spcPts val="0"/>
              </a:spcAft>
              <a:buClr>
                <a:schemeClr val="accent3"/>
              </a:buClr>
              <a:buSzPts val="1800"/>
              <a:buNone/>
              <a:defRPr sz="1800">
                <a:solidFill>
                  <a:schemeClr val="accent3"/>
                </a:solidFill>
              </a:defRPr>
            </a:lvl4pPr>
            <a:lvl5pPr lvl="4">
              <a:spcBef>
                <a:spcPts val="0"/>
              </a:spcBef>
              <a:spcAft>
                <a:spcPts val="0"/>
              </a:spcAft>
              <a:buClr>
                <a:schemeClr val="accent3"/>
              </a:buClr>
              <a:buSzPts val="1800"/>
              <a:buNone/>
              <a:defRPr sz="1800">
                <a:solidFill>
                  <a:schemeClr val="accent3"/>
                </a:solidFill>
              </a:defRPr>
            </a:lvl5pPr>
            <a:lvl6pPr lvl="5">
              <a:spcBef>
                <a:spcPts val="0"/>
              </a:spcBef>
              <a:spcAft>
                <a:spcPts val="0"/>
              </a:spcAft>
              <a:buClr>
                <a:schemeClr val="accent3"/>
              </a:buClr>
              <a:buSzPts val="1800"/>
              <a:buNone/>
              <a:defRPr sz="1800">
                <a:solidFill>
                  <a:schemeClr val="accent3"/>
                </a:solidFill>
              </a:defRPr>
            </a:lvl6pPr>
            <a:lvl7pPr lvl="6">
              <a:spcBef>
                <a:spcPts val="0"/>
              </a:spcBef>
              <a:spcAft>
                <a:spcPts val="0"/>
              </a:spcAft>
              <a:buClr>
                <a:schemeClr val="accent3"/>
              </a:buClr>
              <a:buSzPts val="1800"/>
              <a:buNone/>
              <a:defRPr sz="1800">
                <a:solidFill>
                  <a:schemeClr val="accent3"/>
                </a:solidFill>
              </a:defRPr>
            </a:lvl7pPr>
            <a:lvl8pPr lvl="7">
              <a:spcBef>
                <a:spcPts val="0"/>
              </a:spcBef>
              <a:spcAft>
                <a:spcPts val="0"/>
              </a:spcAft>
              <a:buClr>
                <a:schemeClr val="accent3"/>
              </a:buClr>
              <a:buSzPts val="1800"/>
              <a:buNone/>
              <a:defRPr sz="1800">
                <a:solidFill>
                  <a:schemeClr val="accent3"/>
                </a:solidFill>
              </a:defRPr>
            </a:lvl8pPr>
            <a:lvl9pPr lvl="8">
              <a:spcBef>
                <a:spcPts val="0"/>
              </a:spcBef>
              <a:spcAft>
                <a:spcPts val="0"/>
              </a:spcAft>
              <a:buClr>
                <a:schemeClr val="accent3"/>
              </a:buClr>
              <a:buSzPts val="1800"/>
              <a:buNone/>
              <a:defRPr sz="1800">
                <a:solidFill>
                  <a:schemeClr val="accent3"/>
                </a:solidFill>
              </a:defRPr>
            </a:lvl9pPr>
          </a:lstStyle>
          <a:p/>
        </p:txBody>
      </p:sp>
      <p:sp>
        <p:nvSpPr>
          <p:cNvPr id="144" name="Google Shape;144;p21"/>
          <p:cNvSpPr txBox="1"/>
          <p:nvPr>
            <p:ph idx="7" type="subTitle"/>
          </p:nvPr>
        </p:nvSpPr>
        <p:spPr>
          <a:xfrm>
            <a:off x="6991150" y="702100"/>
            <a:ext cx="1581000" cy="645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800"/>
              <a:buNone/>
              <a:defRPr sz="1800">
                <a:solidFill>
                  <a:schemeClr val="accent3"/>
                </a:solidFill>
              </a:defRPr>
            </a:lvl1pPr>
            <a:lvl2pPr lvl="1">
              <a:spcBef>
                <a:spcPts val="0"/>
              </a:spcBef>
              <a:spcAft>
                <a:spcPts val="0"/>
              </a:spcAft>
              <a:buClr>
                <a:schemeClr val="accent3"/>
              </a:buClr>
              <a:buSzPts val="1800"/>
              <a:buNone/>
              <a:defRPr sz="1800">
                <a:solidFill>
                  <a:schemeClr val="accent3"/>
                </a:solidFill>
              </a:defRPr>
            </a:lvl2pPr>
            <a:lvl3pPr lvl="2">
              <a:spcBef>
                <a:spcPts val="0"/>
              </a:spcBef>
              <a:spcAft>
                <a:spcPts val="0"/>
              </a:spcAft>
              <a:buClr>
                <a:schemeClr val="accent3"/>
              </a:buClr>
              <a:buSzPts val="1800"/>
              <a:buNone/>
              <a:defRPr sz="1800">
                <a:solidFill>
                  <a:schemeClr val="accent3"/>
                </a:solidFill>
              </a:defRPr>
            </a:lvl3pPr>
            <a:lvl4pPr lvl="3">
              <a:spcBef>
                <a:spcPts val="0"/>
              </a:spcBef>
              <a:spcAft>
                <a:spcPts val="0"/>
              </a:spcAft>
              <a:buClr>
                <a:schemeClr val="accent3"/>
              </a:buClr>
              <a:buSzPts val="1800"/>
              <a:buNone/>
              <a:defRPr sz="1800">
                <a:solidFill>
                  <a:schemeClr val="accent3"/>
                </a:solidFill>
              </a:defRPr>
            </a:lvl4pPr>
            <a:lvl5pPr lvl="4">
              <a:spcBef>
                <a:spcPts val="0"/>
              </a:spcBef>
              <a:spcAft>
                <a:spcPts val="0"/>
              </a:spcAft>
              <a:buClr>
                <a:schemeClr val="accent3"/>
              </a:buClr>
              <a:buSzPts val="1800"/>
              <a:buNone/>
              <a:defRPr sz="1800">
                <a:solidFill>
                  <a:schemeClr val="accent3"/>
                </a:solidFill>
              </a:defRPr>
            </a:lvl5pPr>
            <a:lvl6pPr lvl="5">
              <a:spcBef>
                <a:spcPts val="0"/>
              </a:spcBef>
              <a:spcAft>
                <a:spcPts val="0"/>
              </a:spcAft>
              <a:buClr>
                <a:schemeClr val="accent3"/>
              </a:buClr>
              <a:buSzPts val="1800"/>
              <a:buNone/>
              <a:defRPr sz="1800">
                <a:solidFill>
                  <a:schemeClr val="accent3"/>
                </a:solidFill>
              </a:defRPr>
            </a:lvl6pPr>
            <a:lvl7pPr lvl="6">
              <a:spcBef>
                <a:spcPts val="0"/>
              </a:spcBef>
              <a:spcAft>
                <a:spcPts val="0"/>
              </a:spcAft>
              <a:buClr>
                <a:schemeClr val="accent3"/>
              </a:buClr>
              <a:buSzPts val="1800"/>
              <a:buNone/>
              <a:defRPr sz="1800">
                <a:solidFill>
                  <a:schemeClr val="accent3"/>
                </a:solidFill>
              </a:defRPr>
            </a:lvl7pPr>
            <a:lvl8pPr lvl="7">
              <a:spcBef>
                <a:spcPts val="0"/>
              </a:spcBef>
              <a:spcAft>
                <a:spcPts val="0"/>
              </a:spcAft>
              <a:buClr>
                <a:schemeClr val="accent3"/>
              </a:buClr>
              <a:buSzPts val="1800"/>
              <a:buNone/>
              <a:defRPr sz="1800">
                <a:solidFill>
                  <a:schemeClr val="accent3"/>
                </a:solidFill>
              </a:defRPr>
            </a:lvl8pPr>
            <a:lvl9pPr lvl="8">
              <a:spcBef>
                <a:spcPts val="0"/>
              </a:spcBef>
              <a:spcAft>
                <a:spcPts val="0"/>
              </a:spcAft>
              <a:buClr>
                <a:schemeClr val="accent3"/>
              </a:buClr>
              <a:buSzPts val="1800"/>
              <a:buNone/>
              <a:defRPr sz="1800">
                <a:solidFill>
                  <a:schemeClr val="accent3"/>
                </a:solidFill>
              </a:defRPr>
            </a:lvl9pPr>
          </a:lstStyle>
          <a:p/>
        </p:txBody>
      </p:sp>
      <p:sp>
        <p:nvSpPr>
          <p:cNvPr id="145" name="Google Shape;145;p21"/>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21"/>
          <p:cNvSpPr txBox="1"/>
          <p:nvPr>
            <p:ph idx="8"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by Step 1">
  <p:cSld name="CUSTOM_19">
    <p:spTree>
      <p:nvGrpSpPr>
        <p:cNvPr id="147" name="Shape 147"/>
        <p:cNvGrpSpPr/>
        <p:nvPr/>
      </p:nvGrpSpPr>
      <p:grpSpPr>
        <a:xfrm>
          <a:off x="0" y="0"/>
          <a:ext cx="0" cy="0"/>
          <a:chOff x="0" y="0"/>
          <a:chExt cx="0" cy="0"/>
        </a:xfrm>
      </p:grpSpPr>
      <p:sp>
        <p:nvSpPr>
          <p:cNvPr id="148" name="Google Shape;148;p22"/>
          <p:cNvSpPr txBox="1"/>
          <p:nvPr>
            <p:ph idx="1" type="body"/>
          </p:nvPr>
        </p:nvSpPr>
        <p:spPr>
          <a:xfrm>
            <a:off x="269588" y="1808975"/>
            <a:ext cx="1967100" cy="969300"/>
          </a:xfrm>
          <a:prstGeom prst="rect">
            <a:avLst/>
          </a:prstGeom>
        </p:spPr>
        <p:txBody>
          <a:bodyPr anchorCtr="0" anchor="t" bIns="0"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49" name="Google Shape;149;p22"/>
          <p:cNvSpPr txBox="1"/>
          <p:nvPr>
            <p:ph idx="2" type="subTitle"/>
          </p:nvPr>
        </p:nvSpPr>
        <p:spPr>
          <a:xfrm>
            <a:off x="181700" y="122397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3000"/>
              <a:buNone/>
              <a:defRPr sz="3000">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p:txBody>
      </p:sp>
      <p:sp>
        <p:nvSpPr>
          <p:cNvPr id="150" name="Google Shape;150;p22"/>
          <p:cNvSpPr txBox="1"/>
          <p:nvPr>
            <p:ph idx="3" type="body"/>
          </p:nvPr>
        </p:nvSpPr>
        <p:spPr>
          <a:xfrm>
            <a:off x="4641263" y="1808975"/>
            <a:ext cx="1967100" cy="969300"/>
          </a:xfrm>
          <a:prstGeom prst="rect">
            <a:avLst/>
          </a:prstGeom>
          <a:noFill/>
          <a:ln>
            <a:noFill/>
          </a:ln>
        </p:spPr>
        <p:txBody>
          <a:bodyPr anchorCtr="0" anchor="ctr"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151" name="Google Shape;151;p22"/>
          <p:cNvSpPr txBox="1"/>
          <p:nvPr>
            <p:ph idx="4" type="subTitle"/>
          </p:nvPr>
        </p:nvSpPr>
        <p:spPr>
          <a:xfrm>
            <a:off x="4553375" y="122397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3000"/>
              <a:buNone/>
              <a:defRPr sz="3000">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p:txBody>
      </p:sp>
      <p:sp>
        <p:nvSpPr>
          <p:cNvPr id="152" name="Google Shape;152;p22"/>
          <p:cNvSpPr txBox="1"/>
          <p:nvPr>
            <p:ph idx="5" type="body"/>
          </p:nvPr>
        </p:nvSpPr>
        <p:spPr>
          <a:xfrm>
            <a:off x="2455525" y="843125"/>
            <a:ext cx="1967100" cy="969300"/>
          </a:xfrm>
          <a:prstGeom prst="rect">
            <a:avLst/>
          </a:prstGeom>
          <a:noFill/>
          <a:ln>
            <a:noFill/>
          </a:ln>
        </p:spPr>
        <p:txBody>
          <a:bodyPr anchorCtr="0" anchor="ctr"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153" name="Google Shape;153;p22"/>
          <p:cNvSpPr txBox="1"/>
          <p:nvPr>
            <p:ph idx="6" type="subTitle"/>
          </p:nvPr>
        </p:nvSpPr>
        <p:spPr>
          <a:xfrm>
            <a:off x="2367638" y="25812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3000"/>
              <a:buNone/>
              <a:defRPr sz="3000">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p:txBody>
      </p:sp>
      <p:sp>
        <p:nvSpPr>
          <p:cNvPr id="154" name="Google Shape;154;p22"/>
          <p:cNvSpPr txBox="1"/>
          <p:nvPr>
            <p:ph idx="7" type="body"/>
          </p:nvPr>
        </p:nvSpPr>
        <p:spPr>
          <a:xfrm>
            <a:off x="6797775" y="843125"/>
            <a:ext cx="1967100" cy="969300"/>
          </a:xfrm>
          <a:prstGeom prst="rect">
            <a:avLst/>
          </a:prstGeom>
          <a:noFill/>
          <a:ln>
            <a:noFill/>
          </a:ln>
        </p:spPr>
        <p:txBody>
          <a:bodyPr anchorCtr="0" anchor="ctr"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155" name="Google Shape;155;p22"/>
          <p:cNvSpPr txBox="1"/>
          <p:nvPr>
            <p:ph idx="8" type="subTitle"/>
          </p:nvPr>
        </p:nvSpPr>
        <p:spPr>
          <a:xfrm>
            <a:off x="6709888" y="25812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3000"/>
              <a:buNone/>
              <a:defRPr sz="3000">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p:txBody>
      </p:sp>
      <p:sp>
        <p:nvSpPr>
          <p:cNvPr id="156" name="Google Shape;156;p22"/>
          <p:cNvSpPr txBox="1"/>
          <p:nvPr>
            <p:ph type="title"/>
          </p:nvPr>
        </p:nvSpPr>
        <p:spPr>
          <a:xfrm>
            <a:off x="6654375" y="4040175"/>
            <a:ext cx="2253900" cy="661200"/>
          </a:xfrm>
          <a:prstGeom prst="rect">
            <a:avLst/>
          </a:prstGeom>
        </p:spPr>
        <p:txBody>
          <a:bodyPr anchorCtr="0" anchor="t" bIns="91425" lIns="91425" spcFirstLastPara="1" rIns="91425" wrap="square" tIns="91425">
            <a:noAutofit/>
          </a:bodyPr>
          <a:lstStyle>
            <a:lvl1pPr lvl="0" algn="r">
              <a:lnSpc>
                <a:spcPct val="80000"/>
              </a:lnSpc>
              <a:spcBef>
                <a:spcPts val="0"/>
              </a:spcBef>
              <a:spcAft>
                <a:spcPts val="0"/>
              </a:spcAft>
              <a:buClr>
                <a:schemeClr val="accent2"/>
              </a:buClr>
              <a:buSzPts val="6000"/>
              <a:buNone/>
              <a:defRPr>
                <a:solidFill>
                  <a:schemeClr val="accent2"/>
                </a:solidFill>
              </a:defRPr>
            </a:lvl1pPr>
            <a:lvl2pPr lvl="1" algn="r">
              <a:lnSpc>
                <a:spcPct val="80000"/>
              </a:lnSpc>
              <a:spcBef>
                <a:spcPts val="0"/>
              </a:spcBef>
              <a:spcAft>
                <a:spcPts val="0"/>
              </a:spcAft>
              <a:buClr>
                <a:schemeClr val="accent2"/>
              </a:buClr>
              <a:buSzPts val="6000"/>
              <a:buNone/>
              <a:defRPr>
                <a:solidFill>
                  <a:schemeClr val="accent2"/>
                </a:solidFill>
              </a:defRPr>
            </a:lvl2pPr>
            <a:lvl3pPr lvl="2" algn="r">
              <a:lnSpc>
                <a:spcPct val="80000"/>
              </a:lnSpc>
              <a:spcBef>
                <a:spcPts val="0"/>
              </a:spcBef>
              <a:spcAft>
                <a:spcPts val="0"/>
              </a:spcAft>
              <a:buClr>
                <a:schemeClr val="accent2"/>
              </a:buClr>
              <a:buSzPts val="6000"/>
              <a:buNone/>
              <a:defRPr>
                <a:solidFill>
                  <a:schemeClr val="accent2"/>
                </a:solidFill>
              </a:defRPr>
            </a:lvl3pPr>
            <a:lvl4pPr lvl="3" algn="r">
              <a:lnSpc>
                <a:spcPct val="80000"/>
              </a:lnSpc>
              <a:spcBef>
                <a:spcPts val="0"/>
              </a:spcBef>
              <a:spcAft>
                <a:spcPts val="0"/>
              </a:spcAft>
              <a:buClr>
                <a:schemeClr val="accent2"/>
              </a:buClr>
              <a:buSzPts val="6000"/>
              <a:buNone/>
              <a:defRPr>
                <a:solidFill>
                  <a:schemeClr val="accent2"/>
                </a:solidFill>
              </a:defRPr>
            </a:lvl4pPr>
            <a:lvl5pPr lvl="4" algn="r">
              <a:lnSpc>
                <a:spcPct val="80000"/>
              </a:lnSpc>
              <a:spcBef>
                <a:spcPts val="0"/>
              </a:spcBef>
              <a:spcAft>
                <a:spcPts val="0"/>
              </a:spcAft>
              <a:buClr>
                <a:schemeClr val="accent2"/>
              </a:buClr>
              <a:buSzPts val="6000"/>
              <a:buNone/>
              <a:defRPr>
                <a:solidFill>
                  <a:schemeClr val="accent2"/>
                </a:solidFill>
              </a:defRPr>
            </a:lvl5pPr>
            <a:lvl6pPr lvl="5" algn="r">
              <a:lnSpc>
                <a:spcPct val="80000"/>
              </a:lnSpc>
              <a:spcBef>
                <a:spcPts val="0"/>
              </a:spcBef>
              <a:spcAft>
                <a:spcPts val="0"/>
              </a:spcAft>
              <a:buClr>
                <a:schemeClr val="accent2"/>
              </a:buClr>
              <a:buSzPts val="6000"/>
              <a:buNone/>
              <a:defRPr>
                <a:solidFill>
                  <a:schemeClr val="accent2"/>
                </a:solidFill>
              </a:defRPr>
            </a:lvl6pPr>
            <a:lvl7pPr lvl="6" algn="r">
              <a:lnSpc>
                <a:spcPct val="80000"/>
              </a:lnSpc>
              <a:spcBef>
                <a:spcPts val="0"/>
              </a:spcBef>
              <a:spcAft>
                <a:spcPts val="0"/>
              </a:spcAft>
              <a:buClr>
                <a:schemeClr val="accent2"/>
              </a:buClr>
              <a:buSzPts val="6000"/>
              <a:buNone/>
              <a:defRPr>
                <a:solidFill>
                  <a:schemeClr val="accent2"/>
                </a:solidFill>
              </a:defRPr>
            </a:lvl7pPr>
            <a:lvl8pPr lvl="7" algn="r">
              <a:lnSpc>
                <a:spcPct val="80000"/>
              </a:lnSpc>
              <a:spcBef>
                <a:spcPts val="0"/>
              </a:spcBef>
              <a:spcAft>
                <a:spcPts val="0"/>
              </a:spcAft>
              <a:buClr>
                <a:schemeClr val="accent2"/>
              </a:buClr>
              <a:buSzPts val="6000"/>
              <a:buNone/>
              <a:defRPr>
                <a:solidFill>
                  <a:schemeClr val="accent2"/>
                </a:solidFill>
              </a:defRPr>
            </a:lvl8pPr>
            <a:lvl9pPr lvl="8" algn="r">
              <a:lnSpc>
                <a:spcPct val="80000"/>
              </a:lnSpc>
              <a:spcBef>
                <a:spcPts val="0"/>
              </a:spcBef>
              <a:spcAft>
                <a:spcPts val="0"/>
              </a:spcAft>
              <a:buClr>
                <a:schemeClr val="accent2"/>
              </a:buClr>
              <a:buSzPts val="6000"/>
              <a:buNone/>
              <a:defRPr>
                <a:solidFill>
                  <a:schemeClr val="accent2"/>
                </a:solidFill>
              </a:defRPr>
            </a:lvl9pPr>
          </a:lstStyle>
          <a:p/>
        </p:txBody>
      </p:sp>
      <p:sp>
        <p:nvSpPr>
          <p:cNvPr id="157" name="Google Shape;157;p22"/>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58" name="Google Shape;158;p22"/>
          <p:cNvSpPr txBox="1"/>
          <p:nvPr>
            <p:ph idx="9"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by Step 2">
  <p:cSld name="CUSTOM_19_1">
    <p:spTree>
      <p:nvGrpSpPr>
        <p:cNvPr id="159" name="Shape 159"/>
        <p:cNvGrpSpPr/>
        <p:nvPr/>
      </p:nvGrpSpPr>
      <p:grpSpPr>
        <a:xfrm>
          <a:off x="0" y="0"/>
          <a:ext cx="0" cy="0"/>
          <a:chOff x="0" y="0"/>
          <a:chExt cx="0" cy="0"/>
        </a:xfrm>
      </p:grpSpPr>
      <p:sp>
        <p:nvSpPr>
          <p:cNvPr id="160" name="Google Shape;160;p23"/>
          <p:cNvSpPr txBox="1"/>
          <p:nvPr>
            <p:ph idx="1" type="subTitle"/>
          </p:nvPr>
        </p:nvSpPr>
        <p:spPr>
          <a:xfrm rot="-5400000">
            <a:off x="-769750" y="1196075"/>
            <a:ext cx="3913200" cy="1903500"/>
          </a:xfrm>
          <a:prstGeom prst="rect">
            <a:avLst/>
          </a:prstGeom>
        </p:spPr>
        <p:txBody>
          <a:bodyPr anchorCtr="0" anchor="ctr" bIns="91425" lIns="91425" spcFirstLastPara="1" rIns="91425" wrap="square" tIns="91425">
            <a:normAutofit/>
          </a:bodyPr>
          <a:lstStyle>
            <a:lvl1pPr lvl="0">
              <a:lnSpc>
                <a:spcPct val="80000"/>
              </a:lnSpc>
              <a:spcBef>
                <a:spcPts val="0"/>
              </a:spcBef>
              <a:spcAft>
                <a:spcPts val="0"/>
              </a:spcAft>
              <a:buClr>
                <a:schemeClr val="accent2"/>
              </a:buClr>
              <a:buSzPts val="9600"/>
              <a:buFont typeface="IBM Plex Mono ExtraLight"/>
              <a:buNone/>
              <a:defRPr sz="9600">
                <a:solidFill>
                  <a:schemeClr val="accent2"/>
                </a:solidFill>
                <a:latin typeface="IBM Plex Mono ExtraLight"/>
                <a:ea typeface="IBM Plex Mono ExtraLight"/>
                <a:cs typeface="IBM Plex Mono ExtraLight"/>
                <a:sym typeface="IBM Plex Mono ExtraLight"/>
              </a:defRPr>
            </a:lvl1pPr>
            <a:lvl2pPr lvl="1">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2pPr>
            <a:lvl3pPr lvl="2">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3pPr>
            <a:lvl4pPr lvl="3">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4pPr>
            <a:lvl5pPr lvl="4">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5pPr>
            <a:lvl6pPr lvl="5">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6pPr>
            <a:lvl7pPr lvl="6">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7pPr>
            <a:lvl8pPr lvl="7">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8pPr>
            <a:lvl9pPr lvl="8">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9pPr>
          </a:lstStyle>
          <a:p/>
        </p:txBody>
      </p:sp>
      <p:cxnSp>
        <p:nvCxnSpPr>
          <p:cNvPr id="161" name="Google Shape;161;p23"/>
          <p:cNvCxnSpPr/>
          <p:nvPr/>
        </p:nvCxnSpPr>
        <p:spPr>
          <a:xfrm>
            <a:off x="2123311" y="177511"/>
            <a:ext cx="0" cy="4794300"/>
          </a:xfrm>
          <a:prstGeom prst="straightConnector1">
            <a:avLst/>
          </a:prstGeom>
          <a:noFill/>
          <a:ln cap="flat" cmpd="sng" w="19050">
            <a:solidFill>
              <a:schemeClr val="accent4"/>
            </a:solidFill>
            <a:prstDash val="solid"/>
            <a:round/>
            <a:headEnd len="med" w="med" type="none"/>
            <a:tailEnd len="med" w="med" type="none"/>
          </a:ln>
        </p:spPr>
      </p:cxnSp>
      <p:sp>
        <p:nvSpPr>
          <p:cNvPr id="162" name="Google Shape;162;p23"/>
          <p:cNvSpPr txBox="1"/>
          <p:nvPr>
            <p:ph idx="2" type="body"/>
          </p:nvPr>
        </p:nvSpPr>
        <p:spPr>
          <a:xfrm>
            <a:off x="2611399" y="71060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63" name="Google Shape;163;p23"/>
          <p:cNvSpPr txBox="1"/>
          <p:nvPr>
            <p:ph idx="3" type="subTitle"/>
          </p:nvPr>
        </p:nvSpPr>
        <p:spPr>
          <a:xfrm>
            <a:off x="2523500" y="1256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164" name="Google Shape;164;p23"/>
          <p:cNvSpPr txBox="1"/>
          <p:nvPr>
            <p:ph idx="4" type="body"/>
          </p:nvPr>
        </p:nvSpPr>
        <p:spPr>
          <a:xfrm>
            <a:off x="2611399" y="229625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65" name="Google Shape;165;p23"/>
          <p:cNvSpPr txBox="1"/>
          <p:nvPr>
            <p:ph idx="5" type="subTitle"/>
          </p:nvPr>
        </p:nvSpPr>
        <p:spPr>
          <a:xfrm>
            <a:off x="2523500" y="171125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166" name="Google Shape;166;p23"/>
          <p:cNvSpPr txBox="1"/>
          <p:nvPr>
            <p:ph idx="6" type="body"/>
          </p:nvPr>
        </p:nvSpPr>
        <p:spPr>
          <a:xfrm>
            <a:off x="2611399" y="3927500"/>
            <a:ext cx="1493100" cy="969300"/>
          </a:xfrm>
          <a:prstGeom prst="rect">
            <a:avLst/>
          </a:prstGeom>
        </p:spPr>
        <p:txBody>
          <a:bodyPr anchorCtr="0" anchor="t" bIns="0" lIns="0" spcFirstLastPara="1" rIns="0"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67" name="Google Shape;167;p23"/>
          <p:cNvSpPr txBox="1"/>
          <p:nvPr>
            <p:ph idx="7" type="subTitle"/>
          </p:nvPr>
        </p:nvSpPr>
        <p:spPr>
          <a:xfrm>
            <a:off x="2523500" y="33425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168" name="Google Shape;168;p23"/>
          <p:cNvSpPr/>
          <p:nvPr>
            <p:ph idx="8" type="pic"/>
          </p:nvPr>
        </p:nvSpPr>
        <p:spPr>
          <a:xfrm>
            <a:off x="4182350" y="359550"/>
            <a:ext cx="1162800" cy="1162800"/>
          </a:xfrm>
          <a:prstGeom prst="ellipse">
            <a:avLst/>
          </a:prstGeom>
          <a:noFill/>
          <a:ln>
            <a:noFill/>
          </a:ln>
        </p:spPr>
      </p:sp>
      <p:sp>
        <p:nvSpPr>
          <p:cNvPr id="169" name="Google Shape;169;p23"/>
          <p:cNvSpPr/>
          <p:nvPr>
            <p:ph idx="9" type="pic"/>
          </p:nvPr>
        </p:nvSpPr>
        <p:spPr>
          <a:xfrm>
            <a:off x="4182350" y="1990350"/>
            <a:ext cx="1162800" cy="1162800"/>
          </a:xfrm>
          <a:prstGeom prst="ellipse">
            <a:avLst/>
          </a:prstGeom>
          <a:noFill/>
          <a:ln>
            <a:noFill/>
          </a:ln>
        </p:spPr>
      </p:sp>
      <p:sp>
        <p:nvSpPr>
          <p:cNvPr id="170" name="Google Shape;170;p23"/>
          <p:cNvSpPr/>
          <p:nvPr>
            <p:ph idx="13" type="pic"/>
          </p:nvPr>
        </p:nvSpPr>
        <p:spPr>
          <a:xfrm>
            <a:off x="4182350" y="3595100"/>
            <a:ext cx="1162800" cy="1162800"/>
          </a:xfrm>
          <a:prstGeom prst="ellipse">
            <a:avLst/>
          </a:prstGeom>
          <a:noFill/>
          <a:ln>
            <a:noFill/>
          </a:ln>
        </p:spPr>
      </p:sp>
      <p:sp>
        <p:nvSpPr>
          <p:cNvPr id="171" name="Google Shape;171;p23"/>
          <p:cNvSpPr txBox="1"/>
          <p:nvPr>
            <p:ph idx="14" type="body"/>
          </p:nvPr>
        </p:nvSpPr>
        <p:spPr>
          <a:xfrm>
            <a:off x="5956724" y="71060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72" name="Google Shape;172;p23"/>
          <p:cNvSpPr txBox="1"/>
          <p:nvPr>
            <p:ph idx="15" type="subTitle"/>
          </p:nvPr>
        </p:nvSpPr>
        <p:spPr>
          <a:xfrm>
            <a:off x="5868825" y="1256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173" name="Google Shape;173;p23"/>
          <p:cNvSpPr txBox="1"/>
          <p:nvPr>
            <p:ph idx="16" type="body"/>
          </p:nvPr>
        </p:nvSpPr>
        <p:spPr>
          <a:xfrm>
            <a:off x="5956724" y="229625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74" name="Google Shape;174;p23"/>
          <p:cNvSpPr txBox="1"/>
          <p:nvPr>
            <p:ph idx="17" type="subTitle"/>
          </p:nvPr>
        </p:nvSpPr>
        <p:spPr>
          <a:xfrm>
            <a:off x="5868825" y="171125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175" name="Google Shape;175;p23"/>
          <p:cNvSpPr txBox="1"/>
          <p:nvPr>
            <p:ph idx="18" type="body"/>
          </p:nvPr>
        </p:nvSpPr>
        <p:spPr>
          <a:xfrm>
            <a:off x="5956724" y="392750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76" name="Google Shape;176;p23"/>
          <p:cNvSpPr txBox="1"/>
          <p:nvPr>
            <p:ph idx="19" type="subTitle"/>
          </p:nvPr>
        </p:nvSpPr>
        <p:spPr>
          <a:xfrm>
            <a:off x="5868825" y="33425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177" name="Google Shape;177;p23"/>
          <p:cNvSpPr/>
          <p:nvPr>
            <p:ph idx="20" type="pic"/>
          </p:nvPr>
        </p:nvSpPr>
        <p:spPr>
          <a:xfrm>
            <a:off x="7527675" y="359550"/>
            <a:ext cx="1162800" cy="1162800"/>
          </a:xfrm>
          <a:prstGeom prst="ellipse">
            <a:avLst/>
          </a:prstGeom>
          <a:noFill/>
          <a:ln>
            <a:noFill/>
          </a:ln>
        </p:spPr>
      </p:sp>
      <p:sp>
        <p:nvSpPr>
          <p:cNvPr id="178" name="Google Shape;178;p23"/>
          <p:cNvSpPr/>
          <p:nvPr>
            <p:ph idx="21" type="pic"/>
          </p:nvPr>
        </p:nvSpPr>
        <p:spPr>
          <a:xfrm>
            <a:off x="7527675" y="1990350"/>
            <a:ext cx="1162800" cy="1162800"/>
          </a:xfrm>
          <a:prstGeom prst="ellipse">
            <a:avLst/>
          </a:prstGeom>
          <a:noFill/>
          <a:ln>
            <a:noFill/>
          </a:ln>
        </p:spPr>
      </p:sp>
      <p:sp>
        <p:nvSpPr>
          <p:cNvPr id="179" name="Google Shape;179;p23"/>
          <p:cNvSpPr/>
          <p:nvPr>
            <p:ph idx="22" type="pic"/>
          </p:nvPr>
        </p:nvSpPr>
        <p:spPr>
          <a:xfrm>
            <a:off x="7527675" y="3595100"/>
            <a:ext cx="1162800" cy="1162800"/>
          </a:xfrm>
          <a:prstGeom prst="ellipse">
            <a:avLst/>
          </a:prstGeom>
          <a:noFill/>
          <a:ln>
            <a:noFill/>
          </a:ln>
        </p:spPr>
      </p:sp>
      <p:sp>
        <p:nvSpPr>
          <p:cNvPr id="180" name="Google Shape;180;p23"/>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1" name="Google Shape;181;p23"/>
          <p:cNvSpPr txBox="1"/>
          <p:nvPr>
            <p:ph idx="23"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by Step 3">
  <p:cSld name="CUSTOM_19_1_1">
    <p:spTree>
      <p:nvGrpSpPr>
        <p:cNvPr id="182" name="Shape 182"/>
        <p:cNvGrpSpPr/>
        <p:nvPr/>
      </p:nvGrpSpPr>
      <p:grpSpPr>
        <a:xfrm>
          <a:off x="0" y="0"/>
          <a:ext cx="0" cy="0"/>
          <a:chOff x="0" y="0"/>
          <a:chExt cx="0" cy="0"/>
        </a:xfrm>
      </p:grpSpPr>
      <p:sp>
        <p:nvSpPr>
          <p:cNvPr id="183" name="Google Shape;183;p24"/>
          <p:cNvSpPr txBox="1"/>
          <p:nvPr>
            <p:ph idx="1" type="body"/>
          </p:nvPr>
        </p:nvSpPr>
        <p:spPr>
          <a:xfrm>
            <a:off x="1299999" y="52305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84" name="Google Shape;184;p24"/>
          <p:cNvSpPr txBox="1"/>
          <p:nvPr>
            <p:ph idx="2" type="subTitle"/>
          </p:nvPr>
        </p:nvSpPr>
        <p:spPr>
          <a:xfrm>
            <a:off x="380475" y="276125"/>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85" name="Google Shape;185;p24"/>
          <p:cNvSpPr txBox="1"/>
          <p:nvPr>
            <p:ph idx="3" type="subTitle"/>
          </p:nvPr>
        </p:nvSpPr>
        <p:spPr>
          <a:xfrm>
            <a:off x="1573975" y="1608400"/>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86" name="Google Shape;186;p24"/>
          <p:cNvSpPr txBox="1"/>
          <p:nvPr>
            <p:ph idx="4" type="body"/>
          </p:nvPr>
        </p:nvSpPr>
        <p:spPr>
          <a:xfrm>
            <a:off x="199999" y="1881800"/>
            <a:ext cx="1493100" cy="969300"/>
          </a:xfrm>
          <a:prstGeom prst="rect">
            <a:avLst/>
          </a:prstGeom>
          <a:noFill/>
          <a:ln>
            <a:noFill/>
          </a:ln>
        </p:spPr>
        <p:txBody>
          <a:bodyPr anchorCtr="0" anchor="ctr" bIns="0" lIns="0" spcFirstLastPara="1" rIns="0" wrap="square" tIns="91425">
            <a:noAutofit/>
          </a:bodyPr>
          <a:lstStyle>
            <a:lvl1pPr indent="-279400" lvl="0" marL="457200" algn="r">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gn="r">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gn="r">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gn="r">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gn="r">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gn="r">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gn="r">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gn="r">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gn="r">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87" name="Google Shape;187;p24"/>
          <p:cNvSpPr txBox="1"/>
          <p:nvPr>
            <p:ph idx="5" type="body"/>
          </p:nvPr>
        </p:nvSpPr>
        <p:spPr>
          <a:xfrm>
            <a:off x="1299999" y="3098025"/>
            <a:ext cx="1493100" cy="969300"/>
          </a:xfrm>
          <a:prstGeom prst="rect">
            <a:avLst/>
          </a:prstGeom>
        </p:spPr>
        <p:txBody>
          <a:bodyPr anchorCtr="0" anchor="t" bIns="0" lIns="0" spcFirstLastPara="1" rIns="0"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88" name="Google Shape;188;p24"/>
          <p:cNvSpPr txBox="1"/>
          <p:nvPr>
            <p:ph idx="6" type="subTitle"/>
          </p:nvPr>
        </p:nvSpPr>
        <p:spPr>
          <a:xfrm>
            <a:off x="380475" y="2851100"/>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89" name="Google Shape;189;p24"/>
          <p:cNvSpPr txBox="1"/>
          <p:nvPr>
            <p:ph idx="7" type="body"/>
          </p:nvPr>
        </p:nvSpPr>
        <p:spPr>
          <a:xfrm>
            <a:off x="4414149" y="52305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90" name="Google Shape;190;p24"/>
          <p:cNvSpPr txBox="1"/>
          <p:nvPr>
            <p:ph idx="8" type="subTitle"/>
          </p:nvPr>
        </p:nvSpPr>
        <p:spPr>
          <a:xfrm>
            <a:off x="3494625" y="276125"/>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91" name="Google Shape;191;p24"/>
          <p:cNvSpPr txBox="1"/>
          <p:nvPr>
            <p:ph idx="9" type="subTitle"/>
          </p:nvPr>
        </p:nvSpPr>
        <p:spPr>
          <a:xfrm>
            <a:off x="4688125" y="1608400"/>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92" name="Google Shape;192;p24"/>
          <p:cNvSpPr txBox="1"/>
          <p:nvPr>
            <p:ph idx="13" type="body"/>
          </p:nvPr>
        </p:nvSpPr>
        <p:spPr>
          <a:xfrm>
            <a:off x="3314149" y="1881800"/>
            <a:ext cx="1493100" cy="969300"/>
          </a:xfrm>
          <a:prstGeom prst="rect">
            <a:avLst/>
          </a:prstGeom>
          <a:noFill/>
          <a:ln>
            <a:noFill/>
          </a:ln>
        </p:spPr>
        <p:txBody>
          <a:bodyPr anchorCtr="0" anchor="ctr" bIns="0" lIns="0" spcFirstLastPara="1" rIns="0" wrap="square" tIns="91425">
            <a:noAutofit/>
          </a:bodyPr>
          <a:lstStyle>
            <a:lvl1pPr indent="-279400" lvl="0" marL="457200" algn="r">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gn="r">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gn="r">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gn="r">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gn="r">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gn="r">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gn="r">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gn="r">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gn="r">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93" name="Google Shape;193;p24"/>
          <p:cNvSpPr txBox="1"/>
          <p:nvPr>
            <p:ph idx="14" type="body"/>
          </p:nvPr>
        </p:nvSpPr>
        <p:spPr>
          <a:xfrm>
            <a:off x="4414149" y="3098025"/>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94" name="Google Shape;194;p24"/>
          <p:cNvSpPr txBox="1"/>
          <p:nvPr>
            <p:ph idx="15" type="subTitle"/>
          </p:nvPr>
        </p:nvSpPr>
        <p:spPr>
          <a:xfrm>
            <a:off x="3494625" y="2851100"/>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95" name="Google Shape;195;p24"/>
          <p:cNvSpPr txBox="1"/>
          <p:nvPr>
            <p:ph idx="16" type="body"/>
          </p:nvPr>
        </p:nvSpPr>
        <p:spPr>
          <a:xfrm>
            <a:off x="7344949" y="52305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96" name="Google Shape;196;p24"/>
          <p:cNvSpPr txBox="1"/>
          <p:nvPr>
            <p:ph idx="17" type="subTitle"/>
          </p:nvPr>
        </p:nvSpPr>
        <p:spPr>
          <a:xfrm>
            <a:off x="6425425" y="276125"/>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97" name="Google Shape;197;p24"/>
          <p:cNvSpPr txBox="1"/>
          <p:nvPr>
            <p:ph idx="18" type="subTitle"/>
          </p:nvPr>
        </p:nvSpPr>
        <p:spPr>
          <a:xfrm>
            <a:off x="7618925" y="1608400"/>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98" name="Google Shape;198;p24"/>
          <p:cNvSpPr txBox="1"/>
          <p:nvPr>
            <p:ph idx="19" type="body"/>
          </p:nvPr>
        </p:nvSpPr>
        <p:spPr>
          <a:xfrm>
            <a:off x="6244949" y="1881800"/>
            <a:ext cx="1493100" cy="969300"/>
          </a:xfrm>
          <a:prstGeom prst="rect">
            <a:avLst/>
          </a:prstGeom>
          <a:noFill/>
          <a:ln>
            <a:noFill/>
          </a:ln>
        </p:spPr>
        <p:txBody>
          <a:bodyPr anchorCtr="0" anchor="ctr" bIns="0" lIns="0" spcFirstLastPara="1" rIns="0" wrap="square" tIns="91425">
            <a:noAutofit/>
          </a:bodyPr>
          <a:lstStyle>
            <a:lvl1pPr indent="-279400" lvl="0" marL="457200" algn="r">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gn="r">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gn="r">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gn="r">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gn="r">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gn="r">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gn="r">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gn="r">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gn="r">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99" name="Google Shape;199;p24"/>
          <p:cNvSpPr txBox="1"/>
          <p:nvPr>
            <p:ph idx="20" type="body"/>
          </p:nvPr>
        </p:nvSpPr>
        <p:spPr>
          <a:xfrm>
            <a:off x="7344949" y="3098025"/>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00" name="Google Shape;200;p24"/>
          <p:cNvSpPr txBox="1"/>
          <p:nvPr>
            <p:ph idx="21" type="subTitle"/>
          </p:nvPr>
        </p:nvSpPr>
        <p:spPr>
          <a:xfrm>
            <a:off x="6425425" y="2851100"/>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201" name="Google Shape;201;p24"/>
          <p:cNvSpPr txBox="1"/>
          <p:nvPr>
            <p:ph idx="22" type="subTitle"/>
          </p:nvPr>
        </p:nvSpPr>
        <p:spPr>
          <a:xfrm>
            <a:off x="4550625" y="4114925"/>
            <a:ext cx="4467600" cy="806100"/>
          </a:xfrm>
          <a:prstGeom prst="rect">
            <a:avLst/>
          </a:prstGeom>
        </p:spPr>
        <p:txBody>
          <a:bodyPr anchorCtr="0" anchor="ctr" bIns="91425" lIns="91425" spcFirstLastPara="1" rIns="91425" wrap="square" tIns="91425">
            <a:noAutofit/>
          </a:bodyPr>
          <a:lstStyle>
            <a:lvl1pPr lvl="0" algn="r">
              <a:lnSpc>
                <a:spcPct val="80000"/>
              </a:lnSpc>
              <a:spcBef>
                <a:spcPts val="0"/>
              </a:spcBef>
              <a:spcAft>
                <a:spcPts val="0"/>
              </a:spcAft>
              <a:buClr>
                <a:schemeClr val="accent2"/>
              </a:buClr>
              <a:buSzPts val="3600"/>
              <a:buNone/>
              <a:defRPr>
                <a:solidFill>
                  <a:schemeClr val="accent2"/>
                </a:solidFill>
              </a:defRPr>
            </a:lvl1pPr>
            <a:lvl2pPr lvl="1" algn="r">
              <a:spcBef>
                <a:spcPts val="0"/>
              </a:spcBef>
              <a:spcAft>
                <a:spcPts val="0"/>
              </a:spcAft>
              <a:buClr>
                <a:schemeClr val="accent2"/>
              </a:buClr>
              <a:buSzPts val="3600"/>
              <a:buNone/>
              <a:defRPr>
                <a:solidFill>
                  <a:schemeClr val="accent2"/>
                </a:solidFill>
              </a:defRPr>
            </a:lvl2pPr>
            <a:lvl3pPr lvl="2" algn="r">
              <a:spcBef>
                <a:spcPts val="0"/>
              </a:spcBef>
              <a:spcAft>
                <a:spcPts val="0"/>
              </a:spcAft>
              <a:buClr>
                <a:schemeClr val="accent2"/>
              </a:buClr>
              <a:buSzPts val="3600"/>
              <a:buNone/>
              <a:defRPr>
                <a:solidFill>
                  <a:schemeClr val="accent2"/>
                </a:solidFill>
              </a:defRPr>
            </a:lvl3pPr>
            <a:lvl4pPr lvl="3" algn="r">
              <a:spcBef>
                <a:spcPts val="0"/>
              </a:spcBef>
              <a:spcAft>
                <a:spcPts val="0"/>
              </a:spcAft>
              <a:buClr>
                <a:schemeClr val="accent2"/>
              </a:buClr>
              <a:buSzPts val="3600"/>
              <a:buNone/>
              <a:defRPr>
                <a:solidFill>
                  <a:schemeClr val="accent2"/>
                </a:solidFill>
              </a:defRPr>
            </a:lvl4pPr>
            <a:lvl5pPr lvl="4" algn="r">
              <a:spcBef>
                <a:spcPts val="0"/>
              </a:spcBef>
              <a:spcAft>
                <a:spcPts val="0"/>
              </a:spcAft>
              <a:buClr>
                <a:schemeClr val="accent2"/>
              </a:buClr>
              <a:buSzPts val="3600"/>
              <a:buNone/>
              <a:defRPr>
                <a:solidFill>
                  <a:schemeClr val="accent2"/>
                </a:solidFill>
              </a:defRPr>
            </a:lvl5pPr>
            <a:lvl6pPr lvl="5" algn="r">
              <a:spcBef>
                <a:spcPts val="0"/>
              </a:spcBef>
              <a:spcAft>
                <a:spcPts val="0"/>
              </a:spcAft>
              <a:buClr>
                <a:schemeClr val="accent2"/>
              </a:buClr>
              <a:buSzPts val="3600"/>
              <a:buNone/>
              <a:defRPr>
                <a:solidFill>
                  <a:schemeClr val="accent2"/>
                </a:solidFill>
              </a:defRPr>
            </a:lvl6pPr>
            <a:lvl7pPr lvl="6" algn="r">
              <a:spcBef>
                <a:spcPts val="0"/>
              </a:spcBef>
              <a:spcAft>
                <a:spcPts val="0"/>
              </a:spcAft>
              <a:buClr>
                <a:schemeClr val="accent2"/>
              </a:buClr>
              <a:buSzPts val="3600"/>
              <a:buNone/>
              <a:defRPr>
                <a:solidFill>
                  <a:schemeClr val="accent2"/>
                </a:solidFill>
              </a:defRPr>
            </a:lvl7pPr>
            <a:lvl8pPr lvl="7" algn="r">
              <a:spcBef>
                <a:spcPts val="0"/>
              </a:spcBef>
              <a:spcAft>
                <a:spcPts val="0"/>
              </a:spcAft>
              <a:buClr>
                <a:schemeClr val="accent2"/>
              </a:buClr>
              <a:buSzPts val="3600"/>
              <a:buNone/>
              <a:defRPr>
                <a:solidFill>
                  <a:schemeClr val="accent2"/>
                </a:solidFill>
              </a:defRPr>
            </a:lvl8pPr>
            <a:lvl9pPr lvl="8" algn="r">
              <a:spcBef>
                <a:spcPts val="0"/>
              </a:spcBef>
              <a:spcAft>
                <a:spcPts val="0"/>
              </a:spcAft>
              <a:buClr>
                <a:schemeClr val="accent2"/>
              </a:buClr>
              <a:buSzPts val="3600"/>
              <a:buNone/>
              <a:defRPr>
                <a:solidFill>
                  <a:schemeClr val="accent2"/>
                </a:solidFill>
              </a:defRPr>
            </a:lvl9pPr>
          </a:lstStyle>
          <a:p/>
        </p:txBody>
      </p:sp>
      <p:sp>
        <p:nvSpPr>
          <p:cNvPr id="202" name="Google Shape;202;p24"/>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03" name="Google Shape;203;p24"/>
          <p:cNvSpPr txBox="1"/>
          <p:nvPr>
            <p:ph idx="23"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by Step 4">
  <p:cSld name="CUSTOM_22">
    <p:spTree>
      <p:nvGrpSpPr>
        <p:cNvPr id="204" name="Shape 204"/>
        <p:cNvGrpSpPr/>
        <p:nvPr/>
      </p:nvGrpSpPr>
      <p:grpSpPr>
        <a:xfrm>
          <a:off x="0" y="0"/>
          <a:ext cx="0" cy="0"/>
          <a:chOff x="0" y="0"/>
          <a:chExt cx="0" cy="0"/>
        </a:xfrm>
      </p:grpSpPr>
      <p:sp>
        <p:nvSpPr>
          <p:cNvPr id="205" name="Google Shape;205;p25"/>
          <p:cNvSpPr txBox="1"/>
          <p:nvPr>
            <p:ph idx="1" type="body"/>
          </p:nvPr>
        </p:nvSpPr>
        <p:spPr>
          <a:xfrm>
            <a:off x="1431675" y="761175"/>
            <a:ext cx="1493100" cy="722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06" name="Google Shape;206;p25"/>
          <p:cNvSpPr txBox="1"/>
          <p:nvPr>
            <p:ph idx="2" type="subTitle"/>
          </p:nvPr>
        </p:nvSpPr>
        <p:spPr>
          <a:xfrm>
            <a:off x="1343775" y="17617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07" name="Google Shape;207;p25"/>
          <p:cNvSpPr/>
          <p:nvPr>
            <p:ph idx="3" type="pic"/>
          </p:nvPr>
        </p:nvSpPr>
        <p:spPr>
          <a:xfrm>
            <a:off x="470775" y="462800"/>
            <a:ext cx="798000" cy="798000"/>
          </a:xfrm>
          <a:prstGeom prst="ellipse">
            <a:avLst/>
          </a:prstGeom>
          <a:noFill/>
          <a:ln>
            <a:noFill/>
          </a:ln>
        </p:spPr>
      </p:sp>
      <p:sp>
        <p:nvSpPr>
          <p:cNvPr id="208" name="Google Shape;208;p25"/>
          <p:cNvSpPr/>
          <p:nvPr>
            <p:ph idx="4" type="pic"/>
          </p:nvPr>
        </p:nvSpPr>
        <p:spPr>
          <a:xfrm>
            <a:off x="2118300" y="1666800"/>
            <a:ext cx="798000" cy="798000"/>
          </a:xfrm>
          <a:prstGeom prst="ellipse">
            <a:avLst/>
          </a:prstGeom>
          <a:noFill/>
          <a:ln>
            <a:noFill/>
          </a:ln>
        </p:spPr>
      </p:sp>
      <p:sp>
        <p:nvSpPr>
          <p:cNvPr id="209" name="Google Shape;209;p25"/>
          <p:cNvSpPr txBox="1"/>
          <p:nvPr>
            <p:ph idx="5" type="body"/>
          </p:nvPr>
        </p:nvSpPr>
        <p:spPr>
          <a:xfrm>
            <a:off x="345800" y="1960225"/>
            <a:ext cx="1493100" cy="722100"/>
          </a:xfrm>
          <a:prstGeom prst="rect">
            <a:avLst/>
          </a:prstGeom>
          <a:noFill/>
          <a:ln>
            <a:noFill/>
          </a:ln>
        </p:spPr>
        <p:txBody>
          <a:bodyPr anchorCtr="0" anchor="ctr" bIns="0" lIns="0" spcFirstLastPara="1" rIns="0" wrap="square" tIns="91425">
            <a:noAutofit/>
          </a:bodyPr>
          <a:lstStyle>
            <a:lvl1pPr indent="-279400" lvl="0" marL="457200" algn="r">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gn="r">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gn="r">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gn="r">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gn="r">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gn="r">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gn="r">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gn="r">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gn="r">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10" name="Google Shape;210;p25"/>
          <p:cNvSpPr txBox="1"/>
          <p:nvPr>
            <p:ph idx="6" type="subTitle"/>
          </p:nvPr>
        </p:nvSpPr>
        <p:spPr>
          <a:xfrm>
            <a:off x="334100" y="1375225"/>
            <a:ext cx="1581000" cy="6612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11" name="Google Shape;211;p25"/>
          <p:cNvSpPr txBox="1"/>
          <p:nvPr>
            <p:ph idx="7" type="body"/>
          </p:nvPr>
        </p:nvSpPr>
        <p:spPr>
          <a:xfrm>
            <a:off x="1431675" y="3291100"/>
            <a:ext cx="1493100" cy="722100"/>
          </a:xfrm>
          <a:prstGeom prst="rect">
            <a:avLst/>
          </a:prstGeom>
        </p:spPr>
        <p:txBody>
          <a:bodyPr anchorCtr="0" anchor="t" bIns="0" lIns="0" spcFirstLastPara="1" rIns="0"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12" name="Google Shape;212;p25"/>
          <p:cNvSpPr txBox="1"/>
          <p:nvPr>
            <p:ph idx="8" type="subTitle"/>
          </p:nvPr>
        </p:nvSpPr>
        <p:spPr>
          <a:xfrm>
            <a:off x="1343775" y="27061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13" name="Google Shape;213;p25"/>
          <p:cNvSpPr/>
          <p:nvPr>
            <p:ph idx="9" type="pic"/>
          </p:nvPr>
        </p:nvSpPr>
        <p:spPr>
          <a:xfrm>
            <a:off x="470775" y="2992725"/>
            <a:ext cx="798000" cy="798000"/>
          </a:xfrm>
          <a:prstGeom prst="ellipse">
            <a:avLst/>
          </a:prstGeom>
          <a:noFill/>
          <a:ln>
            <a:noFill/>
          </a:ln>
        </p:spPr>
      </p:sp>
      <p:sp>
        <p:nvSpPr>
          <p:cNvPr id="214" name="Google Shape;214;p25"/>
          <p:cNvSpPr txBox="1"/>
          <p:nvPr>
            <p:ph idx="13" type="body"/>
          </p:nvPr>
        </p:nvSpPr>
        <p:spPr>
          <a:xfrm>
            <a:off x="4337900" y="761175"/>
            <a:ext cx="1493100" cy="722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15" name="Google Shape;215;p25"/>
          <p:cNvSpPr txBox="1"/>
          <p:nvPr>
            <p:ph idx="14" type="subTitle"/>
          </p:nvPr>
        </p:nvSpPr>
        <p:spPr>
          <a:xfrm>
            <a:off x="4250000" y="17617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16" name="Google Shape;216;p25"/>
          <p:cNvSpPr/>
          <p:nvPr>
            <p:ph idx="15" type="pic"/>
          </p:nvPr>
        </p:nvSpPr>
        <p:spPr>
          <a:xfrm>
            <a:off x="3377000" y="462800"/>
            <a:ext cx="798000" cy="798000"/>
          </a:xfrm>
          <a:prstGeom prst="ellipse">
            <a:avLst/>
          </a:prstGeom>
          <a:noFill/>
          <a:ln>
            <a:noFill/>
          </a:ln>
        </p:spPr>
      </p:sp>
      <p:sp>
        <p:nvSpPr>
          <p:cNvPr id="217" name="Google Shape;217;p25"/>
          <p:cNvSpPr/>
          <p:nvPr>
            <p:ph idx="16" type="pic"/>
          </p:nvPr>
        </p:nvSpPr>
        <p:spPr>
          <a:xfrm>
            <a:off x="5024525" y="1666800"/>
            <a:ext cx="798000" cy="798000"/>
          </a:xfrm>
          <a:prstGeom prst="ellipse">
            <a:avLst/>
          </a:prstGeom>
          <a:noFill/>
          <a:ln>
            <a:noFill/>
          </a:ln>
        </p:spPr>
      </p:sp>
      <p:sp>
        <p:nvSpPr>
          <p:cNvPr id="218" name="Google Shape;218;p25"/>
          <p:cNvSpPr txBox="1"/>
          <p:nvPr>
            <p:ph idx="17" type="body"/>
          </p:nvPr>
        </p:nvSpPr>
        <p:spPr>
          <a:xfrm>
            <a:off x="3252025" y="1960225"/>
            <a:ext cx="1493100" cy="722100"/>
          </a:xfrm>
          <a:prstGeom prst="rect">
            <a:avLst/>
          </a:prstGeom>
          <a:noFill/>
          <a:ln>
            <a:noFill/>
          </a:ln>
        </p:spPr>
        <p:txBody>
          <a:bodyPr anchorCtr="0" anchor="ctr" bIns="0" lIns="0" spcFirstLastPara="1" rIns="0" wrap="square" tIns="91425">
            <a:noAutofit/>
          </a:bodyPr>
          <a:lstStyle>
            <a:lvl1pPr indent="-279400" lvl="0" marL="457200" algn="r">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gn="r">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gn="r">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gn="r">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gn="r">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gn="r">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gn="r">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gn="r">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gn="r">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19" name="Google Shape;219;p25"/>
          <p:cNvSpPr txBox="1"/>
          <p:nvPr>
            <p:ph idx="18" type="subTitle"/>
          </p:nvPr>
        </p:nvSpPr>
        <p:spPr>
          <a:xfrm>
            <a:off x="3240325" y="1375225"/>
            <a:ext cx="1581000" cy="6612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20" name="Google Shape;220;p25"/>
          <p:cNvSpPr txBox="1"/>
          <p:nvPr>
            <p:ph idx="19" type="body"/>
          </p:nvPr>
        </p:nvSpPr>
        <p:spPr>
          <a:xfrm>
            <a:off x="4337900" y="3291100"/>
            <a:ext cx="1493100" cy="722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21" name="Google Shape;221;p25"/>
          <p:cNvSpPr txBox="1"/>
          <p:nvPr>
            <p:ph idx="20" type="subTitle"/>
          </p:nvPr>
        </p:nvSpPr>
        <p:spPr>
          <a:xfrm>
            <a:off x="4250000" y="27061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22" name="Google Shape;222;p25"/>
          <p:cNvSpPr/>
          <p:nvPr>
            <p:ph idx="21" type="pic"/>
          </p:nvPr>
        </p:nvSpPr>
        <p:spPr>
          <a:xfrm>
            <a:off x="3377000" y="2992725"/>
            <a:ext cx="798000" cy="798000"/>
          </a:xfrm>
          <a:prstGeom prst="ellipse">
            <a:avLst/>
          </a:prstGeom>
          <a:noFill/>
          <a:ln>
            <a:noFill/>
          </a:ln>
        </p:spPr>
      </p:sp>
      <p:sp>
        <p:nvSpPr>
          <p:cNvPr id="223" name="Google Shape;223;p25"/>
          <p:cNvSpPr txBox="1"/>
          <p:nvPr>
            <p:ph idx="22" type="body"/>
          </p:nvPr>
        </p:nvSpPr>
        <p:spPr>
          <a:xfrm>
            <a:off x="7324400" y="761175"/>
            <a:ext cx="1493100" cy="722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24" name="Google Shape;224;p25"/>
          <p:cNvSpPr txBox="1"/>
          <p:nvPr>
            <p:ph idx="23" type="subTitle"/>
          </p:nvPr>
        </p:nvSpPr>
        <p:spPr>
          <a:xfrm>
            <a:off x="7236500" y="17617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25" name="Google Shape;225;p25"/>
          <p:cNvSpPr/>
          <p:nvPr>
            <p:ph idx="24" type="pic"/>
          </p:nvPr>
        </p:nvSpPr>
        <p:spPr>
          <a:xfrm>
            <a:off x="6363500" y="462800"/>
            <a:ext cx="798000" cy="798000"/>
          </a:xfrm>
          <a:prstGeom prst="ellipse">
            <a:avLst/>
          </a:prstGeom>
          <a:noFill/>
          <a:ln>
            <a:noFill/>
          </a:ln>
        </p:spPr>
      </p:sp>
      <p:sp>
        <p:nvSpPr>
          <p:cNvPr id="226" name="Google Shape;226;p25"/>
          <p:cNvSpPr/>
          <p:nvPr>
            <p:ph idx="25" type="pic"/>
          </p:nvPr>
        </p:nvSpPr>
        <p:spPr>
          <a:xfrm>
            <a:off x="8011025" y="1666800"/>
            <a:ext cx="798000" cy="798000"/>
          </a:xfrm>
          <a:prstGeom prst="ellipse">
            <a:avLst/>
          </a:prstGeom>
          <a:noFill/>
          <a:ln>
            <a:noFill/>
          </a:ln>
        </p:spPr>
      </p:sp>
      <p:sp>
        <p:nvSpPr>
          <p:cNvPr id="227" name="Google Shape;227;p25"/>
          <p:cNvSpPr txBox="1"/>
          <p:nvPr>
            <p:ph idx="26" type="body"/>
          </p:nvPr>
        </p:nvSpPr>
        <p:spPr>
          <a:xfrm>
            <a:off x="6238525" y="1960225"/>
            <a:ext cx="1493100" cy="722100"/>
          </a:xfrm>
          <a:prstGeom prst="rect">
            <a:avLst/>
          </a:prstGeom>
          <a:noFill/>
          <a:ln>
            <a:noFill/>
          </a:ln>
        </p:spPr>
        <p:txBody>
          <a:bodyPr anchorCtr="0" anchor="ctr" bIns="0" lIns="0" spcFirstLastPara="1" rIns="0" wrap="square" tIns="91425">
            <a:noAutofit/>
          </a:bodyPr>
          <a:lstStyle>
            <a:lvl1pPr indent="-279400" lvl="0" marL="457200" algn="r">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gn="r">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gn="r">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gn="r">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gn="r">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gn="r">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gn="r">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gn="r">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gn="r">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28" name="Google Shape;228;p25"/>
          <p:cNvSpPr txBox="1"/>
          <p:nvPr>
            <p:ph idx="27" type="subTitle"/>
          </p:nvPr>
        </p:nvSpPr>
        <p:spPr>
          <a:xfrm>
            <a:off x="6226825" y="1375225"/>
            <a:ext cx="1581000" cy="6612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29" name="Google Shape;229;p25"/>
          <p:cNvSpPr txBox="1"/>
          <p:nvPr>
            <p:ph idx="28" type="body"/>
          </p:nvPr>
        </p:nvSpPr>
        <p:spPr>
          <a:xfrm>
            <a:off x="7324400" y="3291100"/>
            <a:ext cx="1493100" cy="722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30" name="Google Shape;230;p25"/>
          <p:cNvSpPr txBox="1"/>
          <p:nvPr>
            <p:ph idx="29" type="subTitle"/>
          </p:nvPr>
        </p:nvSpPr>
        <p:spPr>
          <a:xfrm>
            <a:off x="7236500" y="27061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31" name="Google Shape;231;p25"/>
          <p:cNvSpPr/>
          <p:nvPr>
            <p:ph idx="30" type="pic"/>
          </p:nvPr>
        </p:nvSpPr>
        <p:spPr>
          <a:xfrm>
            <a:off x="6363500" y="2992725"/>
            <a:ext cx="798000" cy="798000"/>
          </a:xfrm>
          <a:prstGeom prst="ellipse">
            <a:avLst/>
          </a:prstGeom>
          <a:noFill/>
          <a:ln>
            <a:noFill/>
          </a:ln>
        </p:spPr>
      </p:sp>
      <p:sp>
        <p:nvSpPr>
          <p:cNvPr id="232" name="Google Shape;232;p25"/>
          <p:cNvSpPr txBox="1"/>
          <p:nvPr>
            <p:ph idx="31" type="subTitle"/>
          </p:nvPr>
        </p:nvSpPr>
        <p:spPr>
          <a:xfrm>
            <a:off x="5235850" y="4114925"/>
            <a:ext cx="3782400" cy="806100"/>
          </a:xfrm>
          <a:prstGeom prst="rect">
            <a:avLst/>
          </a:prstGeom>
        </p:spPr>
        <p:txBody>
          <a:bodyPr anchorCtr="0" anchor="ctr" bIns="91425" lIns="91425" spcFirstLastPara="1" rIns="91425" wrap="square" tIns="91425">
            <a:noAutofit/>
          </a:bodyPr>
          <a:lstStyle>
            <a:lvl1pPr lvl="0" algn="r">
              <a:lnSpc>
                <a:spcPct val="80000"/>
              </a:lnSpc>
              <a:spcBef>
                <a:spcPts val="0"/>
              </a:spcBef>
              <a:spcAft>
                <a:spcPts val="0"/>
              </a:spcAft>
              <a:buClr>
                <a:schemeClr val="accent2"/>
              </a:buClr>
              <a:buSzPts val="3600"/>
              <a:buNone/>
              <a:defRPr>
                <a:solidFill>
                  <a:schemeClr val="accent2"/>
                </a:solidFill>
              </a:defRPr>
            </a:lvl1pPr>
            <a:lvl2pPr lvl="1" algn="r">
              <a:spcBef>
                <a:spcPts val="0"/>
              </a:spcBef>
              <a:spcAft>
                <a:spcPts val="0"/>
              </a:spcAft>
              <a:buClr>
                <a:schemeClr val="accent2"/>
              </a:buClr>
              <a:buSzPts val="3600"/>
              <a:buNone/>
              <a:defRPr>
                <a:solidFill>
                  <a:schemeClr val="accent2"/>
                </a:solidFill>
              </a:defRPr>
            </a:lvl2pPr>
            <a:lvl3pPr lvl="2" algn="r">
              <a:spcBef>
                <a:spcPts val="0"/>
              </a:spcBef>
              <a:spcAft>
                <a:spcPts val="0"/>
              </a:spcAft>
              <a:buClr>
                <a:schemeClr val="accent2"/>
              </a:buClr>
              <a:buSzPts val="3600"/>
              <a:buNone/>
              <a:defRPr>
                <a:solidFill>
                  <a:schemeClr val="accent2"/>
                </a:solidFill>
              </a:defRPr>
            </a:lvl3pPr>
            <a:lvl4pPr lvl="3" algn="r">
              <a:spcBef>
                <a:spcPts val="0"/>
              </a:spcBef>
              <a:spcAft>
                <a:spcPts val="0"/>
              </a:spcAft>
              <a:buClr>
                <a:schemeClr val="accent2"/>
              </a:buClr>
              <a:buSzPts val="3600"/>
              <a:buNone/>
              <a:defRPr>
                <a:solidFill>
                  <a:schemeClr val="accent2"/>
                </a:solidFill>
              </a:defRPr>
            </a:lvl4pPr>
            <a:lvl5pPr lvl="4" algn="r">
              <a:spcBef>
                <a:spcPts val="0"/>
              </a:spcBef>
              <a:spcAft>
                <a:spcPts val="0"/>
              </a:spcAft>
              <a:buClr>
                <a:schemeClr val="accent2"/>
              </a:buClr>
              <a:buSzPts val="3600"/>
              <a:buNone/>
              <a:defRPr>
                <a:solidFill>
                  <a:schemeClr val="accent2"/>
                </a:solidFill>
              </a:defRPr>
            </a:lvl5pPr>
            <a:lvl6pPr lvl="5" algn="r">
              <a:spcBef>
                <a:spcPts val="0"/>
              </a:spcBef>
              <a:spcAft>
                <a:spcPts val="0"/>
              </a:spcAft>
              <a:buClr>
                <a:schemeClr val="accent2"/>
              </a:buClr>
              <a:buSzPts val="3600"/>
              <a:buNone/>
              <a:defRPr>
                <a:solidFill>
                  <a:schemeClr val="accent2"/>
                </a:solidFill>
              </a:defRPr>
            </a:lvl6pPr>
            <a:lvl7pPr lvl="6" algn="r">
              <a:spcBef>
                <a:spcPts val="0"/>
              </a:spcBef>
              <a:spcAft>
                <a:spcPts val="0"/>
              </a:spcAft>
              <a:buClr>
                <a:schemeClr val="accent2"/>
              </a:buClr>
              <a:buSzPts val="3600"/>
              <a:buNone/>
              <a:defRPr>
                <a:solidFill>
                  <a:schemeClr val="accent2"/>
                </a:solidFill>
              </a:defRPr>
            </a:lvl7pPr>
            <a:lvl8pPr lvl="7" algn="r">
              <a:spcBef>
                <a:spcPts val="0"/>
              </a:spcBef>
              <a:spcAft>
                <a:spcPts val="0"/>
              </a:spcAft>
              <a:buClr>
                <a:schemeClr val="accent2"/>
              </a:buClr>
              <a:buSzPts val="3600"/>
              <a:buNone/>
              <a:defRPr>
                <a:solidFill>
                  <a:schemeClr val="accent2"/>
                </a:solidFill>
              </a:defRPr>
            </a:lvl8pPr>
            <a:lvl9pPr lvl="8" algn="r">
              <a:spcBef>
                <a:spcPts val="0"/>
              </a:spcBef>
              <a:spcAft>
                <a:spcPts val="0"/>
              </a:spcAft>
              <a:buClr>
                <a:schemeClr val="accent2"/>
              </a:buClr>
              <a:buSzPts val="3600"/>
              <a:buNone/>
              <a:defRPr>
                <a:solidFill>
                  <a:schemeClr val="accent2"/>
                </a:solidFill>
              </a:defRPr>
            </a:lvl9pPr>
          </a:lstStyle>
          <a:p/>
        </p:txBody>
      </p:sp>
      <p:sp>
        <p:nvSpPr>
          <p:cNvPr id="233" name="Google Shape;233;p25"/>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34" name="Google Shape;234;p25"/>
          <p:cNvSpPr txBox="1"/>
          <p:nvPr>
            <p:ph idx="32"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by Step 5a">
  <p:cSld name="CUSTOM_23">
    <p:spTree>
      <p:nvGrpSpPr>
        <p:cNvPr id="235" name="Shape 235"/>
        <p:cNvGrpSpPr/>
        <p:nvPr/>
      </p:nvGrpSpPr>
      <p:grpSpPr>
        <a:xfrm>
          <a:off x="0" y="0"/>
          <a:ext cx="0" cy="0"/>
          <a:chOff x="0" y="0"/>
          <a:chExt cx="0" cy="0"/>
        </a:xfrm>
      </p:grpSpPr>
      <p:sp>
        <p:nvSpPr>
          <p:cNvPr id="236" name="Google Shape;236;p26"/>
          <p:cNvSpPr txBox="1"/>
          <p:nvPr>
            <p:ph idx="12" type="sldNum"/>
          </p:nvPr>
        </p:nvSpPr>
        <p:spPr>
          <a:xfrm>
            <a:off x="8653375" y="4829350"/>
            <a:ext cx="490500" cy="311700"/>
          </a:xfrm>
          <a:prstGeom prst="rect">
            <a:avLst/>
          </a:prstGeom>
          <a:solidFill>
            <a:schemeClr val="dk2"/>
          </a:solidFill>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237" name="Google Shape;237;p26"/>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8" name="Google Shape;238;p26"/>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9" name="Google Shape;239;p26"/>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0" name="Google Shape;240;p26"/>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1" name="Google Shape;241;p26"/>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2" name="Google Shape;242;p26"/>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3" name="Google Shape;243;p26"/>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4" name="Google Shape;244;p26"/>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5" name="Google Shape;245;p26"/>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6" name="Google Shape;246;p26"/>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7" name="Google Shape;247;p26"/>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8" name="Google Shape;248;p26"/>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9" name="Google Shape;249;p26"/>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0" name="Google Shape;250;p26"/>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1" name="Google Shape;251;p26"/>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2" name="Google Shape;252;p26"/>
          <p:cNvSpPr/>
          <p:nvPr/>
        </p:nvSpPr>
        <p:spPr>
          <a:xfrm>
            <a:off x="271247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3" name="Google Shape;253;p26"/>
          <p:cNvSpPr/>
          <p:nvPr/>
        </p:nvSpPr>
        <p:spPr>
          <a:xfrm>
            <a:off x="5928825" y="3524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4" name="Google Shape;254;p26"/>
          <p:cNvSpPr txBox="1"/>
          <p:nvPr>
            <p:ph idx="1" type="subTitle"/>
          </p:nvPr>
        </p:nvSpPr>
        <p:spPr>
          <a:xfrm>
            <a:off x="167075" y="53250"/>
            <a:ext cx="1581000" cy="645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3000"/>
              <a:buNone/>
              <a:defRPr sz="3000">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p:txBody>
      </p:sp>
      <p:sp>
        <p:nvSpPr>
          <p:cNvPr id="255" name="Google Shape;255;p26"/>
          <p:cNvSpPr txBox="1"/>
          <p:nvPr>
            <p:ph type="title"/>
          </p:nvPr>
        </p:nvSpPr>
        <p:spPr>
          <a:xfrm>
            <a:off x="125700" y="826000"/>
            <a:ext cx="2516400" cy="1524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
        <p:nvSpPr>
          <p:cNvPr id="256" name="Google Shape;256;p26"/>
          <p:cNvSpPr/>
          <p:nvPr>
            <p:ph idx="2" type="pic"/>
          </p:nvPr>
        </p:nvSpPr>
        <p:spPr>
          <a:xfrm>
            <a:off x="3017300" y="586450"/>
            <a:ext cx="2439000" cy="1429500"/>
          </a:xfrm>
          <a:prstGeom prst="roundRect">
            <a:avLst>
              <a:gd fmla="val 10672" name="adj"/>
            </a:avLst>
          </a:prstGeom>
          <a:noFill/>
          <a:ln>
            <a:noFill/>
          </a:ln>
        </p:spPr>
      </p:sp>
      <p:sp>
        <p:nvSpPr>
          <p:cNvPr id="257" name="Google Shape;257;p26"/>
          <p:cNvSpPr/>
          <p:nvPr>
            <p:ph idx="3" type="pic"/>
          </p:nvPr>
        </p:nvSpPr>
        <p:spPr>
          <a:xfrm>
            <a:off x="6205700" y="586450"/>
            <a:ext cx="2439000" cy="1429500"/>
          </a:xfrm>
          <a:prstGeom prst="roundRect">
            <a:avLst>
              <a:gd fmla="val 10672" name="adj"/>
            </a:avLst>
          </a:prstGeom>
          <a:noFill/>
          <a:ln>
            <a:noFill/>
          </a:ln>
        </p:spPr>
      </p:sp>
      <p:sp>
        <p:nvSpPr>
          <p:cNvPr id="258" name="Google Shape;258;p26"/>
          <p:cNvSpPr txBox="1"/>
          <p:nvPr>
            <p:ph idx="4" type="body"/>
          </p:nvPr>
        </p:nvSpPr>
        <p:spPr>
          <a:xfrm>
            <a:off x="3105200" y="2506300"/>
            <a:ext cx="2173800" cy="776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59" name="Google Shape;259;p26"/>
          <p:cNvSpPr txBox="1"/>
          <p:nvPr>
            <p:ph idx="5" type="subTitle"/>
          </p:nvPr>
        </p:nvSpPr>
        <p:spPr>
          <a:xfrm>
            <a:off x="3017300" y="1886500"/>
            <a:ext cx="22617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60" name="Google Shape;260;p26"/>
          <p:cNvSpPr txBox="1"/>
          <p:nvPr>
            <p:ph idx="6" type="body"/>
          </p:nvPr>
        </p:nvSpPr>
        <p:spPr>
          <a:xfrm>
            <a:off x="3105200" y="3789950"/>
            <a:ext cx="2173800" cy="776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61" name="Google Shape;261;p26"/>
          <p:cNvSpPr txBox="1"/>
          <p:nvPr>
            <p:ph idx="7" type="subTitle"/>
          </p:nvPr>
        </p:nvSpPr>
        <p:spPr>
          <a:xfrm>
            <a:off x="3017300" y="3170150"/>
            <a:ext cx="21738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62" name="Google Shape;262;p26"/>
          <p:cNvSpPr txBox="1"/>
          <p:nvPr>
            <p:ph idx="8" type="body"/>
          </p:nvPr>
        </p:nvSpPr>
        <p:spPr>
          <a:xfrm>
            <a:off x="6293600" y="2506300"/>
            <a:ext cx="2173800" cy="776100"/>
          </a:xfrm>
          <a:prstGeom prst="rect">
            <a:avLst/>
          </a:prstGeom>
        </p:spPr>
        <p:txBody>
          <a:bodyPr anchorCtr="0" anchor="t" bIns="0" lIns="0" spcFirstLastPara="1" rIns="0"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63" name="Google Shape;263;p26"/>
          <p:cNvSpPr txBox="1"/>
          <p:nvPr>
            <p:ph idx="9" type="subTitle"/>
          </p:nvPr>
        </p:nvSpPr>
        <p:spPr>
          <a:xfrm>
            <a:off x="6205700" y="1886500"/>
            <a:ext cx="22617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64" name="Google Shape;264;p26"/>
          <p:cNvSpPr txBox="1"/>
          <p:nvPr>
            <p:ph idx="13" type="body"/>
          </p:nvPr>
        </p:nvSpPr>
        <p:spPr>
          <a:xfrm>
            <a:off x="6293600" y="3789950"/>
            <a:ext cx="2173800" cy="776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65" name="Google Shape;265;p26"/>
          <p:cNvSpPr txBox="1"/>
          <p:nvPr>
            <p:ph idx="14" type="subTitle"/>
          </p:nvPr>
        </p:nvSpPr>
        <p:spPr>
          <a:xfrm>
            <a:off x="6205700" y="3170150"/>
            <a:ext cx="21738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66" name="Google Shape;266;p26"/>
          <p:cNvSpPr txBox="1"/>
          <p:nvPr>
            <p:ph idx="15"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67" name="Google Shape;267;p26"/>
          <p:cNvSpPr txBox="1"/>
          <p:nvPr>
            <p:ph idx="16"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by Step 5b">
  <p:cSld name="CUSTOM_23_1">
    <p:spTree>
      <p:nvGrpSpPr>
        <p:cNvPr id="268" name="Shape 268"/>
        <p:cNvGrpSpPr/>
        <p:nvPr/>
      </p:nvGrpSpPr>
      <p:grpSpPr>
        <a:xfrm>
          <a:off x="0" y="0"/>
          <a:ext cx="0" cy="0"/>
          <a:chOff x="0" y="0"/>
          <a:chExt cx="0" cy="0"/>
        </a:xfrm>
      </p:grpSpPr>
      <p:sp>
        <p:nvSpPr>
          <p:cNvPr id="269" name="Google Shape;269;p27"/>
          <p:cNvSpPr txBox="1"/>
          <p:nvPr>
            <p:ph idx="12" type="sldNum"/>
          </p:nvPr>
        </p:nvSpPr>
        <p:spPr>
          <a:xfrm>
            <a:off x="8653375" y="4829350"/>
            <a:ext cx="490500" cy="311700"/>
          </a:xfrm>
          <a:prstGeom prst="rect">
            <a:avLst/>
          </a:prstGeom>
          <a:solidFill>
            <a:schemeClr val="dk2"/>
          </a:solidFill>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
        <p:nvSpPr>
          <p:cNvPr id="270" name="Google Shape;270;p27"/>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1" name="Google Shape;271;p27"/>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2" name="Google Shape;272;p27"/>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3" name="Google Shape;273;p27"/>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4" name="Google Shape;274;p27"/>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5" name="Google Shape;275;p27"/>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6" name="Google Shape;276;p27"/>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7" name="Google Shape;277;p27"/>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8" name="Google Shape;278;p27"/>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9" name="Google Shape;279;p27"/>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0" name="Google Shape;280;p27"/>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1" name="Google Shape;281;p27"/>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2" name="Google Shape;282;p27"/>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3" name="Google Shape;283;p27"/>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4" name="Google Shape;284;p27"/>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5" name="Google Shape;285;p27"/>
          <p:cNvSpPr/>
          <p:nvPr/>
        </p:nvSpPr>
        <p:spPr>
          <a:xfrm>
            <a:off x="5928825" y="3524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6" name="Google Shape;286;p27"/>
          <p:cNvSpPr txBox="1"/>
          <p:nvPr>
            <p:ph idx="1" type="subTitle"/>
          </p:nvPr>
        </p:nvSpPr>
        <p:spPr>
          <a:xfrm>
            <a:off x="167075" y="53250"/>
            <a:ext cx="1581000" cy="645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3000"/>
              <a:buNone/>
              <a:defRPr sz="3000">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p:txBody>
      </p:sp>
      <p:sp>
        <p:nvSpPr>
          <p:cNvPr id="287" name="Google Shape;287;p27"/>
          <p:cNvSpPr txBox="1"/>
          <p:nvPr>
            <p:ph type="title"/>
          </p:nvPr>
        </p:nvSpPr>
        <p:spPr>
          <a:xfrm>
            <a:off x="125700" y="826000"/>
            <a:ext cx="2516400" cy="1524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
        <p:nvSpPr>
          <p:cNvPr id="288" name="Google Shape;288;p27"/>
          <p:cNvSpPr/>
          <p:nvPr>
            <p:ph idx="2" type="pic"/>
          </p:nvPr>
        </p:nvSpPr>
        <p:spPr>
          <a:xfrm>
            <a:off x="6205700" y="586450"/>
            <a:ext cx="2439000" cy="1429500"/>
          </a:xfrm>
          <a:prstGeom prst="roundRect">
            <a:avLst>
              <a:gd fmla="val 10672" name="adj"/>
            </a:avLst>
          </a:prstGeom>
          <a:noFill/>
          <a:ln>
            <a:noFill/>
          </a:ln>
        </p:spPr>
      </p:sp>
      <p:sp>
        <p:nvSpPr>
          <p:cNvPr id="289" name="Google Shape;289;p27"/>
          <p:cNvSpPr txBox="1"/>
          <p:nvPr>
            <p:ph idx="3" type="body"/>
          </p:nvPr>
        </p:nvSpPr>
        <p:spPr>
          <a:xfrm>
            <a:off x="6293600" y="2506300"/>
            <a:ext cx="2173800" cy="778800"/>
          </a:xfrm>
          <a:prstGeom prst="rect">
            <a:avLst/>
          </a:prstGeom>
        </p:spPr>
        <p:txBody>
          <a:bodyPr anchorCtr="0" anchor="t" bIns="0" lIns="0" spcFirstLastPara="1" rIns="0"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90" name="Google Shape;290;p27"/>
          <p:cNvSpPr txBox="1"/>
          <p:nvPr>
            <p:ph idx="4" type="subTitle"/>
          </p:nvPr>
        </p:nvSpPr>
        <p:spPr>
          <a:xfrm>
            <a:off x="6205700" y="1886500"/>
            <a:ext cx="22617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91" name="Google Shape;291;p27"/>
          <p:cNvSpPr txBox="1"/>
          <p:nvPr>
            <p:ph idx="5" type="body"/>
          </p:nvPr>
        </p:nvSpPr>
        <p:spPr>
          <a:xfrm>
            <a:off x="6293600" y="3789950"/>
            <a:ext cx="2173800" cy="7788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92" name="Google Shape;292;p27"/>
          <p:cNvSpPr txBox="1"/>
          <p:nvPr>
            <p:ph idx="6" type="subTitle"/>
          </p:nvPr>
        </p:nvSpPr>
        <p:spPr>
          <a:xfrm>
            <a:off x="6205700" y="3170150"/>
            <a:ext cx="21738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93" name="Google Shape;293;p27"/>
          <p:cNvSpPr txBox="1"/>
          <p:nvPr>
            <p:ph idx="7"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94" name="Google Shape;294;p27"/>
          <p:cNvSpPr txBox="1"/>
          <p:nvPr>
            <p:ph idx="8"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to Serve">
  <p:cSld name="CUSTOM_20">
    <p:spTree>
      <p:nvGrpSpPr>
        <p:cNvPr id="295" name="Shape 295"/>
        <p:cNvGrpSpPr/>
        <p:nvPr/>
      </p:nvGrpSpPr>
      <p:grpSpPr>
        <a:xfrm>
          <a:off x="0" y="0"/>
          <a:ext cx="0" cy="0"/>
          <a:chOff x="0" y="0"/>
          <a:chExt cx="0" cy="0"/>
        </a:xfrm>
      </p:grpSpPr>
      <p:sp>
        <p:nvSpPr>
          <p:cNvPr id="296" name="Google Shape;296;p28"/>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97" name="Google Shape;297;p28"/>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98" name="Google Shape;298;p28"/>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99" name="Google Shape;299;p28"/>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0" name="Google Shape;300;p28"/>
          <p:cNvSpPr/>
          <p:nvPr/>
        </p:nvSpPr>
        <p:spPr>
          <a:xfrm>
            <a:off x="6074103"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1" name="Google Shape;301;p28"/>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2" name="Google Shape;302;p28"/>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3" name="Google Shape;303;p28"/>
          <p:cNvSpPr/>
          <p:nvPr/>
        </p:nvSpPr>
        <p:spPr>
          <a:xfrm>
            <a:off x="7090103"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4" name="Google Shape;304;p28"/>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5" name="Google Shape;305;p28"/>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6" name="Google Shape;306;p28"/>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7" name="Google Shape;307;p28"/>
          <p:cNvSpPr/>
          <p:nvPr/>
        </p:nvSpPr>
        <p:spPr>
          <a:xfrm>
            <a:off x="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8" name="Google Shape;308;p28"/>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9" name="Google Shape;309;p28"/>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0" name="Google Shape;310;p28"/>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1" name="Google Shape;311;p28"/>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2" name="Google Shape;312;p28"/>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3" name="Google Shape;313;p28"/>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4" name="Google Shape;314;p28"/>
          <p:cNvSpPr/>
          <p:nvPr/>
        </p:nvSpPr>
        <p:spPr>
          <a:xfrm>
            <a:off x="3261340" y="296425"/>
            <a:ext cx="2621400" cy="33642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5" name="Google Shape;315;p28"/>
          <p:cNvSpPr/>
          <p:nvPr/>
        </p:nvSpPr>
        <p:spPr>
          <a:xfrm>
            <a:off x="6096000" y="296425"/>
            <a:ext cx="2621400" cy="33642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6" name="Google Shape;316;p28"/>
          <p:cNvSpPr/>
          <p:nvPr/>
        </p:nvSpPr>
        <p:spPr>
          <a:xfrm>
            <a:off x="426698" y="296425"/>
            <a:ext cx="2621400" cy="33642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7" name="Google Shape;317;p28"/>
          <p:cNvSpPr txBox="1"/>
          <p:nvPr>
            <p:ph idx="1" type="body"/>
          </p:nvPr>
        </p:nvSpPr>
        <p:spPr>
          <a:xfrm>
            <a:off x="632900" y="1708100"/>
            <a:ext cx="2173800" cy="864900"/>
          </a:xfrm>
          <a:prstGeom prst="rect">
            <a:avLst/>
          </a:prstGeom>
        </p:spPr>
        <p:txBody>
          <a:bodyPr anchorCtr="0" anchor="t" bIns="0" lIns="0" spcFirstLastPara="1" rIns="0"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18" name="Google Shape;318;p28"/>
          <p:cNvSpPr/>
          <p:nvPr>
            <p:ph idx="2" type="pic"/>
          </p:nvPr>
        </p:nvSpPr>
        <p:spPr>
          <a:xfrm>
            <a:off x="613100" y="498175"/>
            <a:ext cx="2213400" cy="1133700"/>
          </a:xfrm>
          <a:prstGeom prst="roundRect">
            <a:avLst>
              <a:gd fmla="val 10672" name="adj"/>
            </a:avLst>
          </a:prstGeom>
          <a:noFill/>
          <a:ln>
            <a:noFill/>
          </a:ln>
        </p:spPr>
      </p:sp>
      <p:sp>
        <p:nvSpPr>
          <p:cNvPr id="319" name="Google Shape;319;p28"/>
          <p:cNvSpPr/>
          <p:nvPr>
            <p:ph idx="3" type="pic"/>
          </p:nvPr>
        </p:nvSpPr>
        <p:spPr>
          <a:xfrm>
            <a:off x="3465350" y="498175"/>
            <a:ext cx="2213400" cy="1133700"/>
          </a:xfrm>
          <a:prstGeom prst="roundRect">
            <a:avLst>
              <a:gd fmla="val 10672" name="adj"/>
            </a:avLst>
          </a:prstGeom>
          <a:noFill/>
          <a:ln>
            <a:noFill/>
          </a:ln>
        </p:spPr>
      </p:sp>
      <p:sp>
        <p:nvSpPr>
          <p:cNvPr id="320" name="Google Shape;320;p28"/>
          <p:cNvSpPr/>
          <p:nvPr>
            <p:ph idx="4" type="pic"/>
          </p:nvPr>
        </p:nvSpPr>
        <p:spPr>
          <a:xfrm>
            <a:off x="6300000" y="498175"/>
            <a:ext cx="2213400" cy="1133700"/>
          </a:xfrm>
          <a:prstGeom prst="roundRect">
            <a:avLst>
              <a:gd fmla="val 10672" name="adj"/>
            </a:avLst>
          </a:prstGeom>
          <a:noFill/>
          <a:ln>
            <a:noFill/>
          </a:ln>
        </p:spPr>
      </p:sp>
      <p:sp>
        <p:nvSpPr>
          <p:cNvPr id="321" name="Google Shape;321;p28"/>
          <p:cNvSpPr txBox="1"/>
          <p:nvPr>
            <p:ph idx="5" type="body"/>
          </p:nvPr>
        </p:nvSpPr>
        <p:spPr>
          <a:xfrm>
            <a:off x="3474200" y="1708100"/>
            <a:ext cx="2173800" cy="8649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322" name="Google Shape;322;p28"/>
          <p:cNvSpPr txBox="1"/>
          <p:nvPr>
            <p:ph idx="6" type="body"/>
          </p:nvPr>
        </p:nvSpPr>
        <p:spPr>
          <a:xfrm>
            <a:off x="6315500" y="1708100"/>
            <a:ext cx="2173800" cy="8649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323" name="Google Shape;323;p28"/>
          <p:cNvSpPr txBox="1"/>
          <p:nvPr>
            <p:ph idx="7" type="body"/>
          </p:nvPr>
        </p:nvSpPr>
        <p:spPr>
          <a:xfrm>
            <a:off x="4236800" y="4155575"/>
            <a:ext cx="4565700" cy="637500"/>
          </a:xfrm>
          <a:prstGeom prst="rect">
            <a:avLst/>
          </a:prstGeom>
          <a:noFill/>
          <a:ln>
            <a:noFill/>
          </a:ln>
        </p:spPr>
        <p:txBody>
          <a:bodyPr anchorCtr="0" anchor="ctr" bIns="0" lIns="0" spcFirstLastPara="1" rIns="0" wrap="square" tIns="91425">
            <a:noAutofit/>
          </a:bodyPr>
          <a:lstStyle>
            <a:lvl1pPr indent="-292100" lvl="0" marL="4572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1pPr>
            <a:lvl2pPr indent="-292100" lvl="1" marL="9144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2pPr>
            <a:lvl3pPr indent="-292100" lvl="2" marL="13716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3pPr>
            <a:lvl4pPr indent="-292100" lvl="3" marL="18288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4pPr>
            <a:lvl5pPr indent="-292100" lvl="4" marL="22860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5pPr>
            <a:lvl6pPr indent="-292100" lvl="5" marL="27432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6pPr>
            <a:lvl7pPr indent="-292100" lvl="6" marL="32004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7pPr>
            <a:lvl8pPr indent="-292100" lvl="7" marL="36576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8pPr>
            <a:lvl9pPr indent="-292100" lvl="8" marL="41148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9pPr>
          </a:lstStyle>
          <a:p/>
        </p:txBody>
      </p:sp>
      <p:sp>
        <p:nvSpPr>
          <p:cNvPr id="324" name="Google Shape;324;p28"/>
          <p:cNvSpPr txBox="1"/>
          <p:nvPr>
            <p:ph idx="8" type="subTitle"/>
          </p:nvPr>
        </p:nvSpPr>
        <p:spPr>
          <a:xfrm>
            <a:off x="314425" y="4041875"/>
            <a:ext cx="1782600" cy="864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4"/>
              </a:buClr>
              <a:buSzPts val="3000"/>
              <a:buNone/>
              <a:defRPr sz="3000">
                <a:solidFill>
                  <a:schemeClr val="accent4"/>
                </a:solidFill>
              </a:defRPr>
            </a:lvl1pPr>
            <a:lvl2pPr lvl="1">
              <a:spcBef>
                <a:spcPts val="0"/>
              </a:spcBef>
              <a:spcAft>
                <a:spcPts val="0"/>
              </a:spcAft>
              <a:buClr>
                <a:schemeClr val="accent4"/>
              </a:buClr>
              <a:buSzPts val="3000"/>
              <a:buNone/>
              <a:defRPr sz="3000">
                <a:solidFill>
                  <a:schemeClr val="accent4"/>
                </a:solidFill>
              </a:defRPr>
            </a:lvl2pPr>
            <a:lvl3pPr lvl="2">
              <a:spcBef>
                <a:spcPts val="0"/>
              </a:spcBef>
              <a:spcAft>
                <a:spcPts val="0"/>
              </a:spcAft>
              <a:buClr>
                <a:schemeClr val="accent4"/>
              </a:buClr>
              <a:buSzPts val="3000"/>
              <a:buNone/>
              <a:defRPr sz="3000">
                <a:solidFill>
                  <a:schemeClr val="accent4"/>
                </a:solidFill>
              </a:defRPr>
            </a:lvl3pPr>
            <a:lvl4pPr lvl="3">
              <a:spcBef>
                <a:spcPts val="0"/>
              </a:spcBef>
              <a:spcAft>
                <a:spcPts val="0"/>
              </a:spcAft>
              <a:buClr>
                <a:schemeClr val="accent4"/>
              </a:buClr>
              <a:buSzPts val="3000"/>
              <a:buNone/>
              <a:defRPr sz="3000">
                <a:solidFill>
                  <a:schemeClr val="accent4"/>
                </a:solidFill>
              </a:defRPr>
            </a:lvl4pPr>
            <a:lvl5pPr lvl="4">
              <a:spcBef>
                <a:spcPts val="0"/>
              </a:spcBef>
              <a:spcAft>
                <a:spcPts val="0"/>
              </a:spcAft>
              <a:buClr>
                <a:schemeClr val="accent4"/>
              </a:buClr>
              <a:buSzPts val="3000"/>
              <a:buNone/>
              <a:defRPr sz="3000">
                <a:solidFill>
                  <a:schemeClr val="accent4"/>
                </a:solidFill>
              </a:defRPr>
            </a:lvl5pPr>
            <a:lvl6pPr lvl="5">
              <a:spcBef>
                <a:spcPts val="0"/>
              </a:spcBef>
              <a:spcAft>
                <a:spcPts val="0"/>
              </a:spcAft>
              <a:buClr>
                <a:schemeClr val="accent4"/>
              </a:buClr>
              <a:buSzPts val="3000"/>
              <a:buNone/>
              <a:defRPr sz="3000">
                <a:solidFill>
                  <a:schemeClr val="accent4"/>
                </a:solidFill>
              </a:defRPr>
            </a:lvl6pPr>
            <a:lvl7pPr lvl="6">
              <a:spcBef>
                <a:spcPts val="0"/>
              </a:spcBef>
              <a:spcAft>
                <a:spcPts val="0"/>
              </a:spcAft>
              <a:buClr>
                <a:schemeClr val="accent4"/>
              </a:buClr>
              <a:buSzPts val="3000"/>
              <a:buNone/>
              <a:defRPr sz="3000">
                <a:solidFill>
                  <a:schemeClr val="accent4"/>
                </a:solidFill>
              </a:defRPr>
            </a:lvl7pPr>
            <a:lvl8pPr lvl="7">
              <a:spcBef>
                <a:spcPts val="0"/>
              </a:spcBef>
              <a:spcAft>
                <a:spcPts val="0"/>
              </a:spcAft>
              <a:buClr>
                <a:schemeClr val="accent4"/>
              </a:buClr>
              <a:buSzPts val="3000"/>
              <a:buNone/>
              <a:defRPr sz="3000">
                <a:solidFill>
                  <a:schemeClr val="accent4"/>
                </a:solidFill>
              </a:defRPr>
            </a:lvl8pPr>
            <a:lvl9pPr lvl="8">
              <a:spcBef>
                <a:spcPts val="0"/>
              </a:spcBef>
              <a:spcAft>
                <a:spcPts val="0"/>
              </a:spcAft>
              <a:buClr>
                <a:schemeClr val="accent4"/>
              </a:buClr>
              <a:buSzPts val="3000"/>
              <a:buNone/>
              <a:defRPr sz="3000">
                <a:solidFill>
                  <a:schemeClr val="accent4"/>
                </a:solidFill>
              </a:defRPr>
            </a:lvl9pPr>
          </a:lstStyle>
          <a:p/>
        </p:txBody>
      </p:sp>
      <p:sp>
        <p:nvSpPr>
          <p:cNvPr id="325" name="Google Shape;325;p28"/>
          <p:cNvSpPr txBox="1"/>
          <p:nvPr>
            <p:ph type="title"/>
          </p:nvPr>
        </p:nvSpPr>
        <p:spPr>
          <a:xfrm>
            <a:off x="1762426" y="3904925"/>
            <a:ext cx="3015600" cy="1138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4"/>
              </a:buClr>
              <a:buSzPts val="6000"/>
              <a:buNone/>
              <a:defRPr>
                <a:solidFill>
                  <a:schemeClr val="accent4"/>
                </a:solidFill>
              </a:defRPr>
            </a:lvl1pPr>
            <a:lvl2pPr lvl="1">
              <a:lnSpc>
                <a:spcPct val="100000"/>
              </a:lnSpc>
              <a:spcBef>
                <a:spcPts val="0"/>
              </a:spcBef>
              <a:spcAft>
                <a:spcPts val="0"/>
              </a:spcAft>
              <a:buClr>
                <a:schemeClr val="accent4"/>
              </a:buClr>
              <a:buSzPts val="6000"/>
              <a:buNone/>
              <a:defRPr>
                <a:solidFill>
                  <a:schemeClr val="accent4"/>
                </a:solidFill>
              </a:defRPr>
            </a:lvl2pPr>
            <a:lvl3pPr lvl="2">
              <a:lnSpc>
                <a:spcPct val="100000"/>
              </a:lnSpc>
              <a:spcBef>
                <a:spcPts val="0"/>
              </a:spcBef>
              <a:spcAft>
                <a:spcPts val="0"/>
              </a:spcAft>
              <a:buClr>
                <a:schemeClr val="accent4"/>
              </a:buClr>
              <a:buSzPts val="6000"/>
              <a:buNone/>
              <a:defRPr>
                <a:solidFill>
                  <a:schemeClr val="accent4"/>
                </a:solidFill>
              </a:defRPr>
            </a:lvl3pPr>
            <a:lvl4pPr lvl="3">
              <a:lnSpc>
                <a:spcPct val="100000"/>
              </a:lnSpc>
              <a:spcBef>
                <a:spcPts val="0"/>
              </a:spcBef>
              <a:spcAft>
                <a:spcPts val="0"/>
              </a:spcAft>
              <a:buClr>
                <a:schemeClr val="accent4"/>
              </a:buClr>
              <a:buSzPts val="6000"/>
              <a:buNone/>
              <a:defRPr>
                <a:solidFill>
                  <a:schemeClr val="accent4"/>
                </a:solidFill>
              </a:defRPr>
            </a:lvl4pPr>
            <a:lvl5pPr lvl="4">
              <a:lnSpc>
                <a:spcPct val="100000"/>
              </a:lnSpc>
              <a:spcBef>
                <a:spcPts val="0"/>
              </a:spcBef>
              <a:spcAft>
                <a:spcPts val="0"/>
              </a:spcAft>
              <a:buClr>
                <a:schemeClr val="accent4"/>
              </a:buClr>
              <a:buSzPts val="6000"/>
              <a:buNone/>
              <a:defRPr>
                <a:solidFill>
                  <a:schemeClr val="accent4"/>
                </a:solidFill>
              </a:defRPr>
            </a:lvl5pPr>
            <a:lvl6pPr lvl="5">
              <a:lnSpc>
                <a:spcPct val="100000"/>
              </a:lnSpc>
              <a:spcBef>
                <a:spcPts val="0"/>
              </a:spcBef>
              <a:spcAft>
                <a:spcPts val="0"/>
              </a:spcAft>
              <a:buClr>
                <a:schemeClr val="accent4"/>
              </a:buClr>
              <a:buSzPts val="6000"/>
              <a:buNone/>
              <a:defRPr>
                <a:solidFill>
                  <a:schemeClr val="accent4"/>
                </a:solidFill>
              </a:defRPr>
            </a:lvl6pPr>
            <a:lvl7pPr lvl="6">
              <a:lnSpc>
                <a:spcPct val="100000"/>
              </a:lnSpc>
              <a:spcBef>
                <a:spcPts val="0"/>
              </a:spcBef>
              <a:spcAft>
                <a:spcPts val="0"/>
              </a:spcAft>
              <a:buClr>
                <a:schemeClr val="accent4"/>
              </a:buClr>
              <a:buSzPts val="6000"/>
              <a:buNone/>
              <a:defRPr>
                <a:solidFill>
                  <a:schemeClr val="accent4"/>
                </a:solidFill>
              </a:defRPr>
            </a:lvl7pPr>
            <a:lvl8pPr lvl="7">
              <a:lnSpc>
                <a:spcPct val="100000"/>
              </a:lnSpc>
              <a:spcBef>
                <a:spcPts val="0"/>
              </a:spcBef>
              <a:spcAft>
                <a:spcPts val="0"/>
              </a:spcAft>
              <a:buClr>
                <a:schemeClr val="accent4"/>
              </a:buClr>
              <a:buSzPts val="6000"/>
              <a:buNone/>
              <a:defRPr>
                <a:solidFill>
                  <a:schemeClr val="accent4"/>
                </a:solidFill>
              </a:defRPr>
            </a:lvl8pPr>
            <a:lvl9pPr lvl="8">
              <a:lnSpc>
                <a:spcPct val="100000"/>
              </a:lnSpc>
              <a:spcBef>
                <a:spcPts val="0"/>
              </a:spcBef>
              <a:spcAft>
                <a:spcPts val="0"/>
              </a:spcAft>
              <a:buClr>
                <a:schemeClr val="accent4"/>
              </a:buClr>
              <a:buSzPts val="6000"/>
              <a:buNone/>
              <a:defRPr>
                <a:solidFill>
                  <a:schemeClr val="accent4"/>
                </a:solidFill>
              </a:defRPr>
            </a:lvl9pPr>
          </a:lstStyle>
          <a:p/>
        </p:txBody>
      </p:sp>
      <p:sp>
        <p:nvSpPr>
          <p:cNvPr id="326" name="Google Shape;326;p28"/>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27" name="Google Shape;327;p28"/>
          <p:cNvSpPr txBox="1"/>
          <p:nvPr>
            <p:ph idx="9"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mentary Food and Dishes">
  <p:cSld name="CUSTOM_21">
    <p:spTree>
      <p:nvGrpSpPr>
        <p:cNvPr id="328" name="Shape 328"/>
        <p:cNvGrpSpPr/>
        <p:nvPr/>
      </p:nvGrpSpPr>
      <p:grpSpPr>
        <a:xfrm>
          <a:off x="0" y="0"/>
          <a:ext cx="0" cy="0"/>
          <a:chOff x="0" y="0"/>
          <a:chExt cx="0" cy="0"/>
        </a:xfrm>
      </p:grpSpPr>
      <p:sp>
        <p:nvSpPr>
          <p:cNvPr id="329" name="Google Shape;329;p29"/>
          <p:cNvSpPr txBox="1"/>
          <p:nvPr>
            <p:ph idx="1" type="body"/>
          </p:nvPr>
        </p:nvSpPr>
        <p:spPr>
          <a:xfrm>
            <a:off x="453500" y="2578725"/>
            <a:ext cx="2532600" cy="2191800"/>
          </a:xfrm>
          <a:prstGeom prst="rect">
            <a:avLst/>
          </a:prstGeom>
          <a:noFill/>
          <a:ln>
            <a:noFill/>
          </a:ln>
        </p:spPr>
        <p:txBody>
          <a:bodyPr anchorCtr="0" anchor="b" bIns="0" lIns="0" spcFirstLastPara="1" rIns="0" wrap="square" tIns="91425">
            <a:noAutofit/>
          </a:bodyPr>
          <a:lstStyle>
            <a:lvl1pPr indent="-317500" lvl="0" marL="457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1pPr>
            <a:lvl2pPr indent="-317500" lvl="1" marL="914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2pPr>
            <a:lvl3pPr indent="-317500" lvl="2" marL="1371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3pPr>
            <a:lvl4pPr indent="-317500" lvl="3" marL="1828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4pPr>
            <a:lvl5pPr indent="-317500" lvl="4" marL="22860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5pPr>
            <a:lvl6pPr indent="-317500" lvl="5" marL="2743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6pPr>
            <a:lvl7pPr indent="-317500" lvl="6" marL="3200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7pPr>
            <a:lvl8pPr indent="-317500" lvl="7" marL="3657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8pPr>
            <a:lvl9pPr indent="-317500" lvl="8" marL="4114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9pPr>
          </a:lstStyle>
          <a:p/>
        </p:txBody>
      </p:sp>
      <p:sp>
        <p:nvSpPr>
          <p:cNvPr id="330" name="Google Shape;330;p29"/>
          <p:cNvSpPr txBox="1"/>
          <p:nvPr>
            <p:ph type="title"/>
          </p:nvPr>
        </p:nvSpPr>
        <p:spPr>
          <a:xfrm>
            <a:off x="314425" y="314675"/>
            <a:ext cx="5066100" cy="1578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6000"/>
              <a:buFont typeface="Caveat"/>
              <a:buNone/>
              <a:defRPr/>
            </a:lvl1pPr>
            <a:lvl2pPr lvl="1">
              <a:spcBef>
                <a:spcPts val="0"/>
              </a:spcBef>
              <a:spcAft>
                <a:spcPts val="0"/>
              </a:spcAft>
              <a:buClr>
                <a:schemeClr val="lt2"/>
              </a:buClr>
              <a:buSzPts val="6000"/>
              <a:buFont typeface="Caveat"/>
              <a:buNone/>
              <a:defRPr/>
            </a:lvl2pPr>
            <a:lvl3pPr lvl="2">
              <a:spcBef>
                <a:spcPts val="0"/>
              </a:spcBef>
              <a:spcAft>
                <a:spcPts val="0"/>
              </a:spcAft>
              <a:buClr>
                <a:schemeClr val="lt2"/>
              </a:buClr>
              <a:buSzPts val="6000"/>
              <a:buFont typeface="Caveat"/>
              <a:buNone/>
              <a:defRPr/>
            </a:lvl3pPr>
            <a:lvl4pPr lvl="3">
              <a:spcBef>
                <a:spcPts val="0"/>
              </a:spcBef>
              <a:spcAft>
                <a:spcPts val="0"/>
              </a:spcAft>
              <a:buClr>
                <a:schemeClr val="lt2"/>
              </a:buClr>
              <a:buSzPts val="6000"/>
              <a:buFont typeface="Caveat"/>
              <a:buNone/>
              <a:defRPr/>
            </a:lvl4pPr>
            <a:lvl5pPr lvl="4">
              <a:spcBef>
                <a:spcPts val="0"/>
              </a:spcBef>
              <a:spcAft>
                <a:spcPts val="0"/>
              </a:spcAft>
              <a:buClr>
                <a:schemeClr val="lt2"/>
              </a:buClr>
              <a:buSzPts val="6000"/>
              <a:buFont typeface="Caveat"/>
              <a:buNone/>
              <a:defRPr/>
            </a:lvl5pPr>
            <a:lvl6pPr lvl="5">
              <a:spcBef>
                <a:spcPts val="0"/>
              </a:spcBef>
              <a:spcAft>
                <a:spcPts val="0"/>
              </a:spcAft>
              <a:buClr>
                <a:schemeClr val="lt2"/>
              </a:buClr>
              <a:buSzPts val="6000"/>
              <a:buFont typeface="Caveat"/>
              <a:buNone/>
              <a:defRPr/>
            </a:lvl6pPr>
            <a:lvl7pPr lvl="6">
              <a:spcBef>
                <a:spcPts val="0"/>
              </a:spcBef>
              <a:spcAft>
                <a:spcPts val="0"/>
              </a:spcAft>
              <a:buClr>
                <a:schemeClr val="lt2"/>
              </a:buClr>
              <a:buSzPts val="6000"/>
              <a:buFont typeface="Caveat"/>
              <a:buNone/>
              <a:defRPr/>
            </a:lvl7pPr>
            <a:lvl8pPr lvl="7">
              <a:spcBef>
                <a:spcPts val="0"/>
              </a:spcBef>
              <a:spcAft>
                <a:spcPts val="0"/>
              </a:spcAft>
              <a:buClr>
                <a:schemeClr val="lt2"/>
              </a:buClr>
              <a:buSzPts val="6000"/>
              <a:buFont typeface="Caveat"/>
              <a:buNone/>
              <a:defRPr/>
            </a:lvl8pPr>
            <a:lvl9pPr lvl="8">
              <a:spcBef>
                <a:spcPts val="0"/>
              </a:spcBef>
              <a:spcAft>
                <a:spcPts val="0"/>
              </a:spcAft>
              <a:buClr>
                <a:schemeClr val="lt2"/>
              </a:buClr>
              <a:buSzPts val="6000"/>
              <a:buFont typeface="Caveat"/>
              <a:buNone/>
              <a:defRPr/>
            </a:lvl9pPr>
          </a:lstStyle>
          <a:p/>
        </p:txBody>
      </p:sp>
      <p:sp>
        <p:nvSpPr>
          <p:cNvPr id="331" name="Google Shape;331;p29"/>
          <p:cNvSpPr/>
          <p:nvPr>
            <p:ph idx="2" type="pic"/>
          </p:nvPr>
        </p:nvSpPr>
        <p:spPr>
          <a:xfrm>
            <a:off x="6361100" y="314675"/>
            <a:ext cx="2532600" cy="1297200"/>
          </a:xfrm>
          <a:prstGeom prst="roundRect">
            <a:avLst>
              <a:gd fmla="val 10672" name="adj"/>
            </a:avLst>
          </a:prstGeom>
          <a:noFill/>
          <a:ln>
            <a:noFill/>
          </a:ln>
        </p:spPr>
      </p:sp>
      <p:sp>
        <p:nvSpPr>
          <p:cNvPr id="332" name="Google Shape;332;p29"/>
          <p:cNvSpPr/>
          <p:nvPr>
            <p:ph idx="3" type="pic"/>
          </p:nvPr>
        </p:nvSpPr>
        <p:spPr>
          <a:xfrm>
            <a:off x="6361100" y="1841538"/>
            <a:ext cx="2532600" cy="1297200"/>
          </a:xfrm>
          <a:prstGeom prst="roundRect">
            <a:avLst>
              <a:gd fmla="val 10672" name="adj"/>
            </a:avLst>
          </a:prstGeom>
          <a:noFill/>
          <a:ln>
            <a:noFill/>
          </a:ln>
        </p:spPr>
      </p:sp>
      <p:sp>
        <p:nvSpPr>
          <p:cNvPr id="333" name="Google Shape;333;p29"/>
          <p:cNvSpPr/>
          <p:nvPr>
            <p:ph idx="4" type="pic"/>
          </p:nvPr>
        </p:nvSpPr>
        <p:spPr>
          <a:xfrm>
            <a:off x="6361100" y="3368413"/>
            <a:ext cx="2532600" cy="1297200"/>
          </a:xfrm>
          <a:prstGeom prst="roundRect">
            <a:avLst>
              <a:gd fmla="val 10672" name="adj"/>
            </a:avLst>
          </a:prstGeom>
          <a:noFill/>
          <a:ln>
            <a:noFill/>
          </a:ln>
        </p:spPr>
      </p:sp>
      <p:sp>
        <p:nvSpPr>
          <p:cNvPr id="334" name="Google Shape;334;p29"/>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35" name="Google Shape;335;p29"/>
          <p:cNvSpPr txBox="1"/>
          <p:nvPr>
            <p:ph idx="5"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mories">
  <p:cSld name="CUSTOM_21_1">
    <p:spTree>
      <p:nvGrpSpPr>
        <p:cNvPr id="336" name="Shape 336"/>
        <p:cNvGrpSpPr/>
        <p:nvPr/>
      </p:nvGrpSpPr>
      <p:grpSpPr>
        <a:xfrm>
          <a:off x="0" y="0"/>
          <a:ext cx="0" cy="0"/>
          <a:chOff x="0" y="0"/>
          <a:chExt cx="0" cy="0"/>
        </a:xfrm>
      </p:grpSpPr>
      <p:sp>
        <p:nvSpPr>
          <p:cNvPr id="337" name="Google Shape;337;p30"/>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38" name="Google Shape;338;p30"/>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39" name="Google Shape;339;p30"/>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0" name="Google Shape;340;p30"/>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1" name="Google Shape;341;p30"/>
          <p:cNvSpPr/>
          <p:nvPr/>
        </p:nvSpPr>
        <p:spPr>
          <a:xfrm>
            <a:off x="2032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2" name="Google Shape;342;p30"/>
          <p:cNvSpPr/>
          <p:nvPr/>
        </p:nvSpPr>
        <p:spPr>
          <a:xfrm>
            <a:off x="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3" name="Google Shape;343;p30"/>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4" name="Google Shape;344;p30"/>
          <p:cNvSpPr/>
          <p:nvPr/>
        </p:nvSpPr>
        <p:spPr>
          <a:xfrm>
            <a:off x="435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5" name="Google Shape;345;p30"/>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6" name="Google Shape;346;p30"/>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7" name="Google Shape;347;p30"/>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8" name="Google Shape;348;p30"/>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9" name="Google Shape;349;p30"/>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0" name="Google Shape;350;p30"/>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1" name="Google Shape;351;p30"/>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2" name="Google Shape;352;p30"/>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3" name="Google Shape;353;p30"/>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4" name="Google Shape;354;p30"/>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5" name="Google Shape;355;p30"/>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6" name="Google Shape;356;p30"/>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7" name="Google Shape;357;p30"/>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8" name="Google Shape;358;p30"/>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9" name="Google Shape;359;p30"/>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60" name="Google Shape;360;p30"/>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61" name="Google Shape;361;p30"/>
          <p:cNvSpPr txBox="1"/>
          <p:nvPr>
            <p:ph type="title"/>
          </p:nvPr>
        </p:nvSpPr>
        <p:spPr>
          <a:xfrm>
            <a:off x="314425" y="314675"/>
            <a:ext cx="7740900" cy="7542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5"/>
              </a:buClr>
              <a:buSzPts val="6000"/>
              <a:buFont typeface="Caveat"/>
              <a:buNone/>
              <a:defRPr>
                <a:solidFill>
                  <a:schemeClr val="accent5"/>
                </a:solidFill>
              </a:defRPr>
            </a:lvl1pPr>
            <a:lvl2pPr lvl="1">
              <a:spcBef>
                <a:spcPts val="0"/>
              </a:spcBef>
              <a:spcAft>
                <a:spcPts val="0"/>
              </a:spcAft>
              <a:buClr>
                <a:schemeClr val="accent5"/>
              </a:buClr>
              <a:buSzPts val="6000"/>
              <a:buFont typeface="Caveat"/>
              <a:buNone/>
              <a:defRPr>
                <a:solidFill>
                  <a:schemeClr val="accent5"/>
                </a:solidFill>
              </a:defRPr>
            </a:lvl2pPr>
            <a:lvl3pPr lvl="2">
              <a:spcBef>
                <a:spcPts val="0"/>
              </a:spcBef>
              <a:spcAft>
                <a:spcPts val="0"/>
              </a:spcAft>
              <a:buClr>
                <a:schemeClr val="accent5"/>
              </a:buClr>
              <a:buSzPts val="6000"/>
              <a:buFont typeface="Caveat"/>
              <a:buNone/>
              <a:defRPr>
                <a:solidFill>
                  <a:schemeClr val="accent5"/>
                </a:solidFill>
              </a:defRPr>
            </a:lvl3pPr>
            <a:lvl4pPr lvl="3">
              <a:spcBef>
                <a:spcPts val="0"/>
              </a:spcBef>
              <a:spcAft>
                <a:spcPts val="0"/>
              </a:spcAft>
              <a:buClr>
                <a:schemeClr val="accent5"/>
              </a:buClr>
              <a:buSzPts val="6000"/>
              <a:buFont typeface="Caveat"/>
              <a:buNone/>
              <a:defRPr>
                <a:solidFill>
                  <a:schemeClr val="accent5"/>
                </a:solidFill>
              </a:defRPr>
            </a:lvl4pPr>
            <a:lvl5pPr lvl="4">
              <a:spcBef>
                <a:spcPts val="0"/>
              </a:spcBef>
              <a:spcAft>
                <a:spcPts val="0"/>
              </a:spcAft>
              <a:buClr>
                <a:schemeClr val="accent5"/>
              </a:buClr>
              <a:buSzPts val="6000"/>
              <a:buFont typeface="Caveat"/>
              <a:buNone/>
              <a:defRPr>
                <a:solidFill>
                  <a:schemeClr val="accent5"/>
                </a:solidFill>
              </a:defRPr>
            </a:lvl5pPr>
            <a:lvl6pPr lvl="5">
              <a:spcBef>
                <a:spcPts val="0"/>
              </a:spcBef>
              <a:spcAft>
                <a:spcPts val="0"/>
              </a:spcAft>
              <a:buClr>
                <a:schemeClr val="accent5"/>
              </a:buClr>
              <a:buSzPts val="6000"/>
              <a:buFont typeface="Caveat"/>
              <a:buNone/>
              <a:defRPr>
                <a:solidFill>
                  <a:schemeClr val="accent5"/>
                </a:solidFill>
              </a:defRPr>
            </a:lvl6pPr>
            <a:lvl7pPr lvl="6">
              <a:spcBef>
                <a:spcPts val="0"/>
              </a:spcBef>
              <a:spcAft>
                <a:spcPts val="0"/>
              </a:spcAft>
              <a:buClr>
                <a:schemeClr val="accent5"/>
              </a:buClr>
              <a:buSzPts val="6000"/>
              <a:buFont typeface="Caveat"/>
              <a:buNone/>
              <a:defRPr>
                <a:solidFill>
                  <a:schemeClr val="accent5"/>
                </a:solidFill>
              </a:defRPr>
            </a:lvl7pPr>
            <a:lvl8pPr lvl="7">
              <a:spcBef>
                <a:spcPts val="0"/>
              </a:spcBef>
              <a:spcAft>
                <a:spcPts val="0"/>
              </a:spcAft>
              <a:buClr>
                <a:schemeClr val="accent5"/>
              </a:buClr>
              <a:buSzPts val="6000"/>
              <a:buFont typeface="Caveat"/>
              <a:buNone/>
              <a:defRPr>
                <a:solidFill>
                  <a:schemeClr val="accent5"/>
                </a:solidFill>
              </a:defRPr>
            </a:lvl8pPr>
            <a:lvl9pPr lvl="8">
              <a:spcBef>
                <a:spcPts val="0"/>
              </a:spcBef>
              <a:spcAft>
                <a:spcPts val="0"/>
              </a:spcAft>
              <a:buClr>
                <a:schemeClr val="accent5"/>
              </a:buClr>
              <a:buSzPts val="6000"/>
              <a:buFont typeface="Caveat"/>
              <a:buNone/>
              <a:defRPr>
                <a:solidFill>
                  <a:schemeClr val="accent5"/>
                </a:solidFill>
              </a:defRPr>
            </a:lvl9pPr>
          </a:lstStyle>
          <a:p/>
        </p:txBody>
      </p:sp>
      <p:sp>
        <p:nvSpPr>
          <p:cNvPr id="362" name="Google Shape;362;p30"/>
          <p:cNvSpPr/>
          <p:nvPr>
            <p:ph idx="2" type="pic"/>
          </p:nvPr>
        </p:nvSpPr>
        <p:spPr>
          <a:xfrm>
            <a:off x="250400" y="1334825"/>
            <a:ext cx="2532600" cy="1297200"/>
          </a:xfrm>
          <a:prstGeom prst="roundRect">
            <a:avLst>
              <a:gd fmla="val 10672" name="adj"/>
            </a:avLst>
          </a:prstGeom>
          <a:noFill/>
          <a:ln>
            <a:noFill/>
          </a:ln>
        </p:spPr>
      </p:sp>
      <p:sp>
        <p:nvSpPr>
          <p:cNvPr id="363" name="Google Shape;363;p30"/>
          <p:cNvSpPr/>
          <p:nvPr>
            <p:ph idx="3" type="pic"/>
          </p:nvPr>
        </p:nvSpPr>
        <p:spPr>
          <a:xfrm>
            <a:off x="3314000" y="1334825"/>
            <a:ext cx="2532600" cy="1297200"/>
          </a:xfrm>
          <a:prstGeom prst="roundRect">
            <a:avLst>
              <a:gd fmla="val 10672" name="adj"/>
            </a:avLst>
          </a:prstGeom>
          <a:noFill/>
          <a:ln>
            <a:noFill/>
          </a:ln>
        </p:spPr>
      </p:sp>
      <p:sp>
        <p:nvSpPr>
          <p:cNvPr id="364" name="Google Shape;364;p30"/>
          <p:cNvSpPr/>
          <p:nvPr>
            <p:ph idx="4" type="pic"/>
          </p:nvPr>
        </p:nvSpPr>
        <p:spPr>
          <a:xfrm>
            <a:off x="6370250" y="1334825"/>
            <a:ext cx="2532600" cy="1297200"/>
          </a:xfrm>
          <a:prstGeom prst="roundRect">
            <a:avLst>
              <a:gd fmla="val 10672" name="adj"/>
            </a:avLst>
          </a:prstGeom>
          <a:noFill/>
          <a:ln>
            <a:noFill/>
          </a:ln>
        </p:spPr>
      </p:sp>
      <p:sp>
        <p:nvSpPr>
          <p:cNvPr id="365" name="Google Shape;365;p30"/>
          <p:cNvSpPr/>
          <p:nvPr>
            <p:ph idx="5" type="pic"/>
          </p:nvPr>
        </p:nvSpPr>
        <p:spPr>
          <a:xfrm>
            <a:off x="250400" y="3179750"/>
            <a:ext cx="2532600" cy="1297200"/>
          </a:xfrm>
          <a:prstGeom prst="roundRect">
            <a:avLst>
              <a:gd fmla="val 10672" name="adj"/>
            </a:avLst>
          </a:prstGeom>
          <a:noFill/>
          <a:ln>
            <a:noFill/>
          </a:ln>
        </p:spPr>
      </p:sp>
      <p:sp>
        <p:nvSpPr>
          <p:cNvPr id="366" name="Google Shape;366;p30"/>
          <p:cNvSpPr/>
          <p:nvPr>
            <p:ph idx="6" type="pic"/>
          </p:nvPr>
        </p:nvSpPr>
        <p:spPr>
          <a:xfrm>
            <a:off x="3314000" y="3179750"/>
            <a:ext cx="2532600" cy="1297200"/>
          </a:xfrm>
          <a:prstGeom prst="roundRect">
            <a:avLst>
              <a:gd fmla="val 10672" name="adj"/>
            </a:avLst>
          </a:prstGeom>
          <a:noFill/>
          <a:ln>
            <a:noFill/>
          </a:ln>
        </p:spPr>
      </p:sp>
      <p:sp>
        <p:nvSpPr>
          <p:cNvPr id="367" name="Google Shape;367;p30"/>
          <p:cNvSpPr/>
          <p:nvPr>
            <p:ph idx="7" type="pic"/>
          </p:nvPr>
        </p:nvSpPr>
        <p:spPr>
          <a:xfrm>
            <a:off x="6370250" y="3179750"/>
            <a:ext cx="2532600" cy="1297200"/>
          </a:xfrm>
          <a:prstGeom prst="roundRect">
            <a:avLst>
              <a:gd fmla="val 10672" name="adj"/>
            </a:avLst>
          </a:prstGeom>
          <a:noFill/>
          <a:ln>
            <a:noFill/>
          </a:ln>
        </p:spPr>
      </p:sp>
      <p:sp>
        <p:nvSpPr>
          <p:cNvPr id="368" name="Google Shape;368;p30"/>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69" name="Google Shape;369;p30"/>
          <p:cNvSpPr txBox="1"/>
          <p:nvPr>
            <p:ph idx="1"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Thoughts">
  <p:cSld name="CUSTOM_21_1_1">
    <p:spTree>
      <p:nvGrpSpPr>
        <p:cNvPr id="370" name="Shape 370"/>
        <p:cNvGrpSpPr/>
        <p:nvPr/>
      </p:nvGrpSpPr>
      <p:grpSpPr>
        <a:xfrm>
          <a:off x="0" y="0"/>
          <a:ext cx="0" cy="0"/>
          <a:chOff x="0" y="0"/>
          <a:chExt cx="0" cy="0"/>
        </a:xfrm>
      </p:grpSpPr>
      <p:sp>
        <p:nvSpPr>
          <p:cNvPr id="371" name="Google Shape;371;p31"/>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2" name="Google Shape;372;p31"/>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3" name="Google Shape;373;p31"/>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4" name="Google Shape;374;p31"/>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5" name="Google Shape;375;p31"/>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6" name="Google Shape;376;p31"/>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7" name="Google Shape;377;p31"/>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8" name="Google Shape;378;p31"/>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9" name="Google Shape;379;p31"/>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0" name="Google Shape;380;p31"/>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1" name="Google Shape;381;p31"/>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2" name="Google Shape;382;p31"/>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3" name="Google Shape;383;p31"/>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4" name="Google Shape;384;p31"/>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5" name="Google Shape;385;p31"/>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6" name="Google Shape;386;p31"/>
          <p:cNvSpPr/>
          <p:nvPr/>
        </p:nvSpPr>
        <p:spPr>
          <a:xfrm>
            <a:off x="4786275" y="352450"/>
            <a:ext cx="4063500" cy="43914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7" name="Google Shape;387;p31"/>
          <p:cNvSpPr txBox="1"/>
          <p:nvPr>
            <p:ph idx="1" type="subTitle"/>
          </p:nvPr>
        </p:nvSpPr>
        <p:spPr>
          <a:xfrm>
            <a:off x="314425" y="3213300"/>
            <a:ext cx="3922500" cy="6579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88" name="Google Shape;388;p31"/>
          <p:cNvSpPr txBox="1"/>
          <p:nvPr>
            <p:ph type="title"/>
          </p:nvPr>
        </p:nvSpPr>
        <p:spPr>
          <a:xfrm>
            <a:off x="238225" y="3820950"/>
            <a:ext cx="4063500" cy="8649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6000"/>
              <a:buNone/>
              <a:defRPr/>
            </a:lvl1pPr>
            <a:lvl2pPr lvl="1">
              <a:lnSpc>
                <a:spcPct val="100000"/>
              </a:lnSpc>
              <a:spcBef>
                <a:spcPts val="0"/>
              </a:spcBef>
              <a:spcAft>
                <a:spcPts val="0"/>
              </a:spcAft>
              <a:buSzPts val="6000"/>
              <a:buNone/>
              <a:defRPr/>
            </a:lvl2pPr>
            <a:lvl3pPr lvl="2">
              <a:lnSpc>
                <a:spcPct val="100000"/>
              </a:lnSpc>
              <a:spcBef>
                <a:spcPts val="0"/>
              </a:spcBef>
              <a:spcAft>
                <a:spcPts val="0"/>
              </a:spcAft>
              <a:buSzPts val="6000"/>
              <a:buNone/>
              <a:defRPr/>
            </a:lvl3pPr>
            <a:lvl4pPr lvl="3">
              <a:lnSpc>
                <a:spcPct val="100000"/>
              </a:lnSpc>
              <a:spcBef>
                <a:spcPts val="0"/>
              </a:spcBef>
              <a:spcAft>
                <a:spcPts val="0"/>
              </a:spcAft>
              <a:buSzPts val="6000"/>
              <a:buNone/>
              <a:defRPr/>
            </a:lvl4pPr>
            <a:lvl5pPr lvl="4">
              <a:lnSpc>
                <a:spcPct val="100000"/>
              </a:lnSpc>
              <a:spcBef>
                <a:spcPts val="0"/>
              </a:spcBef>
              <a:spcAft>
                <a:spcPts val="0"/>
              </a:spcAft>
              <a:buSzPts val="6000"/>
              <a:buNone/>
              <a:defRPr/>
            </a:lvl5pPr>
            <a:lvl6pPr lvl="5">
              <a:lnSpc>
                <a:spcPct val="100000"/>
              </a:lnSpc>
              <a:spcBef>
                <a:spcPts val="0"/>
              </a:spcBef>
              <a:spcAft>
                <a:spcPts val="0"/>
              </a:spcAft>
              <a:buSzPts val="6000"/>
              <a:buNone/>
              <a:defRPr/>
            </a:lvl6pPr>
            <a:lvl7pPr lvl="6">
              <a:lnSpc>
                <a:spcPct val="100000"/>
              </a:lnSpc>
              <a:spcBef>
                <a:spcPts val="0"/>
              </a:spcBef>
              <a:spcAft>
                <a:spcPts val="0"/>
              </a:spcAft>
              <a:buSzPts val="6000"/>
              <a:buNone/>
              <a:defRPr/>
            </a:lvl7pPr>
            <a:lvl8pPr lvl="7">
              <a:lnSpc>
                <a:spcPct val="100000"/>
              </a:lnSpc>
              <a:spcBef>
                <a:spcPts val="0"/>
              </a:spcBef>
              <a:spcAft>
                <a:spcPts val="0"/>
              </a:spcAft>
              <a:buSzPts val="6000"/>
              <a:buNone/>
              <a:defRPr/>
            </a:lvl8pPr>
            <a:lvl9pPr lvl="8">
              <a:lnSpc>
                <a:spcPct val="100000"/>
              </a:lnSpc>
              <a:spcBef>
                <a:spcPts val="0"/>
              </a:spcBef>
              <a:spcAft>
                <a:spcPts val="0"/>
              </a:spcAft>
              <a:buSzPts val="6000"/>
              <a:buNone/>
              <a:defRPr/>
            </a:lvl9pPr>
          </a:lstStyle>
          <a:p/>
        </p:txBody>
      </p:sp>
      <p:sp>
        <p:nvSpPr>
          <p:cNvPr id="389" name="Google Shape;389;p31"/>
          <p:cNvSpPr txBox="1"/>
          <p:nvPr>
            <p:ph idx="2" type="body"/>
          </p:nvPr>
        </p:nvSpPr>
        <p:spPr>
          <a:xfrm>
            <a:off x="5125900" y="591475"/>
            <a:ext cx="3312000" cy="916800"/>
          </a:xfrm>
          <a:prstGeom prst="rect">
            <a:avLst/>
          </a:prstGeom>
        </p:spPr>
        <p:txBody>
          <a:bodyPr anchorCtr="0" anchor="t" bIns="0" lIns="0" spcFirstLastPara="1" rIns="0" wrap="square" tIns="91425">
            <a:normAutofit/>
          </a:bodyPr>
          <a:lstStyle>
            <a:lvl1pPr indent="-279400" lvl="0" marL="457200">
              <a:lnSpc>
                <a:spcPct val="108000"/>
              </a:lnSpc>
              <a:spcBef>
                <a:spcPts val="0"/>
              </a:spcBef>
              <a:spcAft>
                <a:spcPts val="0"/>
              </a:spcAft>
              <a:buSzPts val="800"/>
              <a:buChar char="●"/>
              <a:defRPr sz="800"/>
            </a:lvl1pPr>
            <a:lvl2pPr indent="-279400" lvl="1" marL="914400">
              <a:lnSpc>
                <a:spcPct val="108000"/>
              </a:lnSpc>
              <a:spcBef>
                <a:spcPts val="0"/>
              </a:spcBef>
              <a:spcAft>
                <a:spcPts val="0"/>
              </a:spcAft>
              <a:buSzPts val="800"/>
              <a:buChar char="○"/>
              <a:defRPr sz="800"/>
            </a:lvl2pPr>
            <a:lvl3pPr indent="-279400" lvl="2" marL="1371600">
              <a:lnSpc>
                <a:spcPct val="108000"/>
              </a:lnSpc>
              <a:spcBef>
                <a:spcPts val="0"/>
              </a:spcBef>
              <a:spcAft>
                <a:spcPts val="0"/>
              </a:spcAft>
              <a:buSzPts val="800"/>
              <a:buChar char="■"/>
              <a:defRPr sz="800"/>
            </a:lvl3pPr>
            <a:lvl4pPr indent="-279400" lvl="3" marL="1828800">
              <a:lnSpc>
                <a:spcPct val="108000"/>
              </a:lnSpc>
              <a:spcBef>
                <a:spcPts val="0"/>
              </a:spcBef>
              <a:spcAft>
                <a:spcPts val="0"/>
              </a:spcAft>
              <a:buSzPts val="800"/>
              <a:buChar char="●"/>
              <a:defRPr sz="800"/>
            </a:lvl4pPr>
            <a:lvl5pPr indent="-279400" lvl="4" marL="2286000">
              <a:lnSpc>
                <a:spcPct val="108000"/>
              </a:lnSpc>
              <a:spcBef>
                <a:spcPts val="0"/>
              </a:spcBef>
              <a:spcAft>
                <a:spcPts val="0"/>
              </a:spcAft>
              <a:buSzPts val="800"/>
              <a:buChar char="○"/>
              <a:defRPr sz="800"/>
            </a:lvl5pPr>
            <a:lvl6pPr indent="-279400" lvl="5" marL="2743200">
              <a:lnSpc>
                <a:spcPct val="108000"/>
              </a:lnSpc>
              <a:spcBef>
                <a:spcPts val="0"/>
              </a:spcBef>
              <a:spcAft>
                <a:spcPts val="0"/>
              </a:spcAft>
              <a:buSzPts val="800"/>
              <a:buChar char="■"/>
              <a:defRPr sz="800"/>
            </a:lvl6pPr>
            <a:lvl7pPr indent="-279400" lvl="6" marL="3200400">
              <a:lnSpc>
                <a:spcPct val="108000"/>
              </a:lnSpc>
              <a:spcBef>
                <a:spcPts val="0"/>
              </a:spcBef>
              <a:spcAft>
                <a:spcPts val="0"/>
              </a:spcAft>
              <a:buSzPts val="800"/>
              <a:buChar char="●"/>
              <a:defRPr sz="800"/>
            </a:lvl7pPr>
            <a:lvl8pPr indent="-279400" lvl="7" marL="3657600">
              <a:lnSpc>
                <a:spcPct val="108000"/>
              </a:lnSpc>
              <a:spcBef>
                <a:spcPts val="0"/>
              </a:spcBef>
              <a:spcAft>
                <a:spcPts val="0"/>
              </a:spcAft>
              <a:buSzPts val="800"/>
              <a:buChar char="○"/>
              <a:defRPr sz="800"/>
            </a:lvl8pPr>
            <a:lvl9pPr indent="-279400" lvl="8" marL="4114800">
              <a:lnSpc>
                <a:spcPct val="108000"/>
              </a:lnSpc>
              <a:spcBef>
                <a:spcPts val="0"/>
              </a:spcBef>
              <a:spcAft>
                <a:spcPts val="0"/>
              </a:spcAft>
              <a:buSzPts val="800"/>
              <a:buChar char="■"/>
              <a:defRPr sz="800"/>
            </a:lvl9pPr>
          </a:lstStyle>
          <a:p/>
        </p:txBody>
      </p:sp>
      <p:sp>
        <p:nvSpPr>
          <p:cNvPr id="390" name="Google Shape;390;p31"/>
          <p:cNvSpPr txBox="1"/>
          <p:nvPr>
            <p:ph idx="3" type="body"/>
          </p:nvPr>
        </p:nvSpPr>
        <p:spPr>
          <a:xfrm>
            <a:off x="5125900" y="1847075"/>
            <a:ext cx="3312000" cy="916800"/>
          </a:xfrm>
          <a:prstGeom prst="rect">
            <a:avLst/>
          </a:prstGeom>
          <a:noFill/>
          <a:ln>
            <a:noFill/>
          </a:ln>
        </p:spPr>
        <p:txBody>
          <a:bodyPr anchorCtr="0" anchor="ctr" bIns="0" lIns="0" spcFirstLastPara="1" rIns="0" wrap="square" tIns="91425">
            <a:normAutofit/>
          </a:bodyPr>
          <a:lstStyle>
            <a:lvl1pPr indent="-279400" lvl="0" marL="4572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391" name="Google Shape;391;p31"/>
          <p:cNvSpPr txBox="1"/>
          <p:nvPr>
            <p:ph idx="4" type="body"/>
          </p:nvPr>
        </p:nvSpPr>
        <p:spPr>
          <a:xfrm>
            <a:off x="5125900" y="3097650"/>
            <a:ext cx="3312000" cy="916800"/>
          </a:xfrm>
          <a:prstGeom prst="rect">
            <a:avLst/>
          </a:prstGeom>
          <a:noFill/>
          <a:ln>
            <a:noFill/>
          </a:ln>
        </p:spPr>
        <p:txBody>
          <a:bodyPr anchorCtr="0" anchor="ctr" bIns="0" lIns="0" spcFirstLastPara="1" rIns="0" wrap="square" tIns="91425">
            <a:normAutofit/>
          </a:bodyPr>
          <a:lstStyle>
            <a:lvl1pPr indent="-279400" lvl="0" marL="4572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392" name="Google Shape;392;p31"/>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93" name="Google Shape;393;p31"/>
          <p:cNvSpPr txBox="1"/>
          <p:nvPr>
            <p:ph idx="5"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21_1_1_1">
    <p:spTree>
      <p:nvGrpSpPr>
        <p:cNvPr id="394" name="Shape 394"/>
        <p:cNvGrpSpPr/>
        <p:nvPr/>
      </p:nvGrpSpPr>
      <p:grpSpPr>
        <a:xfrm>
          <a:off x="0" y="0"/>
          <a:ext cx="0" cy="0"/>
          <a:chOff x="0" y="0"/>
          <a:chExt cx="0" cy="0"/>
        </a:xfrm>
      </p:grpSpPr>
      <p:sp>
        <p:nvSpPr>
          <p:cNvPr id="395" name="Google Shape;395;p32"/>
          <p:cNvSpPr/>
          <p:nvPr/>
        </p:nvSpPr>
        <p:spPr>
          <a:xfrm>
            <a:off x="2032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396" name="Google Shape;396;p32"/>
          <p:cNvSpPr/>
          <p:nvPr/>
        </p:nvSpPr>
        <p:spPr>
          <a:xfrm>
            <a:off x="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397" name="Google Shape;397;p32"/>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398" name="Google Shape;398;p32"/>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399" name="Google Shape;399;p32"/>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0" name="Google Shape;400;p32"/>
          <p:cNvSpPr/>
          <p:nvPr/>
        </p:nvSpPr>
        <p:spPr>
          <a:xfrm>
            <a:off x="435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1" name="Google Shape;401;p32"/>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2" name="Google Shape;402;p32"/>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3" name="Google Shape;403;p32"/>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4" name="Google Shape;404;p32"/>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5" name="Google Shape;405;p32"/>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6" name="Google Shape;406;p32"/>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7" name="Google Shape;407;p32"/>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8" name="Google Shape;408;p32"/>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9" name="Google Shape;409;p32"/>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0" name="Google Shape;410;p32"/>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1" name="Google Shape;411;p32"/>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2" name="Google Shape;412;p32"/>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3" name="Google Shape;413;p32"/>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4" name="Google Shape;414;p32"/>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5" name="Google Shape;415;p32"/>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6" name="Google Shape;416;p32"/>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7" name="Google Shape;417;p32"/>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8" name="Google Shape;418;p32"/>
          <p:cNvSpPr/>
          <p:nvPr>
            <p:ph idx="2" type="pic"/>
          </p:nvPr>
        </p:nvSpPr>
        <p:spPr>
          <a:xfrm>
            <a:off x="1020450" y="1016000"/>
            <a:ext cx="3043800" cy="3048000"/>
          </a:xfrm>
          <a:prstGeom prst="rect">
            <a:avLst/>
          </a:prstGeom>
          <a:noFill/>
          <a:ln>
            <a:noFill/>
          </a:ln>
        </p:spPr>
      </p:sp>
      <p:sp>
        <p:nvSpPr>
          <p:cNvPr id="419" name="Google Shape;419;p32"/>
          <p:cNvSpPr txBox="1"/>
          <p:nvPr>
            <p:ph type="title"/>
          </p:nvPr>
        </p:nvSpPr>
        <p:spPr>
          <a:xfrm>
            <a:off x="4064000" y="1007950"/>
            <a:ext cx="4188000" cy="3048000"/>
          </a:xfrm>
          <a:prstGeom prst="rect">
            <a:avLst/>
          </a:prstGeom>
        </p:spPr>
        <p:txBody>
          <a:bodyPr anchorCtr="0" anchor="t" bIns="91425" lIns="91425" spcFirstLastPara="1" rIns="91425" wrap="square" tIns="91425">
            <a:normAutofit/>
          </a:bodyPr>
          <a:lstStyle>
            <a:lvl1pPr lvl="0" algn="ctr">
              <a:lnSpc>
                <a:spcPct val="80000"/>
              </a:lnSpc>
              <a:spcBef>
                <a:spcPts val="0"/>
              </a:spcBef>
              <a:spcAft>
                <a:spcPts val="0"/>
              </a:spcAft>
              <a:buSzPts val="12000"/>
              <a:buNone/>
              <a:defRPr b="1" sz="12000"/>
            </a:lvl1pPr>
            <a:lvl2pPr lvl="1" algn="ctr">
              <a:lnSpc>
                <a:spcPct val="80000"/>
              </a:lnSpc>
              <a:spcBef>
                <a:spcPts val="0"/>
              </a:spcBef>
              <a:spcAft>
                <a:spcPts val="0"/>
              </a:spcAft>
              <a:buSzPts val="12000"/>
              <a:buNone/>
              <a:defRPr b="1" sz="12000"/>
            </a:lvl2pPr>
            <a:lvl3pPr lvl="2" algn="ctr">
              <a:lnSpc>
                <a:spcPct val="80000"/>
              </a:lnSpc>
              <a:spcBef>
                <a:spcPts val="0"/>
              </a:spcBef>
              <a:spcAft>
                <a:spcPts val="0"/>
              </a:spcAft>
              <a:buSzPts val="12000"/>
              <a:buNone/>
              <a:defRPr b="1" sz="12000"/>
            </a:lvl3pPr>
            <a:lvl4pPr lvl="3" algn="ctr">
              <a:lnSpc>
                <a:spcPct val="80000"/>
              </a:lnSpc>
              <a:spcBef>
                <a:spcPts val="0"/>
              </a:spcBef>
              <a:spcAft>
                <a:spcPts val="0"/>
              </a:spcAft>
              <a:buSzPts val="12000"/>
              <a:buNone/>
              <a:defRPr b="1" sz="12000"/>
            </a:lvl4pPr>
            <a:lvl5pPr lvl="4" algn="ctr">
              <a:lnSpc>
                <a:spcPct val="80000"/>
              </a:lnSpc>
              <a:spcBef>
                <a:spcPts val="0"/>
              </a:spcBef>
              <a:spcAft>
                <a:spcPts val="0"/>
              </a:spcAft>
              <a:buSzPts val="12000"/>
              <a:buNone/>
              <a:defRPr b="1" sz="12000"/>
            </a:lvl5pPr>
            <a:lvl6pPr lvl="5" algn="ctr">
              <a:lnSpc>
                <a:spcPct val="80000"/>
              </a:lnSpc>
              <a:spcBef>
                <a:spcPts val="0"/>
              </a:spcBef>
              <a:spcAft>
                <a:spcPts val="0"/>
              </a:spcAft>
              <a:buSzPts val="12000"/>
              <a:buNone/>
              <a:defRPr b="1" sz="12000"/>
            </a:lvl6pPr>
            <a:lvl7pPr lvl="6" algn="ctr">
              <a:lnSpc>
                <a:spcPct val="80000"/>
              </a:lnSpc>
              <a:spcBef>
                <a:spcPts val="0"/>
              </a:spcBef>
              <a:spcAft>
                <a:spcPts val="0"/>
              </a:spcAft>
              <a:buSzPts val="12000"/>
              <a:buNone/>
              <a:defRPr b="1" sz="12000"/>
            </a:lvl7pPr>
            <a:lvl8pPr lvl="7" algn="ctr">
              <a:lnSpc>
                <a:spcPct val="80000"/>
              </a:lnSpc>
              <a:spcBef>
                <a:spcPts val="0"/>
              </a:spcBef>
              <a:spcAft>
                <a:spcPts val="0"/>
              </a:spcAft>
              <a:buSzPts val="12000"/>
              <a:buNone/>
              <a:defRPr b="1" sz="12000"/>
            </a:lvl8pPr>
            <a:lvl9pPr lvl="8" algn="ctr">
              <a:lnSpc>
                <a:spcPct val="80000"/>
              </a:lnSpc>
              <a:spcBef>
                <a:spcPts val="0"/>
              </a:spcBef>
              <a:spcAft>
                <a:spcPts val="0"/>
              </a:spcAft>
              <a:buSzPts val="12000"/>
              <a:buNone/>
              <a:defRPr b="1" sz="12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SECTION_HEADER_1_1">
    <p:bg>
      <p:bgPr>
        <a:solidFill>
          <a:schemeClr val="lt1"/>
        </a:solidFill>
      </p:bgPr>
    </p:bg>
    <p:spTree>
      <p:nvGrpSpPr>
        <p:cNvPr id="420" name="Shape 420"/>
        <p:cNvGrpSpPr/>
        <p:nvPr/>
      </p:nvGrpSpPr>
      <p:grpSpPr>
        <a:xfrm>
          <a:off x="0" y="0"/>
          <a:ext cx="0" cy="0"/>
          <a:chOff x="0" y="0"/>
          <a:chExt cx="0" cy="0"/>
        </a:xfrm>
      </p:grpSpPr>
      <p:sp>
        <p:nvSpPr>
          <p:cNvPr id="421" name="Google Shape;421;p33"/>
          <p:cNvSpPr txBox="1"/>
          <p:nvPr>
            <p:ph type="title"/>
          </p:nvPr>
        </p:nvSpPr>
        <p:spPr>
          <a:xfrm>
            <a:off x="250503" y="725375"/>
            <a:ext cx="8643300" cy="1314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9000"/>
              <a:buNone/>
              <a:defRPr sz="9000"/>
            </a:lvl1pPr>
            <a:lvl2pPr lvl="1" algn="ctr">
              <a:lnSpc>
                <a:spcPct val="100000"/>
              </a:lnSpc>
              <a:spcBef>
                <a:spcPts val="0"/>
              </a:spcBef>
              <a:spcAft>
                <a:spcPts val="0"/>
              </a:spcAft>
              <a:buSzPts val="9000"/>
              <a:buNone/>
              <a:defRPr sz="9000"/>
            </a:lvl2pPr>
            <a:lvl3pPr lvl="2" algn="ctr">
              <a:lnSpc>
                <a:spcPct val="100000"/>
              </a:lnSpc>
              <a:spcBef>
                <a:spcPts val="0"/>
              </a:spcBef>
              <a:spcAft>
                <a:spcPts val="0"/>
              </a:spcAft>
              <a:buSzPts val="9000"/>
              <a:buNone/>
              <a:defRPr sz="9000"/>
            </a:lvl3pPr>
            <a:lvl4pPr lvl="3" algn="ctr">
              <a:lnSpc>
                <a:spcPct val="100000"/>
              </a:lnSpc>
              <a:spcBef>
                <a:spcPts val="0"/>
              </a:spcBef>
              <a:spcAft>
                <a:spcPts val="0"/>
              </a:spcAft>
              <a:buSzPts val="9000"/>
              <a:buNone/>
              <a:defRPr sz="9000"/>
            </a:lvl4pPr>
            <a:lvl5pPr lvl="4" algn="ctr">
              <a:lnSpc>
                <a:spcPct val="100000"/>
              </a:lnSpc>
              <a:spcBef>
                <a:spcPts val="0"/>
              </a:spcBef>
              <a:spcAft>
                <a:spcPts val="0"/>
              </a:spcAft>
              <a:buSzPts val="9000"/>
              <a:buNone/>
              <a:defRPr sz="9000"/>
            </a:lvl5pPr>
            <a:lvl6pPr lvl="5" algn="ctr">
              <a:lnSpc>
                <a:spcPct val="100000"/>
              </a:lnSpc>
              <a:spcBef>
                <a:spcPts val="0"/>
              </a:spcBef>
              <a:spcAft>
                <a:spcPts val="0"/>
              </a:spcAft>
              <a:buSzPts val="9000"/>
              <a:buNone/>
              <a:defRPr sz="9000"/>
            </a:lvl6pPr>
            <a:lvl7pPr lvl="6" algn="ctr">
              <a:lnSpc>
                <a:spcPct val="100000"/>
              </a:lnSpc>
              <a:spcBef>
                <a:spcPts val="0"/>
              </a:spcBef>
              <a:spcAft>
                <a:spcPts val="0"/>
              </a:spcAft>
              <a:buSzPts val="9000"/>
              <a:buNone/>
              <a:defRPr sz="9000"/>
            </a:lvl7pPr>
            <a:lvl8pPr lvl="7" algn="ctr">
              <a:lnSpc>
                <a:spcPct val="100000"/>
              </a:lnSpc>
              <a:spcBef>
                <a:spcPts val="0"/>
              </a:spcBef>
              <a:spcAft>
                <a:spcPts val="0"/>
              </a:spcAft>
              <a:buSzPts val="9000"/>
              <a:buNone/>
              <a:defRPr sz="9000"/>
            </a:lvl8pPr>
            <a:lvl9pPr lvl="8" algn="ctr">
              <a:lnSpc>
                <a:spcPct val="100000"/>
              </a:lnSpc>
              <a:spcBef>
                <a:spcPts val="0"/>
              </a:spcBef>
              <a:spcAft>
                <a:spcPts val="0"/>
              </a:spcAft>
              <a:buSzPts val="9000"/>
              <a:buNone/>
              <a:defRPr sz="9000"/>
            </a:lvl9pPr>
          </a:lstStyle>
          <a:p/>
        </p:txBody>
      </p:sp>
      <p:sp>
        <p:nvSpPr>
          <p:cNvPr id="422" name="Google Shape;422;p33"/>
          <p:cNvSpPr txBox="1"/>
          <p:nvPr>
            <p:ph idx="1" type="subTitle"/>
          </p:nvPr>
        </p:nvSpPr>
        <p:spPr>
          <a:xfrm>
            <a:off x="1377400" y="2039975"/>
            <a:ext cx="6389400" cy="1510200"/>
          </a:xfrm>
          <a:prstGeom prst="rect">
            <a:avLst/>
          </a:prstGeom>
        </p:spPr>
        <p:txBody>
          <a:bodyPr anchorCtr="0" anchor="t"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21_1_1_1_1">
    <p:spTree>
      <p:nvGrpSpPr>
        <p:cNvPr id="423" name="Shape 423"/>
        <p:cNvGrpSpPr/>
        <p:nvPr/>
      </p:nvGrpSpPr>
      <p:grpSpPr>
        <a:xfrm>
          <a:off x="0" y="0"/>
          <a:ext cx="0" cy="0"/>
          <a:chOff x="0" y="0"/>
          <a:chExt cx="0" cy="0"/>
        </a:xfrm>
      </p:grpSpPr>
      <p:sp>
        <p:nvSpPr>
          <p:cNvPr id="424" name="Google Shape;424;p34"/>
          <p:cNvSpPr/>
          <p:nvPr/>
        </p:nvSpPr>
        <p:spPr>
          <a:xfrm>
            <a:off x="2032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25" name="Google Shape;425;p34"/>
          <p:cNvSpPr/>
          <p:nvPr/>
        </p:nvSpPr>
        <p:spPr>
          <a:xfrm>
            <a:off x="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26" name="Google Shape;426;p34"/>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27" name="Google Shape;427;p34"/>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28" name="Google Shape;428;p34"/>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29" name="Google Shape;429;p34"/>
          <p:cNvSpPr/>
          <p:nvPr/>
        </p:nvSpPr>
        <p:spPr>
          <a:xfrm>
            <a:off x="435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0" name="Google Shape;430;p34"/>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1" name="Google Shape;431;p34"/>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2" name="Google Shape;432;p34"/>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3" name="Google Shape;433;p34"/>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4" name="Google Shape;434;p34"/>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5" name="Google Shape;435;p34"/>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6" name="Google Shape;436;p34"/>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7" name="Google Shape;437;p34"/>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8" name="Google Shape;438;p34"/>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9" name="Google Shape;439;p34"/>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0" name="Google Shape;440;p34"/>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1" name="Google Shape;441;p34"/>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2" name="Google Shape;442;p34"/>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3" name="Google Shape;443;p34"/>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4" name="Google Shape;444;p34"/>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5" name="Google Shape;445;p34"/>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6" name="Google Shape;446;p34"/>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7" name="Google Shape;447;p34"/>
          <p:cNvSpPr txBox="1"/>
          <p:nvPr>
            <p:ph type="title"/>
          </p:nvPr>
        </p:nvSpPr>
        <p:spPr>
          <a:xfrm>
            <a:off x="969950" y="1084150"/>
            <a:ext cx="7204200" cy="2911800"/>
          </a:xfrm>
          <a:prstGeom prst="rect">
            <a:avLst/>
          </a:prstGeom>
        </p:spPr>
        <p:txBody>
          <a:bodyPr anchorCtr="0" anchor="t" bIns="91425" lIns="91425" spcFirstLastPara="1" rIns="91425" wrap="square" tIns="91425">
            <a:normAutofit/>
          </a:bodyPr>
          <a:lstStyle>
            <a:lvl1pPr lvl="0" algn="ctr">
              <a:lnSpc>
                <a:spcPct val="80000"/>
              </a:lnSpc>
              <a:spcBef>
                <a:spcPts val="0"/>
              </a:spcBef>
              <a:spcAft>
                <a:spcPts val="0"/>
              </a:spcAft>
              <a:buSzPts val="12000"/>
              <a:buNone/>
              <a:defRPr b="1" sz="12000"/>
            </a:lvl1pPr>
            <a:lvl2pPr lvl="1" algn="ctr">
              <a:lnSpc>
                <a:spcPct val="80000"/>
              </a:lnSpc>
              <a:spcBef>
                <a:spcPts val="0"/>
              </a:spcBef>
              <a:spcAft>
                <a:spcPts val="0"/>
              </a:spcAft>
              <a:buSzPts val="12000"/>
              <a:buNone/>
              <a:defRPr b="1" sz="12000"/>
            </a:lvl2pPr>
            <a:lvl3pPr lvl="2" algn="ctr">
              <a:lnSpc>
                <a:spcPct val="80000"/>
              </a:lnSpc>
              <a:spcBef>
                <a:spcPts val="0"/>
              </a:spcBef>
              <a:spcAft>
                <a:spcPts val="0"/>
              </a:spcAft>
              <a:buSzPts val="12000"/>
              <a:buNone/>
              <a:defRPr b="1" sz="12000"/>
            </a:lvl3pPr>
            <a:lvl4pPr lvl="3" algn="ctr">
              <a:lnSpc>
                <a:spcPct val="80000"/>
              </a:lnSpc>
              <a:spcBef>
                <a:spcPts val="0"/>
              </a:spcBef>
              <a:spcAft>
                <a:spcPts val="0"/>
              </a:spcAft>
              <a:buSzPts val="12000"/>
              <a:buNone/>
              <a:defRPr b="1" sz="12000"/>
            </a:lvl4pPr>
            <a:lvl5pPr lvl="4" algn="ctr">
              <a:lnSpc>
                <a:spcPct val="80000"/>
              </a:lnSpc>
              <a:spcBef>
                <a:spcPts val="0"/>
              </a:spcBef>
              <a:spcAft>
                <a:spcPts val="0"/>
              </a:spcAft>
              <a:buSzPts val="12000"/>
              <a:buNone/>
              <a:defRPr b="1" sz="12000"/>
            </a:lvl5pPr>
            <a:lvl6pPr lvl="5" algn="ctr">
              <a:lnSpc>
                <a:spcPct val="80000"/>
              </a:lnSpc>
              <a:spcBef>
                <a:spcPts val="0"/>
              </a:spcBef>
              <a:spcAft>
                <a:spcPts val="0"/>
              </a:spcAft>
              <a:buSzPts val="12000"/>
              <a:buNone/>
              <a:defRPr b="1" sz="12000"/>
            </a:lvl6pPr>
            <a:lvl7pPr lvl="6" algn="ctr">
              <a:lnSpc>
                <a:spcPct val="80000"/>
              </a:lnSpc>
              <a:spcBef>
                <a:spcPts val="0"/>
              </a:spcBef>
              <a:spcAft>
                <a:spcPts val="0"/>
              </a:spcAft>
              <a:buSzPts val="12000"/>
              <a:buNone/>
              <a:defRPr b="1" sz="12000"/>
            </a:lvl7pPr>
            <a:lvl8pPr lvl="7" algn="ctr">
              <a:lnSpc>
                <a:spcPct val="80000"/>
              </a:lnSpc>
              <a:spcBef>
                <a:spcPts val="0"/>
              </a:spcBef>
              <a:spcAft>
                <a:spcPts val="0"/>
              </a:spcAft>
              <a:buSzPts val="12000"/>
              <a:buNone/>
              <a:defRPr b="1" sz="12000"/>
            </a:lvl8pPr>
            <a:lvl9pPr lvl="8" algn="ctr">
              <a:lnSpc>
                <a:spcPct val="80000"/>
              </a:lnSpc>
              <a:spcBef>
                <a:spcPts val="0"/>
              </a:spcBef>
              <a:spcAft>
                <a:spcPts val="0"/>
              </a:spcAft>
              <a:buSzPts val="12000"/>
              <a:buNone/>
              <a:defRPr b="1" sz="1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13_1">
    <p:spTree>
      <p:nvGrpSpPr>
        <p:cNvPr id="448" name="Shape 448"/>
        <p:cNvGrpSpPr/>
        <p:nvPr/>
      </p:nvGrpSpPr>
      <p:grpSpPr>
        <a:xfrm>
          <a:off x="0" y="0"/>
          <a:ext cx="0" cy="0"/>
          <a:chOff x="0" y="0"/>
          <a:chExt cx="0" cy="0"/>
        </a:xfrm>
      </p:grpSpPr>
      <p:sp>
        <p:nvSpPr>
          <p:cNvPr id="449" name="Google Shape;449;p35"/>
          <p:cNvSpPr/>
          <p:nvPr/>
        </p:nvSpPr>
        <p:spPr>
          <a:xfrm>
            <a:off x="4728675" y="544175"/>
            <a:ext cx="3732900" cy="4052700"/>
          </a:xfrm>
          <a:prstGeom prst="roundRect">
            <a:avLst>
              <a:gd fmla="val 2627"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0" name="Google Shape;450;p35"/>
          <p:cNvSpPr txBox="1"/>
          <p:nvPr>
            <p:ph type="title"/>
          </p:nvPr>
        </p:nvSpPr>
        <p:spPr>
          <a:xfrm>
            <a:off x="243925" y="3881325"/>
            <a:ext cx="4484700" cy="86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6000"/>
              <a:buNone/>
              <a:defRPr/>
            </a:lvl1pPr>
            <a:lvl2pPr lvl="1">
              <a:lnSpc>
                <a:spcPct val="100000"/>
              </a:lnSpc>
              <a:spcBef>
                <a:spcPts val="0"/>
              </a:spcBef>
              <a:spcAft>
                <a:spcPts val="0"/>
              </a:spcAft>
              <a:buSzPts val="6000"/>
              <a:buNone/>
              <a:defRPr/>
            </a:lvl2pPr>
            <a:lvl3pPr lvl="2">
              <a:lnSpc>
                <a:spcPct val="100000"/>
              </a:lnSpc>
              <a:spcBef>
                <a:spcPts val="0"/>
              </a:spcBef>
              <a:spcAft>
                <a:spcPts val="0"/>
              </a:spcAft>
              <a:buSzPts val="6000"/>
              <a:buNone/>
              <a:defRPr/>
            </a:lvl3pPr>
            <a:lvl4pPr lvl="3">
              <a:lnSpc>
                <a:spcPct val="100000"/>
              </a:lnSpc>
              <a:spcBef>
                <a:spcPts val="0"/>
              </a:spcBef>
              <a:spcAft>
                <a:spcPts val="0"/>
              </a:spcAft>
              <a:buSzPts val="6000"/>
              <a:buNone/>
              <a:defRPr/>
            </a:lvl4pPr>
            <a:lvl5pPr lvl="4">
              <a:lnSpc>
                <a:spcPct val="100000"/>
              </a:lnSpc>
              <a:spcBef>
                <a:spcPts val="0"/>
              </a:spcBef>
              <a:spcAft>
                <a:spcPts val="0"/>
              </a:spcAft>
              <a:buSzPts val="6000"/>
              <a:buNone/>
              <a:defRPr/>
            </a:lvl5pPr>
            <a:lvl6pPr lvl="5">
              <a:lnSpc>
                <a:spcPct val="100000"/>
              </a:lnSpc>
              <a:spcBef>
                <a:spcPts val="0"/>
              </a:spcBef>
              <a:spcAft>
                <a:spcPts val="0"/>
              </a:spcAft>
              <a:buSzPts val="6000"/>
              <a:buNone/>
              <a:defRPr/>
            </a:lvl6pPr>
            <a:lvl7pPr lvl="6">
              <a:lnSpc>
                <a:spcPct val="100000"/>
              </a:lnSpc>
              <a:spcBef>
                <a:spcPts val="0"/>
              </a:spcBef>
              <a:spcAft>
                <a:spcPts val="0"/>
              </a:spcAft>
              <a:buSzPts val="6000"/>
              <a:buNone/>
              <a:defRPr/>
            </a:lvl7pPr>
            <a:lvl8pPr lvl="7">
              <a:lnSpc>
                <a:spcPct val="100000"/>
              </a:lnSpc>
              <a:spcBef>
                <a:spcPts val="0"/>
              </a:spcBef>
              <a:spcAft>
                <a:spcPts val="0"/>
              </a:spcAft>
              <a:buSzPts val="6000"/>
              <a:buNone/>
              <a:defRPr/>
            </a:lvl8pPr>
            <a:lvl9pPr lvl="8">
              <a:lnSpc>
                <a:spcPct val="100000"/>
              </a:lnSpc>
              <a:spcBef>
                <a:spcPts val="0"/>
              </a:spcBef>
              <a:spcAft>
                <a:spcPts val="0"/>
              </a:spcAft>
              <a:buSzPts val="6000"/>
              <a:buNone/>
              <a:defRPr/>
            </a:lvl9pPr>
          </a:lstStyle>
          <a:p/>
        </p:txBody>
      </p:sp>
      <p:sp>
        <p:nvSpPr>
          <p:cNvPr id="451" name="Google Shape;451;p35"/>
          <p:cNvSpPr txBox="1"/>
          <p:nvPr>
            <p:ph idx="12" type="sldNum"/>
          </p:nvPr>
        </p:nvSpPr>
        <p:spPr>
          <a:xfrm>
            <a:off x="8653375" y="4829350"/>
            <a:ext cx="490500" cy="3117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
        <p:nvSpPr>
          <p:cNvPr id="452" name="Google Shape;452;p35"/>
          <p:cNvSpPr txBox="1"/>
          <p:nvPr>
            <p:ph idx="1" type="body"/>
          </p:nvPr>
        </p:nvSpPr>
        <p:spPr>
          <a:xfrm>
            <a:off x="5352125" y="1034150"/>
            <a:ext cx="2500200" cy="3066000"/>
          </a:xfrm>
          <a:prstGeom prst="rect">
            <a:avLst/>
          </a:prstGeom>
          <a:noFill/>
          <a:ln>
            <a:noFill/>
          </a:ln>
        </p:spPr>
        <p:txBody>
          <a:bodyPr anchorCtr="0" anchor="b" bIns="0" lIns="0" spcFirstLastPara="1" rIns="0" wrap="square" tIns="0">
            <a:normAutofit/>
          </a:bodyPr>
          <a:lstStyle>
            <a:lvl1pPr indent="-317500" lvl="0" marL="457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1pPr>
            <a:lvl2pPr indent="-317500" lvl="1" marL="914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2pPr>
            <a:lvl3pPr indent="-317500" lvl="2" marL="1371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3pPr>
            <a:lvl4pPr indent="-317500" lvl="3" marL="1828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4pPr>
            <a:lvl5pPr indent="-317500" lvl="4" marL="22860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5pPr>
            <a:lvl6pPr indent="-317500" lvl="5" marL="2743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6pPr>
            <a:lvl7pPr indent="-317500" lvl="6" marL="3200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7pPr>
            <a:lvl8pPr indent="-317500" lvl="7" marL="3657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8pPr>
            <a:lvl9pPr indent="-317500" lvl="8" marL="4114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23_2">
    <p:spTree>
      <p:nvGrpSpPr>
        <p:cNvPr id="453" name="Shape 453"/>
        <p:cNvGrpSpPr/>
        <p:nvPr/>
      </p:nvGrpSpPr>
      <p:grpSpPr>
        <a:xfrm>
          <a:off x="0" y="0"/>
          <a:ext cx="0" cy="0"/>
          <a:chOff x="0" y="0"/>
          <a:chExt cx="0" cy="0"/>
        </a:xfrm>
      </p:grpSpPr>
      <p:sp>
        <p:nvSpPr>
          <p:cNvPr id="454" name="Google Shape;454;p36"/>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5" name="Google Shape;455;p36"/>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6" name="Google Shape;456;p36"/>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7" name="Google Shape;457;p36"/>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8" name="Google Shape;458;p36"/>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9" name="Google Shape;459;p36"/>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0" name="Google Shape;460;p36"/>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1" name="Google Shape;461;p36"/>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2" name="Google Shape;462;p36"/>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3" name="Google Shape;463;p36"/>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4" name="Google Shape;464;p36"/>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5" name="Google Shape;465;p36"/>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6" name="Google Shape;466;p36"/>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7" name="Google Shape;467;p36"/>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8" name="Google Shape;468;p36"/>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9" name="Google Shape;469;p36"/>
          <p:cNvSpPr/>
          <p:nvPr/>
        </p:nvSpPr>
        <p:spPr>
          <a:xfrm>
            <a:off x="271247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0" name="Google Shape;470;p36"/>
          <p:cNvSpPr txBox="1"/>
          <p:nvPr>
            <p:ph type="title"/>
          </p:nvPr>
        </p:nvSpPr>
        <p:spPr>
          <a:xfrm>
            <a:off x="125700" y="376050"/>
            <a:ext cx="2516400" cy="1524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
        <p:nvSpPr>
          <p:cNvPr id="471" name="Google Shape;471;p36"/>
          <p:cNvSpPr txBox="1"/>
          <p:nvPr>
            <p:ph idx="1" type="body"/>
          </p:nvPr>
        </p:nvSpPr>
        <p:spPr>
          <a:xfrm>
            <a:off x="3105200" y="612450"/>
            <a:ext cx="2173800" cy="38841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472" name="Google Shape;472;p36"/>
          <p:cNvSpPr/>
          <p:nvPr/>
        </p:nvSpPr>
        <p:spPr>
          <a:xfrm>
            <a:off x="592882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3" name="Google Shape;473;p36"/>
          <p:cNvSpPr txBox="1"/>
          <p:nvPr>
            <p:ph idx="2" type="body"/>
          </p:nvPr>
        </p:nvSpPr>
        <p:spPr>
          <a:xfrm>
            <a:off x="6321550" y="612450"/>
            <a:ext cx="2173800" cy="38841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SECTION_HEADER_1_2">
    <p:bg>
      <p:bgPr>
        <a:solidFill>
          <a:schemeClr val="lt1"/>
        </a:solidFill>
      </p:bgPr>
    </p:bg>
    <p:spTree>
      <p:nvGrpSpPr>
        <p:cNvPr id="474" name="Shape 474"/>
        <p:cNvGrpSpPr/>
        <p:nvPr/>
      </p:nvGrpSpPr>
      <p:grpSpPr>
        <a:xfrm>
          <a:off x="0" y="0"/>
          <a:ext cx="0" cy="0"/>
          <a:chOff x="0" y="0"/>
          <a:chExt cx="0" cy="0"/>
        </a:xfrm>
      </p:grpSpPr>
      <p:sp>
        <p:nvSpPr>
          <p:cNvPr id="475" name="Google Shape;475;p37"/>
          <p:cNvSpPr txBox="1"/>
          <p:nvPr>
            <p:ph type="title"/>
          </p:nvPr>
        </p:nvSpPr>
        <p:spPr>
          <a:xfrm>
            <a:off x="250500" y="1338900"/>
            <a:ext cx="8643300" cy="2465700"/>
          </a:xfrm>
          <a:prstGeom prst="rect">
            <a:avLst/>
          </a:prstGeom>
        </p:spPr>
        <p:txBody>
          <a:bodyPr anchorCtr="0" anchor="t" bIns="91425" lIns="91425" spcFirstLastPara="1" rIns="91425" wrap="square" tIns="91425">
            <a:normAutofit/>
          </a:bodyPr>
          <a:lstStyle>
            <a:lvl1pPr lvl="0" algn="ctr">
              <a:lnSpc>
                <a:spcPct val="80000"/>
              </a:lnSpc>
              <a:spcBef>
                <a:spcPts val="0"/>
              </a:spcBef>
              <a:spcAft>
                <a:spcPts val="0"/>
              </a:spcAft>
              <a:buSzPts val="9000"/>
              <a:buNone/>
              <a:defRPr sz="9000"/>
            </a:lvl1pPr>
            <a:lvl2pPr lvl="1" algn="ctr">
              <a:lnSpc>
                <a:spcPct val="80000"/>
              </a:lnSpc>
              <a:spcBef>
                <a:spcPts val="0"/>
              </a:spcBef>
              <a:spcAft>
                <a:spcPts val="0"/>
              </a:spcAft>
              <a:buSzPts val="9000"/>
              <a:buNone/>
              <a:defRPr sz="9000"/>
            </a:lvl2pPr>
            <a:lvl3pPr lvl="2" algn="ctr">
              <a:lnSpc>
                <a:spcPct val="80000"/>
              </a:lnSpc>
              <a:spcBef>
                <a:spcPts val="0"/>
              </a:spcBef>
              <a:spcAft>
                <a:spcPts val="0"/>
              </a:spcAft>
              <a:buSzPts val="9000"/>
              <a:buNone/>
              <a:defRPr sz="9000"/>
            </a:lvl3pPr>
            <a:lvl4pPr lvl="3" algn="ctr">
              <a:lnSpc>
                <a:spcPct val="80000"/>
              </a:lnSpc>
              <a:spcBef>
                <a:spcPts val="0"/>
              </a:spcBef>
              <a:spcAft>
                <a:spcPts val="0"/>
              </a:spcAft>
              <a:buSzPts val="9000"/>
              <a:buNone/>
              <a:defRPr sz="9000"/>
            </a:lvl4pPr>
            <a:lvl5pPr lvl="4" algn="ctr">
              <a:lnSpc>
                <a:spcPct val="80000"/>
              </a:lnSpc>
              <a:spcBef>
                <a:spcPts val="0"/>
              </a:spcBef>
              <a:spcAft>
                <a:spcPts val="0"/>
              </a:spcAft>
              <a:buSzPts val="9000"/>
              <a:buNone/>
              <a:defRPr sz="9000"/>
            </a:lvl5pPr>
            <a:lvl6pPr lvl="5" algn="ctr">
              <a:lnSpc>
                <a:spcPct val="80000"/>
              </a:lnSpc>
              <a:spcBef>
                <a:spcPts val="0"/>
              </a:spcBef>
              <a:spcAft>
                <a:spcPts val="0"/>
              </a:spcAft>
              <a:buSzPts val="9000"/>
              <a:buNone/>
              <a:defRPr sz="9000"/>
            </a:lvl6pPr>
            <a:lvl7pPr lvl="6" algn="ctr">
              <a:lnSpc>
                <a:spcPct val="80000"/>
              </a:lnSpc>
              <a:spcBef>
                <a:spcPts val="0"/>
              </a:spcBef>
              <a:spcAft>
                <a:spcPts val="0"/>
              </a:spcAft>
              <a:buSzPts val="9000"/>
              <a:buNone/>
              <a:defRPr sz="9000"/>
            </a:lvl7pPr>
            <a:lvl8pPr lvl="7" algn="ctr">
              <a:lnSpc>
                <a:spcPct val="80000"/>
              </a:lnSpc>
              <a:spcBef>
                <a:spcPts val="0"/>
              </a:spcBef>
              <a:spcAft>
                <a:spcPts val="0"/>
              </a:spcAft>
              <a:buSzPts val="9000"/>
              <a:buNone/>
              <a:defRPr sz="9000"/>
            </a:lvl8pPr>
            <a:lvl9pPr lvl="8" algn="ctr">
              <a:lnSpc>
                <a:spcPct val="80000"/>
              </a:lnSpc>
              <a:spcBef>
                <a:spcPts val="0"/>
              </a:spcBef>
              <a:spcAft>
                <a:spcPts val="0"/>
              </a:spcAft>
              <a:buSzPts val="9000"/>
              <a:buNone/>
              <a:defRPr sz="90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CUSTOM_23_2_1_1">
    <p:spTree>
      <p:nvGrpSpPr>
        <p:cNvPr id="476" name="Shape 476"/>
        <p:cNvGrpSpPr/>
        <p:nvPr/>
      </p:nvGrpSpPr>
      <p:grpSpPr>
        <a:xfrm>
          <a:off x="0" y="0"/>
          <a:ext cx="0" cy="0"/>
          <a:chOff x="0" y="0"/>
          <a:chExt cx="0" cy="0"/>
        </a:xfrm>
      </p:grpSpPr>
      <p:sp>
        <p:nvSpPr>
          <p:cNvPr id="477" name="Google Shape;477;p38"/>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8" name="Google Shape;478;p38"/>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9" name="Google Shape;479;p38"/>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0" name="Google Shape;480;p38"/>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1" name="Google Shape;481;p38"/>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2" name="Google Shape;482;p38"/>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3" name="Google Shape;483;p38"/>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4" name="Google Shape;484;p38"/>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5" name="Google Shape;485;p38"/>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6" name="Google Shape;486;p38"/>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7" name="Google Shape;487;p38"/>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8" name="Google Shape;488;p38"/>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9" name="Google Shape;489;p38"/>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0" name="Google Shape;490;p38"/>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1" name="Google Shape;491;p38"/>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2" name="Google Shape;492;p38"/>
          <p:cNvSpPr/>
          <p:nvPr/>
        </p:nvSpPr>
        <p:spPr>
          <a:xfrm>
            <a:off x="2712475" y="376050"/>
            <a:ext cx="61371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3" name="Google Shape;493;p38"/>
          <p:cNvSpPr txBox="1"/>
          <p:nvPr>
            <p:ph type="title"/>
          </p:nvPr>
        </p:nvSpPr>
        <p:spPr>
          <a:xfrm>
            <a:off x="125700" y="376050"/>
            <a:ext cx="2516400" cy="1524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
        <p:nvSpPr>
          <p:cNvPr id="494" name="Google Shape;494;p38"/>
          <p:cNvSpPr txBox="1"/>
          <p:nvPr>
            <p:ph idx="1" type="body"/>
          </p:nvPr>
        </p:nvSpPr>
        <p:spPr>
          <a:xfrm>
            <a:off x="3105200" y="1718575"/>
            <a:ext cx="5447700" cy="25386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495" name="Google Shape;495;p38"/>
          <p:cNvSpPr txBox="1"/>
          <p:nvPr>
            <p:ph idx="2" type="subTitle"/>
          </p:nvPr>
        </p:nvSpPr>
        <p:spPr>
          <a:xfrm>
            <a:off x="3017300" y="603250"/>
            <a:ext cx="5643300" cy="7053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SECTION_HEADER_1_2_1">
    <p:bg>
      <p:bgPr>
        <a:solidFill>
          <a:schemeClr val="lt1"/>
        </a:solidFill>
      </p:bgPr>
    </p:bg>
    <p:spTree>
      <p:nvGrpSpPr>
        <p:cNvPr id="496" name="Shape 496"/>
        <p:cNvGrpSpPr/>
        <p:nvPr/>
      </p:nvGrpSpPr>
      <p:grpSpPr>
        <a:xfrm>
          <a:off x="0" y="0"/>
          <a:ext cx="0" cy="0"/>
          <a:chOff x="0" y="0"/>
          <a:chExt cx="0" cy="0"/>
        </a:xfrm>
      </p:grpSpPr>
      <p:sp>
        <p:nvSpPr>
          <p:cNvPr id="497" name="Google Shape;497;p39"/>
          <p:cNvSpPr txBox="1"/>
          <p:nvPr>
            <p:ph type="title"/>
          </p:nvPr>
        </p:nvSpPr>
        <p:spPr>
          <a:xfrm>
            <a:off x="1047400" y="1338900"/>
            <a:ext cx="7049100" cy="2465700"/>
          </a:xfrm>
          <a:prstGeom prst="rect">
            <a:avLst/>
          </a:prstGeom>
        </p:spPr>
        <p:txBody>
          <a:bodyPr anchorCtr="0" anchor="t" bIns="91425" lIns="91425" spcFirstLastPara="1" rIns="91425" wrap="square" tIns="91425">
            <a:normAutofit/>
          </a:bodyPr>
          <a:lstStyle>
            <a:lvl1pPr lvl="0" algn="ctr">
              <a:lnSpc>
                <a:spcPct val="80000"/>
              </a:lnSpc>
              <a:spcBef>
                <a:spcPts val="0"/>
              </a:spcBef>
              <a:spcAft>
                <a:spcPts val="0"/>
              </a:spcAft>
              <a:buClr>
                <a:schemeClr val="accent4"/>
              </a:buClr>
              <a:buSzPts val="6000"/>
              <a:buFont typeface="IBM Plex Mono"/>
              <a:buNone/>
              <a:defRPr>
                <a:solidFill>
                  <a:schemeClr val="accent4"/>
                </a:solidFill>
                <a:latin typeface="IBM Plex Mono"/>
                <a:ea typeface="IBM Plex Mono"/>
                <a:cs typeface="IBM Plex Mono"/>
                <a:sym typeface="IBM Plex Mono"/>
              </a:defRPr>
            </a:lvl1pPr>
            <a:lvl2pPr lvl="1"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2pPr>
            <a:lvl3pPr lvl="2"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3pPr>
            <a:lvl4pPr lvl="3"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4pPr>
            <a:lvl5pPr lvl="4"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5pPr>
            <a:lvl6pPr lvl="5"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6pPr>
            <a:lvl7pPr lvl="6"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7pPr>
            <a:lvl8pPr lvl="7"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8pPr>
            <a:lvl9pPr lvl="8"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23_2_1_1_1">
    <p:spTree>
      <p:nvGrpSpPr>
        <p:cNvPr id="498" name="Shape 498"/>
        <p:cNvGrpSpPr/>
        <p:nvPr/>
      </p:nvGrpSpPr>
      <p:grpSpPr>
        <a:xfrm>
          <a:off x="0" y="0"/>
          <a:ext cx="0" cy="0"/>
          <a:chOff x="0" y="0"/>
          <a:chExt cx="0" cy="0"/>
        </a:xfrm>
      </p:grpSpPr>
      <p:sp>
        <p:nvSpPr>
          <p:cNvPr id="499" name="Google Shape;499;p40"/>
          <p:cNvSpPr txBox="1"/>
          <p:nvPr>
            <p:ph idx="1" type="body"/>
          </p:nvPr>
        </p:nvSpPr>
        <p:spPr>
          <a:xfrm>
            <a:off x="251400" y="125600"/>
            <a:ext cx="1468500" cy="2505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SECTION_HEADER_1_2_2">
    <p:bg>
      <p:bgPr>
        <a:solidFill>
          <a:schemeClr val="lt1"/>
        </a:solidFill>
      </p:bgPr>
    </p:bg>
    <p:spTree>
      <p:nvGrpSpPr>
        <p:cNvPr id="500" name="Shape 500"/>
        <p:cNvGrpSpPr/>
        <p:nvPr/>
      </p:nvGrpSpPr>
      <p:grpSpPr>
        <a:xfrm>
          <a:off x="0" y="0"/>
          <a:ext cx="0" cy="0"/>
          <a:chOff x="0" y="0"/>
          <a:chExt cx="0" cy="0"/>
        </a:xfrm>
      </p:grpSpPr>
      <p:sp>
        <p:nvSpPr>
          <p:cNvPr id="501" name="Google Shape;501;p41"/>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2" name="Google Shape;502;p41"/>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3" name="Google Shape;503;p41"/>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4" name="Google Shape;504;p41"/>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5" name="Google Shape;505;p41"/>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6" name="Google Shape;506;p41"/>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7" name="Google Shape;507;p41"/>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8" name="Google Shape;508;p41"/>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9" name="Google Shape;509;p41"/>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0" name="Google Shape;510;p41"/>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1" name="Google Shape;511;p41"/>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2" name="Google Shape;512;p41"/>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3" name="Google Shape;513;p41"/>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4" name="Google Shape;514;p41"/>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5" name="Google Shape;515;p41"/>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6" name="Google Shape;516;p41"/>
          <p:cNvSpPr txBox="1"/>
          <p:nvPr>
            <p:ph type="title"/>
          </p:nvPr>
        </p:nvSpPr>
        <p:spPr>
          <a:xfrm>
            <a:off x="125700" y="299850"/>
            <a:ext cx="2516400" cy="1524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
        <p:nvSpPr>
          <p:cNvPr id="517" name="Google Shape;517;p41"/>
          <p:cNvSpPr/>
          <p:nvPr/>
        </p:nvSpPr>
        <p:spPr>
          <a:xfrm>
            <a:off x="592882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8" name="Google Shape;518;p41"/>
          <p:cNvSpPr txBox="1"/>
          <p:nvPr>
            <p:ph idx="1" type="body"/>
          </p:nvPr>
        </p:nvSpPr>
        <p:spPr>
          <a:xfrm>
            <a:off x="6321550" y="612450"/>
            <a:ext cx="2173800" cy="3884100"/>
          </a:xfrm>
          <a:prstGeom prst="rect">
            <a:avLst/>
          </a:prstGeom>
        </p:spPr>
        <p:txBody>
          <a:bodyPr anchorCtr="0" anchor="t" bIns="0" lIns="0" spcFirstLastPara="1" rIns="0" wrap="square" tIns="91425">
            <a:norm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14_1">
    <p:spTree>
      <p:nvGrpSpPr>
        <p:cNvPr id="519" name="Shape 519"/>
        <p:cNvGrpSpPr/>
        <p:nvPr/>
      </p:nvGrpSpPr>
      <p:grpSpPr>
        <a:xfrm>
          <a:off x="0" y="0"/>
          <a:ext cx="0" cy="0"/>
          <a:chOff x="0" y="0"/>
          <a:chExt cx="0" cy="0"/>
        </a:xfrm>
      </p:grpSpPr>
      <p:cxnSp>
        <p:nvCxnSpPr>
          <p:cNvPr id="520" name="Google Shape;520;p42"/>
          <p:cNvCxnSpPr/>
          <p:nvPr/>
        </p:nvCxnSpPr>
        <p:spPr>
          <a:xfrm rot="10800000">
            <a:off x="-3050" y="1664200"/>
            <a:ext cx="9150000" cy="0"/>
          </a:xfrm>
          <a:prstGeom prst="straightConnector1">
            <a:avLst/>
          </a:prstGeom>
          <a:noFill/>
          <a:ln cap="flat" cmpd="sng" w="19050">
            <a:solidFill>
              <a:schemeClr val="accent2"/>
            </a:solidFill>
            <a:prstDash val="solid"/>
            <a:round/>
            <a:headEnd len="med" w="med" type="none"/>
            <a:tailEnd len="med" w="med" type="none"/>
          </a:ln>
        </p:spPr>
      </p:cxnSp>
      <p:sp>
        <p:nvSpPr>
          <p:cNvPr id="521" name="Google Shape;521;p42"/>
          <p:cNvSpPr/>
          <p:nvPr/>
        </p:nvSpPr>
        <p:spPr>
          <a:xfrm flipH="1">
            <a:off x="801804" y="1244700"/>
            <a:ext cx="4232100" cy="418500"/>
          </a:xfrm>
          <a:prstGeom prst="round2SameRect">
            <a:avLst>
              <a:gd fmla="val 16667" name="adj1"/>
              <a:gd fmla="val 0" name="adj2"/>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2" name="Google Shape;522;p42"/>
          <p:cNvCxnSpPr/>
          <p:nvPr/>
        </p:nvCxnSpPr>
        <p:spPr>
          <a:xfrm rot="10800000">
            <a:off x="-2925" y="2295250"/>
            <a:ext cx="9150000" cy="0"/>
          </a:xfrm>
          <a:prstGeom prst="straightConnector1">
            <a:avLst/>
          </a:prstGeom>
          <a:noFill/>
          <a:ln cap="flat" cmpd="sng" w="19050">
            <a:solidFill>
              <a:schemeClr val="accent5"/>
            </a:solidFill>
            <a:prstDash val="solid"/>
            <a:round/>
            <a:headEnd len="med" w="med" type="none"/>
            <a:tailEnd len="med" w="med" type="none"/>
          </a:ln>
        </p:spPr>
      </p:cxnSp>
      <p:sp>
        <p:nvSpPr>
          <p:cNvPr id="523" name="Google Shape;523;p42"/>
          <p:cNvSpPr/>
          <p:nvPr/>
        </p:nvSpPr>
        <p:spPr>
          <a:xfrm flipH="1">
            <a:off x="801874" y="1875750"/>
            <a:ext cx="4232100" cy="418500"/>
          </a:xfrm>
          <a:prstGeom prst="round2SameRect">
            <a:avLst>
              <a:gd fmla="val 16667" name="adj1"/>
              <a:gd fmla="val 0"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4" name="Google Shape;524;p42"/>
          <p:cNvCxnSpPr/>
          <p:nvPr/>
        </p:nvCxnSpPr>
        <p:spPr>
          <a:xfrm rot="10800000">
            <a:off x="-2925" y="2926529"/>
            <a:ext cx="9150000" cy="0"/>
          </a:xfrm>
          <a:prstGeom prst="straightConnector1">
            <a:avLst/>
          </a:prstGeom>
          <a:noFill/>
          <a:ln cap="flat" cmpd="sng" w="19050">
            <a:solidFill>
              <a:schemeClr val="lt2"/>
            </a:solidFill>
            <a:prstDash val="solid"/>
            <a:round/>
            <a:headEnd len="med" w="med" type="none"/>
            <a:tailEnd len="med" w="med" type="none"/>
          </a:ln>
        </p:spPr>
      </p:cxnSp>
      <p:sp>
        <p:nvSpPr>
          <p:cNvPr id="525" name="Google Shape;525;p42"/>
          <p:cNvSpPr/>
          <p:nvPr/>
        </p:nvSpPr>
        <p:spPr>
          <a:xfrm flipH="1">
            <a:off x="801874" y="2507025"/>
            <a:ext cx="4232100" cy="418500"/>
          </a:xfrm>
          <a:prstGeom prst="round2SameRect">
            <a:avLst>
              <a:gd fmla="val 16667"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6" name="Google Shape;526;p42"/>
          <p:cNvCxnSpPr/>
          <p:nvPr/>
        </p:nvCxnSpPr>
        <p:spPr>
          <a:xfrm rot="10800000">
            <a:off x="-2925" y="3564875"/>
            <a:ext cx="9150000" cy="0"/>
          </a:xfrm>
          <a:prstGeom prst="straightConnector1">
            <a:avLst/>
          </a:prstGeom>
          <a:noFill/>
          <a:ln cap="flat" cmpd="sng" w="19050">
            <a:solidFill>
              <a:schemeClr val="accent1"/>
            </a:solidFill>
            <a:prstDash val="solid"/>
            <a:round/>
            <a:headEnd len="med" w="med" type="none"/>
            <a:tailEnd len="med" w="med" type="none"/>
          </a:ln>
        </p:spPr>
      </p:cxnSp>
      <p:sp>
        <p:nvSpPr>
          <p:cNvPr id="527" name="Google Shape;527;p42"/>
          <p:cNvSpPr/>
          <p:nvPr/>
        </p:nvSpPr>
        <p:spPr>
          <a:xfrm flipH="1">
            <a:off x="801874" y="3145375"/>
            <a:ext cx="4232100" cy="418500"/>
          </a:xfrm>
          <a:prstGeom prst="round2SameRect">
            <a:avLst>
              <a:gd fmla="val 16667" name="adj1"/>
              <a:gd fmla="val 0"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8" name="Google Shape;528;p42"/>
          <p:cNvCxnSpPr/>
          <p:nvPr/>
        </p:nvCxnSpPr>
        <p:spPr>
          <a:xfrm rot="10800000">
            <a:off x="-3050" y="4199402"/>
            <a:ext cx="9150000" cy="0"/>
          </a:xfrm>
          <a:prstGeom prst="straightConnector1">
            <a:avLst/>
          </a:prstGeom>
          <a:noFill/>
          <a:ln cap="flat" cmpd="sng" w="19050">
            <a:solidFill>
              <a:schemeClr val="accent4"/>
            </a:solidFill>
            <a:prstDash val="solid"/>
            <a:round/>
            <a:headEnd len="med" w="med" type="none"/>
            <a:tailEnd len="med" w="med" type="none"/>
          </a:ln>
        </p:spPr>
      </p:cxnSp>
      <p:sp>
        <p:nvSpPr>
          <p:cNvPr id="529" name="Google Shape;529;p42"/>
          <p:cNvSpPr/>
          <p:nvPr/>
        </p:nvSpPr>
        <p:spPr>
          <a:xfrm flipH="1">
            <a:off x="801729" y="3779900"/>
            <a:ext cx="4232100" cy="418500"/>
          </a:xfrm>
          <a:prstGeom prst="round2SameRect">
            <a:avLst>
              <a:gd fmla="val 16667" name="adj1"/>
              <a:gd fmla="val 0" name="adj2"/>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30" name="Google Shape;530;p42"/>
          <p:cNvSpPr txBox="1"/>
          <p:nvPr>
            <p:ph idx="1" type="subTitle"/>
          </p:nvPr>
        </p:nvSpPr>
        <p:spPr>
          <a:xfrm>
            <a:off x="802850" y="1245725"/>
            <a:ext cx="4232100" cy="418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531" name="Google Shape;531;p42"/>
          <p:cNvSpPr txBox="1"/>
          <p:nvPr>
            <p:ph idx="2" type="subTitle"/>
          </p:nvPr>
        </p:nvSpPr>
        <p:spPr>
          <a:xfrm>
            <a:off x="801725" y="1875875"/>
            <a:ext cx="4232100" cy="418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532" name="Google Shape;532;p42"/>
          <p:cNvSpPr txBox="1"/>
          <p:nvPr>
            <p:ph idx="3" type="subTitle"/>
          </p:nvPr>
        </p:nvSpPr>
        <p:spPr>
          <a:xfrm>
            <a:off x="801725" y="2510050"/>
            <a:ext cx="4232100" cy="418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533" name="Google Shape;533;p42"/>
          <p:cNvSpPr txBox="1"/>
          <p:nvPr>
            <p:ph idx="4" type="subTitle"/>
          </p:nvPr>
        </p:nvSpPr>
        <p:spPr>
          <a:xfrm>
            <a:off x="802850" y="3145025"/>
            <a:ext cx="4232100" cy="418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534" name="Google Shape;534;p42"/>
          <p:cNvSpPr txBox="1"/>
          <p:nvPr>
            <p:ph idx="5" type="subTitle"/>
          </p:nvPr>
        </p:nvSpPr>
        <p:spPr>
          <a:xfrm>
            <a:off x="802850" y="3780700"/>
            <a:ext cx="4232100" cy="418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535" name="Google Shape;535;p42"/>
          <p:cNvSpPr txBox="1"/>
          <p:nvPr>
            <p:ph type="title"/>
          </p:nvPr>
        </p:nvSpPr>
        <p:spPr>
          <a:xfrm>
            <a:off x="251400" y="180775"/>
            <a:ext cx="8685900" cy="10224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2"/>
              </a:buClr>
              <a:buSzPts val="6000"/>
              <a:buFont typeface="Caveat"/>
              <a:buNone/>
              <a:defRPr/>
            </a:lvl1pPr>
            <a:lvl2pPr lvl="1">
              <a:spcBef>
                <a:spcPts val="0"/>
              </a:spcBef>
              <a:spcAft>
                <a:spcPts val="0"/>
              </a:spcAft>
              <a:buClr>
                <a:schemeClr val="lt2"/>
              </a:buClr>
              <a:buSzPts val="6000"/>
              <a:buFont typeface="Caveat"/>
              <a:buNone/>
              <a:defRPr/>
            </a:lvl2pPr>
            <a:lvl3pPr lvl="2">
              <a:spcBef>
                <a:spcPts val="0"/>
              </a:spcBef>
              <a:spcAft>
                <a:spcPts val="0"/>
              </a:spcAft>
              <a:buClr>
                <a:schemeClr val="lt2"/>
              </a:buClr>
              <a:buSzPts val="6000"/>
              <a:buFont typeface="Caveat"/>
              <a:buNone/>
              <a:defRPr/>
            </a:lvl3pPr>
            <a:lvl4pPr lvl="3">
              <a:spcBef>
                <a:spcPts val="0"/>
              </a:spcBef>
              <a:spcAft>
                <a:spcPts val="0"/>
              </a:spcAft>
              <a:buClr>
                <a:schemeClr val="lt2"/>
              </a:buClr>
              <a:buSzPts val="6000"/>
              <a:buFont typeface="Caveat"/>
              <a:buNone/>
              <a:defRPr/>
            </a:lvl4pPr>
            <a:lvl5pPr lvl="4">
              <a:spcBef>
                <a:spcPts val="0"/>
              </a:spcBef>
              <a:spcAft>
                <a:spcPts val="0"/>
              </a:spcAft>
              <a:buClr>
                <a:schemeClr val="lt2"/>
              </a:buClr>
              <a:buSzPts val="6000"/>
              <a:buFont typeface="Caveat"/>
              <a:buNone/>
              <a:defRPr/>
            </a:lvl5pPr>
            <a:lvl6pPr lvl="5">
              <a:spcBef>
                <a:spcPts val="0"/>
              </a:spcBef>
              <a:spcAft>
                <a:spcPts val="0"/>
              </a:spcAft>
              <a:buClr>
                <a:schemeClr val="lt2"/>
              </a:buClr>
              <a:buSzPts val="6000"/>
              <a:buFont typeface="Caveat"/>
              <a:buNone/>
              <a:defRPr/>
            </a:lvl6pPr>
            <a:lvl7pPr lvl="6">
              <a:spcBef>
                <a:spcPts val="0"/>
              </a:spcBef>
              <a:spcAft>
                <a:spcPts val="0"/>
              </a:spcAft>
              <a:buClr>
                <a:schemeClr val="lt2"/>
              </a:buClr>
              <a:buSzPts val="6000"/>
              <a:buFont typeface="Caveat"/>
              <a:buNone/>
              <a:defRPr/>
            </a:lvl7pPr>
            <a:lvl8pPr lvl="7">
              <a:spcBef>
                <a:spcPts val="0"/>
              </a:spcBef>
              <a:spcAft>
                <a:spcPts val="0"/>
              </a:spcAft>
              <a:buClr>
                <a:schemeClr val="lt2"/>
              </a:buClr>
              <a:buSzPts val="6000"/>
              <a:buFont typeface="Caveat"/>
              <a:buNone/>
              <a:defRPr/>
            </a:lvl8pPr>
            <a:lvl9pPr lvl="8">
              <a:spcBef>
                <a:spcPts val="0"/>
              </a:spcBef>
              <a:spcAft>
                <a:spcPts val="0"/>
              </a:spcAft>
              <a:buClr>
                <a:schemeClr val="lt2"/>
              </a:buClr>
              <a:buSzPts val="6000"/>
              <a:buFont typeface="Caveat"/>
              <a:buNone/>
              <a:defRPr/>
            </a:lvl9pPr>
          </a:lstStyle>
          <a:p/>
        </p:txBody>
      </p:sp>
      <p:cxnSp>
        <p:nvCxnSpPr>
          <p:cNvPr id="536" name="Google Shape;536;p42"/>
          <p:cNvCxnSpPr/>
          <p:nvPr/>
        </p:nvCxnSpPr>
        <p:spPr>
          <a:xfrm rot="10800000">
            <a:off x="-3050" y="4833927"/>
            <a:ext cx="9150000" cy="0"/>
          </a:xfrm>
          <a:prstGeom prst="straightConnector1">
            <a:avLst/>
          </a:prstGeom>
          <a:noFill/>
          <a:ln cap="flat" cmpd="sng" w="19050">
            <a:solidFill>
              <a:schemeClr val="accent6"/>
            </a:solidFill>
            <a:prstDash val="solid"/>
            <a:round/>
            <a:headEnd len="med" w="med" type="none"/>
            <a:tailEnd len="med" w="med" type="none"/>
          </a:ln>
        </p:spPr>
      </p:cxnSp>
      <p:sp>
        <p:nvSpPr>
          <p:cNvPr id="537" name="Google Shape;537;p42"/>
          <p:cNvSpPr/>
          <p:nvPr/>
        </p:nvSpPr>
        <p:spPr>
          <a:xfrm flipH="1">
            <a:off x="801729" y="4414425"/>
            <a:ext cx="4232100" cy="418500"/>
          </a:xfrm>
          <a:prstGeom prst="round2SameRect">
            <a:avLst>
              <a:gd fmla="val 16667" name="adj1"/>
              <a:gd fmla="val 0" name="adj2"/>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38" name="Google Shape;538;p42"/>
          <p:cNvSpPr txBox="1"/>
          <p:nvPr>
            <p:ph idx="6" type="subTitle"/>
          </p:nvPr>
        </p:nvSpPr>
        <p:spPr>
          <a:xfrm>
            <a:off x="802850" y="4415225"/>
            <a:ext cx="4232100" cy="418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17_1">
    <p:spTree>
      <p:nvGrpSpPr>
        <p:cNvPr id="539" name="Shape 539"/>
        <p:cNvGrpSpPr/>
        <p:nvPr/>
      </p:nvGrpSpPr>
      <p:grpSpPr>
        <a:xfrm>
          <a:off x="0" y="0"/>
          <a:ext cx="0" cy="0"/>
          <a:chOff x="0" y="0"/>
          <a:chExt cx="0" cy="0"/>
        </a:xfrm>
      </p:grpSpPr>
      <p:sp>
        <p:nvSpPr>
          <p:cNvPr id="540" name="Google Shape;540;p43"/>
          <p:cNvSpPr/>
          <p:nvPr>
            <p:ph idx="2" type="pic"/>
          </p:nvPr>
        </p:nvSpPr>
        <p:spPr>
          <a:xfrm>
            <a:off x="5925600" y="0"/>
            <a:ext cx="3218400" cy="5143500"/>
          </a:xfrm>
          <a:prstGeom prst="rect">
            <a:avLst/>
          </a:prstGeom>
          <a:noFill/>
          <a:ln>
            <a:noFill/>
          </a:ln>
        </p:spPr>
      </p:sp>
      <p:sp>
        <p:nvSpPr>
          <p:cNvPr id="541" name="Google Shape;541;p43"/>
          <p:cNvSpPr txBox="1"/>
          <p:nvPr>
            <p:ph idx="1" type="body"/>
          </p:nvPr>
        </p:nvSpPr>
        <p:spPr>
          <a:xfrm>
            <a:off x="390625" y="306925"/>
            <a:ext cx="3125400" cy="1685700"/>
          </a:xfrm>
          <a:prstGeom prst="rect">
            <a:avLst/>
          </a:prstGeom>
          <a:noFill/>
          <a:ln>
            <a:noFill/>
          </a:ln>
        </p:spPr>
        <p:txBody>
          <a:bodyPr anchorCtr="0" anchor="ctr" bIns="0" lIns="0" spcFirstLastPara="1" rIns="0" wrap="square" tIns="91425">
            <a:normAutofit/>
          </a:bodyPr>
          <a:lstStyle>
            <a:lvl1pPr indent="-317500" lvl="0" marL="457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1pPr>
            <a:lvl2pPr indent="-317500" lvl="1" marL="914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2pPr>
            <a:lvl3pPr indent="-317500" lvl="2" marL="1371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3pPr>
            <a:lvl4pPr indent="-317500" lvl="3" marL="1828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4pPr>
            <a:lvl5pPr indent="-317500" lvl="4" marL="22860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5pPr>
            <a:lvl6pPr indent="-317500" lvl="5" marL="2743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6pPr>
            <a:lvl7pPr indent="-317500" lvl="6" marL="3200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7pPr>
            <a:lvl8pPr indent="-317500" lvl="7" marL="3657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8pPr>
            <a:lvl9pPr indent="-317500" lvl="8" marL="4114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9pPr>
          </a:lstStyle>
          <a:p/>
        </p:txBody>
      </p:sp>
      <p:sp>
        <p:nvSpPr>
          <p:cNvPr id="542" name="Google Shape;542;p43"/>
          <p:cNvSpPr txBox="1"/>
          <p:nvPr>
            <p:ph type="title"/>
          </p:nvPr>
        </p:nvSpPr>
        <p:spPr>
          <a:xfrm>
            <a:off x="274550" y="3283900"/>
            <a:ext cx="5430900" cy="16857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4"/>
              </a:buClr>
              <a:buSzPts val="6000"/>
              <a:buNone/>
              <a:defRPr>
                <a:solidFill>
                  <a:schemeClr val="accent4"/>
                </a:solidFill>
              </a:defRPr>
            </a:lvl1pPr>
            <a:lvl2pPr lvl="1">
              <a:lnSpc>
                <a:spcPct val="100000"/>
              </a:lnSpc>
              <a:spcBef>
                <a:spcPts val="0"/>
              </a:spcBef>
              <a:spcAft>
                <a:spcPts val="0"/>
              </a:spcAft>
              <a:buClr>
                <a:schemeClr val="accent4"/>
              </a:buClr>
              <a:buSzPts val="6000"/>
              <a:buNone/>
              <a:defRPr>
                <a:solidFill>
                  <a:schemeClr val="accent4"/>
                </a:solidFill>
              </a:defRPr>
            </a:lvl2pPr>
            <a:lvl3pPr lvl="2">
              <a:lnSpc>
                <a:spcPct val="100000"/>
              </a:lnSpc>
              <a:spcBef>
                <a:spcPts val="0"/>
              </a:spcBef>
              <a:spcAft>
                <a:spcPts val="0"/>
              </a:spcAft>
              <a:buClr>
                <a:schemeClr val="accent4"/>
              </a:buClr>
              <a:buSzPts val="6000"/>
              <a:buNone/>
              <a:defRPr>
                <a:solidFill>
                  <a:schemeClr val="accent4"/>
                </a:solidFill>
              </a:defRPr>
            </a:lvl3pPr>
            <a:lvl4pPr lvl="3">
              <a:lnSpc>
                <a:spcPct val="100000"/>
              </a:lnSpc>
              <a:spcBef>
                <a:spcPts val="0"/>
              </a:spcBef>
              <a:spcAft>
                <a:spcPts val="0"/>
              </a:spcAft>
              <a:buClr>
                <a:schemeClr val="accent4"/>
              </a:buClr>
              <a:buSzPts val="6000"/>
              <a:buNone/>
              <a:defRPr>
                <a:solidFill>
                  <a:schemeClr val="accent4"/>
                </a:solidFill>
              </a:defRPr>
            </a:lvl4pPr>
            <a:lvl5pPr lvl="4">
              <a:lnSpc>
                <a:spcPct val="100000"/>
              </a:lnSpc>
              <a:spcBef>
                <a:spcPts val="0"/>
              </a:spcBef>
              <a:spcAft>
                <a:spcPts val="0"/>
              </a:spcAft>
              <a:buClr>
                <a:schemeClr val="accent4"/>
              </a:buClr>
              <a:buSzPts val="6000"/>
              <a:buNone/>
              <a:defRPr>
                <a:solidFill>
                  <a:schemeClr val="accent4"/>
                </a:solidFill>
              </a:defRPr>
            </a:lvl5pPr>
            <a:lvl6pPr lvl="5">
              <a:lnSpc>
                <a:spcPct val="100000"/>
              </a:lnSpc>
              <a:spcBef>
                <a:spcPts val="0"/>
              </a:spcBef>
              <a:spcAft>
                <a:spcPts val="0"/>
              </a:spcAft>
              <a:buClr>
                <a:schemeClr val="accent4"/>
              </a:buClr>
              <a:buSzPts val="6000"/>
              <a:buNone/>
              <a:defRPr>
                <a:solidFill>
                  <a:schemeClr val="accent4"/>
                </a:solidFill>
              </a:defRPr>
            </a:lvl6pPr>
            <a:lvl7pPr lvl="6">
              <a:lnSpc>
                <a:spcPct val="100000"/>
              </a:lnSpc>
              <a:spcBef>
                <a:spcPts val="0"/>
              </a:spcBef>
              <a:spcAft>
                <a:spcPts val="0"/>
              </a:spcAft>
              <a:buClr>
                <a:schemeClr val="accent4"/>
              </a:buClr>
              <a:buSzPts val="6000"/>
              <a:buNone/>
              <a:defRPr>
                <a:solidFill>
                  <a:schemeClr val="accent4"/>
                </a:solidFill>
              </a:defRPr>
            </a:lvl7pPr>
            <a:lvl8pPr lvl="7">
              <a:lnSpc>
                <a:spcPct val="100000"/>
              </a:lnSpc>
              <a:spcBef>
                <a:spcPts val="0"/>
              </a:spcBef>
              <a:spcAft>
                <a:spcPts val="0"/>
              </a:spcAft>
              <a:buClr>
                <a:schemeClr val="accent4"/>
              </a:buClr>
              <a:buSzPts val="6000"/>
              <a:buNone/>
              <a:defRPr>
                <a:solidFill>
                  <a:schemeClr val="accent4"/>
                </a:solidFill>
              </a:defRPr>
            </a:lvl8pPr>
            <a:lvl9pPr lvl="8">
              <a:lnSpc>
                <a:spcPct val="100000"/>
              </a:lnSpc>
              <a:spcBef>
                <a:spcPts val="0"/>
              </a:spcBef>
              <a:spcAft>
                <a:spcPts val="0"/>
              </a:spcAft>
              <a:buClr>
                <a:schemeClr val="accent4"/>
              </a:buClr>
              <a:buSzPts val="6000"/>
              <a:buNone/>
              <a:defRPr>
                <a:solidFill>
                  <a:schemeClr val="accent4"/>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23_2_1_2">
    <p:spTree>
      <p:nvGrpSpPr>
        <p:cNvPr id="543" name="Shape 543"/>
        <p:cNvGrpSpPr/>
        <p:nvPr/>
      </p:nvGrpSpPr>
      <p:grpSpPr>
        <a:xfrm>
          <a:off x="0" y="0"/>
          <a:ext cx="0" cy="0"/>
          <a:chOff x="0" y="0"/>
          <a:chExt cx="0" cy="0"/>
        </a:xfrm>
      </p:grpSpPr>
      <p:sp>
        <p:nvSpPr>
          <p:cNvPr id="544" name="Google Shape;544;p44"/>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45" name="Google Shape;545;p44"/>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46" name="Google Shape;546;p44"/>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47" name="Google Shape;547;p44"/>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48" name="Google Shape;548;p44"/>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49" name="Google Shape;549;p44"/>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0" name="Google Shape;550;p44"/>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1" name="Google Shape;551;p44"/>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2" name="Google Shape;552;p44"/>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3" name="Google Shape;553;p44"/>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4" name="Google Shape;554;p44"/>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5" name="Google Shape;555;p44"/>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6" name="Google Shape;556;p44"/>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7" name="Google Shape;557;p44"/>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8" name="Google Shape;558;p44"/>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9" name="Google Shape;559;p44"/>
          <p:cNvSpPr/>
          <p:nvPr/>
        </p:nvSpPr>
        <p:spPr>
          <a:xfrm>
            <a:off x="271247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0" name="Google Shape;560;p44"/>
          <p:cNvSpPr txBox="1"/>
          <p:nvPr>
            <p:ph idx="1" type="body"/>
          </p:nvPr>
        </p:nvSpPr>
        <p:spPr>
          <a:xfrm>
            <a:off x="3105200" y="1718575"/>
            <a:ext cx="2173800" cy="25386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561" name="Google Shape;561;p44"/>
          <p:cNvSpPr txBox="1"/>
          <p:nvPr>
            <p:ph idx="2" type="subTitle"/>
          </p:nvPr>
        </p:nvSpPr>
        <p:spPr>
          <a:xfrm>
            <a:off x="3017300" y="603250"/>
            <a:ext cx="22617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562" name="Google Shape;562;p44"/>
          <p:cNvSpPr/>
          <p:nvPr/>
        </p:nvSpPr>
        <p:spPr>
          <a:xfrm>
            <a:off x="592882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3" name="Google Shape;563;p44"/>
          <p:cNvSpPr txBox="1"/>
          <p:nvPr>
            <p:ph idx="3" type="body"/>
          </p:nvPr>
        </p:nvSpPr>
        <p:spPr>
          <a:xfrm>
            <a:off x="6321550" y="1718575"/>
            <a:ext cx="2173800" cy="25386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564" name="Google Shape;564;p44"/>
          <p:cNvSpPr txBox="1"/>
          <p:nvPr>
            <p:ph idx="4" type="subTitle"/>
          </p:nvPr>
        </p:nvSpPr>
        <p:spPr>
          <a:xfrm>
            <a:off x="6233650" y="603250"/>
            <a:ext cx="22617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565" name="Google Shape;565;p44"/>
          <p:cNvSpPr txBox="1"/>
          <p:nvPr>
            <p:ph type="title"/>
          </p:nvPr>
        </p:nvSpPr>
        <p:spPr>
          <a:xfrm>
            <a:off x="125700" y="299850"/>
            <a:ext cx="2516400" cy="1524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0_1">
    <p:spTree>
      <p:nvGrpSpPr>
        <p:cNvPr id="566" name="Shape 566"/>
        <p:cNvGrpSpPr/>
        <p:nvPr/>
      </p:nvGrpSpPr>
      <p:grpSpPr>
        <a:xfrm>
          <a:off x="0" y="0"/>
          <a:ext cx="0" cy="0"/>
          <a:chOff x="0" y="0"/>
          <a:chExt cx="0" cy="0"/>
        </a:xfrm>
      </p:grpSpPr>
      <p:sp>
        <p:nvSpPr>
          <p:cNvPr id="567" name="Google Shape;567;p45"/>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8" name="Google Shape;568;p45"/>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9" name="Google Shape;569;p45"/>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0" name="Google Shape;570;p45"/>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1" name="Google Shape;571;p45"/>
          <p:cNvSpPr/>
          <p:nvPr/>
        </p:nvSpPr>
        <p:spPr>
          <a:xfrm>
            <a:off x="6074103"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2" name="Google Shape;572;p45"/>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3" name="Google Shape;573;p45"/>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4" name="Google Shape;574;p45"/>
          <p:cNvSpPr/>
          <p:nvPr/>
        </p:nvSpPr>
        <p:spPr>
          <a:xfrm>
            <a:off x="7090103"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5" name="Google Shape;575;p45"/>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6" name="Google Shape;576;p45"/>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7" name="Google Shape;577;p45"/>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8" name="Google Shape;578;p45"/>
          <p:cNvSpPr/>
          <p:nvPr/>
        </p:nvSpPr>
        <p:spPr>
          <a:xfrm>
            <a:off x="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9" name="Google Shape;579;p45"/>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0" name="Google Shape;580;p45"/>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1" name="Google Shape;581;p45"/>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2" name="Google Shape;582;p45"/>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3" name="Google Shape;583;p45"/>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4" name="Google Shape;584;p45"/>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5" name="Google Shape;585;p45"/>
          <p:cNvSpPr/>
          <p:nvPr/>
        </p:nvSpPr>
        <p:spPr>
          <a:xfrm>
            <a:off x="3261340" y="296425"/>
            <a:ext cx="2621400" cy="33642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6" name="Google Shape;586;p45"/>
          <p:cNvSpPr/>
          <p:nvPr/>
        </p:nvSpPr>
        <p:spPr>
          <a:xfrm>
            <a:off x="6096000" y="296425"/>
            <a:ext cx="2621400" cy="33642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7" name="Google Shape;587;p45"/>
          <p:cNvSpPr/>
          <p:nvPr/>
        </p:nvSpPr>
        <p:spPr>
          <a:xfrm>
            <a:off x="426698" y="296425"/>
            <a:ext cx="2621400" cy="33642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8" name="Google Shape;588;p45"/>
          <p:cNvSpPr txBox="1"/>
          <p:nvPr>
            <p:ph idx="1" type="body"/>
          </p:nvPr>
        </p:nvSpPr>
        <p:spPr>
          <a:xfrm>
            <a:off x="632900" y="1708100"/>
            <a:ext cx="2173800" cy="1659000"/>
          </a:xfrm>
          <a:prstGeom prst="rect">
            <a:avLst/>
          </a:prstGeom>
        </p:spPr>
        <p:txBody>
          <a:bodyPr anchorCtr="0" anchor="t" bIns="0" lIns="0" spcFirstLastPara="1" rIns="0" wrap="square" tIns="91425">
            <a:norm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589" name="Google Shape;589;p45"/>
          <p:cNvSpPr txBox="1"/>
          <p:nvPr>
            <p:ph idx="2" type="body"/>
          </p:nvPr>
        </p:nvSpPr>
        <p:spPr>
          <a:xfrm>
            <a:off x="3474200" y="1708100"/>
            <a:ext cx="2173800" cy="16590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590" name="Google Shape;590;p45"/>
          <p:cNvSpPr txBox="1"/>
          <p:nvPr>
            <p:ph idx="3" type="body"/>
          </p:nvPr>
        </p:nvSpPr>
        <p:spPr>
          <a:xfrm>
            <a:off x="6315500" y="1708100"/>
            <a:ext cx="2173800" cy="16590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591" name="Google Shape;591;p45"/>
          <p:cNvSpPr txBox="1"/>
          <p:nvPr>
            <p:ph type="title"/>
          </p:nvPr>
        </p:nvSpPr>
        <p:spPr>
          <a:xfrm>
            <a:off x="314425" y="3904925"/>
            <a:ext cx="7600800" cy="11388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4"/>
              </a:buClr>
              <a:buSzPts val="6000"/>
              <a:buNone/>
              <a:defRPr>
                <a:solidFill>
                  <a:schemeClr val="accent4"/>
                </a:solidFill>
              </a:defRPr>
            </a:lvl1pPr>
            <a:lvl2pPr lvl="1">
              <a:lnSpc>
                <a:spcPct val="100000"/>
              </a:lnSpc>
              <a:spcBef>
                <a:spcPts val="0"/>
              </a:spcBef>
              <a:spcAft>
                <a:spcPts val="0"/>
              </a:spcAft>
              <a:buClr>
                <a:schemeClr val="accent4"/>
              </a:buClr>
              <a:buSzPts val="6000"/>
              <a:buNone/>
              <a:defRPr>
                <a:solidFill>
                  <a:schemeClr val="accent4"/>
                </a:solidFill>
              </a:defRPr>
            </a:lvl2pPr>
            <a:lvl3pPr lvl="2">
              <a:lnSpc>
                <a:spcPct val="100000"/>
              </a:lnSpc>
              <a:spcBef>
                <a:spcPts val="0"/>
              </a:spcBef>
              <a:spcAft>
                <a:spcPts val="0"/>
              </a:spcAft>
              <a:buClr>
                <a:schemeClr val="accent4"/>
              </a:buClr>
              <a:buSzPts val="6000"/>
              <a:buNone/>
              <a:defRPr>
                <a:solidFill>
                  <a:schemeClr val="accent4"/>
                </a:solidFill>
              </a:defRPr>
            </a:lvl3pPr>
            <a:lvl4pPr lvl="3">
              <a:lnSpc>
                <a:spcPct val="100000"/>
              </a:lnSpc>
              <a:spcBef>
                <a:spcPts val="0"/>
              </a:spcBef>
              <a:spcAft>
                <a:spcPts val="0"/>
              </a:spcAft>
              <a:buClr>
                <a:schemeClr val="accent4"/>
              </a:buClr>
              <a:buSzPts val="6000"/>
              <a:buNone/>
              <a:defRPr>
                <a:solidFill>
                  <a:schemeClr val="accent4"/>
                </a:solidFill>
              </a:defRPr>
            </a:lvl4pPr>
            <a:lvl5pPr lvl="4">
              <a:lnSpc>
                <a:spcPct val="100000"/>
              </a:lnSpc>
              <a:spcBef>
                <a:spcPts val="0"/>
              </a:spcBef>
              <a:spcAft>
                <a:spcPts val="0"/>
              </a:spcAft>
              <a:buClr>
                <a:schemeClr val="accent4"/>
              </a:buClr>
              <a:buSzPts val="6000"/>
              <a:buNone/>
              <a:defRPr>
                <a:solidFill>
                  <a:schemeClr val="accent4"/>
                </a:solidFill>
              </a:defRPr>
            </a:lvl5pPr>
            <a:lvl6pPr lvl="5">
              <a:lnSpc>
                <a:spcPct val="100000"/>
              </a:lnSpc>
              <a:spcBef>
                <a:spcPts val="0"/>
              </a:spcBef>
              <a:spcAft>
                <a:spcPts val="0"/>
              </a:spcAft>
              <a:buClr>
                <a:schemeClr val="accent4"/>
              </a:buClr>
              <a:buSzPts val="6000"/>
              <a:buNone/>
              <a:defRPr>
                <a:solidFill>
                  <a:schemeClr val="accent4"/>
                </a:solidFill>
              </a:defRPr>
            </a:lvl6pPr>
            <a:lvl7pPr lvl="6">
              <a:lnSpc>
                <a:spcPct val="100000"/>
              </a:lnSpc>
              <a:spcBef>
                <a:spcPts val="0"/>
              </a:spcBef>
              <a:spcAft>
                <a:spcPts val="0"/>
              </a:spcAft>
              <a:buClr>
                <a:schemeClr val="accent4"/>
              </a:buClr>
              <a:buSzPts val="6000"/>
              <a:buNone/>
              <a:defRPr>
                <a:solidFill>
                  <a:schemeClr val="accent4"/>
                </a:solidFill>
              </a:defRPr>
            </a:lvl7pPr>
            <a:lvl8pPr lvl="7">
              <a:lnSpc>
                <a:spcPct val="100000"/>
              </a:lnSpc>
              <a:spcBef>
                <a:spcPts val="0"/>
              </a:spcBef>
              <a:spcAft>
                <a:spcPts val="0"/>
              </a:spcAft>
              <a:buClr>
                <a:schemeClr val="accent4"/>
              </a:buClr>
              <a:buSzPts val="6000"/>
              <a:buNone/>
              <a:defRPr>
                <a:solidFill>
                  <a:schemeClr val="accent4"/>
                </a:solidFill>
              </a:defRPr>
            </a:lvl8pPr>
            <a:lvl9pPr lvl="8">
              <a:lnSpc>
                <a:spcPct val="100000"/>
              </a:lnSpc>
              <a:spcBef>
                <a:spcPts val="0"/>
              </a:spcBef>
              <a:spcAft>
                <a:spcPts val="0"/>
              </a:spcAft>
              <a:buClr>
                <a:schemeClr val="accent4"/>
              </a:buClr>
              <a:buSzPts val="6000"/>
              <a:buNone/>
              <a:defRPr>
                <a:solidFill>
                  <a:schemeClr val="accent4"/>
                </a:solidFill>
              </a:defRPr>
            </a:lvl9pPr>
          </a:lstStyle>
          <a:p/>
        </p:txBody>
      </p:sp>
      <p:sp>
        <p:nvSpPr>
          <p:cNvPr id="592" name="Google Shape;592;p45"/>
          <p:cNvSpPr txBox="1"/>
          <p:nvPr>
            <p:ph idx="4" type="subTitle"/>
          </p:nvPr>
        </p:nvSpPr>
        <p:spPr>
          <a:xfrm>
            <a:off x="606550" y="395850"/>
            <a:ext cx="22617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593" name="Google Shape;593;p45"/>
          <p:cNvSpPr txBox="1"/>
          <p:nvPr>
            <p:ph idx="5" type="subTitle"/>
          </p:nvPr>
        </p:nvSpPr>
        <p:spPr>
          <a:xfrm>
            <a:off x="3441200" y="395850"/>
            <a:ext cx="22617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594" name="Google Shape;594;p45"/>
          <p:cNvSpPr txBox="1"/>
          <p:nvPr>
            <p:ph idx="6" type="subTitle"/>
          </p:nvPr>
        </p:nvSpPr>
        <p:spPr>
          <a:xfrm>
            <a:off x="6275850" y="395850"/>
            <a:ext cx="22617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20_1_1">
    <p:spTree>
      <p:nvGrpSpPr>
        <p:cNvPr id="595" name="Shape 595"/>
        <p:cNvGrpSpPr/>
        <p:nvPr/>
      </p:nvGrpSpPr>
      <p:grpSpPr>
        <a:xfrm>
          <a:off x="0" y="0"/>
          <a:ext cx="0" cy="0"/>
          <a:chOff x="0" y="0"/>
          <a:chExt cx="0" cy="0"/>
        </a:xfrm>
      </p:grpSpPr>
      <p:sp>
        <p:nvSpPr>
          <p:cNvPr id="596" name="Google Shape;596;p46"/>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97" name="Google Shape;597;p46"/>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98" name="Google Shape;598;p46"/>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99" name="Google Shape;599;p46"/>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0" name="Google Shape;600;p46"/>
          <p:cNvSpPr/>
          <p:nvPr/>
        </p:nvSpPr>
        <p:spPr>
          <a:xfrm>
            <a:off x="6074103"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1" name="Google Shape;601;p46"/>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2" name="Google Shape;602;p46"/>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3" name="Google Shape;603;p46"/>
          <p:cNvSpPr/>
          <p:nvPr/>
        </p:nvSpPr>
        <p:spPr>
          <a:xfrm>
            <a:off x="7090103"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4" name="Google Shape;604;p46"/>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5" name="Google Shape;605;p46"/>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6" name="Google Shape;606;p46"/>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7" name="Google Shape;607;p46"/>
          <p:cNvSpPr/>
          <p:nvPr/>
        </p:nvSpPr>
        <p:spPr>
          <a:xfrm>
            <a:off x="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8" name="Google Shape;608;p46"/>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9" name="Google Shape;609;p46"/>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0" name="Google Shape;610;p46"/>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1" name="Google Shape;611;p46"/>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2" name="Google Shape;612;p46"/>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3" name="Google Shape;613;p46"/>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4" name="Google Shape;614;p46"/>
          <p:cNvSpPr/>
          <p:nvPr/>
        </p:nvSpPr>
        <p:spPr>
          <a:xfrm>
            <a:off x="246850" y="296425"/>
            <a:ext cx="1961100" cy="3364200"/>
          </a:xfrm>
          <a:prstGeom prst="roundRect">
            <a:avLst>
              <a:gd fmla="val 2627" name="adj"/>
            </a:avLst>
          </a:prstGeom>
          <a:solidFill>
            <a:schemeClr val="lt1"/>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5" name="Google Shape;615;p46"/>
          <p:cNvSpPr txBox="1"/>
          <p:nvPr>
            <p:ph idx="1" type="body"/>
          </p:nvPr>
        </p:nvSpPr>
        <p:spPr>
          <a:xfrm>
            <a:off x="335675" y="1708100"/>
            <a:ext cx="1753800" cy="1766700"/>
          </a:xfrm>
          <a:prstGeom prst="rect">
            <a:avLst/>
          </a:prstGeom>
        </p:spPr>
        <p:txBody>
          <a:bodyPr anchorCtr="0" anchor="t" bIns="0" lIns="0" spcFirstLastPara="1" rIns="0" wrap="square" tIns="91425">
            <a:norm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616" name="Google Shape;616;p46"/>
          <p:cNvSpPr txBox="1"/>
          <p:nvPr>
            <p:ph type="title"/>
          </p:nvPr>
        </p:nvSpPr>
        <p:spPr>
          <a:xfrm>
            <a:off x="314425" y="3904925"/>
            <a:ext cx="7600800" cy="11388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4"/>
              </a:buClr>
              <a:buSzPts val="6000"/>
              <a:buNone/>
              <a:defRPr>
                <a:solidFill>
                  <a:schemeClr val="accent4"/>
                </a:solidFill>
              </a:defRPr>
            </a:lvl1pPr>
            <a:lvl2pPr lvl="1">
              <a:lnSpc>
                <a:spcPct val="100000"/>
              </a:lnSpc>
              <a:spcBef>
                <a:spcPts val="0"/>
              </a:spcBef>
              <a:spcAft>
                <a:spcPts val="0"/>
              </a:spcAft>
              <a:buClr>
                <a:schemeClr val="accent4"/>
              </a:buClr>
              <a:buSzPts val="6000"/>
              <a:buNone/>
              <a:defRPr>
                <a:solidFill>
                  <a:schemeClr val="accent4"/>
                </a:solidFill>
              </a:defRPr>
            </a:lvl2pPr>
            <a:lvl3pPr lvl="2">
              <a:lnSpc>
                <a:spcPct val="100000"/>
              </a:lnSpc>
              <a:spcBef>
                <a:spcPts val="0"/>
              </a:spcBef>
              <a:spcAft>
                <a:spcPts val="0"/>
              </a:spcAft>
              <a:buClr>
                <a:schemeClr val="accent4"/>
              </a:buClr>
              <a:buSzPts val="6000"/>
              <a:buNone/>
              <a:defRPr>
                <a:solidFill>
                  <a:schemeClr val="accent4"/>
                </a:solidFill>
              </a:defRPr>
            </a:lvl3pPr>
            <a:lvl4pPr lvl="3">
              <a:lnSpc>
                <a:spcPct val="100000"/>
              </a:lnSpc>
              <a:spcBef>
                <a:spcPts val="0"/>
              </a:spcBef>
              <a:spcAft>
                <a:spcPts val="0"/>
              </a:spcAft>
              <a:buClr>
                <a:schemeClr val="accent4"/>
              </a:buClr>
              <a:buSzPts val="6000"/>
              <a:buNone/>
              <a:defRPr>
                <a:solidFill>
                  <a:schemeClr val="accent4"/>
                </a:solidFill>
              </a:defRPr>
            </a:lvl4pPr>
            <a:lvl5pPr lvl="4">
              <a:lnSpc>
                <a:spcPct val="100000"/>
              </a:lnSpc>
              <a:spcBef>
                <a:spcPts val="0"/>
              </a:spcBef>
              <a:spcAft>
                <a:spcPts val="0"/>
              </a:spcAft>
              <a:buClr>
                <a:schemeClr val="accent4"/>
              </a:buClr>
              <a:buSzPts val="6000"/>
              <a:buNone/>
              <a:defRPr>
                <a:solidFill>
                  <a:schemeClr val="accent4"/>
                </a:solidFill>
              </a:defRPr>
            </a:lvl5pPr>
            <a:lvl6pPr lvl="5">
              <a:lnSpc>
                <a:spcPct val="100000"/>
              </a:lnSpc>
              <a:spcBef>
                <a:spcPts val="0"/>
              </a:spcBef>
              <a:spcAft>
                <a:spcPts val="0"/>
              </a:spcAft>
              <a:buClr>
                <a:schemeClr val="accent4"/>
              </a:buClr>
              <a:buSzPts val="6000"/>
              <a:buNone/>
              <a:defRPr>
                <a:solidFill>
                  <a:schemeClr val="accent4"/>
                </a:solidFill>
              </a:defRPr>
            </a:lvl6pPr>
            <a:lvl7pPr lvl="6">
              <a:lnSpc>
                <a:spcPct val="100000"/>
              </a:lnSpc>
              <a:spcBef>
                <a:spcPts val="0"/>
              </a:spcBef>
              <a:spcAft>
                <a:spcPts val="0"/>
              </a:spcAft>
              <a:buClr>
                <a:schemeClr val="accent4"/>
              </a:buClr>
              <a:buSzPts val="6000"/>
              <a:buNone/>
              <a:defRPr>
                <a:solidFill>
                  <a:schemeClr val="accent4"/>
                </a:solidFill>
              </a:defRPr>
            </a:lvl7pPr>
            <a:lvl8pPr lvl="7">
              <a:lnSpc>
                <a:spcPct val="100000"/>
              </a:lnSpc>
              <a:spcBef>
                <a:spcPts val="0"/>
              </a:spcBef>
              <a:spcAft>
                <a:spcPts val="0"/>
              </a:spcAft>
              <a:buClr>
                <a:schemeClr val="accent4"/>
              </a:buClr>
              <a:buSzPts val="6000"/>
              <a:buNone/>
              <a:defRPr>
                <a:solidFill>
                  <a:schemeClr val="accent4"/>
                </a:solidFill>
              </a:defRPr>
            </a:lvl8pPr>
            <a:lvl9pPr lvl="8">
              <a:lnSpc>
                <a:spcPct val="100000"/>
              </a:lnSpc>
              <a:spcBef>
                <a:spcPts val="0"/>
              </a:spcBef>
              <a:spcAft>
                <a:spcPts val="0"/>
              </a:spcAft>
              <a:buClr>
                <a:schemeClr val="accent4"/>
              </a:buClr>
              <a:buSzPts val="6000"/>
              <a:buNone/>
              <a:defRPr>
                <a:solidFill>
                  <a:schemeClr val="accent4"/>
                </a:solidFill>
              </a:defRPr>
            </a:lvl9pPr>
          </a:lstStyle>
          <a:p/>
        </p:txBody>
      </p:sp>
      <p:sp>
        <p:nvSpPr>
          <p:cNvPr id="617" name="Google Shape;617;p46"/>
          <p:cNvSpPr txBox="1"/>
          <p:nvPr>
            <p:ph idx="2" type="subTitle"/>
          </p:nvPr>
        </p:nvSpPr>
        <p:spPr>
          <a:xfrm>
            <a:off x="314425" y="395850"/>
            <a:ext cx="18246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18" name="Google Shape;618;p46"/>
          <p:cNvSpPr/>
          <p:nvPr/>
        </p:nvSpPr>
        <p:spPr>
          <a:xfrm>
            <a:off x="2476617" y="296425"/>
            <a:ext cx="1961100" cy="3364200"/>
          </a:xfrm>
          <a:prstGeom prst="roundRect">
            <a:avLst>
              <a:gd fmla="val 2627" name="adj"/>
            </a:avLst>
          </a:prstGeom>
          <a:solidFill>
            <a:schemeClr val="lt1"/>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9" name="Google Shape;619;p46"/>
          <p:cNvSpPr/>
          <p:nvPr/>
        </p:nvSpPr>
        <p:spPr>
          <a:xfrm>
            <a:off x="4706383" y="296425"/>
            <a:ext cx="1961100" cy="3364200"/>
          </a:xfrm>
          <a:prstGeom prst="roundRect">
            <a:avLst>
              <a:gd fmla="val 2627" name="adj"/>
            </a:avLst>
          </a:prstGeom>
          <a:solidFill>
            <a:schemeClr val="lt1"/>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20" name="Google Shape;620;p46"/>
          <p:cNvSpPr/>
          <p:nvPr/>
        </p:nvSpPr>
        <p:spPr>
          <a:xfrm>
            <a:off x="6936150" y="296425"/>
            <a:ext cx="1961100" cy="3364200"/>
          </a:xfrm>
          <a:prstGeom prst="roundRect">
            <a:avLst>
              <a:gd fmla="val 2627" name="adj"/>
            </a:avLst>
          </a:prstGeom>
          <a:solidFill>
            <a:schemeClr val="lt1"/>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21" name="Google Shape;621;p46"/>
          <p:cNvSpPr txBox="1"/>
          <p:nvPr>
            <p:ph idx="3" type="body"/>
          </p:nvPr>
        </p:nvSpPr>
        <p:spPr>
          <a:xfrm>
            <a:off x="2566125" y="1708100"/>
            <a:ext cx="1753800" cy="17667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622" name="Google Shape;622;p46"/>
          <p:cNvSpPr txBox="1"/>
          <p:nvPr>
            <p:ph idx="4" type="subTitle"/>
          </p:nvPr>
        </p:nvSpPr>
        <p:spPr>
          <a:xfrm>
            <a:off x="2544863" y="395850"/>
            <a:ext cx="18246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23" name="Google Shape;623;p46"/>
          <p:cNvSpPr txBox="1"/>
          <p:nvPr>
            <p:ph idx="5" type="body"/>
          </p:nvPr>
        </p:nvSpPr>
        <p:spPr>
          <a:xfrm>
            <a:off x="4795875" y="1708100"/>
            <a:ext cx="1753800" cy="17667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624" name="Google Shape;624;p46"/>
          <p:cNvSpPr txBox="1"/>
          <p:nvPr>
            <p:ph idx="6" type="subTitle"/>
          </p:nvPr>
        </p:nvSpPr>
        <p:spPr>
          <a:xfrm>
            <a:off x="4774625" y="395850"/>
            <a:ext cx="18246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25" name="Google Shape;625;p46"/>
          <p:cNvSpPr txBox="1"/>
          <p:nvPr>
            <p:ph idx="7" type="body"/>
          </p:nvPr>
        </p:nvSpPr>
        <p:spPr>
          <a:xfrm>
            <a:off x="7025625" y="1708100"/>
            <a:ext cx="1753800" cy="17667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626" name="Google Shape;626;p46"/>
          <p:cNvSpPr txBox="1"/>
          <p:nvPr>
            <p:ph idx="8" type="subTitle"/>
          </p:nvPr>
        </p:nvSpPr>
        <p:spPr>
          <a:xfrm>
            <a:off x="7004375" y="395850"/>
            <a:ext cx="18246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23_3">
    <p:spTree>
      <p:nvGrpSpPr>
        <p:cNvPr id="627" name="Shape 627"/>
        <p:cNvGrpSpPr/>
        <p:nvPr/>
      </p:nvGrpSpPr>
      <p:grpSpPr>
        <a:xfrm>
          <a:off x="0" y="0"/>
          <a:ext cx="0" cy="0"/>
          <a:chOff x="0" y="0"/>
          <a:chExt cx="0" cy="0"/>
        </a:xfrm>
      </p:grpSpPr>
      <p:sp>
        <p:nvSpPr>
          <p:cNvPr id="628" name="Google Shape;628;p47"/>
          <p:cNvSpPr txBox="1"/>
          <p:nvPr>
            <p:ph idx="12" type="sldNum"/>
          </p:nvPr>
        </p:nvSpPr>
        <p:spPr>
          <a:xfrm>
            <a:off x="8653375" y="4829350"/>
            <a:ext cx="490500" cy="311700"/>
          </a:xfrm>
          <a:prstGeom prst="rect">
            <a:avLst/>
          </a:prstGeom>
          <a:solidFill>
            <a:schemeClr val="dk2"/>
          </a:solidFill>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
        <p:nvSpPr>
          <p:cNvPr id="629" name="Google Shape;629;p47"/>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0" name="Google Shape;630;p47"/>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1" name="Google Shape;631;p47"/>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2" name="Google Shape;632;p47"/>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3" name="Google Shape;633;p47"/>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4" name="Google Shape;634;p47"/>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5" name="Google Shape;635;p47"/>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6" name="Google Shape;636;p47"/>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7" name="Google Shape;637;p47"/>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8" name="Google Shape;638;p47"/>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9" name="Google Shape;639;p47"/>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0" name="Google Shape;640;p47"/>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1" name="Google Shape;641;p47"/>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2" name="Google Shape;642;p47"/>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3" name="Google Shape;643;p47"/>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4" name="Google Shape;644;p47"/>
          <p:cNvSpPr/>
          <p:nvPr/>
        </p:nvSpPr>
        <p:spPr>
          <a:xfrm>
            <a:off x="271247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5" name="Google Shape;645;p47"/>
          <p:cNvSpPr/>
          <p:nvPr/>
        </p:nvSpPr>
        <p:spPr>
          <a:xfrm>
            <a:off x="5928825" y="3524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6" name="Google Shape;646;p47"/>
          <p:cNvSpPr/>
          <p:nvPr>
            <p:ph idx="2" type="pic"/>
          </p:nvPr>
        </p:nvSpPr>
        <p:spPr>
          <a:xfrm>
            <a:off x="3017300" y="586450"/>
            <a:ext cx="2439000" cy="1429500"/>
          </a:xfrm>
          <a:prstGeom prst="roundRect">
            <a:avLst>
              <a:gd fmla="val 10672" name="adj"/>
            </a:avLst>
          </a:prstGeom>
          <a:noFill/>
          <a:ln>
            <a:noFill/>
          </a:ln>
        </p:spPr>
      </p:sp>
      <p:sp>
        <p:nvSpPr>
          <p:cNvPr id="647" name="Google Shape;647;p47"/>
          <p:cNvSpPr/>
          <p:nvPr>
            <p:ph idx="3" type="pic"/>
          </p:nvPr>
        </p:nvSpPr>
        <p:spPr>
          <a:xfrm>
            <a:off x="6205700" y="586450"/>
            <a:ext cx="2439000" cy="1429500"/>
          </a:xfrm>
          <a:prstGeom prst="roundRect">
            <a:avLst>
              <a:gd fmla="val 10672" name="adj"/>
            </a:avLst>
          </a:prstGeom>
          <a:noFill/>
          <a:ln>
            <a:noFill/>
          </a:ln>
        </p:spPr>
      </p:sp>
      <p:sp>
        <p:nvSpPr>
          <p:cNvPr id="648" name="Google Shape;648;p47"/>
          <p:cNvSpPr txBox="1"/>
          <p:nvPr>
            <p:ph idx="1" type="body"/>
          </p:nvPr>
        </p:nvSpPr>
        <p:spPr>
          <a:xfrm>
            <a:off x="3105200" y="2506300"/>
            <a:ext cx="2173800" cy="19902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649" name="Google Shape;649;p47"/>
          <p:cNvSpPr txBox="1"/>
          <p:nvPr>
            <p:ph idx="4" type="subTitle"/>
          </p:nvPr>
        </p:nvSpPr>
        <p:spPr>
          <a:xfrm>
            <a:off x="3017300" y="1886500"/>
            <a:ext cx="2261700" cy="661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50" name="Google Shape;650;p47"/>
          <p:cNvSpPr txBox="1"/>
          <p:nvPr>
            <p:ph idx="5" type="body"/>
          </p:nvPr>
        </p:nvSpPr>
        <p:spPr>
          <a:xfrm>
            <a:off x="6293600" y="2506300"/>
            <a:ext cx="2173800" cy="1990200"/>
          </a:xfrm>
          <a:prstGeom prst="rect">
            <a:avLst/>
          </a:prstGeom>
        </p:spPr>
        <p:txBody>
          <a:bodyPr anchorCtr="0" anchor="t" bIns="0" lIns="0" spcFirstLastPara="1" rIns="0" wrap="square" tIns="91425">
            <a:norm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651" name="Google Shape;651;p47"/>
          <p:cNvSpPr txBox="1"/>
          <p:nvPr>
            <p:ph idx="6" type="subTitle"/>
          </p:nvPr>
        </p:nvSpPr>
        <p:spPr>
          <a:xfrm>
            <a:off x="6205700" y="1886500"/>
            <a:ext cx="2261700" cy="661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52" name="Google Shape;652;p47"/>
          <p:cNvSpPr txBox="1"/>
          <p:nvPr>
            <p:ph type="title"/>
          </p:nvPr>
        </p:nvSpPr>
        <p:spPr>
          <a:xfrm>
            <a:off x="125700" y="299850"/>
            <a:ext cx="2516400" cy="1524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20_1_2">
    <p:spTree>
      <p:nvGrpSpPr>
        <p:cNvPr id="653" name="Shape 653"/>
        <p:cNvGrpSpPr/>
        <p:nvPr/>
      </p:nvGrpSpPr>
      <p:grpSpPr>
        <a:xfrm>
          <a:off x="0" y="0"/>
          <a:ext cx="0" cy="0"/>
          <a:chOff x="0" y="0"/>
          <a:chExt cx="0" cy="0"/>
        </a:xfrm>
      </p:grpSpPr>
      <p:sp>
        <p:nvSpPr>
          <p:cNvPr id="654" name="Google Shape;654;p48"/>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5" name="Google Shape;655;p48"/>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6" name="Google Shape;656;p48"/>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7" name="Google Shape;657;p48"/>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8" name="Google Shape;658;p48"/>
          <p:cNvSpPr/>
          <p:nvPr/>
        </p:nvSpPr>
        <p:spPr>
          <a:xfrm>
            <a:off x="6074103"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9" name="Google Shape;659;p48"/>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0" name="Google Shape;660;p48"/>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1" name="Google Shape;661;p48"/>
          <p:cNvSpPr/>
          <p:nvPr/>
        </p:nvSpPr>
        <p:spPr>
          <a:xfrm>
            <a:off x="7090103"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2" name="Google Shape;662;p48"/>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3" name="Google Shape;663;p48"/>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4" name="Google Shape;664;p48"/>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5" name="Google Shape;665;p48"/>
          <p:cNvSpPr/>
          <p:nvPr/>
        </p:nvSpPr>
        <p:spPr>
          <a:xfrm>
            <a:off x="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6" name="Google Shape;666;p48"/>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7" name="Google Shape;667;p48"/>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8" name="Google Shape;668;p48"/>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9" name="Google Shape;669;p48"/>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70" name="Google Shape;670;p48"/>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71" name="Google Shape;671;p48"/>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72" name="Google Shape;672;p48"/>
          <p:cNvSpPr/>
          <p:nvPr/>
        </p:nvSpPr>
        <p:spPr>
          <a:xfrm>
            <a:off x="426700" y="296425"/>
            <a:ext cx="2621400" cy="36084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73" name="Google Shape;673;p48"/>
          <p:cNvSpPr txBox="1"/>
          <p:nvPr>
            <p:ph idx="1" type="body"/>
          </p:nvPr>
        </p:nvSpPr>
        <p:spPr>
          <a:xfrm>
            <a:off x="632900" y="2249863"/>
            <a:ext cx="2173800" cy="1475400"/>
          </a:xfrm>
          <a:prstGeom prst="rect">
            <a:avLst/>
          </a:prstGeom>
        </p:spPr>
        <p:txBody>
          <a:bodyPr anchorCtr="0" anchor="t" bIns="0" lIns="0" spcFirstLastPara="1" rIns="0" wrap="square" tIns="91425">
            <a:norm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674" name="Google Shape;674;p48"/>
          <p:cNvSpPr txBox="1"/>
          <p:nvPr>
            <p:ph type="title"/>
          </p:nvPr>
        </p:nvSpPr>
        <p:spPr>
          <a:xfrm>
            <a:off x="314425" y="3904925"/>
            <a:ext cx="7600800" cy="113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4"/>
              </a:buClr>
              <a:buSzPts val="6000"/>
              <a:buNone/>
              <a:defRPr>
                <a:solidFill>
                  <a:schemeClr val="accent4"/>
                </a:solidFill>
              </a:defRPr>
            </a:lvl1pPr>
            <a:lvl2pPr lvl="1">
              <a:lnSpc>
                <a:spcPct val="100000"/>
              </a:lnSpc>
              <a:spcBef>
                <a:spcPts val="0"/>
              </a:spcBef>
              <a:spcAft>
                <a:spcPts val="0"/>
              </a:spcAft>
              <a:buClr>
                <a:schemeClr val="accent4"/>
              </a:buClr>
              <a:buSzPts val="6000"/>
              <a:buNone/>
              <a:defRPr>
                <a:solidFill>
                  <a:schemeClr val="accent4"/>
                </a:solidFill>
              </a:defRPr>
            </a:lvl2pPr>
            <a:lvl3pPr lvl="2">
              <a:lnSpc>
                <a:spcPct val="100000"/>
              </a:lnSpc>
              <a:spcBef>
                <a:spcPts val="0"/>
              </a:spcBef>
              <a:spcAft>
                <a:spcPts val="0"/>
              </a:spcAft>
              <a:buClr>
                <a:schemeClr val="accent4"/>
              </a:buClr>
              <a:buSzPts val="6000"/>
              <a:buNone/>
              <a:defRPr>
                <a:solidFill>
                  <a:schemeClr val="accent4"/>
                </a:solidFill>
              </a:defRPr>
            </a:lvl3pPr>
            <a:lvl4pPr lvl="3">
              <a:lnSpc>
                <a:spcPct val="100000"/>
              </a:lnSpc>
              <a:spcBef>
                <a:spcPts val="0"/>
              </a:spcBef>
              <a:spcAft>
                <a:spcPts val="0"/>
              </a:spcAft>
              <a:buClr>
                <a:schemeClr val="accent4"/>
              </a:buClr>
              <a:buSzPts val="6000"/>
              <a:buNone/>
              <a:defRPr>
                <a:solidFill>
                  <a:schemeClr val="accent4"/>
                </a:solidFill>
              </a:defRPr>
            </a:lvl4pPr>
            <a:lvl5pPr lvl="4">
              <a:lnSpc>
                <a:spcPct val="100000"/>
              </a:lnSpc>
              <a:spcBef>
                <a:spcPts val="0"/>
              </a:spcBef>
              <a:spcAft>
                <a:spcPts val="0"/>
              </a:spcAft>
              <a:buClr>
                <a:schemeClr val="accent4"/>
              </a:buClr>
              <a:buSzPts val="6000"/>
              <a:buNone/>
              <a:defRPr>
                <a:solidFill>
                  <a:schemeClr val="accent4"/>
                </a:solidFill>
              </a:defRPr>
            </a:lvl5pPr>
            <a:lvl6pPr lvl="5">
              <a:lnSpc>
                <a:spcPct val="100000"/>
              </a:lnSpc>
              <a:spcBef>
                <a:spcPts val="0"/>
              </a:spcBef>
              <a:spcAft>
                <a:spcPts val="0"/>
              </a:spcAft>
              <a:buClr>
                <a:schemeClr val="accent4"/>
              </a:buClr>
              <a:buSzPts val="6000"/>
              <a:buNone/>
              <a:defRPr>
                <a:solidFill>
                  <a:schemeClr val="accent4"/>
                </a:solidFill>
              </a:defRPr>
            </a:lvl6pPr>
            <a:lvl7pPr lvl="6">
              <a:lnSpc>
                <a:spcPct val="100000"/>
              </a:lnSpc>
              <a:spcBef>
                <a:spcPts val="0"/>
              </a:spcBef>
              <a:spcAft>
                <a:spcPts val="0"/>
              </a:spcAft>
              <a:buClr>
                <a:schemeClr val="accent4"/>
              </a:buClr>
              <a:buSzPts val="6000"/>
              <a:buNone/>
              <a:defRPr>
                <a:solidFill>
                  <a:schemeClr val="accent4"/>
                </a:solidFill>
              </a:defRPr>
            </a:lvl7pPr>
            <a:lvl8pPr lvl="7">
              <a:lnSpc>
                <a:spcPct val="100000"/>
              </a:lnSpc>
              <a:spcBef>
                <a:spcPts val="0"/>
              </a:spcBef>
              <a:spcAft>
                <a:spcPts val="0"/>
              </a:spcAft>
              <a:buClr>
                <a:schemeClr val="accent4"/>
              </a:buClr>
              <a:buSzPts val="6000"/>
              <a:buNone/>
              <a:defRPr>
                <a:solidFill>
                  <a:schemeClr val="accent4"/>
                </a:solidFill>
              </a:defRPr>
            </a:lvl8pPr>
            <a:lvl9pPr lvl="8">
              <a:lnSpc>
                <a:spcPct val="100000"/>
              </a:lnSpc>
              <a:spcBef>
                <a:spcPts val="0"/>
              </a:spcBef>
              <a:spcAft>
                <a:spcPts val="0"/>
              </a:spcAft>
              <a:buClr>
                <a:schemeClr val="accent4"/>
              </a:buClr>
              <a:buSzPts val="6000"/>
              <a:buNone/>
              <a:defRPr>
                <a:solidFill>
                  <a:schemeClr val="accent4"/>
                </a:solidFill>
              </a:defRPr>
            </a:lvl9pPr>
          </a:lstStyle>
          <a:p/>
        </p:txBody>
      </p:sp>
      <p:sp>
        <p:nvSpPr>
          <p:cNvPr id="675" name="Google Shape;675;p48"/>
          <p:cNvSpPr txBox="1"/>
          <p:nvPr>
            <p:ph idx="2" type="subTitle"/>
          </p:nvPr>
        </p:nvSpPr>
        <p:spPr>
          <a:xfrm>
            <a:off x="606550" y="1629713"/>
            <a:ext cx="2261700" cy="5823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76" name="Google Shape;676;p48"/>
          <p:cNvSpPr/>
          <p:nvPr>
            <p:ph idx="3" type="pic"/>
          </p:nvPr>
        </p:nvSpPr>
        <p:spPr>
          <a:xfrm>
            <a:off x="613100" y="475988"/>
            <a:ext cx="2213400" cy="1133700"/>
          </a:xfrm>
          <a:prstGeom prst="roundRect">
            <a:avLst>
              <a:gd fmla="val 10672" name="adj"/>
            </a:avLst>
          </a:prstGeom>
          <a:noFill/>
          <a:ln>
            <a:noFill/>
          </a:ln>
        </p:spPr>
      </p:sp>
      <p:sp>
        <p:nvSpPr>
          <p:cNvPr id="677" name="Google Shape;677;p48"/>
          <p:cNvSpPr/>
          <p:nvPr/>
        </p:nvSpPr>
        <p:spPr>
          <a:xfrm>
            <a:off x="3261350" y="296425"/>
            <a:ext cx="2621400" cy="36084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78" name="Google Shape;678;p48"/>
          <p:cNvSpPr txBox="1"/>
          <p:nvPr>
            <p:ph idx="4" type="body"/>
          </p:nvPr>
        </p:nvSpPr>
        <p:spPr>
          <a:xfrm>
            <a:off x="3467550" y="2249863"/>
            <a:ext cx="2173800" cy="14754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679" name="Google Shape;679;p48"/>
          <p:cNvSpPr txBox="1"/>
          <p:nvPr>
            <p:ph idx="5" type="subTitle"/>
          </p:nvPr>
        </p:nvSpPr>
        <p:spPr>
          <a:xfrm>
            <a:off x="3441200" y="1629713"/>
            <a:ext cx="2261700" cy="5823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80" name="Google Shape;680;p48"/>
          <p:cNvSpPr/>
          <p:nvPr>
            <p:ph idx="6" type="pic"/>
          </p:nvPr>
        </p:nvSpPr>
        <p:spPr>
          <a:xfrm>
            <a:off x="3447750" y="475988"/>
            <a:ext cx="2213400" cy="1133700"/>
          </a:xfrm>
          <a:prstGeom prst="roundRect">
            <a:avLst>
              <a:gd fmla="val 10672" name="adj"/>
            </a:avLst>
          </a:prstGeom>
          <a:noFill/>
          <a:ln>
            <a:noFill/>
          </a:ln>
        </p:spPr>
      </p:sp>
      <p:sp>
        <p:nvSpPr>
          <p:cNvPr id="681" name="Google Shape;681;p48"/>
          <p:cNvSpPr/>
          <p:nvPr/>
        </p:nvSpPr>
        <p:spPr>
          <a:xfrm>
            <a:off x="6096000" y="296425"/>
            <a:ext cx="2621400" cy="36084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82" name="Google Shape;682;p48"/>
          <p:cNvSpPr txBox="1"/>
          <p:nvPr>
            <p:ph idx="7" type="body"/>
          </p:nvPr>
        </p:nvSpPr>
        <p:spPr>
          <a:xfrm>
            <a:off x="6302200" y="2249863"/>
            <a:ext cx="2173800" cy="14754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683" name="Google Shape;683;p48"/>
          <p:cNvSpPr txBox="1"/>
          <p:nvPr>
            <p:ph idx="8" type="subTitle"/>
          </p:nvPr>
        </p:nvSpPr>
        <p:spPr>
          <a:xfrm>
            <a:off x="6275850" y="1629713"/>
            <a:ext cx="2261700" cy="5823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84" name="Google Shape;684;p48"/>
          <p:cNvSpPr/>
          <p:nvPr>
            <p:ph idx="9" type="pic"/>
          </p:nvPr>
        </p:nvSpPr>
        <p:spPr>
          <a:xfrm>
            <a:off x="6282400" y="475988"/>
            <a:ext cx="2213400" cy="1133700"/>
          </a:xfrm>
          <a:prstGeom prst="roundRect">
            <a:avLst>
              <a:gd fmla="val 10672" name="adj"/>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21_1_1_1_2">
    <p:spTree>
      <p:nvGrpSpPr>
        <p:cNvPr id="685" name="Shape 685"/>
        <p:cNvGrpSpPr/>
        <p:nvPr/>
      </p:nvGrpSpPr>
      <p:grpSpPr>
        <a:xfrm>
          <a:off x="0" y="0"/>
          <a:ext cx="0" cy="0"/>
          <a:chOff x="0" y="0"/>
          <a:chExt cx="0" cy="0"/>
        </a:xfrm>
      </p:grpSpPr>
      <p:sp>
        <p:nvSpPr>
          <p:cNvPr id="686" name="Google Shape;686;p49"/>
          <p:cNvSpPr/>
          <p:nvPr/>
        </p:nvSpPr>
        <p:spPr>
          <a:xfrm>
            <a:off x="2032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87" name="Google Shape;687;p49"/>
          <p:cNvSpPr/>
          <p:nvPr/>
        </p:nvSpPr>
        <p:spPr>
          <a:xfrm>
            <a:off x="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88" name="Google Shape;688;p49"/>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89" name="Google Shape;689;p49"/>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0" name="Google Shape;690;p49"/>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1" name="Google Shape;691;p49"/>
          <p:cNvSpPr/>
          <p:nvPr/>
        </p:nvSpPr>
        <p:spPr>
          <a:xfrm>
            <a:off x="435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2" name="Google Shape;692;p49"/>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3" name="Google Shape;693;p49"/>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4" name="Google Shape;694;p49"/>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5" name="Google Shape;695;p49"/>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6" name="Google Shape;696;p49"/>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7" name="Google Shape;697;p49"/>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8" name="Google Shape;698;p49"/>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9" name="Google Shape;699;p49"/>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0" name="Google Shape;700;p49"/>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1" name="Google Shape;701;p49"/>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2" name="Google Shape;702;p49"/>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3" name="Google Shape;703;p49"/>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4" name="Google Shape;704;p49"/>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5" name="Google Shape;705;p49"/>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6" name="Google Shape;706;p49"/>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7" name="Google Shape;707;p49"/>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8" name="Google Shape;708;p49"/>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9" name="Google Shape;709;p49"/>
          <p:cNvSpPr/>
          <p:nvPr>
            <p:ph idx="2" type="pic"/>
          </p:nvPr>
        </p:nvSpPr>
        <p:spPr>
          <a:xfrm>
            <a:off x="1020450" y="1016000"/>
            <a:ext cx="7107600" cy="3048000"/>
          </a:xfrm>
          <a:prstGeom prst="rect">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21_1_2">
    <p:spTree>
      <p:nvGrpSpPr>
        <p:cNvPr id="710" name="Shape 710"/>
        <p:cNvGrpSpPr/>
        <p:nvPr/>
      </p:nvGrpSpPr>
      <p:grpSpPr>
        <a:xfrm>
          <a:off x="0" y="0"/>
          <a:ext cx="0" cy="0"/>
          <a:chOff x="0" y="0"/>
          <a:chExt cx="0" cy="0"/>
        </a:xfrm>
      </p:grpSpPr>
      <p:sp>
        <p:nvSpPr>
          <p:cNvPr id="711" name="Google Shape;711;p50"/>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2" name="Google Shape;712;p50"/>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3" name="Google Shape;713;p50"/>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4" name="Google Shape;714;p50"/>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5" name="Google Shape;715;p50"/>
          <p:cNvSpPr/>
          <p:nvPr/>
        </p:nvSpPr>
        <p:spPr>
          <a:xfrm>
            <a:off x="2032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6" name="Google Shape;716;p50"/>
          <p:cNvSpPr/>
          <p:nvPr/>
        </p:nvSpPr>
        <p:spPr>
          <a:xfrm>
            <a:off x="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7" name="Google Shape;717;p50"/>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8" name="Google Shape;718;p50"/>
          <p:cNvSpPr/>
          <p:nvPr/>
        </p:nvSpPr>
        <p:spPr>
          <a:xfrm>
            <a:off x="435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9" name="Google Shape;719;p50"/>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0" name="Google Shape;720;p50"/>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1" name="Google Shape;721;p50"/>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2" name="Google Shape;722;p50"/>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3" name="Google Shape;723;p50"/>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4" name="Google Shape;724;p50"/>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5" name="Google Shape;725;p50"/>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6" name="Google Shape;726;p50"/>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7" name="Google Shape;727;p50"/>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8" name="Google Shape;728;p50"/>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9" name="Google Shape;729;p50"/>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0" name="Google Shape;730;p50"/>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1" name="Google Shape;731;p50"/>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2" name="Google Shape;732;p50"/>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3" name="Google Shape;733;p50"/>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4" name="Google Shape;734;p50"/>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5" name="Google Shape;735;p50"/>
          <p:cNvSpPr txBox="1"/>
          <p:nvPr>
            <p:ph type="title"/>
          </p:nvPr>
        </p:nvSpPr>
        <p:spPr>
          <a:xfrm>
            <a:off x="314425" y="314675"/>
            <a:ext cx="8538000" cy="754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5"/>
              </a:buClr>
              <a:buSzPts val="6000"/>
              <a:buFont typeface="Caveat"/>
              <a:buNone/>
              <a:defRPr>
                <a:solidFill>
                  <a:schemeClr val="accent5"/>
                </a:solidFill>
              </a:defRPr>
            </a:lvl1pPr>
            <a:lvl2pPr lvl="1">
              <a:spcBef>
                <a:spcPts val="0"/>
              </a:spcBef>
              <a:spcAft>
                <a:spcPts val="0"/>
              </a:spcAft>
              <a:buClr>
                <a:schemeClr val="accent5"/>
              </a:buClr>
              <a:buSzPts val="6000"/>
              <a:buFont typeface="Caveat"/>
              <a:buNone/>
              <a:defRPr>
                <a:solidFill>
                  <a:schemeClr val="accent5"/>
                </a:solidFill>
              </a:defRPr>
            </a:lvl2pPr>
            <a:lvl3pPr lvl="2">
              <a:spcBef>
                <a:spcPts val="0"/>
              </a:spcBef>
              <a:spcAft>
                <a:spcPts val="0"/>
              </a:spcAft>
              <a:buClr>
                <a:schemeClr val="accent5"/>
              </a:buClr>
              <a:buSzPts val="6000"/>
              <a:buFont typeface="Caveat"/>
              <a:buNone/>
              <a:defRPr>
                <a:solidFill>
                  <a:schemeClr val="accent5"/>
                </a:solidFill>
              </a:defRPr>
            </a:lvl3pPr>
            <a:lvl4pPr lvl="3">
              <a:spcBef>
                <a:spcPts val="0"/>
              </a:spcBef>
              <a:spcAft>
                <a:spcPts val="0"/>
              </a:spcAft>
              <a:buClr>
                <a:schemeClr val="accent5"/>
              </a:buClr>
              <a:buSzPts val="6000"/>
              <a:buFont typeface="Caveat"/>
              <a:buNone/>
              <a:defRPr>
                <a:solidFill>
                  <a:schemeClr val="accent5"/>
                </a:solidFill>
              </a:defRPr>
            </a:lvl4pPr>
            <a:lvl5pPr lvl="4">
              <a:spcBef>
                <a:spcPts val="0"/>
              </a:spcBef>
              <a:spcAft>
                <a:spcPts val="0"/>
              </a:spcAft>
              <a:buClr>
                <a:schemeClr val="accent5"/>
              </a:buClr>
              <a:buSzPts val="6000"/>
              <a:buFont typeface="Caveat"/>
              <a:buNone/>
              <a:defRPr>
                <a:solidFill>
                  <a:schemeClr val="accent5"/>
                </a:solidFill>
              </a:defRPr>
            </a:lvl5pPr>
            <a:lvl6pPr lvl="5">
              <a:spcBef>
                <a:spcPts val="0"/>
              </a:spcBef>
              <a:spcAft>
                <a:spcPts val="0"/>
              </a:spcAft>
              <a:buClr>
                <a:schemeClr val="accent5"/>
              </a:buClr>
              <a:buSzPts val="6000"/>
              <a:buFont typeface="Caveat"/>
              <a:buNone/>
              <a:defRPr>
                <a:solidFill>
                  <a:schemeClr val="accent5"/>
                </a:solidFill>
              </a:defRPr>
            </a:lvl6pPr>
            <a:lvl7pPr lvl="6">
              <a:spcBef>
                <a:spcPts val="0"/>
              </a:spcBef>
              <a:spcAft>
                <a:spcPts val="0"/>
              </a:spcAft>
              <a:buClr>
                <a:schemeClr val="accent5"/>
              </a:buClr>
              <a:buSzPts val="6000"/>
              <a:buFont typeface="Caveat"/>
              <a:buNone/>
              <a:defRPr>
                <a:solidFill>
                  <a:schemeClr val="accent5"/>
                </a:solidFill>
              </a:defRPr>
            </a:lvl7pPr>
            <a:lvl8pPr lvl="7">
              <a:spcBef>
                <a:spcPts val="0"/>
              </a:spcBef>
              <a:spcAft>
                <a:spcPts val="0"/>
              </a:spcAft>
              <a:buClr>
                <a:schemeClr val="accent5"/>
              </a:buClr>
              <a:buSzPts val="6000"/>
              <a:buFont typeface="Caveat"/>
              <a:buNone/>
              <a:defRPr>
                <a:solidFill>
                  <a:schemeClr val="accent5"/>
                </a:solidFill>
              </a:defRPr>
            </a:lvl8pPr>
            <a:lvl9pPr lvl="8">
              <a:spcBef>
                <a:spcPts val="0"/>
              </a:spcBef>
              <a:spcAft>
                <a:spcPts val="0"/>
              </a:spcAft>
              <a:buClr>
                <a:schemeClr val="accent5"/>
              </a:buClr>
              <a:buSzPts val="6000"/>
              <a:buFont typeface="Caveat"/>
              <a:buNone/>
              <a:defRPr>
                <a:solidFill>
                  <a:schemeClr val="accent5"/>
                </a:solidFill>
              </a:defRPr>
            </a:lvl9pPr>
          </a:lstStyle>
          <a:p/>
        </p:txBody>
      </p:sp>
      <p:sp>
        <p:nvSpPr>
          <p:cNvPr id="736" name="Google Shape;736;p50"/>
          <p:cNvSpPr/>
          <p:nvPr>
            <p:ph idx="2" type="pic"/>
          </p:nvPr>
        </p:nvSpPr>
        <p:spPr>
          <a:xfrm>
            <a:off x="390800" y="1273375"/>
            <a:ext cx="2251800" cy="1131600"/>
          </a:xfrm>
          <a:prstGeom prst="roundRect">
            <a:avLst>
              <a:gd fmla="val 10672" name="adj"/>
            </a:avLst>
          </a:prstGeom>
          <a:noFill/>
          <a:ln>
            <a:noFill/>
          </a:ln>
        </p:spPr>
      </p:sp>
      <p:sp>
        <p:nvSpPr>
          <p:cNvPr id="737" name="Google Shape;737;p50"/>
          <p:cNvSpPr/>
          <p:nvPr>
            <p:ph idx="3" type="pic"/>
          </p:nvPr>
        </p:nvSpPr>
        <p:spPr>
          <a:xfrm>
            <a:off x="390800" y="2522600"/>
            <a:ext cx="2251800" cy="1131600"/>
          </a:xfrm>
          <a:prstGeom prst="roundRect">
            <a:avLst>
              <a:gd fmla="val 10672" name="adj"/>
            </a:avLst>
          </a:prstGeom>
          <a:noFill/>
          <a:ln>
            <a:noFill/>
          </a:ln>
        </p:spPr>
      </p:sp>
      <p:sp>
        <p:nvSpPr>
          <p:cNvPr id="738" name="Google Shape;738;p50"/>
          <p:cNvSpPr/>
          <p:nvPr>
            <p:ph idx="4" type="pic"/>
          </p:nvPr>
        </p:nvSpPr>
        <p:spPr>
          <a:xfrm>
            <a:off x="390800" y="3771825"/>
            <a:ext cx="2251800" cy="1131600"/>
          </a:xfrm>
          <a:prstGeom prst="roundRect">
            <a:avLst>
              <a:gd fmla="val 10672" name="adj"/>
            </a:avLst>
          </a:prstGeom>
          <a:noFill/>
          <a:ln>
            <a:noFill/>
          </a:ln>
        </p:spPr>
      </p:sp>
      <p:sp>
        <p:nvSpPr>
          <p:cNvPr id="739" name="Google Shape;739;p50"/>
          <p:cNvSpPr/>
          <p:nvPr>
            <p:ph idx="5" type="pic"/>
          </p:nvPr>
        </p:nvSpPr>
        <p:spPr>
          <a:xfrm>
            <a:off x="3446150" y="1273375"/>
            <a:ext cx="2251800" cy="1131600"/>
          </a:xfrm>
          <a:prstGeom prst="roundRect">
            <a:avLst>
              <a:gd fmla="val 10672" name="adj"/>
            </a:avLst>
          </a:prstGeom>
          <a:noFill/>
          <a:ln>
            <a:noFill/>
          </a:ln>
        </p:spPr>
      </p:sp>
      <p:sp>
        <p:nvSpPr>
          <p:cNvPr id="740" name="Google Shape;740;p50"/>
          <p:cNvSpPr/>
          <p:nvPr>
            <p:ph idx="6" type="pic"/>
          </p:nvPr>
        </p:nvSpPr>
        <p:spPr>
          <a:xfrm>
            <a:off x="3446150" y="2522600"/>
            <a:ext cx="2251800" cy="1131600"/>
          </a:xfrm>
          <a:prstGeom prst="roundRect">
            <a:avLst>
              <a:gd fmla="val 10672" name="adj"/>
            </a:avLst>
          </a:prstGeom>
          <a:noFill/>
          <a:ln>
            <a:noFill/>
          </a:ln>
        </p:spPr>
      </p:sp>
      <p:sp>
        <p:nvSpPr>
          <p:cNvPr id="741" name="Google Shape;741;p50"/>
          <p:cNvSpPr/>
          <p:nvPr>
            <p:ph idx="7" type="pic"/>
          </p:nvPr>
        </p:nvSpPr>
        <p:spPr>
          <a:xfrm>
            <a:off x="3446150" y="3771825"/>
            <a:ext cx="2251800" cy="1131600"/>
          </a:xfrm>
          <a:prstGeom prst="roundRect">
            <a:avLst>
              <a:gd fmla="val 10672" name="adj"/>
            </a:avLst>
          </a:prstGeom>
          <a:noFill/>
          <a:ln>
            <a:noFill/>
          </a:ln>
        </p:spPr>
      </p:sp>
      <p:sp>
        <p:nvSpPr>
          <p:cNvPr id="742" name="Google Shape;742;p50"/>
          <p:cNvSpPr/>
          <p:nvPr>
            <p:ph idx="8" type="pic"/>
          </p:nvPr>
        </p:nvSpPr>
        <p:spPr>
          <a:xfrm>
            <a:off x="6501500" y="1273375"/>
            <a:ext cx="2251800" cy="1131600"/>
          </a:xfrm>
          <a:prstGeom prst="roundRect">
            <a:avLst>
              <a:gd fmla="val 10672" name="adj"/>
            </a:avLst>
          </a:prstGeom>
          <a:noFill/>
          <a:ln>
            <a:noFill/>
          </a:ln>
        </p:spPr>
      </p:sp>
      <p:sp>
        <p:nvSpPr>
          <p:cNvPr id="743" name="Google Shape;743;p50"/>
          <p:cNvSpPr/>
          <p:nvPr>
            <p:ph idx="9" type="pic"/>
          </p:nvPr>
        </p:nvSpPr>
        <p:spPr>
          <a:xfrm>
            <a:off x="6501500" y="2522600"/>
            <a:ext cx="2251800" cy="1131600"/>
          </a:xfrm>
          <a:prstGeom prst="roundRect">
            <a:avLst>
              <a:gd fmla="val 10672" name="adj"/>
            </a:avLst>
          </a:prstGeom>
          <a:noFill/>
          <a:ln>
            <a:noFill/>
          </a:ln>
        </p:spPr>
      </p:sp>
      <p:sp>
        <p:nvSpPr>
          <p:cNvPr id="744" name="Google Shape;744;p50"/>
          <p:cNvSpPr/>
          <p:nvPr>
            <p:ph idx="13" type="pic"/>
          </p:nvPr>
        </p:nvSpPr>
        <p:spPr>
          <a:xfrm>
            <a:off x="6501500" y="3771825"/>
            <a:ext cx="2251800" cy="1131600"/>
          </a:xfrm>
          <a:prstGeom prst="roundRect">
            <a:avLst>
              <a:gd fmla="val 10672" name="adj"/>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38" Type="http://schemas.openxmlformats.org/officeDocument/2006/relationships/theme" Target="../theme/theme2.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653375" y="4829350"/>
            <a:ext cx="490500" cy="311700"/>
          </a:xfrm>
          <a:prstGeom prst="rect">
            <a:avLst/>
          </a:prstGeom>
          <a:noFill/>
          <a:ln>
            <a:noFill/>
          </a:ln>
        </p:spPr>
        <p:txBody>
          <a:bodyPr anchorCtr="0" anchor="t" bIns="91425" lIns="91425" spcFirstLastPara="1" rIns="91425" wrap="square" tIns="91425">
            <a:noAutofit/>
          </a:bodyPr>
          <a:lstStyle>
            <a:lvl1pPr lvl="0" algn="ctr">
              <a:buNone/>
              <a:defRPr sz="800">
                <a:solidFill>
                  <a:schemeClr val="lt1"/>
                </a:solidFill>
                <a:latin typeface="IBM Plex Mono"/>
                <a:ea typeface="IBM Plex Mono"/>
                <a:cs typeface="IBM Plex Mono"/>
                <a:sym typeface="IBM Plex Mono"/>
              </a:defRPr>
            </a:lvl1pPr>
            <a:lvl2pPr lvl="1" algn="ctr">
              <a:buNone/>
              <a:defRPr sz="800">
                <a:solidFill>
                  <a:schemeClr val="lt1"/>
                </a:solidFill>
                <a:latin typeface="IBM Plex Mono"/>
                <a:ea typeface="IBM Plex Mono"/>
                <a:cs typeface="IBM Plex Mono"/>
                <a:sym typeface="IBM Plex Mono"/>
              </a:defRPr>
            </a:lvl2pPr>
            <a:lvl3pPr lvl="2" algn="ctr">
              <a:buNone/>
              <a:defRPr sz="800">
                <a:solidFill>
                  <a:schemeClr val="lt1"/>
                </a:solidFill>
                <a:latin typeface="IBM Plex Mono"/>
                <a:ea typeface="IBM Plex Mono"/>
                <a:cs typeface="IBM Plex Mono"/>
                <a:sym typeface="IBM Plex Mono"/>
              </a:defRPr>
            </a:lvl3pPr>
            <a:lvl4pPr lvl="3" algn="ctr">
              <a:buNone/>
              <a:defRPr sz="800">
                <a:solidFill>
                  <a:schemeClr val="lt1"/>
                </a:solidFill>
                <a:latin typeface="IBM Plex Mono"/>
                <a:ea typeface="IBM Plex Mono"/>
                <a:cs typeface="IBM Plex Mono"/>
                <a:sym typeface="IBM Plex Mono"/>
              </a:defRPr>
            </a:lvl4pPr>
            <a:lvl5pPr lvl="4" algn="ctr">
              <a:buNone/>
              <a:defRPr sz="800">
                <a:solidFill>
                  <a:schemeClr val="lt1"/>
                </a:solidFill>
                <a:latin typeface="IBM Plex Mono"/>
                <a:ea typeface="IBM Plex Mono"/>
                <a:cs typeface="IBM Plex Mono"/>
                <a:sym typeface="IBM Plex Mono"/>
              </a:defRPr>
            </a:lvl5pPr>
            <a:lvl6pPr lvl="5" algn="ctr">
              <a:buNone/>
              <a:defRPr sz="800">
                <a:solidFill>
                  <a:schemeClr val="lt1"/>
                </a:solidFill>
                <a:latin typeface="IBM Plex Mono"/>
                <a:ea typeface="IBM Plex Mono"/>
                <a:cs typeface="IBM Plex Mono"/>
                <a:sym typeface="IBM Plex Mono"/>
              </a:defRPr>
            </a:lvl6pPr>
            <a:lvl7pPr lvl="6" algn="ctr">
              <a:buNone/>
              <a:defRPr sz="800">
                <a:solidFill>
                  <a:schemeClr val="lt1"/>
                </a:solidFill>
                <a:latin typeface="IBM Plex Mono"/>
                <a:ea typeface="IBM Plex Mono"/>
                <a:cs typeface="IBM Plex Mono"/>
                <a:sym typeface="IBM Plex Mono"/>
              </a:defRPr>
            </a:lvl7pPr>
            <a:lvl8pPr lvl="7" algn="ctr">
              <a:buNone/>
              <a:defRPr sz="800">
                <a:solidFill>
                  <a:schemeClr val="lt1"/>
                </a:solidFill>
                <a:latin typeface="IBM Plex Mono"/>
                <a:ea typeface="IBM Plex Mono"/>
                <a:cs typeface="IBM Plex Mono"/>
                <a:sym typeface="IBM Plex Mono"/>
              </a:defRPr>
            </a:lvl8pPr>
            <a:lvl9pPr lvl="8" algn="ctr">
              <a:buNone/>
              <a:defRPr sz="800">
                <a:solidFill>
                  <a:schemeClr val="lt1"/>
                </a:solidFill>
                <a:latin typeface="IBM Plex Mono"/>
                <a:ea typeface="IBM Plex Mono"/>
                <a:cs typeface="IBM Plex Mono"/>
                <a:sym typeface="IBM Plex Mono"/>
              </a:defRPr>
            </a:lvl9pPr>
          </a:lstStyle>
          <a:p>
            <a:pPr indent="0" lvl="0" marL="0" rtl="0" algn="ctr">
              <a:spcBef>
                <a:spcPts val="0"/>
              </a:spcBef>
              <a:spcAft>
                <a:spcPts val="0"/>
              </a:spcAft>
              <a:buNone/>
            </a:pPr>
            <a:fld id="{00000000-1234-1234-1234-123412341234}" type="slidenum">
              <a:rPr lang="en"/>
              <a:t>‹#›</a:t>
            </a:fld>
            <a:endParaRPr/>
          </a:p>
        </p:txBody>
      </p:sp>
      <p:sp>
        <p:nvSpPr>
          <p:cNvPr id="52" name="Google Shape;52;p13"/>
          <p:cNvSpPr txBox="1"/>
          <p:nvPr>
            <p:ph type="title"/>
          </p:nvPr>
        </p:nvSpPr>
        <p:spPr>
          <a:xfrm>
            <a:off x="229050" y="228600"/>
            <a:ext cx="8685900" cy="1018500"/>
          </a:xfrm>
          <a:prstGeom prst="rect">
            <a:avLst/>
          </a:prstGeom>
          <a:noFill/>
          <a:ln>
            <a:noFill/>
          </a:ln>
        </p:spPr>
        <p:txBody>
          <a:bodyPr anchorCtr="0" anchor="t" bIns="91425" lIns="91425" spcFirstLastPara="1" rIns="91425" wrap="square" tIns="91425">
            <a:noAutofit/>
          </a:bodyPr>
          <a:lstStyle>
            <a:lvl1pPr lvl="0">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1pPr>
            <a:lvl2pPr lvl="1">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2pPr>
            <a:lvl3pPr lvl="2">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3pPr>
            <a:lvl4pPr lvl="3">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4pPr>
            <a:lvl5pPr lvl="4">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5pPr>
            <a:lvl6pPr lvl="5">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6pPr>
            <a:lvl7pPr lvl="6">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7pPr>
            <a:lvl8pPr lvl="7">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8pPr>
            <a:lvl9pPr lvl="8">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9pPr>
          </a:lstStyle>
          <a:p/>
        </p:txBody>
      </p:sp>
      <p:sp>
        <p:nvSpPr>
          <p:cNvPr id="53" name="Google Shape;53;p13"/>
          <p:cNvSpPr txBox="1"/>
          <p:nvPr>
            <p:ph idx="1" type="body"/>
          </p:nvPr>
        </p:nvSpPr>
        <p:spPr>
          <a:xfrm>
            <a:off x="280800" y="2705300"/>
            <a:ext cx="3906900" cy="19314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1pPr>
            <a:lvl2pPr indent="-317500" lvl="1" marL="9144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2pPr>
            <a:lvl3pPr indent="-317500" lvl="2" marL="13716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3pPr>
            <a:lvl4pPr indent="-317500" lvl="3" marL="18288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4pPr>
            <a:lvl5pPr indent="-317500" lvl="4" marL="22860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5pPr>
            <a:lvl6pPr indent="-317500" lvl="5" marL="27432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6pPr>
            <a:lvl7pPr indent="-317500" lvl="6" marL="32004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7pPr>
            <a:lvl8pPr indent="-317500" lvl="7" marL="36576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8pPr>
            <a:lvl9pPr indent="-317500" lvl="8" marL="41148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hyperlink" Target="https://www.theguardian.com/world/2024/nov/07/treaty-of-waitangi-new-zealand-founding-document-changes-bil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 Id="rId3" Type="http://schemas.openxmlformats.org/officeDocument/2006/relationships/hyperlink" Target="https://www.justice.govt.nz/justice-sector-policy/key-initiatives/a-treaty-principles-bill/" TargetMode="External"/><Relationship Id="rId4" Type="http://schemas.openxmlformats.org/officeDocument/2006/relationships/hyperlink" Target="https://lens.civicus.org/new-zealand-maori-rights-in-the-firing-line/" TargetMode="External"/><Relationship Id="rId5" Type="http://schemas.openxmlformats.org/officeDocument/2006/relationships/hyperlink" Target="https://lens.civicus.org/new-zealand-maori-rights-in-the-firing-line/" TargetMode="External"/><Relationship Id="rId6" Type="http://schemas.openxmlformats.org/officeDocument/2006/relationships/hyperlink" Target="https://www.npr.org/2023/12/08/1218317109/a-breakdown-of-the-issues-at-the-center-of-maori-protests-in-new-zealan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2.jpg"/><Relationship Id="rId5"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51"/>
          <p:cNvSpPr txBox="1"/>
          <p:nvPr>
            <p:ph type="title"/>
          </p:nvPr>
        </p:nvSpPr>
        <p:spPr>
          <a:xfrm>
            <a:off x="250503" y="801575"/>
            <a:ext cx="8643300" cy="1314600"/>
          </a:xfrm>
          <a:prstGeom prst="rect">
            <a:avLst/>
          </a:prstGeom>
          <a:ln cap="flat" cmpd="sng" w="2857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9FC5E8"/>
                </a:solidFill>
              </a:rPr>
              <a:t>NEW ZEALAND</a:t>
            </a:r>
            <a:endParaRPr>
              <a:solidFill>
                <a:srgbClr val="9FC5E8"/>
              </a:solidFill>
            </a:endParaRPr>
          </a:p>
        </p:txBody>
      </p:sp>
      <p:sp>
        <p:nvSpPr>
          <p:cNvPr id="750" name="Google Shape;750;p51"/>
          <p:cNvSpPr txBox="1"/>
          <p:nvPr>
            <p:ph idx="1" type="subTitle"/>
          </p:nvPr>
        </p:nvSpPr>
        <p:spPr>
          <a:xfrm>
            <a:off x="456625" y="2332975"/>
            <a:ext cx="8388900" cy="155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5100">
                <a:latin typeface="Caveat"/>
                <a:ea typeface="Caveat"/>
                <a:cs typeface="Caveat"/>
                <a:sym typeface="Caveat"/>
              </a:rPr>
              <a:t>Indigenous</a:t>
            </a:r>
            <a:r>
              <a:rPr lang="en" sz="5100">
                <a:latin typeface="Caveat"/>
                <a:ea typeface="Caveat"/>
                <a:cs typeface="Caveat"/>
                <a:sym typeface="Caveat"/>
              </a:rPr>
              <a:t> Rights and </a:t>
            </a:r>
            <a:r>
              <a:rPr lang="en" sz="5100">
                <a:latin typeface="Caveat"/>
                <a:ea typeface="Caveat"/>
                <a:cs typeface="Caveat"/>
                <a:sym typeface="Caveat"/>
              </a:rPr>
              <a:t>Reconciliation </a:t>
            </a:r>
            <a:r>
              <a:rPr lang="en" sz="5100">
                <a:latin typeface="Caveat"/>
                <a:ea typeface="Caveat"/>
                <a:cs typeface="Caveat"/>
                <a:sym typeface="Caveat"/>
              </a:rPr>
              <a:t>  </a:t>
            </a:r>
            <a:endParaRPr sz="5100">
              <a:latin typeface="Caveat"/>
              <a:ea typeface="Caveat"/>
              <a:cs typeface="Caveat"/>
              <a:sym typeface="Caveat"/>
            </a:endParaRPr>
          </a:p>
        </p:txBody>
      </p:sp>
      <p:sp>
        <p:nvSpPr>
          <p:cNvPr id="751" name="Google Shape;751;p51"/>
          <p:cNvSpPr/>
          <p:nvPr/>
        </p:nvSpPr>
        <p:spPr>
          <a:xfrm>
            <a:off x="4503975" y="4258625"/>
            <a:ext cx="4253100" cy="3999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IBM Plex Mono"/>
                <a:ea typeface="IBM Plex Mono"/>
                <a:cs typeface="IBM Plex Mono"/>
                <a:sym typeface="IBM Plex Mono"/>
              </a:rPr>
              <a:t>Alia &amp; Elizabeth│</a:t>
            </a:r>
            <a:r>
              <a:rPr lang="en">
                <a:solidFill>
                  <a:schemeClr val="dk1"/>
                </a:solidFill>
                <a:latin typeface="IBM Plex Mono"/>
                <a:ea typeface="IBM Plex Mono"/>
                <a:cs typeface="IBM Plex Mono"/>
                <a:sym typeface="IBM Plex Mono"/>
              </a:rPr>
              <a:t>Citizenship</a:t>
            </a:r>
            <a:r>
              <a:rPr lang="en">
                <a:solidFill>
                  <a:schemeClr val="dk1"/>
                </a:solidFill>
                <a:latin typeface="IBM Plex Mono"/>
                <a:ea typeface="IBM Plex Mono"/>
                <a:cs typeface="IBM Plex Mono"/>
                <a:sym typeface="IBM Plex Mono"/>
              </a:rPr>
              <a:t> 9</a:t>
            </a:r>
            <a:endParaRPr>
              <a:solidFill>
                <a:schemeClr val="dk1"/>
              </a:solidFill>
              <a:latin typeface="IBM Plex Mono"/>
              <a:ea typeface="IBM Plex Mono"/>
              <a:cs typeface="IBM Plex Mono"/>
              <a:sym typeface="IBM Plex Mon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52"/>
          <p:cNvSpPr txBox="1"/>
          <p:nvPr>
            <p:ph type="title"/>
          </p:nvPr>
        </p:nvSpPr>
        <p:spPr>
          <a:xfrm>
            <a:off x="132100" y="185300"/>
            <a:ext cx="4484700" cy="8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New Zealand </a:t>
            </a:r>
            <a:endParaRPr/>
          </a:p>
        </p:txBody>
      </p:sp>
      <p:sp>
        <p:nvSpPr>
          <p:cNvPr id="757" name="Google Shape;757;p52"/>
          <p:cNvSpPr txBox="1"/>
          <p:nvPr>
            <p:ph idx="4294967295" type="sldNum"/>
          </p:nvPr>
        </p:nvSpPr>
        <p:spPr>
          <a:xfrm>
            <a:off x="8653375" y="4829350"/>
            <a:ext cx="490500" cy="31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58" name="Google Shape;758;p52"/>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59" name="Google Shape;759;p52"/>
          <p:cNvSpPr txBox="1"/>
          <p:nvPr/>
        </p:nvSpPr>
        <p:spPr>
          <a:xfrm>
            <a:off x="211000" y="1282763"/>
            <a:ext cx="4326900" cy="29412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rgbClr val="0B5394"/>
              </a:buClr>
              <a:buSzPts val="1900"/>
              <a:buFont typeface="Lexend Medium"/>
              <a:buChar char="❖"/>
            </a:pPr>
            <a:r>
              <a:rPr lang="en" sz="1700">
                <a:solidFill>
                  <a:srgbClr val="0B5394"/>
                </a:solidFill>
                <a:latin typeface="Lexend Medium"/>
                <a:ea typeface="Lexend Medium"/>
                <a:cs typeface="Lexend Medium"/>
                <a:sym typeface="Lexend Medium"/>
              </a:rPr>
              <a:t>Geography: New Zealand is an isolated small island (approximately 268,000 </a:t>
            </a:r>
            <a:r>
              <a:rPr lang="en" sz="1700">
                <a:solidFill>
                  <a:srgbClr val="0B5394"/>
                </a:solidFill>
                <a:latin typeface="Lexend Medium"/>
                <a:ea typeface="Lexend Medium"/>
                <a:cs typeface="Lexend Medium"/>
                <a:sym typeface="Lexend Medium"/>
              </a:rPr>
              <a:t>square</a:t>
            </a:r>
            <a:r>
              <a:rPr lang="en" sz="1700">
                <a:solidFill>
                  <a:srgbClr val="0B5394"/>
                </a:solidFill>
                <a:latin typeface="Lexend Medium"/>
                <a:ea typeface="Lexend Medium"/>
                <a:cs typeface="Lexend Medium"/>
                <a:sym typeface="Lexend Medium"/>
              </a:rPr>
              <a:t> kilometers) located in southwestern Pacific Ocean. </a:t>
            </a:r>
            <a:endParaRPr sz="1700">
              <a:solidFill>
                <a:srgbClr val="0B5394"/>
              </a:solidFill>
              <a:latin typeface="Lexend Medium"/>
              <a:ea typeface="Lexend Medium"/>
              <a:cs typeface="Lexend Medium"/>
              <a:sym typeface="Lexend Medium"/>
            </a:endParaRPr>
          </a:p>
          <a:p>
            <a:pPr indent="-336550" lvl="0" marL="457200" rtl="0" algn="l">
              <a:spcBef>
                <a:spcPts val="0"/>
              </a:spcBef>
              <a:spcAft>
                <a:spcPts val="0"/>
              </a:spcAft>
              <a:buClr>
                <a:srgbClr val="0B5394"/>
              </a:buClr>
              <a:buSzPts val="1700"/>
              <a:buFont typeface="Lexend Medium"/>
              <a:buChar char="❖"/>
            </a:pPr>
            <a:r>
              <a:rPr lang="en" sz="1700">
                <a:solidFill>
                  <a:srgbClr val="0B5394"/>
                </a:solidFill>
                <a:latin typeface="Lexend Medium"/>
                <a:ea typeface="Lexend Medium"/>
                <a:cs typeface="Lexend Medium"/>
                <a:sym typeface="Lexend Medium"/>
              </a:rPr>
              <a:t>Culture: New Zealand has the largest Polynesian population in the world. The country has a mix of Indigenous Maori heritage, British colonial roots,  –</a:t>
            </a:r>
            <a:endParaRPr sz="1700">
              <a:solidFill>
                <a:srgbClr val="0B5394"/>
              </a:solidFill>
              <a:latin typeface="Lexend Medium"/>
              <a:ea typeface="Lexend Medium"/>
              <a:cs typeface="Lexend Medium"/>
              <a:sym typeface="Lexend Medium"/>
            </a:endParaRPr>
          </a:p>
          <a:p>
            <a:pPr indent="-336550" lvl="0" marL="457200" rtl="0" algn="l">
              <a:spcBef>
                <a:spcPts val="0"/>
              </a:spcBef>
              <a:spcAft>
                <a:spcPts val="0"/>
              </a:spcAft>
              <a:buClr>
                <a:srgbClr val="0B5394"/>
              </a:buClr>
              <a:buSzPts val="1700"/>
              <a:buFont typeface="Lexend Medium"/>
              <a:buChar char="❖"/>
            </a:pPr>
            <a:r>
              <a:rPr lang="en" sz="1700">
                <a:solidFill>
                  <a:srgbClr val="0B5394"/>
                </a:solidFill>
                <a:latin typeface="Lexend Medium"/>
                <a:ea typeface="Lexend Medium"/>
                <a:cs typeface="Lexend Medium"/>
                <a:sym typeface="Lexend Medium"/>
              </a:rPr>
              <a:t>Economy: New zealand has a developed, export driven market economy heavily </a:t>
            </a:r>
            <a:r>
              <a:rPr lang="en" sz="1700">
                <a:solidFill>
                  <a:srgbClr val="0B5394"/>
                </a:solidFill>
                <a:latin typeface="Lexend Medium"/>
                <a:ea typeface="Lexend Medium"/>
                <a:cs typeface="Lexend Medium"/>
                <a:sym typeface="Lexend Medium"/>
              </a:rPr>
              <a:t>focused</a:t>
            </a:r>
            <a:r>
              <a:rPr lang="en" sz="1700">
                <a:solidFill>
                  <a:srgbClr val="0B5394"/>
                </a:solidFill>
                <a:latin typeface="Lexend Medium"/>
                <a:ea typeface="Lexend Medium"/>
                <a:cs typeface="Lexend Medium"/>
                <a:sym typeface="Lexend Medium"/>
              </a:rPr>
              <a:t> on trade and services </a:t>
            </a:r>
            <a:endParaRPr sz="1700">
              <a:solidFill>
                <a:srgbClr val="0B5394"/>
              </a:solidFill>
              <a:latin typeface="Lexend Medium"/>
              <a:ea typeface="Lexend Medium"/>
              <a:cs typeface="Lexend Medium"/>
              <a:sym typeface="Lexend Medium"/>
            </a:endParaRPr>
          </a:p>
        </p:txBody>
      </p:sp>
      <p:sp>
        <p:nvSpPr>
          <p:cNvPr id="760" name="Google Shape;760;p52"/>
          <p:cNvSpPr txBox="1"/>
          <p:nvPr/>
        </p:nvSpPr>
        <p:spPr>
          <a:xfrm>
            <a:off x="4616800" y="329875"/>
            <a:ext cx="4268400" cy="46134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761" name="Google Shape;761;p52"/>
          <p:cNvPicPr preferRelativeResize="0"/>
          <p:nvPr/>
        </p:nvPicPr>
        <p:blipFill>
          <a:blip r:embed="rId3">
            <a:alphaModFix/>
          </a:blip>
          <a:stretch>
            <a:fillRect/>
          </a:stretch>
        </p:blipFill>
        <p:spPr>
          <a:xfrm>
            <a:off x="4897050" y="127775"/>
            <a:ext cx="3707925" cy="2236000"/>
          </a:xfrm>
          <a:prstGeom prst="rect">
            <a:avLst/>
          </a:prstGeom>
          <a:noFill/>
          <a:ln cap="flat" cmpd="sng" w="28575">
            <a:solidFill>
              <a:schemeClr val="dk1"/>
            </a:solidFill>
            <a:prstDash val="solid"/>
            <a:round/>
            <a:headEnd len="sm" w="sm" type="none"/>
            <a:tailEnd len="sm" w="sm" type="none"/>
          </a:ln>
        </p:spPr>
      </p:pic>
      <p:pic>
        <p:nvPicPr>
          <p:cNvPr id="762" name="Google Shape;762;p52"/>
          <p:cNvPicPr preferRelativeResize="0"/>
          <p:nvPr/>
        </p:nvPicPr>
        <p:blipFill>
          <a:blip r:embed="rId4">
            <a:alphaModFix/>
          </a:blip>
          <a:stretch>
            <a:fillRect/>
          </a:stretch>
        </p:blipFill>
        <p:spPr>
          <a:xfrm>
            <a:off x="4897038" y="2363775"/>
            <a:ext cx="3707925" cy="2465575"/>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53"/>
          <p:cNvSpPr txBox="1"/>
          <p:nvPr/>
        </p:nvSpPr>
        <p:spPr>
          <a:xfrm>
            <a:off x="132100" y="1291125"/>
            <a:ext cx="4440000" cy="37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700">
              <a:latin typeface="Calibri"/>
              <a:ea typeface="Calibri"/>
              <a:cs typeface="Calibri"/>
              <a:sym typeface="Calibri"/>
            </a:endParaRPr>
          </a:p>
          <a:p>
            <a:pPr indent="0" lvl="0" marL="0" rtl="0" algn="l">
              <a:spcBef>
                <a:spcPts val="0"/>
              </a:spcBef>
              <a:spcAft>
                <a:spcPts val="0"/>
              </a:spcAft>
              <a:buNone/>
            </a:pPr>
            <a:r>
              <a:rPr lang="en" sz="1700">
                <a:solidFill>
                  <a:srgbClr val="0B5394"/>
                </a:solidFill>
                <a:latin typeface="Lexend Medium"/>
                <a:ea typeface="Lexend Medium"/>
                <a:cs typeface="Lexend Medium"/>
                <a:sym typeface="Lexend Medium"/>
              </a:rPr>
              <a:t>The Global issue we are </a:t>
            </a:r>
            <a:r>
              <a:rPr lang="en" sz="1700">
                <a:solidFill>
                  <a:srgbClr val="0B5394"/>
                </a:solidFill>
                <a:latin typeface="Lexend Medium"/>
                <a:ea typeface="Lexend Medium"/>
                <a:cs typeface="Lexend Medium"/>
                <a:sym typeface="Lexend Medium"/>
              </a:rPr>
              <a:t>going to be covering is indigenous rights and reconciliation in New Zealand.</a:t>
            </a:r>
            <a:endParaRPr sz="1700">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sz="1700">
                <a:solidFill>
                  <a:srgbClr val="0B5394"/>
                </a:solidFill>
                <a:latin typeface="Lexend Medium"/>
                <a:ea typeface="Lexend Medium"/>
                <a:cs typeface="Lexend Medium"/>
                <a:sym typeface="Lexend Medium"/>
              </a:rPr>
              <a:t>This issue is about the interpretation of of the 1840 treaty of Waitangi, shifting political mindsets and balancing the indigenous Maori rights of self determination with the conservative government policies who seek to remove race-based provisions from the law.</a:t>
            </a:r>
            <a:endParaRPr sz="1700">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p:txBody>
      </p:sp>
      <p:sp>
        <p:nvSpPr>
          <p:cNvPr id="768" name="Google Shape;768;p53"/>
          <p:cNvSpPr txBox="1"/>
          <p:nvPr>
            <p:ph idx="4294967295" type="title"/>
          </p:nvPr>
        </p:nvSpPr>
        <p:spPr>
          <a:xfrm>
            <a:off x="87300" y="269625"/>
            <a:ext cx="4609500" cy="8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New Zealand’s Issue </a:t>
            </a:r>
            <a:endParaRPr/>
          </a:p>
        </p:txBody>
      </p:sp>
      <p:pic>
        <p:nvPicPr>
          <p:cNvPr id="769" name="Google Shape;769;p53" title="Screenshot 2026-05-28 10.21.34 AM.png"/>
          <p:cNvPicPr preferRelativeResize="0"/>
          <p:nvPr/>
        </p:nvPicPr>
        <p:blipFill>
          <a:blip r:embed="rId3">
            <a:alphaModFix/>
          </a:blip>
          <a:stretch>
            <a:fillRect/>
          </a:stretch>
        </p:blipFill>
        <p:spPr>
          <a:xfrm>
            <a:off x="5096675" y="95375"/>
            <a:ext cx="4047325" cy="2476375"/>
          </a:xfrm>
          <a:prstGeom prst="rect">
            <a:avLst/>
          </a:prstGeom>
          <a:noFill/>
          <a:ln cap="flat" cmpd="sng" w="28575">
            <a:solidFill>
              <a:srgbClr val="202122"/>
            </a:solidFill>
            <a:prstDash val="solid"/>
            <a:round/>
            <a:headEnd len="sm" w="sm" type="none"/>
            <a:tailEnd len="sm" w="sm" type="none"/>
          </a:ln>
        </p:spPr>
      </p:pic>
      <p:pic>
        <p:nvPicPr>
          <p:cNvPr id="770" name="Google Shape;770;p53"/>
          <p:cNvPicPr preferRelativeResize="0"/>
          <p:nvPr/>
        </p:nvPicPr>
        <p:blipFill>
          <a:blip r:embed="rId4">
            <a:alphaModFix/>
          </a:blip>
          <a:stretch>
            <a:fillRect/>
          </a:stretch>
        </p:blipFill>
        <p:spPr>
          <a:xfrm>
            <a:off x="5096675" y="2571750"/>
            <a:ext cx="4047326" cy="2476375"/>
          </a:xfrm>
          <a:prstGeom prst="rect">
            <a:avLst/>
          </a:prstGeom>
          <a:noFill/>
          <a:ln cap="flat" cmpd="sng" w="28575">
            <a:solidFill>
              <a:srgbClr val="20212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54"/>
          <p:cNvSpPr txBox="1"/>
          <p:nvPr>
            <p:ph type="title"/>
          </p:nvPr>
        </p:nvSpPr>
        <p:spPr>
          <a:xfrm>
            <a:off x="87300" y="138300"/>
            <a:ext cx="7934100" cy="8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rPr>
              <a:t>Governmentś Action </a:t>
            </a:r>
            <a:endParaRPr>
              <a:solidFill>
                <a:schemeClr val="lt2"/>
              </a:solidFill>
            </a:endParaRPr>
          </a:p>
        </p:txBody>
      </p:sp>
      <p:sp>
        <p:nvSpPr>
          <p:cNvPr id="776" name="Google Shape;776;p54"/>
          <p:cNvSpPr txBox="1"/>
          <p:nvPr/>
        </p:nvSpPr>
        <p:spPr>
          <a:xfrm>
            <a:off x="480725" y="1452800"/>
            <a:ext cx="4589400" cy="319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54"/>
          <p:cNvSpPr txBox="1"/>
          <p:nvPr/>
        </p:nvSpPr>
        <p:spPr>
          <a:xfrm>
            <a:off x="408450" y="1332350"/>
            <a:ext cx="7263600" cy="356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The </a:t>
            </a:r>
            <a:r>
              <a:rPr lang="en">
                <a:solidFill>
                  <a:srgbClr val="0B5394"/>
                </a:solidFill>
                <a:latin typeface="Lexend Medium"/>
                <a:ea typeface="Lexend Medium"/>
                <a:cs typeface="Lexend Medium"/>
                <a:sym typeface="Lexend Medium"/>
              </a:rPr>
              <a:t>government's</a:t>
            </a:r>
            <a:r>
              <a:rPr lang="en">
                <a:solidFill>
                  <a:srgbClr val="0B5394"/>
                </a:solidFill>
                <a:latin typeface="Lexend Medium"/>
                <a:ea typeface="Lexend Medium"/>
                <a:cs typeface="Lexend Medium"/>
                <a:sym typeface="Lexend Medium"/>
              </a:rPr>
              <a:t> action and inaction is in three hands National Party, ACT Party and New Zealand First Party. Theses </a:t>
            </a:r>
            <a:r>
              <a:rPr lang="en">
                <a:solidFill>
                  <a:srgbClr val="0B5394"/>
                </a:solidFill>
                <a:latin typeface="Lexend Medium"/>
                <a:ea typeface="Lexend Medium"/>
                <a:cs typeface="Lexend Medium"/>
                <a:sym typeface="Lexend Medium"/>
              </a:rPr>
              <a:t>parties</a:t>
            </a:r>
            <a:r>
              <a:rPr lang="en">
                <a:solidFill>
                  <a:srgbClr val="0B5394"/>
                </a:solidFill>
                <a:latin typeface="Lexend Medium"/>
                <a:ea typeface="Lexend Medium"/>
                <a:cs typeface="Lexend Medium"/>
                <a:sym typeface="Lexend Medium"/>
              </a:rPr>
              <a:t> </a:t>
            </a:r>
            <a:r>
              <a:rPr lang="en">
                <a:solidFill>
                  <a:srgbClr val="0B5394"/>
                </a:solidFill>
                <a:latin typeface="Lexend Medium"/>
                <a:ea typeface="Lexend Medium"/>
                <a:cs typeface="Lexend Medium"/>
                <a:sym typeface="Lexend Medium"/>
              </a:rPr>
              <a:t>are</a:t>
            </a:r>
            <a:r>
              <a:rPr lang="en">
                <a:solidFill>
                  <a:srgbClr val="0B5394"/>
                </a:solidFill>
                <a:latin typeface="Lexend Medium"/>
                <a:ea typeface="Lexend Medium"/>
                <a:cs typeface="Lexend Medium"/>
                <a:sym typeface="Lexend Medium"/>
              </a:rPr>
              <a:t> on the Right wing.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Actions: In early 2024 the government </a:t>
            </a:r>
            <a:r>
              <a:rPr lang="en">
                <a:solidFill>
                  <a:srgbClr val="0B5394"/>
                </a:solidFill>
                <a:latin typeface="Lexend Medium"/>
                <a:ea typeface="Lexend Medium"/>
                <a:cs typeface="Lexend Medium"/>
                <a:sym typeface="Lexend Medium"/>
              </a:rPr>
              <a:t>legally</a:t>
            </a:r>
            <a:r>
              <a:rPr lang="en">
                <a:solidFill>
                  <a:srgbClr val="0B5394"/>
                </a:solidFill>
                <a:latin typeface="Lexend Medium"/>
                <a:ea typeface="Lexend Medium"/>
                <a:cs typeface="Lexend Medium"/>
                <a:sym typeface="Lexend Medium"/>
              </a:rPr>
              <a:t> </a:t>
            </a:r>
            <a:r>
              <a:rPr lang="en">
                <a:solidFill>
                  <a:srgbClr val="0B5394"/>
                </a:solidFill>
                <a:latin typeface="Lexend Medium"/>
                <a:ea typeface="Lexend Medium"/>
                <a:cs typeface="Lexend Medium"/>
                <a:sym typeface="Lexend Medium"/>
              </a:rPr>
              <a:t>dissolved</a:t>
            </a:r>
            <a:r>
              <a:rPr lang="en">
                <a:solidFill>
                  <a:srgbClr val="0B5394"/>
                </a:solidFill>
                <a:latin typeface="Lexend Medium"/>
                <a:ea typeface="Lexend Medium"/>
                <a:cs typeface="Lexend Medium"/>
                <a:sym typeface="Lexend Medium"/>
              </a:rPr>
              <a:t>  what is known as ‘Te Aka Whai Ora’ which is The </a:t>
            </a:r>
            <a:r>
              <a:rPr lang="en">
                <a:solidFill>
                  <a:srgbClr val="0B5394"/>
                </a:solidFill>
                <a:latin typeface="Lexend Medium"/>
                <a:ea typeface="Lexend Medium"/>
                <a:cs typeface="Lexend Medium"/>
                <a:sym typeface="Lexend Medium"/>
              </a:rPr>
              <a:t>Māori</a:t>
            </a:r>
            <a:r>
              <a:rPr lang="en">
                <a:solidFill>
                  <a:srgbClr val="0B5394"/>
                </a:solidFill>
                <a:latin typeface="Lexend Medium"/>
                <a:ea typeface="Lexend Medium"/>
                <a:cs typeface="Lexend Medium"/>
                <a:sym typeface="Lexend Medium"/>
              </a:rPr>
              <a:t> </a:t>
            </a:r>
            <a:r>
              <a:rPr lang="en">
                <a:solidFill>
                  <a:srgbClr val="0B5394"/>
                </a:solidFill>
                <a:latin typeface="Lexend Medium"/>
                <a:ea typeface="Lexend Medium"/>
                <a:cs typeface="Lexend Medium"/>
                <a:sym typeface="Lexend Medium"/>
              </a:rPr>
              <a:t>health</a:t>
            </a:r>
            <a:r>
              <a:rPr lang="en">
                <a:solidFill>
                  <a:srgbClr val="0B5394"/>
                </a:solidFill>
                <a:latin typeface="Lexend Medium"/>
                <a:ea typeface="Lexend Medium"/>
                <a:cs typeface="Lexend Medium"/>
                <a:sym typeface="Lexend Medium"/>
              </a:rPr>
              <a:t> authority, the government </a:t>
            </a:r>
            <a:r>
              <a:rPr lang="en">
                <a:solidFill>
                  <a:srgbClr val="0B5394"/>
                </a:solidFill>
                <a:latin typeface="Lexend Medium"/>
                <a:ea typeface="Lexend Medium"/>
                <a:cs typeface="Lexend Medium"/>
                <a:sym typeface="Lexend Medium"/>
              </a:rPr>
              <a:t>absorbed</a:t>
            </a:r>
            <a:r>
              <a:rPr lang="en">
                <a:solidFill>
                  <a:srgbClr val="0B5394"/>
                </a:solidFill>
                <a:latin typeface="Lexend Medium"/>
                <a:ea typeface="Lexend Medium"/>
                <a:cs typeface="Lexend Medium"/>
                <a:sym typeface="Lexend Medium"/>
              </a:rPr>
              <a:t> its duties into the general </a:t>
            </a:r>
            <a:r>
              <a:rPr lang="en">
                <a:solidFill>
                  <a:srgbClr val="0B5394"/>
                </a:solidFill>
                <a:latin typeface="Lexend Medium"/>
                <a:ea typeface="Lexend Medium"/>
                <a:cs typeface="Lexend Medium"/>
                <a:sym typeface="Lexend Medium"/>
              </a:rPr>
              <a:t>health</a:t>
            </a:r>
            <a:r>
              <a:rPr lang="en">
                <a:solidFill>
                  <a:srgbClr val="0B5394"/>
                </a:solidFill>
                <a:latin typeface="Lexend Medium"/>
                <a:ea typeface="Lexend Medium"/>
                <a:cs typeface="Lexend Medium"/>
                <a:sym typeface="Lexend Medium"/>
              </a:rPr>
              <a:t> system.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They passed a legislation forcing local councils to hold required public.</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Negative Actions: The government mandated that all public agencies must use english as their primary language limiting the official use of the Māori language (Te Reo Māori).</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To honour an agreement with the ACT party, the government introduced a deeply divisive bill to legally redefine the principles of the Treaty of Waitangi. </a:t>
            </a:r>
            <a:endParaRPr>
              <a:solidFill>
                <a:srgbClr val="0B5394"/>
              </a:solidFill>
              <a:latin typeface="Lexend Medium"/>
              <a:ea typeface="Lexend Medium"/>
              <a:cs typeface="Lexend Medium"/>
              <a:sym typeface="Lexend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55"/>
          <p:cNvSpPr txBox="1"/>
          <p:nvPr>
            <p:ph type="title"/>
          </p:nvPr>
        </p:nvSpPr>
        <p:spPr>
          <a:xfrm>
            <a:off x="144800" y="356575"/>
            <a:ext cx="8430600" cy="8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rPr>
              <a:t>Government</a:t>
            </a:r>
            <a:r>
              <a:rPr lang="en">
                <a:solidFill>
                  <a:schemeClr val="lt2"/>
                </a:solidFill>
              </a:rPr>
              <a:t>´s Inactions</a:t>
            </a:r>
            <a:endParaRPr>
              <a:solidFill>
                <a:schemeClr val="lt2"/>
              </a:solidFill>
            </a:endParaRPr>
          </a:p>
        </p:txBody>
      </p:sp>
      <p:sp>
        <p:nvSpPr>
          <p:cNvPr id="783" name="Google Shape;783;p55"/>
          <p:cNvSpPr txBox="1"/>
          <p:nvPr/>
        </p:nvSpPr>
        <p:spPr>
          <a:xfrm>
            <a:off x="384350" y="1488950"/>
            <a:ext cx="7829700" cy="308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The </a:t>
            </a:r>
            <a:r>
              <a:rPr lang="en">
                <a:solidFill>
                  <a:srgbClr val="0B5394"/>
                </a:solidFill>
                <a:latin typeface="Lexend Medium"/>
                <a:ea typeface="Lexend Medium"/>
                <a:cs typeface="Lexend Medium"/>
                <a:sym typeface="Lexend Medium"/>
              </a:rPr>
              <a:t>government's actions is what ultimately killed the Treaty principles bill.</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The treaty Bill is very controversial because of the way people think about it:</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The Waitangi Tribe stated that the Bill is ¨the worst, most comprehensive breach of treaty… In modern times”  (Source is from </a:t>
            </a:r>
            <a:r>
              <a:rPr lang="en" u="sng">
                <a:solidFill>
                  <a:srgbClr val="0B5394"/>
                </a:solidFill>
                <a:latin typeface="Lexend Medium"/>
                <a:ea typeface="Lexend Medium"/>
                <a:cs typeface="Lexend Medium"/>
                <a:sym typeface="Lexend Medium"/>
                <a:hlinkClick r:id="rId3">
                  <a:extLst>
                    <a:ext uri="{A12FA001-AC4F-418D-AE19-62706E023703}">
                      <ahyp:hlinkClr val="tx"/>
                    </a:ext>
                  </a:extLst>
                </a:hlinkClick>
              </a:rPr>
              <a:t>theguardian</a:t>
            </a:r>
            <a:r>
              <a:rPr lang="en">
                <a:solidFill>
                  <a:srgbClr val="0B5394"/>
                </a:solidFill>
                <a:latin typeface="Lexend Medium"/>
                <a:ea typeface="Lexend Medium"/>
                <a:cs typeface="Lexend Medium"/>
                <a:sym typeface="Lexend Medium"/>
              </a:rPr>
              <a:t>). The Bill is also focused on treating people the exact same, prioritizing Equality over Equity. </a:t>
            </a:r>
            <a:endParaRPr>
              <a:solidFill>
                <a:srgbClr val="0B5394"/>
              </a:solidFill>
              <a:latin typeface="Lexend Medium"/>
              <a:ea typeface="Lexend Medium"/>
              <a:cs typeface="Lexend Medium"/>
              <a:sym typeface="Lexend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56"/>
          <p:cNvSpPr txBox="1"/>
          <p:nvPr>
            <p:ph type="title"/>
          </p:nvPr>
        </p:nvSpPr>
        <p:spPr>
          <a:xfrm>
            <a:off x="168875" y="296575"/>
            <a:ext cx="4484700" cy="8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rPr>
              <a:t>Consequences</a:t>
            </a:r>
            <a:r>
              <a:rPr lang="en"/>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57"/>
          <p:cNvSpPr txBox="1"/>
          <p:nvPr>
            <p:ph type="title"/>
          </p:nvPr>
        </p:nvSpPr>
        <p:spPr>
          <a:xfrm>
            <a:off x="1000025" y="344500"/>
            <a:ext cx="4484700" cy="8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rPr>
              <a:t>References</a:t>
            </a:r>
            <a:endParaRPr>
              <a:solidFill>
                <a:schemeClr val="lt2"/>
              </a:solidFill>
            </a:endParaRPr>
          </a:p>
        </p:txBody>
      </p:sp>
      <p:sp>
        <p:nvSpPr>
          <p:cNvPr id="794" name="Google Shape;794;p57"/>
          <p:cNvSpPr txBox="1"/>
          <p:nvPr/>
        </p:nvSpPr>
        <p:spPr>
          <a:xfrm>
            <a:off x="613225" y="1561225"/>
            <a:ext cx="7998300" cy="331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accent4"/>
                </a:solidFill>
                <a:latin typeface="Courier New"/>
                <a:ea typeface="Courier New"/>
                <a:cs typeface="Courier New"/>
                <a:sym typeface="Courier New"/>
                <a:hlinkClick r:id="rId3">
                  <a:extLst>
                    <a:ext uri="{A12FA001-AC4F-418D-AE19-62706E023703}">
                      <ahyp:hlinkClr val="tx"/>
                    </a:ext>
                  </a:extLst>
                </a:hlinkClick>
              </a:rPr>
              <a:t>https://www.justice.govt.nz/justice-sector-policy/key-initiatives/a-treaty-principles-bill/</a:t>
            </a:r>
            <a:r>
              <a:rPr lang="en">
                <a:solidFill>
                  <a:schemeClr val="accent4"/>
                </a:solidFill>
                <a:latin typeface="Courier New"/>
                <a:ea typeface="Courier New"/>
                <a:cs typeface="Courier New"/>
                <a:sym typeface="Courier New"/>
              </a:rPr>
              <a:t> </a:t>
            </a:r>
            <a:endParaRPr>
              <a:solidFill>
                <a:schemeClr val="accent4"/>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accent4"/>
              </a:solidFill>
              <a:latin typeface="Courier New"/>
              <a:ea typeface="Courier New"/>
              <a:cs typeface="Courier New"/>
              <a:sym typeface="Courier New"/>
            </a:endParaRPr>
          </a:p>
          <a:p>
            <a:pPr indent="0" lvl="0" marL="0" rtl="0" algn="l">
              <a:spcBef>
                <a:spcPts val="0"/>
              </a:spcBef>
              <a:spcAft>
                <a:spcPts val="0"/>
              </a:spcAft>
              <a:buNone/>
            </a:pPr>
            <a:r>
              <a:rPr lang="en" u="sng">
                <a:solidFill>
                  <a:schemeClr val="accent4"/>
                </a:solidFill>
                <a:latin typeface="Courier New"/>
                <a:ea typeface="Courier New"/>
                <a:cs typeface="Courier New"/>
                <a:sym typeface="Courier New"/>
                <a:hlinkClick r:id="rId4">
                  <a:extLst>
                    <a:ext uri="{A12FA001-AC4F-418D-AE19-62706E023703}">
                      <ahyp:hlinkClr val="tx"/>
                    </a:ext>
                  </a:extLst>
                </a:hlinkClick>
              </a:rPr>
              <a:t>https://lens.civicus.org/new-zealand-maori-rights-in-the-firing-line/</a:t>
            </a:r>
            <a:r>
              <a:rPr lang="en">
                <a:solidFill>
                  <a:schemeClr val="accent4"/>
                </a:solidFill>
                <a:latin typeface="Courier New"/>
                <a:ea typeface="Courier New"/>
                <a:cs typeface="Courier New"/>
                <a:sym typeface="Courier New"/>
              </a:rPr>
              <a:t> </a:t>
            </a:r>
            <a:endParaRPr>
              <a:solidFill>
                <a:schemeClr val="accent4"/>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accent4"/>
              </a:solidFill>
              <a:latin typeface="Courier New"/>
              <a:ea typeface="Courier New"/>
              <a:cs typeface="Courier New"/>
              <a:sym typeface="Courier New"/>
            </a:endParaRPr>
          </a:p>
          <a:p>
            <a:pPr indent="0" lvl="0" marL="0" rtl="0" algn="l">
              <a:spcBef>
                <a:spcPts val="0"/>
              </a:spcBef>
              <a:spcAft>
                <a:spcPts val="0"/>
              </a:spcAft>
              <a:buNone/>
            </a:pPr>
            <a:r>
              <a:rPr lang="en" u="sng">
                <a:solidFill>
                  <a:schemeClr val="accent4"/>
                </a:solidFill>
                <a:latin typeface="Courier New"/>
                <a:ea typeface="Courier New"/>
                <a:cs typeface="Courier New"/>
                <a:sym typeface="Courier New"/>
                <a:hlinkClick r:id="rId5">
                  <a:extLst>
                    <a:ext uri="{A12FA001-AC4F-418D-AE19-62706E023703}">
                      <ahyp:hlinkClr val="tx"/>
                    </a:ext>
                  </a:extLst>
                </a:hlinkClick>
              </a:rPr>
              <a:t>https://lens.civicus.org/new-zealand-maori-rights-in-the-firing-line/</a:t>
            </a:r>
            <a:r>
              <a:rPr lang="en">
                <a:solidFill>
                  <a:schemeClr val="accent4"/>
                </a:solidFill>
                <a:latin typeface="Courier New"/>
                <a:ea typeface="Courier New"/>
                <a:cs typeface="Courier New"/>
                <a:sym typeface="Courier New"/>
              </a:rPr>
              <a:t> </a:t>
            </a:r>
            <a:endParaRPr>
              <a:solidFill>
                <a:schemeClr val="accent4"/>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accent4"/>
              </a:solidFill>
              <a:latin typeface="Courier New"/>
              <a:ea typeface="Courier New"/>
              <a:cs typeface="Courier New"/>
              <a:sym typeface="Courier New"/>
            </a:endParaRPr>
          </a:p>
          <a:p>
            <a:pPr indent="0" lvl="0" marL="0" rtl="0" algn="l">
              <a:spcBef>
                <a:spcPts val="0"/>
              </a:spcBef>
              <a:spcAft>
                <a:spcPts val="0"/>
              </a:spcAft>
              <a:buNone/>
            </a:pPr>
            <a:r>
              <a:rPr lang="en" u="sng">
                <a:solidFill>
                  <a:schemeClr val="accent4"/>
                </a:solidFill>
                <a:latin typeface="Courier New"/>
                <a:ea typeface="Courier New"/>
                <a:cs typeface="Courier New"/>
                <a:sym typeface="Courier New"/>
                <a:hlinkClick r:id="rId6">
                  <a:extLst>
                    <a:ext uri="{A12FA001-AC4F-418D-AE19-62706E023703}">
                      <ahyp:hlinkClr val="tx"/>
                    </a:ext>
                  </a:extLst>
                </a:hlinkClick>
              </a:rPr>
              <a:t>https://www.npr.org/2023/12/08/1218317109/a-breakdown-of-the-issues-at-the-center-of-maori-protests-in-new-zealand</a:t>
            </a:r>
            <a:r>
              <a:rPr lang="en">
                <a:solidFill>
                  <a:schemeClr val="accent4"/>
                </a:solidFill>
                <a:latin typeface="Courier New"/>
                <a:ea typeface="Courier New"/>
                <a:cs typeface="Courier New"/>
                <a:sym typeface="Courier New"/>
              </a:rPr>
              <a:t> </a:t>
            </a:r>
            <a:endParaRPr>
              <a:solidFill>
                <a:schemeClr val="accent4"/>
              </a:solidFill>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58"/>
          <p:cNvSpPr txBox="1"/>
          <p:nvPr>
            <p:ph idx="1" type="body"/>
          </p:nvPr>
        </p:nvSpPr>
        <p:spPr>
          <a:xfrm>
            <a:off x="453500" y="2578725"/>
            <a:ext cx="2532600" cy="2191800"/>
          </a:xfrm>
          <a:prstGeom prst="rect">
            <a:avLst/>
          </a:prstGeom>
          <a:ln cap="flat" cmpd="sng" w="19050">
            <a:solidFill>
              <a:srgbClr val="000000"/>
            </a:solidFill>
            <a:prstDash val="solid"/>
            <a:round/>
            <a:headEnd len="sm" w="sm" type="none"/>
            <a:tailEnd len="sm" w="sm" type="none"/>
          </a:ln>
        </p:spPr>
        <p:txBody>
          <a:bodyPr anchorCtr="0" anchor="b" bIns="0" lIns="0" spcFirstLastPara="1" rIns="0" wrap="square" tIns="91425">
            <a:noAutofit/>
          </a:bodyPr>
          <a:lstStyle/>
          <a:p>
            <a:pPr indent="0" lvl="0" marL="0" rtl="0" algn="l">
              <a:spcBef>
                <a:spcPts val="0"/>
              </a:spcBef>
              <a:spcAft>
                <a:spcPts val="0"/>
              </a:spcAft>
              <a:buNone/>
            </a:pPr>
            <a:r>
              <a:t/>
            </a:r>
            <a:endParaRPr/>
          </a:p>
        </p:txBody>
      </p:sp>
      <p:sp>
        <p:nvSpPr>
          <p:cNvPr id="800" name="Google Shape;800;p58"/>
          <p:cNvSpPr txBox="1"/>
          <p:nvPr>
            <p:ph type="title"/>
          </p:nvPr>
        </p:nvSpPr>
        <p:spPr>
          <a:xfrm>
            <a:off x="314425" y="314675"/>
            <a:ext cx="5066100" cy="1578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Reflection</a:t>
            </a:r>
            <a:endParaRPr/>
          </a:p>
        </p:txBody>
      </p:sp>
      <p:pic>
        <p:nvPicPr>
          <p:cNvPr descr="Prosciutto on cutting board." id="801" name="Google Shape;801;p58"/>
          <p:cNvPicPr preferRelativeResize="0"/>
          <p:nvPr>
            <p:ph idx="2" type="pic"/>
          </p:nvPr>
        </p:nvPicPr>
        <p:blipFill rotWithShape="1">
          <a:blip r:embed="rId3">
            <a:alphaModFix/>
          </a:blip>
          <a:srcRect b="11603" l="0" r="0" t="11603"/>
          <a:stretch/>
        </p:blipFill>
        <p:spPr>
          <a:xfrm>
            <a:off x="6361100" y="314675"/>
            <a:ext cx="2532600" cy="1297200"/>
          </a:xfrm>
          <a:prstGeom prst="roundRect">
            <a:avLst>
              <a:gd fmla="val 16667" name="adj"/>
            </a:avLst>
          </a:prstGeom>
        </p:spPr>
      </p:pic>
      <p:pic>
        <p:nvPicPr>
          <p:cNvPr descr="Plated asparagus." id="802" name="Google Shape;802;p58"/>
          <p:cNvPicPr preferRelativeResize="0"/>
          <p:nvPr>
            <p:ph idx="3" type="pic"/>
          </p:nvPr>
        </p:nvPicPr>
        <p:blipFill rotWithShape="1">
          <a:blip r:embed="rId4">
            <a:alphaModFix/>
          </a:blip>
          <a:srcRect b="11120" l="0" r="0" t="11120"/>
          <a:stretch/>
        </p:blipFill>
        <p:spPr>
          <a:xfrm>
            <a:off x="6361100" y="1841538"/>
            <a:ext cx="2532600" cy="1297200"/>
          </a:xfrm>
          <a:prstGeom prst="roundRect">
            <a:avLst>
              <a:gd fmla="val 16667" name="adj"/>
            </a:avLst>
          </a:prstGeom>
        </p:spPr>
      </p:pic>
      <p:pic>
        <p:nvPicPr>
          <p:cNvPr descr="Freshly prepared salads and fruit." id="803" name="Google Shape;803;p58"/>
          <p:cNvPicPr preferRelativeResize="0"/>
          <p:nvPr>
            <p:ph idx="4" type="pic"/>
          </p:nvPr>
        </p:nvPicPr>
        <p:blipFill rotWithShape="1">
          <a:blip r:embed="rId5">
            <a:alphaModFix/>
          </a:blip>
          <a:srcRect b="11633" l="0" r="0" t="11633"/>
          <a:stretch/>
        </p:blipFill>
        <p:spPr>
          <a:xfrm>
            <a:off x="6361100" y="3368413"/>
            <a:ext cx="2532600" cy="1297200"/>
          </a:xfrm>
          <a:prstGeom prst="roundRect">
            <a:avLst>
              <a:gd fmla="val 16667" name="adj"/>
            </a:avLst>
          </a:prstGeom>
        </p:spPr>
      </p:pic>
      <p:sp>
        <p:nvSpPr>
          <p:cNvPr id="804" name="Google Shape;804;p58"/>
          <p:cNvSpPr/>
          <p:nvPr/>
        </p:nvSpPr>
        <p:spPr>
          <a:xfrm>
            <a:off x="6761600" y="3283100"/>
            <a:ext cx="1731600" cy="244800"/>
          </a:xfrm>
          <a:prstGeom prst="roundRect">
            <a:avLst>
              <a:gd fmla="val 1666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dk1"/>
                </a:solidFill>
                <a:latin typeface="IBM Plex Mono"/>
                <a:ea typeface="IBM Plex Mono"/>
                <a:cs typeface="IBM Plex Mono"/>
                <a:sym typeface="IBM Plex Mono"/>
              </a:rPr>
              <a:t>FOOD NAME</a:t>
            </a:r>
            <a:endParaRPr sz="800">
              <a:solidFill>
                <a:schemeClr val="dk1"/>
              </a:solidFill>
              <a:latin typeface="IBM Plex Mono"/>
              <a:ea typeface="IBM Plex Mono"/>
              <a:cs typeface="IBM Plex Mono"/>
              <a:sym typeface="IBM Plex Mono"/>
            </a:endParaRPr>
          </a:p>
        </p:txBody>
      </p:sp>
      <p:sp>
        <p:nvSpPr>
          <p:cNvPr id="805" name="Google Shape;805;p58"/>
          <p:cNvSpPr/>
          <p:nvPr/>
        </p:nvSpPr>
        <p:spPr>
          <a:xfrm>
            <a:off x="6761600" y="1766475"/>
            <a:ext cx="1731600" cy="244800"/>
          </a:xfrm>
          <a:prstGeom prst="roundRect">
            <a:avLst>
              <a:gd fmla="val 1666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dk1"/>
                </a:solidFill>
                <a:latin typeface="IBM Plex Mono"/>
                <a:ea typeface="IBM Plex Mono"/>
                <a:cs typeface="IBM Plex Mono"/>
                <a:sym typeface="IBM Plex Mono"/>
              </a:rPr>
              <a:t>FOOD NAME</a:t>
            </a:r>
            <a:endParaRPr sz="800">
              <a:solidFill>
                <a:schemeClr val="dk1"/>
              </a:solidFill>
              <a:latin typeface="IBM Plex Mono"/>
              <a:ea typeface="IBM Plex Mono"/>
              <a:cs typeface="IBM Plex Mono"/>
              <a:sym typeface="IBM Plex Mono"/>
            </a:endParaRPr>
          </a:p>
        </p:txBody>
      </p:sp>
      <p:sp>
        <p:nvSpPr>
          <p:cNvPr id="806" name="Google Shape;806;p58"/>
          <p:cNvSpPr/>
          <p:nvPr/>
        </p:nvSpPr>
        <p:spPr>
          <a:xfrm>
            <a:off x="6761600" y="239125"/>
            <a:ext cx="1731600" cy="244800"/>
          </a:xfrm>
          <a:prstGeom prst="roundRect">
            <a:avLst>
              <a:gd fmla="val 1666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dk1"/>
                </a:solidFill>
                <a:latin typeface="IBM Plex Mono"/>
                <a:ea typeface="IBM Plex Mono"/>
                <a:cs typeface="IBM Plex Mono"/>
                <a:sym typeface="IBM Plex Mono"/>
              </a:rPr>
              <a:t>FOOD NAME</a:t>
            </a:r>
            <a:endParaRPr sz="800">
              <a:solidFill>
                <a:schemeClr val="dk1"/>
              </a:solidFill>
              <a:latin typeface="IBM Plex Mono"/>
              <a:ea typeface="IBM Plex Mono"/>
              <a:cs typeface="IBM Plex Mono"/>
              <a:sym typeface="IBM Plex Mono"/>
            </a:endParaRPr>
          </a:p>
        </p:txBody>
      </p:sp>
      <p:sp>
        <p:nvSpPr>
          <p:cNvPr id="807" name="Google Shape;807;p58"/>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08" name="Google Shape;808;p58"/>
          <p:cNvSpPr txBox="1"/>
          <p:nvPr>
            <p:ph idx="5" type="body"/>
          </p:nvPr>
        </p:nvSpPr>
        <p:spPr>
          <a:xfrm>
            <a:off x="49550" y="4794775"/>
            <a:ext cx="2032800" cy="26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Lorem ipsum</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ersonal Family Recipe Book">
  <a:themeElements>
    <a:clrScheme name="Simple Light">
      <a:dk1>
        <a:srgbClr val="303030"/>
      </a:dk1>
      <a:lt1>
        <a:srgbClr val="FFFBF3"/>
      </a:lt1>
      <a:dk2>
        <a:srgbClr val="F3EEE6"/>
      </a:dk2>
      <a:lt2>
        <a:srgbClr val="CA3619"/>
      </a:lt2>
      <a:accent1>
        <a:srgbClr val="F2AB00"/>
      </a:accent1>
      <a:accent2>
        <a:srgbClr val="009E5E"/>
      </a:accent2>
      <a:accent3>
        <a:srgbClr val="0D4659"/>
      </a:accent3>
      <a:accent4>
        <a:srgbClr val="356BB1"/>
      </a:accent4>
      <a:accent5>
        <a:srgbClr val="3B1CB5"/>
      </a:accent5>
      <a:accent6>
        <a:srgbClr val="C2BDF3"/>
      </a:accent6>
      <a:hlink>
        <a:srgbClr val="717C8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