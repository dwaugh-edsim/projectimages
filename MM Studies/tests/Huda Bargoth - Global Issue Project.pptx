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bd8558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bd8558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bd8558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4bd8558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bd8558c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bd8558c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bd8558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bd8558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bd8558c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bd8558c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A86E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6133" y="69146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cuba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           </a:t>
            </a:r>
            <a:r>
              <a:rPr lang="en">
                <a:solidFill>
                  <a:srgbClr val="000000"/>
                </a:solidFill>
              </a:rPr>
              <a:t>Political Freedom and Economic sanctions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                            By: Huda bargoth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25" y="781525"/>
            <a:ext cx="2201150" cy="11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750" y="3716775"/>
            <a:ext cx="2201150" cy="11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Cuba's</a:t>
            </a:r>
            <a:r>
              <a:rPr lang="en"/>
              <a:t> </a:t>
            </a:r>
            <a:r>
              <a:rPr lang="en"/>
              <a:t>background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cuban culture they dance son, rumba,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